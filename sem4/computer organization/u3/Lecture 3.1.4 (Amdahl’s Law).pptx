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15"/>
  </p:notesMasterIdLst>
  <p:sldIdLst>
    <p:sldId id="265" r:id="rId2"/>
    <p:sldId id="472" r:id="rId3"/>
    <p:sldId id="477" r:id="rId4"/>
    <p:sldId id="478" r:id="rId5"/>
    <p:sldId id="479" r:id="rId6"/>
    <p:sldId id="473" r:id="rId7"/>
    <p:sldId id="481" r:id="rId8"/>
    <p:sldId id="480" r:id="rId9"/>
    <p:sldId id="482" r:id="rId10"/>
    <p:sldId id="474" r:id="rId11"/>
    <p:sldId id="483" r:id="rId12"/>
    <p:sldId id="475" r:id="rId13"/>
    <p:sldId id="484" r:id="rId14"/>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72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5526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96877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1303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37925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29188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25395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6668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12/26/2024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155414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52354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526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85890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12/26/2024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49156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hyperlink" Target="http://www.geeksforgeeks.org/computer-organization-amdahls-law-and-its-proof/" TargetMode="External"/><Relationship Id="rId3" Type="http://schemas.openxmlformats.org/officeDocument/2006/relationships/image" Target="../media/image3.png"/><Relationship Id="rId7" Type="http://schemas.openxmlformats.org/officeDocument/2006/relationships/hyperlink" Target="http://www.techopedia.com/definition/17035/amdahls-law"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www.tutorialspoint.com/what-is-amdahl-s-law" TargetMode="Externa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96BD-0421-57F5-C280-FF082D62E6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5F2B1D-A8DF-E18C-9000-2C164C71EBC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5B60983-F424-8C3B-19AD-A60BF6887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087CF14-B008-FE02-7187-FF7543F0505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6A82B2E-5A5A-E6D7-B578-7D8EEB6B83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54814" y="742950"/>
            <a:ext cx="7198586" cy="3465051"/>
          </a:xfrm>
          <a:prstGeom prst="rect">
            <a:avLst/>
          </a:prstGeom>
        </p:spPr>
        <p:txBody>
          <a:bodyPr vert="horz" wrap="square" lIns="0" tIns="0" rIns="0" bIns="0" rtlCol="0">
            <a:spAutoFit/>
          </a:bodyPr>
          <a:lstStyle/>
          <a:p>
            <a:pPr marL="6109" marR="1656679"/>
            <a:r>
              <a:rPr sz="1700" b="1" spc="-2" dirty="0">
                <a:solidFill>
                  <a:srgbClr val="252525"/>
                </a:solidFill>
                <a:latin typeface="Times New Roman"/>
                <a:cs typeface="Times New Roman"/>
              </a:rPr>
              <a:t>A</a:t>
            </a:r>
            <a:r>
              <a:rPr sz="1700" b="1" spc="-5" dirty="0">
                <a:solidFill>
                  <a:srgbClr val="252525"/>
                </a:solidFill>
                <a:latin typeface="Times New Roman"/>
                <a:cs typeface="Times New Roman"/>
              </a:rPr>
              <a:t>M</a:t>
            </a:r>
            <a:r>
              <a:rPr sz="1700" b="1" spc="-2" dirty="0">
                <a:solidFill>
                  <a:srgbClr val="252525"/>
                </a:solidFill>
                <a:latin typeface="Times New Roman"/>
                <a:cs typeface="Times New Roman"/>
              </a:rPr>
              <a:t>DA</a:t>
            </a:r>
            <a:r>
              <a:rPr sz="1700" b="1" spc="-5" dirty="0">
                <a:solidFill>
                  <a:srgbClr val="252525"/>
                </a:solidFill>
                <a:latin typeface="Times New Roman"/>
                <a:cs typeface="Times New Roman"/>
              </a:rPr>
              <a:t>HL'S</a:t>
            </a:r>
            <a:r>
              <a:rPr sz="1700" b="1" spc="2" dirty="0">
                <a:solidFill>
                  <a:srgbClr val="252525"/>
                </a:solidFill>
                <a:latin typeface="Times New Roman"/>
                <a:cs typeface="Times New Roman"/>
              </a:rPr>
              <a:t> </a:t>
            </a:r>
            <a:r>
              <a:rPr sz="1700" b="1" spc="-5" dirty="0">
                <a:solidFill>
                  <a:srgbClr val="252525"/>
                </a:solidFill>
                <a:latin typeface="Times New Roman"/>
                <a:cs typeface="Times New Roman"/>
              </a:rPr>
              <a:t>L</a:t>
            </a:r>
            <a:r>
              <a:rPr sz="1700" b="1" spc="-2" dirty="0">
                <a:solidFill>
                  <a:srgbClr val="252525"/>
                </a:solidFill>
                <a:latin typeface="Times New Roman"/>
                <a:cs typeface="Times New Roman"/>
              </a:rPr>
              <a:t>AW</a:t>
            </a:r>
            <a:endParaRPr sz="1700" dirty="0">
              <a:latin typeface="Times New Roman"/>
              <a:cs typeface="Times New Roman"/>
            </a:endParaRPr>
          </a:p>
          <a:p>
            <a:pPr marL="251373" marR="3665" indent="-135308">
              <a:spcBef>
                <a:spcPts val="454"/>
              </a:spcBef>
              <a:buClr>
                <a:srgbClr val="252525"/>
              </a:buClr>
              <a:buFont typeface="Times New Roman"/>
              <a:buChar char="•"/>
              <a:tabLst>
                <a:tab pos="251678" algn="l"/>
              </a:tabLst>
            </a:pPr>
            <a:r>
              <a:rPr sz="1700" spc="-10" dirty="0">
                <a:solidFill>
                  <a:srgbClr val="252525"/>
                </a:solidFill>
                <a:latin typeface="Times New Roman"/>
                <a:cs typeface="Times New Roman"/>
              </a:rPr>
              <a:t>I</a:t>
            </a:r>
            <a:r>
              <a:rPr sz="1700" dirty="0">
                <a:solidFill>
                  <a:srgbClr val="252525"/>
                </a:solidFill>
                <a:latin typeface="Times New Roman"/>
                <a:cs typeface="Times New Roman"/>
              </a:rPr>
              <a:t>n</a:t>
            </a:r>
            <a:r>
              <a:rPr sz="1700" spc="-31"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spc="-34"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omputing,</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A</a:t>
            </a:r>
            <a:r>
              <a:rPr sz="1700" spc="-5" dirty="0">
                <a:solidFill>
                  <a:srgbClr val="252525"/>
                </a:solidFill>
                <a:latin typeface="Times New Roman"/>
                <a:cs typeface="Times New Roman"/>
              </a:rPr>
              <a:t>mdahl's</a:t>
            </a:r>
            <a:r>
              <a:rPr sz="1700" spc="-36" dirty="0">
                <a:solidFill>
                  <a:srgbClr val="252525"/>
                </a:solidFill>
                <a:latin typeface="Times New Roman"/>
                <a:cs typeface="Times New Roman"/>
              </a:rPr>
              <a:t> </a:t>
            </a:r>
            <a:r>
              <a:rPr sz="1700" spc="-5" dirty="0">
                <a:solidFill>
                  <a:srgbClr val="252525"/>
                </a:solidFill>
                <a:latin typeface="Times New Roman"/>
                <a:cs typeface="Times New Roman"/>
              </a:rPr>
              <a:t>law</a:t>
            </a:r>
            <a:r>
              <a:rPr sz="1700" spc="-38"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34" dirty="0">
                <a:solidFill>
                  <a:srgbClr val="252525"/>
                </a:solidFill>
                <a:latin typeface="Times New Roman"/>
                <a:cs typeface="Times New Roman"/>
              </a:rPr>
              <a:t> </a:t>
            </a:r>
            <a:r>
              <a:rPr sz="1700" dirty="0">
                <a:solidFill>
                  <a:srgbClr val="252525"/>
                </a:solidFill>
                <a:latin typeface="Times New Roman"/>
                <a:cs typeface="Times New Roman"/>
              </a:rPr>
              <a:t>m</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inl</a:t>
            </a:r>
            <a:r>
              <a:rPr sz="1700" dirty="0">
                <a:solidFill>
                  <a:srgbClr val="252525"/>
                </a:solidFill>
                <a:latin typeface="Times New Roman"/>
                <a:cs typeface="Times New Roman"/>
              </a:rPr>
              <a:t>y</a:t>
            </a:r>
            <a:r>
              <a:rPr sz="1700" spc="-36" dirty="0">
                <a:solidFill>
                  <a:srgbClr val="252525"/>
                </a:solidFill>
                <a:latin typeface="Times New Roman"/>
                <a:cs typeface="Times New Roman"/>
              </a:rPr>
              <a:t> </a:t>
            </a:r>
            <a:r>
              <a:rPr sz="1700" dirty="0">
                <a:solidFill>
                  <a:srgbClr val="252525"/>
                </a:solidFill>
                <a:latin typeface="Times New Roman"/>
                <a:cs typeface="Times New Roman"/>
              </a:rPr>
              <a:t>us</a:t>
            </a:r>
            <a:r>
              <a:rPr sz="1700" spc="2" dirty="0">
                <a:solidFill>
                  <a:srgbClr val="252525"/>
                </a:solidFill>
                <a:latin typeface="Times New Roman"/>
                <a:cs typeface="Times New Roman"/>
              </a:rPr>
              <a:t>e</a:t>
            </a:r>
            <a:r>
              <a:rPr sz="1700" dirty="0">
                <a:solidFill>
                  <a:srgbClr val="252525"/>
                </a:solidFill>
                <a:latin typeface="Times New Roman"/>
                <a:cs typeface="Times New Roman"/>
              </a:rPr>
              <a:t>d</a:t>
            </a:r>
            <a:r>
              <a:rPr sz="1700" spc="-36" dirty="0">
                <a:solidFill>
                  <a:srgbClr val="252525"/>
                </a:solidFill>
                <a:latin typeface="Times New Roman"/>
                <a:cs typeface="Times New Roman"/>
              </a:rPr>
              <a:t> </a:t>
            </a:r>
            <a:r>
              <a:rPr sz="1700" spc="-2" dirty="0">
                <a:solidFill>
                  <a:srgbClr val="252525"/>
                </a:solidFill>
                <a:latin typeface="Times New Roman"/>
                <a:cs typeface="Times New Roman"/>
              </a:rPr>
              <a:t>to</a:t>
            </a:r>
            <a:r>
              <a:rPr sz="1700" spc="-34" dirty="0">
                <a:solidFill>
                  <a:srgbClr val="252525"/>
                </a:solidFill>
                <a:latin typeface="Times New Roman"/>
                <a:cs typeface="Times New Roman"/>
              </a:rPr>
              <a:t> </a:t>
            </a:r>
            <a:r>
              <a:rPr sz="1700" spc="-2" dirty="0">
                <a:solidFill>
                  <a:srgbClr val="252525"/>
                </a:solidFill>
                <a:latin typeface="Times New Roman"/>
                <a:cs typeface="Times New Roman"/>
              </a:rPr>
              <a:t>pr</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d</a:t>
            </a:r>
            <a:r>
              <a:rPr sz="1700" dirty="0">
                <a:solidFill>
                  <a:srgbClr val="252525"/>
                </a:solidFill>
                <a:latin typeface="Times New Roman"/>
                <a:cs typeface="Times New Roman"/>
              </a:rPr>
              <a:t>i</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a:t>
            </a:r>
            <a:r>
              <a:rPr sz="1700" spc="-34"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31" dirty="0">
                <a:solidFill>
                  <a:srgbClr val="252525"/>
                </a:solidFill>
                <a:latin typeface="Times New Roman"/>
                <a:cs typeface="Times New Roman"/>
              </a:rPr>
              <a:t> </a:t>
            </a:r>
            <a:r>
              <a:rPr sz="1700" spc="-5" dirty="0">
                <a:solidFill>
                  <a:srgbClr val="252525"/>
                </a:solidFill>
                <a:latin typeface="Times New Roman"/>
                <a:cs typeface="Times New Roman"/>
              </a:rPr>
              <a:t>theo</a:t>
            </a:r>
            <a:r>
              <a:rPr sz="1700" spc="-7" dirty="0">
                <a:solidFill>
                  <a:srgbClr val="252525"/>
                </a:solidFill>
                <a:latin typeface="Times New Roman"/>
                <a:cs typeface="Times New Roman"/>
              </a:rPr>
              <a:t>re</a:t>
            </a:r>
            <a:r>
              <a:rPr sz="1700" spc="-2" dirty="0">
                <a:solidFill>
                  <a:srgbClr val="252525"/>
                </a:solidFill>
                <a:latin typeface="Times New Roman"/>
                <a:cs typeface="Times New Roman"/>
              </a:rPr>
              <a:t>tical</a:t>
            </a:r>
            <a:r>
              <a:rPr sz="1700" spc="-34" dirty="0">
                <a:solidFill>
                  <a:srgbClr val="252525"/>
                </a:solidFill>
                <a:latin typeface="Times New Roman"/>
                <a:cs typeface="Times New Roman"/>
              </a:rPr>
              <a:t> </a:t>
            </a:r>
            <a:r>
              <a:rPr sz="1700" spc="-5" dirty="0">
                <a:solidFill>
                  <a:srgbClr val="252525"/>
                </a:solidFill>
                <a:latin typeface="Times New Roman"/>
                <a:cs typeface="Times New Roman"/>
              </a:rPr>
              <a:t>maximum</a:t>
            </a:r>
            <a:r>
              <a:rPr sz="1700" spc="-2" dirty="0">
                <a:solidFill>
                  <a:srgbClr val="252525"/>
                </a:solidFill>
                <a:latin typeface="Times New Roman"/>
                <a:cs typeface="Times New Roman"/>
              </a:rPr>
              <a:t> spe</a:t>
            </a:r>
            <a:r>
              <a:rPr sz="1700" spc="-7" dirty="0">
                <a:solidFill>
                  <a:srgbClr val="252525"/>
                </a:solidFill>
                <a:latin typeface="Times New Roman"/>
                <a:cs typeface="Times New Roman"/>
              </a:rPr>
              <a:t>e</a:t>
            </a:r>
            <a:r>
              <a:rPr sz="1700" dirty="0">
                <a:solidFill>
                  <a:srgbClr val="252525"/>
                </a:solidFill>
                <a:latin typeface="Times New Roman"/>
                <a:cs typeface="Times New Roman"/>
              </a:rPr>
              <a:t>d up </a:t>
            </a:r>
            <a:r>
              <a:rPr sz="1700" spc="-2" dirty="0">
                <a:solidFill>
                  <a:srgbClr val="252525"/>
                </a:solidFill>
                <a:latin typeface="Times New Roman"/>
                <a:cs typeface="Times New Roman"/>
              </a:rPr>
              <a:t>f</a:t>
            </a:r>
            <a:r>
              <a:rPr sz="1700" dirty="0">
                <a:solidFill>
                  <a:srgbClr val="252525"/>
                </a:solidFill>
                <a:latin typeface="Times New Roman"/>
                <a:cs typeface="Times New Roman"/>
              </a:rPr>
              <a:t>or </a:t>
            </a:r>
            <a:r>
              <a:rPr sz="1700" spc="2" dirty="0">
                <a:solidFill>
                  <a:srgbClr val="252525"/>
                </a:solidFill>
                <a:latin typeface="Times New Roman"/>
                <a:cs typeface="Times New Roman"/>
              </a:rPr>
              <a:t>p</a:t>
            </a:r>
            <a:r>
              <a:rPr sz="1700" dirty="0">
                <a:solidFill>
                  <a:srgbClr val="252525"/>
                </a:solidFill>
                <a:latin typeface="Times New Roman"/>
                <a:cs typeface="Times New Roman"/>
              </a:rPr>
              <a:t>rog</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a:t>
            </a:r>
            <a:r>
              <a:rPr sz="1700" dirty="0">
                <a:solidFill>
                  <a:srgbClr val="252525"/>
                </a:solidFill>
                <a:latin typeface="Times New Roman"/>
                <a:cs typeface="Times New Roman"/>
              </a:rPr>
              <a:t> pr</a:t>
            </a:r>
            <a:r>
              <a:rPr sz="1700" spc="2" dirty="0">
                <a:solidFill>
                  <a:srgbClr val="252525"/>
                </a:solidFill>
                <a:latin typeface="Times New Roman"/>
                <a:cs typeface="Times New Roman"/>
              </a:rPr>
              <a:t>o</a:t>
            </a:r>
            <a:r>
              <a:rPr sz="1700" spc="-7" dirty="0">
                <a:solidFill>
                  <a:srgbClr val="252525"/>
                </a:solidFill>
                <a:latin typeface="Times New Roman"/>
                <a:cs typeface="Times New Roman"/>
              </a:rPr>
              <a:t>ce</a:t>
            </a:r>
            <a:r>
              <a:rPr sz="1700" spc="-2" dirty="0">
                <a:solidFill>
                  <a:srgbClr val="252525"/>
                </a:solidFill>
                <a:latin typeface="Times New Roman"/>
                <a:cs typeface="Times New Roman"/>
              </a:rPr>
              <a:t>ss</a:t>
            </a:r>
            <a:r>
              <a:rPr sz="1700" dirty="0">
                <a:solidFill>
                  <a:srgbClr val="252525"/>
                </a:solidFill>
                <a:latin typeface="Times New Roman"/>
                <a:cs typeface="Times New Roman"/>
              </a:rPr>
              <a:t>ing </a:t>
            </a:r>
            <a:r>
              <a:rPr sz="1700" spc="-2" dirty="0">
                <a:solidFill>
                  <a:srgbClr val="252525"/>
                </a:solidFill>
                <a:latin typeface="Times New Roman"/>
                <a:cs typeface="Times New Roman"/>
              </a:rPr>
              <a:t>usi</a:t>
            </a:r>
            <a:r>
              <a:rPr sz="1700" dirty="0">
                <a:solidFill>
                  <a:srgbClr val="252525"/>
                </a:solidFill>
                <a:latin typeface="Times New Roman"/>
                <a:cs typeface="Times New Roman"/>
              </a:rPr>
              <a:t>ng </a:t>
            </a:r>
            <a:r>
              <a:rPr sz="1700" spc="-2" dirty="0">
                <a:solidFill>
                  <a:srgbClr val="252525"/>
                </a:solidFill>
                <a:latin typeface="Times New Roman"/>
                <a:cs typeface="Times New Roman"/>
              </a:rPr>
              <a:t>multiple</a:t>
            </a:r>
            <a:r>
              <a:rPr sz="1700" dirty="0">
                <a:solidFill>
                  <a:srgbClr val="252525"/>
                </a:solidFill>
                <a:latin typeface="Times New Roman"/>
                <a:cs typeface="Times New Roman"/>
              </a:rPr>
              <a:t> p</a:t>
            </a:r>
            <a:r>
              <a:rPr sz="1700" spc="-5" dirty="0">
                <a:solidFill>
                  <a:srgbClr val="252525"/>
                </a:solidFill>
                <a:latin typeface="Times New Roman"/>
                <a:cs typeface="Times New Roman"/>
              </a:rPr>
              <a:t>ro</a:t>
            </a:r>
            <a:r>
              <a:rPr sz="1700" spc="-7" dirty="0">
                <a:solidFill>
                  <a:srgbClr val="252525"/>
                </a:solidFill>
                <a:latin typeface="Times New Roman"/>
                <a:cs typeface="Times New Roman"/>
              </a:rPr>
              <a:t>ce</a:t>
            </a:r>
            <a:r>
              <a:rPr sz="1700" spc="-2" dirty="0">
                <a:solidFill>
                  <a:srgbClr val="252525"/>
                </a:solidFill>
                <a:latin typeface="Times New Roman"/>
                <a:cs typeface="Times New Roman"/>
              </a:rPr>
              <a:t>ssors.</a:t>
            </a:r>
            <a:endParaRPr sz="1700" dirty="0">
              <a:latin typeface="Times New Roman"/>
              <a:cs typeface="Times New Roman"/>
            </a:endParaRPr>
          </a:p>
          <a:p>
            <a:pPr marL="251373" indent="-135308">
              <a:buClr>
                <a:srgbClr val="252525"/>
              </a:buClr>
              <a:buFont typeface="Times New Roman"/>
              <a:buChar char="•"/>
              <a:tabLst>
                <a:tab pos="251678" algn="l"/>
              </a:tabLst>
            </a:pPr>
            <a:r>
              <a:rPr sz="1700" spc="-10" dirty="0">
                <a:solidFill>
                  <a:srgbClr val="252525"/>
                </a:solidFill>
                <a:latin typeface="Times New Roman"/>
                <a:cs typeface="Times New Roman"/>
              </a:rPr>
              <a:t>I</a:t>
            </a:r>
            <a:r>
              <a:rPr sz="1700" spc="-2" dirty="0">
                <a:solidFill>
                  <a:srgbClr val="252525"/>
                </a:solidFill>
                <a:latin typeface="Times New Roman"/>
                <a:cs typeface="Times New Roman"/>
              </a:rPr>
              <a:t>t</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med</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fte</a:t>
            </a:r>
            <a:r>
              <a:rPr sz="1700" dirty="0">
                <a:solidFill>
                  <a:srgbClr val="252525"/>
                </a:solidFill>
                <a:latin typeface="Times New Roman"/>
                <a:cs typeface="Times New Roman"/>
              </a:rPr>
              <a:t>r</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2" dirty="0">
                <a:solidFill>
                  <a:srgbClr val="252525"/>
                </a:solidFill>
                <a:latin typeface="Times New Roman"/>
                <a:cs typeface="Times New Roman"/>
              </a:rPr>
              <a:t>e</a:t>
            </a:r>
            <a:r>
              <a:rPr sz="1700" dirty="0">
                <a:solidFill>
                  <a:srgbClr val="252525"/>
                </a:solidFill>
                <a:latin typeface="Times New Roman"/>
                <a:cs typeface="Times New Roman"/>
              </a:rPr>
              <a:t>r</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scientist</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G</a:t>
            </a:r>
            <a:r>
              <a:rPr sz="1700" spc="-5" dirty="0">
                <a:solidFill>
                  <a:srgbClr val="252525"/>
                </a:solidFill>
                <a:latin typeface="Times New Roman"/>
                <a:cs typeface="Times New Roman"/>
              </a:rPr>
              <a:t>ene</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Amda</a:t>
            </a:r>
            <a:r>
              <a:rPr sz="1700" spc="-2" dirty="0">
                <a:solidFill>
                  <a:srgbClr val="252525"/>
                </a:solidFill>
                <a:latin typeface="Times New Roman"/>
                <a:cs typeface="Times New Roman"/>
              </a:rPr>
              <a:t>hl</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a:t>
            </a:r>
            <a:r>
              <a:rPr sz="1700" spc="-5" dirty="0">
                <a:solidFill>
                  <a:srgbClr val="252525"/>
                </a:solidFill>
                <a:latin typeface="Times New Roman"/>
                <a:cs typeface="Times New Roman"/>
              </a:rPr>
              <a:t>a</a:t>
            </a:r>
            <a:r>
              <a:rPr sz="1700" spc="-14"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hit</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t</a:t>
            </a:r>
            <a:r>
              <a:rPr sz="1700" spc="-17" dirty="0">
                <a:solidFill>
                  <a:srgbClr val="252525"/>
                </a:solidFill>
                <a:latin typeface="Times New Roman"/>
                <a:cs typeface="Times New Roman"/>
              </a:rPr>
              <a:t> </a:t>
            </a:r>
            <a:r>
              <a:rPr sz="1700" dirty="0">
                <a:solidFill>
                  <a:srgbClr val="252525"/>
                </a:solidFill>
                <a:latin typeface="Times New Roman"/>
                <a:cs typeface="Times New Roman"/>
              </a:rPr>
              <a:t>f</a:t>
            </a:r>
            <a:r>
              <a:rPr sz="1700" spc="-5" dirty="0">
                <a:solidFill>
                  <a:srgbClr val="252525"/>
                </a:solidFill>
                <a:latin typeface="Times New Roman"/>
                <a:cs typeface="Times New Roman"/>
              </a:rPr>
              <a:t>r</a:t>
            </a:r>
            <a:r>
              <a:rPr sz="1700" spc="5" dirty="0">
                <a:solidFill>
                  <a:srgbClr val="252525"/>
                </a:solidFill>
                <a:latin typeface="Times New Roman"/>
                <a:cs typeface="Times New Roman"/>
              </a:rPr>
              <a:t>o</a:t>
            </a:r>
            <a:r>
              <a:rPr sz="1700" spc="-5" dirty="0">
                <a:solidFill>
                  <a:srgbClr val="252525"/>
                </a:solidFill>
                <a:latin typeface="Times New Roman"/>
                <a:cs typeface="Times New Roman"/>
              </a:rPr>
              <a:t>m</a:t>
            </a:r>
            <a:r>
              <a:rPr sz="1700" spc="-17" dirty="0">
                <a:solidFill>
                  <a:srgbClr val="252525"/>
                </a:solidFill>
                <a:latin typeface="Times New Roman"/>
                <a:cs typeface="Times New Roman"/>
              </a:rPr>
              <a:t> </a:t>
            </a:r>
            <a:r>
              <a:rPr sz="1700" spc="-10" dirty="0">
                <a:solidFill>
                  <a:srgbClr val="252525"/>
                </a:solidFill>
                <a:latin typeface="Times New Roman"/>
                <a:cs typeface="Times New Roman"/>
              </a:rPr>
              <a:t>I</a:t>
            </a:r>
            <a:r>
              <a:rPr sz="1700" spc="-5" dirty="0">
                <a:solidFill>
                  <a:srgbClr val="252525"/>
                </a:solidFill>
                <a:latin typeface="Times New Roman"/>
                <a:cs typeface="Times New Roman"/>
              </a:rPr>
              <a:t>B</a:t>
            </a:r>
            <a:r>
              <a:rPr sz="1700" dirty="0">
                <a:solidFill>
                  <a:srgbClr val="252525"/>
                </a:solidFill>
                <a:latin typeface="Times New Roman"/>
                <a:cs typeface="Times New Roman"/>
              </a:rPr>
              <a:t>M</a:t>
            </a:r>
            <a:r>
              <a:rPr sz="1700" spc="-17"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a:t>
            </a:r>
            <a:r>
              <a:rPr lang="en-US" sz="1700" dirty="0">
                <a:solidFill>
                  <a:srgbClr val="252525"/>
                </a:solidFill>
                <a:latin typeface="Times New Roman"/>
                <a:cs typeface="Times New Roman"/>
              </a:rPr>
              <a:t> </a:t>
            </a:r>
            <a:r>
              <a:rPr sz="1700" spc="-7" dirty="0">
                <a:solidFill>
                  <a:srgbClr val="252525"/>
                </a:solidFill>
                <a:latin typeface="Times New Roman"/>
                <a:cs typeface="Times New Roman"/>
              </a:rPr>
              <a:t>Amda</a:t>
            </a:r>
            <a:r>
              <a:rPr sz="1700" spc="-2" dirty="0">
                <a:solidFill>
                  <a:srgbClr val="252525"/>
                </a:solidFill>
                <a:latin typeface="Times New Roman"/>
                <a:cs typeface="Times New Roman"/>
              </a:rPr>
              <a:t>hl</a:t>
            </a:r>
            <a:r>
              <a:rPr sz="1700" dirty="0">
                <a:solidFill>
                  <a:srgbClr val="252525"/>
                </a:solidFill>
                <a:latin typeface="Times New Roman"/>
                <a:cs typeface="Times New Roman"/>
              </a:rPr>
              <a:t> </a:t>
            </a:r>
            <a:r>
              <a:rPr sz="1700" spc="41" dirty="0">
                <a:solidFill>
                  <a:srgbClr val="252525"/>
                </a:solidFill>
                <a:latin typeface="Times New Roman"/>
                <a:cs typeface="Times New Roman"/>
              </a:rPr>
              <a:t> </a:t>
            </a:r>
            <a:r>
              <a:rPr sz="1700" spc="-7" dirty="0">
                <a:solidFill>
                  <a:srgbClr val="252525"/>
                </a:solidFill>
                <a:latin typeface="Times New Roman"/>
                <a:cs typeface="Times New Roman"/>
              </a:rPr>
              <a:t>c</a:t>
            </a:r>
            <a:r>
              <a:rPr sz="1700" dirty="0">
                <a:solidFill>
                  <a:srgbClr val="252525"/>
                </a:solidFill>
                <a:latin typeface="Times New Roman"/>
                <a:cs typeface="Times New Roman"/>
              </a:rPr>
              <a:t>orp</a:t>
            </a:r>
            <a:r>
              <a:rPr sz="1700" spc="2" dirty="0">
                <a:solidFill>
                  <a:srgbClr val="252525"/>
                </a:solidFill>
                <a:latin typeface="Times New Roman"/>
                <a:cs typeface="Times New Roman"/>
              </a:rPr>
              <a:t>o</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a:t>
            </a:r>
            <a:r>
              <a:rPr sz="1700" spc="43" dirty="0">
                <a:solidFill>
                  <a:srgbClr val="252525"/>
                </a:solidFill>
                <a:latin typeface="Times New Roman"/>
                <a:cs typeface="Times New Roman"/>
              </a:rPr>
              <a:t> </a:t>
            </a:r>
            <a:r>
              <a:rPr sz="1700" spc="-2" dirty="0">
                <a:solidFill>
                  <a:srgbClr val="252525"/>
                </a:solidFill>
                <a:latin typeface="Times New Roman"/>
                <a:cs typeface="Times New Roman"/>
              </a:rPr>
              <a:t>a</a:t>
            </a:r>
            <a:r>
              <a:rPr sz="1700" dirty="0">
                <a:solidFill>
                  <a:srgbClr val="252525"/>
                </a:solidFill>
                <a:latin typeface="Times New Roman"/>
                <a:cs typeface="Times New Roman"/>
              </a:rPr>
              <a:t>nd </a:t>
            </a:r>
            <a:r>
              <a:rPr sz="1700" spc="38" dirty="0">
                <a:solidFill>
                  <a:srgbClr val="252525"/>
                </a:solidFill>
                <a:latin typeface="Times New Roman"/>
                <a:cs typeface="Times New Roman"/>
              </a:rPr>
              <a:t> </a:t>
            </a:r>
            <a:r>
              <a:rPr sz="1700" spc="-2" dirty="0">
                <a:solidFill>
                  <a:srgbClr val="252525"/>
                </a:solidFill>
                <a:latin typeface="Times New Roman"/>
                <a:cs typeface="Times New Roman"/>
              </a:rPr>
              <a:t>w</a:t>
            </a:r>
            <a:r>
              <a:rPr sz="1700" spc="-5" dirty="0">
                <a:solidFill>
                  <a:srgbClr val="252525"/>
                </a:solidFill>
                <a:latin typeface="Times New Roman"/>
                <a:cs typeface="Times New Roman"/>
              </a:rPr>
              <a:t>a</a:t>
            </a:r>
            <a:r>
              <a:rPr sz="1700" dirty="0">
                <a:solidFill>
                  <a:srgbClr val="252525"/>
                </a:solidFill>
                <a:latin typeface="Times New Roman"/>
                <a:cs typeface="Times New Roman"/>
              </a:rPr>
              <a:t>s </a:t>
            </a:r>
            <a:r>
              <a:rPr sz="1700" spc="38"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se</a:t>
            </a:r>
            <a:r>
              <a:rPr sz="1700" spc="-5" dirty="0">
                <a:solidFill>
                  <a:srgbClr val="252525"/>
                </a:solidFill>
                <a:latin typeface="Times New Roman"/>
                <a:cs typeface="Times New Roman"/>
              </a:rPr>
              <a:t>nted</a:t>
            </a:r>
            <a:r>
              <a:rPr sz="1700" dirty="0">
                <a:solidFill>
                  <a:srgbClr val="252525"/>
                </a:solidFill>
                <a:latin typeface="Times New Roman"/>
                <a:cs typeface="Times New Roman"/>
              </a:rPr>
              <a:t> </a:t>
            </a:r>
            <a:r>
              <a:rPr sz="1700" spc="43"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41" dirty="0">
                <a:solidFill>
                  <a:srgbClr val="252525"/>
                </a:solidFill>
                <a:latin typeface="Times New Roman"/>
                <a:cs typeface="Times New Roman"/>
              </a:rPr>
              <a:t> </a:t>
            </a:r>
            <a:r>
              <a:rPr sz="1700" spc="-2" dirty="0">
                <a:solidFill>
                  <a:srgbClr val="252525"/>
                </a:solidFill>
                <a:latin typeface="Times New Roman"/>
                <a:cs typeface="Times New Roman"/>
              </a:rPr>
              <a:t>t</a:t>
            </a:r>
            <a:r>
              <a:rPr sz="1700" dirty="0">
                <a:solidFill>
                  <a:srgbClr val="252525"/>
                </a:solidFill>
                <a:latin typeface="Times New Roman"/>
                <a:cs typeface="Times New Roman"/>
              </a:rPr>
              <a:t>h</a:t>
            </a:r>
            <a:r>
              <a:rPr sz="1700" spc="-5" dirty="0">
                <a:solidFill>
                  <a:srgbClr val="252525"/>
                </a:solidFill>
                <a:latin typeface="Times New Roman"/>
                <a:cs typeface="Times New Roman"/>
              </a:rPr>
              <a:t>e</a:t>
            </a:r>
            <a:r>
              <a:rPr sz="1700" dirty="0">
                <a:solidFill>
                  <a:srgbClr val="252525"/>
                </a:solidFill>
                <a:latin typeface="Times New Roman"/>
                <a:cs typeface="Times New Roman"/>
              </a:rPr>
              <a:t> </a:t>
            </a:r>
            <a:r>
              <a:rPr sz="1700" spc="36" dirty="0">
                <a:solidFill>
                  <a:srgbClr val="252525"/>
                </a:solidFill>
                <a:latin typeface="Times New Roman"/>
                <a:cs typeface="Times New Roman"/>
              </a:rPr>
              <a:t> </a:t>
            </a:r>
            <a:r>
              <a:rPr sz="1700" spc="2" dirty="0">
                <a:solidFill>
                  <a:srgbClr val="252525"/>
                </a:solidFill>
                <a:latin typeface="Times New Roman"/>
                <a:cs typeface="Times New Roman"/>
              </a:rPr>
              <a:t>A</a:t>
            </a:r>
            <a:r>
              <a:rPr sz="1700" dirty="0">
                <a:solidFill>
                  <a:srgbClr val="252525"/>
                </a:solidFill>
                <a:latin typeface="Times New Roman"/>
                <a:cs typeface="Times New Roman"/>
              </a:rPr>
              <a:t>F</a:t>
            </a:r>
            <a:r>
              <a:rPr sz="1700" spc="-10" dirty="0">
                <a:solidFill>
                  <a:srgbClr val="252525"/>
                </a:solidFill>
                <a:latin typeface="Times New Roman"/>
                <a:cs typeface="Times New Roman"/>
              </a:rPr>
              <a:t>I</a:t>
            </a:r>
            <a:r>
              <a:rPr sz="1700" dirty="0">
                <a:solidFill>
                  <a:srgbClr val="252525"/>
                </a:solidFill>
                <a:latin typeface="Times New Roman"/>
                <a:cs typeface="Times New Roman"/>
              </a:rPr>
              <a:t>PS </a:t>
            </a:r>
            <a:r>
              <a:rPr sz="1700" spc="41" dirty="0">
                <a:solidFill>
                  <a:srgbClr val="252525"/>
                </a:solidFill>
                <a:latin typeface="Times New Roman"/>
                <a:cs typeface="Times New Roman"/>
              </a:rPr>
              <a:t> </a:t>
            </a:r>
            <a:r>
              <a:rPr sz="1700" dirty="0">
                <a:solidFill>
                  <a:srgbClr val="252525"/>
                </a:solidFill>
                <a:latin typeface="Times New Roman"/>
                <a:cs typeface="Times New Roman"/>
              </a:rPr>
              <a:t>S</a:t>
            </a:r>
            <a:r>
              <a:rPr sz="1700" spc="-2" dirty="0">
                <a:solidFill>
                  <a:srgbClr val="252525"/>
                </a:solidFill>
                <a:latin typeface="Times New Roman"/>
                <a:cs typeface="Times New Roman"/>
              </a:rPr>
              <a:t>pring</a:t>
            </a:r>
            <a:r>
              <a:rPr sz="1700" dirty="0">
                <a:solidFill>
                  <a:srgbClr val="252525"/>
                </a:solidFill>
                <a:latin typeface="Times New Roman"/>
                <a:cs typeface="Times New Roman"/>
              </a:rPr>
              <a:t> </a:t>
            </a:r>
            <a:r>
              <a:rPr sz="1700" spc="38" dirty="0">
                <a:solidFill>
                  <a:srgbClr val="252525"/>
                </a:solidFill>
                <a:latin typeface="Times New Roman"/>
                <a:cs typeface="Times New Roman"/>
              </a:rPr>
              <a:t> </a:t>
            </a:r>
            <a:r>
              <a:rPr sz="1700" spc="-5" dirty="0">
                <a:solidFill>
                  <a:srgbClr val="252525"/>
                </a:solidFill>
                <a:latin typeface="Times New Roman"/>
                <a:cs typeface="Times New Roman"/>
              </a:rPr>
              <a:t>Join</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41" dirty="0">
                <a:solidFill>
                  <a:srgbClr val="252525"/>
                </a:solidFill>
                <a:latin typeface="Times New Roman"/>
                <a:cs typeface="Times New Roman"/>
              </a:rPr>
              <a:t> </a:t>
            </a:r>
            <a:r>
              <a:rPr sz="1700" spc="-5" dirty="0">
                <a:solidFill>
                  <a:srgbClr val="252525"/>
                </a:solidFill>
                <a:latin typeface="Times New Roman"/>
                <a:cs typeface="Times New Roman"/>
              </a:rPr>
              <a:t>Comput</a:t>
            </a:r>
            <a:r>
              <a:rPr sz="1700" spc="-7" dirty="0">
                <a:solidFill>
                  <a:srgbClr val="252525"/>
                </a:solidFill>
                <a:latin typeface="Times New Roman"/>
                <a:cs typeface="Times New Roman"/>
              </a:rPr>
              <a:t>e</a:t>
            </a:r>
            <a:r>
              <a:rPr sz="1700" dirty="0">
                <a:solidFill>
                  <a:srgbClr val="252525"/>
                </a:solidFill>
                <a:latin typeface="Times New Roman"/>
                <a:cs typeface="Times New Roman"/>
              </a:rPr>
              <a:t>r </a:t>
            </a:r>
            <a:r>
              <a:rPr sz="1700" spc="-5" dirty="0">
                <a:solidFill>
                  <a:srgbClr val="252525"/>
                </a:solidFill>
                <a:latin typeface="Times New Roman"/>
                <a:cs typeface="Times New Roman"/>
              </a:rPr>
              <a:t>Conf</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in </a:t>
            </a:r>
            <a:r>
              <a:rPr sz="1700" dirty="0">
                <a:solidFill>
                  <a:srgbClr val="252525"/>
                </a:solidFill>
                <a:latin typeface="Times New Roman"/>
                <a:cs typeface="Times New Roman"/>
              </a:rPr>
              <a:t>1967.</a:t>
            </a:r>
            <a:endParaRPr sz="1700" dirty="0">
              <a:latin typeface="Times New Roman"/>
              <a:cs typeface="Times New Roman"/>
            </a:endParaRPr>
          </a:p>
          <a:p>
            <a:pPr marL="251373" indent="-135308">
              <a:buClr>
                <a:srgbClr val="252525"/>
              </a:buClr>
              <a:buFont typeface="Times New Roman"/>
              <a:buChar char="•"/>
              <a:tabLst>
                <a:tab pos="251678" algn="l"/>
              </a:tabLst>
            </a:pPr>
            <a:r>
              <a:rPr sz="1700" spc="-10" dirty="0">
                <a:solidFill>
                  <a:srgbClr val="252525"/>
                </a:solidFill>
                <a:latin typeface="Times New Roman"/>
                <a:cs typeface="Times New Roman"/>
              </a:rPr>
              <a:t>I</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2" dirty="0">
                <a:solidFill>
                  <a:srgbClr val="252525"/>
                </a:solidFill>
                <a:latin typeface="Times New Roman"/>
                <a:cs typeface="Times New Roman"/>
              </a:rPr>
              <a:t>i</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lso </a:t>
            </a:r>
            <a:r>
              <a:rPr sz="1700" dirty="0">
                <a:solidFill>
                  <a:srgbClr val="252525"/>
                </a:solidFill>
                <a:latin typeface="Times New Roman"/>
                <a:cs typeface="Times New Roman"/>
              </a:rPr>
              <a:t>known</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Amd</a:t>
            </a:r>
            <a:r>
              <a:rPr sz="1700" spc="-2" dirty="0">
                <a:solidFill>
                  <a:srgbClr val="252525"/>
                </a:solidFill>
                <a:latin typeface="Times New Roman"/>
                <a:cs typeface="Times New Roman"/>
              </a:rPr>
              <a:t>ahl’</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rgum</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nt.</a:t>
            </a:r>
            <a:endParaRPr sz="1700" dirty="0">
              <a:latin typeface="Times New Roman"/>
              <a:cs typeface="Times New Roman"/>
            </a:endParaRPr>
          </a:p>
          <a:p>
            <a:pPr marL="251373" marR="2443" indent="-135308">
              <a:spcBef>
                <a:spcPts val="31"/>
              </a:spcBef>
              <a:buClr>
                <a:srgbClr val="252525"/>
              </a:buClr>
              <a:buFont typeface="Times New Roman"/>
              <a:buChar char="•"/>
              <a:tabLst>
                <a:tab pos="251678" algn="l"/>
              </a:tabLst>
            </a:pPr>
            <a:r>
              <a:rPr sz="1700" spc="-10" dirty="0">
                <a:solidFill>
                  <a:srgbClr val="252525"/>
                </a:solidFill>
                <a:latin typeface="Times New Roman"/>
                <a:cs typeface="Times New Roman"/>
              </a:rPr>
              <a:t>I</a:t>
            </a:r>
            <a:r>
              <a:rPr sz="1700" spc="-2" dirty="0">
                <a:solidFill>
                  <a:srgbClr val="252525"/>
                </a:solidFill>
                <a:latin typeface="Times New Roman"/>
                <a:cs typeface="Times New Roman"/>
              </a:rPr>
              <a:t>t</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12"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14" dirty="0">
                <a:solidFill>
                  <a:srgbClr val="252525"/>
                </a:solidFill>
                <a:latin typeface="Times New Roman"/>
                <a:cs typeface="Times New Roman"/>
              </a:rPr>
              <a:t> </a:t>
            </a:r>
            <a:r>
              <a:rPr sz="1700" dirty="0">
                <a:solidFill>
                  <a:srgbClr val="252525"/>
                </a:solidFill>
                <a:latin typeface="Times New Roman"/>
                <a:cs typeface="Times New Roman"/>
              </a:rPr>
              <a:t>fo</a:t>
            </a:r>
            <a:r>
              <a:rPr sz="1700" spc="-5" dirty="0">
                <a:solidFill>
                  <a:srgbClr val="252525"/>
                </a:solidFill>
                <a:latin typeface="Times New Roman"/>
                <a:cs typeface="Times New Roman"/>
              </a:rPr>
              <a:t>rmula</a:t>
            </a:r>
            <a:r>
              <a:rPr sz="1700" spc="-14" dirty="0">
                <a:solidFill>
                  <a:srgbClr val="252525"/>
                </a:solidFill>
                <a:latin typeface="Times New Roman"/>
                <a:cs typeface="Times New Roman"/>
              </a:rPr>
              <a:t> </a:t>
            </a:r>
            <a:r>
              <a:rPr sz="1700" spc="-7" dirty="0">
                <a:solidFill>
                  <a:srgbClr val="252525"/>
                </a:solidFill>
                <a:latin typeface="Times New Roman"/>
                <a:cs typeface="Times New Roman"/>
              </a:rPr>
              <a:t>whic</a:t>
            </a:r>
            <a:r>
              <a:rPr sz="1700" dirty="0">
                <a:solidFill>
                  <a:srgbClr val="252525"/>
                </a:solidFill>
                <a:latin typeface="Times New Roman"/>
                <a:cs typeface="Times New Roman"/>
              </a:rPr>
              <a:t>h</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gives</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4" dirty="0">
                <a:solidFill>
                  <a:srgbClr val="252525"/>
                </a:solidFill>
                <a:latin typeface="Times New Roman"/>
                <a:cs typeface="Times New Roman"/>
              </a:rPr>
              <a:t> </a:t>
            </a:r>
            <a:r>
              <a:rPr sz="1700" spc="-5" dirty="0">
                <a:solidFill>
                  <a:srgbClr val="252525"/>
                </a:solidFill>
                <a:latin typeface="Times New Roman"/>
                <a:cs typeface="Times New Roman"/>
              </a:rPr>
              <a:t>theo</a:t>
            </a:r>
            <a:r>
              <a:rPr sz="1700" spc="-7" dirty="0">
                <a:solidFill>
                  <a:srgbClr val="252525"/>
                </a:solidFill>
                <a:latin typeface="Times New Roman"/>
                <a:cs typeface="Times New Roman"/>
              </a:rPr>
              <a:t>re</a:t>
            </a:r>
            <a:r>
              <a:rPr sz="1700" spc="-2" dirty="0">
                <a:solidFill>
                  <a:srgbClr val="252525"/>
                </a:solidFill>
                <a:latin typeface="Times New Roman"/>
                <a:cs typeface="Times New Roman"/>
              </a:rPr>
              <a:t>ti</a:t>
            </a:r>
            <a:r>
              <a:rPr sz="1700" spc="-7" dirty="0">
                <a:solidFill>
                  <a:srgbClr val="252525"/>
                </a:solidFill>
                <a:latin typeface="Times New Roman"/>
                <a:cs typeface="Times New Roman"/>
              </a:rPr>
              <a:t>ca</a:t>
            </a:r>
            <a:r>
              <a:rPr sz="1700" spc="-2" dirty="0">
                <a:solidFill>
                  <a:srgbClr val="252525"/>
                </a:solidFill>
                <a:latin typeface="Times New Roman"/>
                <a:cs typeface="Times New Roman"/>
              </a:rPr>
              <a:t>l</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spe</a:t>
            </a:r>
            <a:r>
              <a:rPr sz="1700" spc="-7" dirty="0">
                <a:solidFill>
                  <a:srgbClr val="252525"/>
                </a:solidFill>
                <a:latin typeface="Times New Roman"/>
                <a:cs typeface="Times New Roman"/>
              </a:rPr>
              <a:t>e</a:t>
            </a:r>
            <a:r>
              <a:rPr sz="1700" dirty="0">
                <a:solidFill>
                  <a:srgbClr val="252525"/>
                </a:solidFill>
                <a:latin typeface="Times New Roman"/>
                <a:cs typeface="Times New Roman"/>
              </a:rPr>
              <a:t>dup</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in</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lat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a:t>
            </a:r>
            <a:r>
              <a:rPr sz="1700" dirty="0">
                <a:solidFill>
                  <a:srgbClr val="252525"/>
                </a:solidFill>
                <a:latin typeface="Times New Roman"/>
                <a:cs typeface="Times New Roman"/>
              </a:rPr>
              <a:t>y</a:t>
            </a:r>
            <a:r>
              <a:rPr sz="1700" spc="-12" dirty="0">
                <a:solidFill>
                  <a:srgbClr val="252525"/>
                </a:solidFill>
                <a:latin typeface="Times New Roman"/>
                <a:cs typeface="Times New Roman"/>
              </a:rPr>
              <a:t> </a:t>
            </a:r>
            <a:r>
              <a:rPr sz="1700" dirty="0">
                <a:solidFill>
                  <a:srgbClr val="252525"/>
                </a:solidFill>
                <a:latin typeface="Times New Roman"/>
                <a:cs typeface="Times New Roman"/>
              </a:rPr>
              <a:t>of</a:t>
            </a:r>
            <a:r>
              <a:rPr sz="1700" spc="-14"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4"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a:t>
            </a:r>
            <a:r>
              <a:rPr sz="1700" spc="-12" dirty="0">
                <a:solidFill>
                  <a:srgbClr val="252525"/>
                </a:solidFill>
                <a:latin typeface="Times New Roman"/>
                <a:cs typeface="Times New Roman"/>
              </a:rPr>
              <a:t> </a:t>
            </a:r>
            <a:r>
              <a:rPr sz="1700" dirty="0">
                <a:solidFill>
                  <a:srgbClr val="252525"/>
                </a:solidFill>
                <a:latin typeface="Times New Roman"/>
                <a:cs typeface="Times New Roman"/>
              </a:rPr>
              <a:t>of</a:t>
            </a:r>
            <a:r>
              <a:rPr sz="1700" spc="-14"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14" dirty="0">
                <a:solidFill>
                  <a:srgbClr val="252525"/>
                </a:solidFill>
                <a:latin typeface="Times New Roman"/>
                <a:cs typeface="Times New Roman"/>
              </a:rPr>
              <a:t> </a:t>
            </a:r>
            <a:r>
              <a:rPr sz="1700" spc="-2" dirty="0">
                <a:solidFill>
                  <a:srgbClr val="252525"/>
                </a:solidFill>
                <a:latin typeface="Times New Roman"/>
                <a:cs typeface="Times New Roman"/>
              </a:rPr>
              <a:t>task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5" dirty="0">
                <a:solidFill>
                  <a:srgbClr val="252525"/>
                </a:solidFill>
                <a:latin typeface="Times New Roman"/>
                <a:cs typeface="Times New Roman"/>
              </a:rPr>
              <a:t>a</a:t>
            </a:r>
            <a:r>
              <a:rPr sz="1700" dirty="0">
                <a:solidFill>
                  <a:srgbClr val="252525"/>
                </a:solidFill>
                <a:latin typeface="Times New Roman"/>
                <a:cs typeface="Times New Roman"/>
              </a:rPr>
              <a:t> </a:t>
            </a:r>
            <a:r>
              <a:rPr sz="1700" spc="-5" dirty="0">
                <a:solidFill>
                  <a:srgbClr val="252525"/>
                </a:solidFill>
                <a:latin typeface="Times New Roman"/>
                <a:cs typeface="Times New Roman"/>
              </a:rPr>
              <a:t>fixed</a:t>
            </a:r>
            <a:r>
              <a:rPr sz="1700" spc="-2" dirty="0">
                <a:solidFill>
                  <a:srgbClr val="252525"/>
                </a:solidFill>
                <a:latin typeface="Times New Roman"/>
                <a:cs typeface="Times New Roman"/>
              </a:rPr>
              <a:t> w</a:t>
            </a:r>
            <a:r>
              <a:rPr sz="1700" spc="5" dirty="0">
                <a:solidFill>
                  <a:srgbClr val="252525"/>
                </a:solidFill>
                <a:latin typeface="Times New Roman"/>
                <a:cs typeface="Times New Roman"/>
              </a:rPr>
              <a:t>o</a:t>
            </a:r>
            <a:r>
              <a:rPr sz="1700" spc="-2" dirty="0">
                <a:solidFill>
                  <a:srgbClr val="252525"/>
                </a:solidFill>
                <a:latin typeface="Times New Roman"/>
                <a:cs typeface="Times New Roman"/>
              </a:rPr>
              <a:t>rklo</a:t>
            </a:r>
            <a:r>
              <a:rPr sz="1700" spc="-10" dirty="0">
                <a:solidFill>
                  <a:srgbClr val="252525"/>
                </a:solidFill>
                <a:latin typeface="Times New Roman"/>
                <a:cs typeface="Times New Roman"/>
              </a:rPr>
              <a:t>a</a:t>
            </a:r>
            <a:r>
              <a:rPr sz="1700" dirty="0">
                <a:solidFill>
                  <a:srgbClr val="252525"/>
                </a:solidFill>
                <a:latin typeface="Times New Roman"/>
                <a:cs typeface="Times New Roman"/>
              </a:rPr>
              <a:t>d </a:t>
            </a:r>
            <a:r>
              <a:rPr sz="1700" spc="-2" dirty="0">
                <a:solidFill>
                  <a:srgbClr val="252525"/>
                </a:solidFill>
                <a:latin typeface="Times New Roman"/>
                <a:cs typeface="Times New Roman"/>
              </a:rPr>
              <a:t>that c</a:t>
            </a:r>
            <a:r>
              <a:rPr sz="1700" spc="-7" dirty="0">
                <a:solidFill>
                  <a:srgbClr val="252525"/>
                </a:solidFill>
                <a:latin typeface="Times New Roman"/>
                <a:cs typeface="Times New Roman"/>
              </a:rPr>
              <a:t>a</a:t>
            </a:r>
            <a:r>
              <a:rPr sz="1700" dirty="0">
                <a:solidFill>
                  <a:srgbClr val="252525"/>
                </a:solidFill>
                <a:latin typeface="Times New Roman"/>
                <a:cs typeface="Times New Roman"/>
              </a:rPr>
              <a:t>n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e</a:t>
            </a:r>
            <a:r>
              <a:rPr sz="1700" dirty="0">
                <a:solidFill>
                  <a:srgbClr val="252525"/>
                </a:solidFill>
                <a:latin typeface="Times New Roman"/>
                <a:cs typeface="Times New Roman"/>
              </a:rPr>
              <a:t>x</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ted </a:t>
            </a:r>
            <a:r>
              <a:rPr sz="1700" dirty="0">
                <a:solidFill>
                  <a:srgbClr val="252525"/>
                </a:solidFill>
                <a:latin typeface="Times New Roman"/>
                <a:cs typeface="Times New Roman"/>
              </a:rPr>
              <a:t>of </a:t>
            </a:r>
            <a:r>
              <a:rPr sz="1700" spc="-5" dirty="0">
                <a:solidFill>
                  <a:srgbClr val="252525"/>
                </a:solidFill>
                <a:latin typeface="Times New Roman"/>
                <a:cs typeface="Times New Roman"/>
              </a:rPr>
              <a:t>a</a:t>
            </a:r>
            <a:r>
              <a:rPr sz="1700" spc="-2" dirty="0">
                <a:solidFill>
                  <a:srgbClr val="252525"/>
                </a:solidFill>
                <a:latin typeface="Times New Roman"/>
                <a:cs typeface="Times New Roman"/>
              </a:rPr>
              <a:t> sys</a:t>
            </a:r>
            <a:r>
              <a:rPr sz="1700" dirty="0">
                <a:solidFill>
                  <a:srgbClr val="252525"/>
                </a:solidFill>
                <a:latin typeface="Times New Roman"/>
                <a:cs typeface="Times New Roman"/>
              </a:rPr>
              <a:t>t</a:t>
            </a:r>
            <a:r>
              <a:rPr sz="1700" spc="-2" dirty="0">
                <a:solidFill>
                  <a:srgbClr val="252525"/>
                </a:solidFill>
                <a:latin typeface="Times New Roman"/>
                <a:cs typeface="Times New Roman"/>
              </a:rPr>
              <a:t>e</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2" dirty="0">
                <a:solidFill>
                  <a:srgbClr val="252525"/>
                </a:solidFill>
                <a:latin typeface="Times New Roman"/>
                <a:cs typeface="Times New Roman"/>
              </a:rPr>
              <a:t>whos</a:t>
            </a:r>
            <a:r>
              <a:rPr sz="1700" dirty="0">
                <a:solidFill>
                  <a:srgbClr val="252525"/>
                </a:solidFill>
                <a:latin typeface="Times New Roman"/>
                <a:cs typeface="Times New Roman"/>
              </a:rPr>
              <a:t>e</a:t>
            </a:r>
            <a:r>
              <a:rPr sz="1700" spc="-2" dirty="0">
                <a:solidFill>
                  <a:srgbClr val="252525"/>
                </a:solidFill>
                <a:latin typeface="Times New Roman"/>
                <a:cs typeface="Times New Roman"/>
              </a:rPr>
              <a:t> r</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sou</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ce</a:t>
            </a:r>
            <a:r>
              <a:rPr sz="1700" dirty="0">
                <a:solidFill>
                  <a:srgbClr val="252525"/>
                </a:solidFill>
                <a:latin typeface="Times New Roman"/>
                <a:cs typeface="Times New Roman"/>
              </a:rPr>
              <a:t>s</a:t>
            </a:r>
            <a:r>
              <a:rPr sz="1700" spc="-2" dirty="0">
                <a:solidFill>
                  <a:srgbClr val="252525"/>
                </a:solidFill>
                <a:latin typeface="Times New Roman"/>
                <a:cs typeface="Times New Roman"/>
              </a:rPr>
              <a:t> are</a:t>
            </a:r>
            <a:r>
              <a:rPr sz="1700" spc="-5" dirty="0">
                <a:solidFill>
                  <a:srgbClr val="252525"/>
                </a:solidFill>
                <a:latin typeface="Times New Roman"/>
                <a:cs typeface="Times New Roman"/>
              </a:rPr>
              <a:t> </a:t>
            </a:r>
            <a:r>
              <a:rPr sz="1700" dirty="0">
                <a:solidFill>
                  <a:srgbClr val="252525"/>
                </a:solidFill>
                <a:latin typeface="Times New Roman"/>
                <a:cs typeface="Times New Roman"/>
              </a:rPr>
              <a:t>i</a:t>
            </a:r>
            <a:r>
              <a:rPr sz="1700" spc="-5" dirty="0">
                <a:solidFill>
                  <a:srgbClr val="252525"/>
                </a:solidFill>
                <a:latin typeface="Times New Roman"/>
                <a:cs typeface="Times New Roman"/>
              </a:rPr>
              <a:t>mprov</a:t>
            </a:r>
            <a:r>
              <a:rPr sz="1700" spc="-10" dirty="0">
                <a:solidFill>
                  <a:srgbClr val="252525"/>
                </a:solidFill>
                <a:latin typeface="Times New Roman"/>
                <a:cs typeface="Times New Roman"/>
              </a:rPr>
              <a:t>e</a:t>
            </a:r>
            <a:r>
              <a:rPr sz="1700" dirty="0">
                <a:solidFill>
                  <a:srgbClr val="252525"/>
                </a:solidFill>
                <a:latin typeface="Times New Roman"/>
                <a:cs typeface="Times New Roman"/>
              </a:rPr>
              <a:t>d.</a:t>
            </a:r>
            <a:endParaRPr sz="1700" dirty="0">
              <a:latin typeface="Times New Roman"/>
              <a:cs typeface="Times New Roman"/>
            </a:endParaRPr>
          </a:p>
          <a:p>
            <a:pPr marL="251373" marR="2443" indent="-135308">
              <a:buClr>
                <a:srgbClr val="252525"/>
              </a:buClr>
              <a:buFont typeface="Times New Roman"/>
              <a:buChar char="•"/>
              <a:tabLst>
                <a:tab pos="251678" algn="l"/>
              </a:tabLst>
            </a:pPr>
            <a:r>
              <a:rPr sz="1700" spc="-10" dirty="0">
                <a:solidFill>
                  <a:srgbClr val="252525"/>
                </a:solidFill>
                <a:latin typeface="Times New Roman"/>
                <a:cs typeface="Times New Roman"/>
              </a:rPr>
              <a:t>I</a:t>
            </a:r>
            <a:r>
              <a:rPr sz="1700" dirty="0">
                <a:solidFill>
                  <a:srgbClr val="252525"/>
                </a:solidFill>
                <a:latin typeface="Times New Roman"/>
                <a:cs typeface="Times New Roman"/>
              </a:rPr>
              <a:t>n</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oth</a:t>
            </a:r>
            <a:r>
              <a:rPr sz="1700" spc="-2" dirty="0">
                <a:solidFill>
                  <a:srgbClr val="252525"/>
                </a:solidFill>
                <a:latin typeface="Times New Roman"/>
                <a:cs typeface="Times New Roman"/>
              </a:rPr>
              <a:t>e</a:t>
            </a:r>
            <a:r>
              <a:rPr sz="1700" dirty="0">
                <a:solidFill>
                  <a:srgbClr val="252525"/>
                </a:solidFill>
                <a:latin typeface="Times New Roman"/>
                <a:cs typeface="Times New Roman"/>
              </a:rPr>
              <a:t>r</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wo</a:t>
            </a:r>
            <a:r>
              <a:rPr sz="1700" spc="-5" dirty="0">
                <a:solidFill>
                  <a:srgbClr val="252525"/>
                </a:solidFill>
                <a:latin typeface="Times New Roman"/>
                <a:cs typeface="Times New Roman"/>
              </a:rPr>
              <a:t>r</a:t>
            </a:r>
            <a:r>
              <a:rPr sz="1700" dirty="0">
                <a:solidFill>
                  <a:srgbClr val="252525"/>
                </a:solidFill>
                <a:latin typeface="Times New Roman"/>
                <a:cs typeface="Times New Roman"/>
              </a:rPr>
              <a:t>ds,</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it</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22" dirty="0">
                <a:solidFill>
                  <a:srgbClr val="252525"/>
                </a:solidFill>
                <a:latin typeface="Times New Roman"/>
                <a:cs typeface="Times New Roman"/>
              </a:rPr>
              <a:t> </a:t>
            </a:r>
            <a:r>
              <a:rPr sz="1700" dirty="0">
                <a:solidFill>
                  <a:srgbClr val="252525"/>
                </a:solidFill>
                <a:latin typeface="Times New Roman"/>
                <a:cs typeface="Times New Roman"/>
              </a:rPr>
              <a:t>for</a:t>
            </a:r>
            <a:r>
              <a:rPr sz="1700" spc="-5" dirty="0">
                <a:solidFill>
                  <a:srgbClr val="252525"/>
                </a:solidFill>
                <a:latin typeface="Times New Roman"/>
                <a:cs typeface="Times New Roman"/>
              </a:rPr>
              <a:t>mula</a:t>
            </a:r>
            <a:r>
              <a:rPr sz="1700" spc="-22" dirty="0">
                <a:solidFill>
                  <a:srgbClr val="252525"/>
                </a:solidFill>
                <a:latin typeface="Times New Roman"/>
                <a:cs typeface="Times New Roman"/>
              </a:rPr>
              <a:t> </a:t>
            </a:r>
            <a:r>
              <a:rPr sz="1700" dirty="0">
                <a:solidFill>
                  <a:srgbClr val="252525"/>
                </a:solidFill>
                <a:latin typeface="Times New Roman"/>
                <a:cs typeface="Times New Roman"/>
              </a:rPr>
              <a:t>us</a:t>
            </a:r>
            <a:r>
              <a:rPr sz="1700" spc="-2" dirty="0">
                <a:solidFill>
                  <a:srgbClr val="252525"/>
                </a:solidFill>
                <a:latin typeface="Times New Roman"/>
                <a:cs typeface="Times New Roman"/>
              </a:rPr>
              <a:t>e</a:t>
            </a:r>
            <a:r>
              <a:rPr sz="1700" dirty="0">
                <a:solidFill>
                  <a:srgbClr val="252525"/>
                </a:solidFill>
                <a:latin typeface="Times New Roman"/>
                <a:cs typeface="Times New Roman"/>
              </a:rPr>
              <a:t>d</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to</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find</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maximum</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improv</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ment</a:t>
            </a:r>
            <a:r>
              <a:rPr sz="1700" spc="-19" dirty="0">
                <a:solidFill>
                  <a:srgbClr val="252525"/>
                </a:solidFill>
                <a:latin typeface="Times New Roman"/>
                <a:cs typeface="Times New Roman"/>
              </a:rPr>
              <a:t> </a:t>
            </a:r>
            <a:r>
              <a:rPr sz="1700" dirty="0">
                <a:solidFill>
                  <a:srgbClr val="252525"/>
                </a:solidFill>
                <a:latin typeface="Times New Roman"/>
                <a:cs typeface="Times New Roman"/>
              </a:rPr>
              <a:t>po</a:t>
            </a:r>
            <a:r>
              <a:rPr sz="1700" spc="-7" dirty="0">
                <a:solidFill>
                  <a:srgbClr val="252525"/>
                </a:solidFill>
                <a:latin typeface="Times New Roman"/>
                <a:cs typeface="Times New Roman"/>
              </a:rPr>
              <a:t>s</a:t>
            </a:r>
            <a:r>
              <a:rPr sz="1700" spc="-5" dirty="0">
                <a:solidFill>
                  <a:srgbClr val="252525"/>
                </a:solidFill>
                <a:latin typeface="Times New Roman"/>
                <a:cs typeface="Times New Roman"/>
              </a:rPr>
              <a:t>sib</a:t>
            </a:r>
            <a:r>
              <a:rPr sz="1700" dirty="0">
                <a:solidFill>
                  <a:srgbClr val="252525"/>
                </a:solidFill>
                <a:latin typeface="Times New Roman"/>
                <a:cs typeface="Times New Roman"/>
              </a:rPr>
              <a:t>l</a:t>
            </a:r>
            <a:r>
              <a:rPr sz="1700" spc="-5" dirty="0">
                <a:solidFill>
                  <a:srgbClr val="252525"/>
                </a:solidFill>
                <a:latin typeface="Times New Roman"/>
                <a:cs typeface="Times New Roman"/>
              </a:rPr>
              <a:t>e</a:t>
            </a:r>
            <a:r>
              <a:rPr sz="1700" spc="-22" dirty="0">
                <a:solidFill>
                  <a:srgbClr val="252525"/>
                </a:solidFill>
                <a:latin typeface="Times New Roman"/>
                <a:cs typeface="Times New Roman"/>
              </a:rPr>
              <a:t> </a:t>
            </a:r>
            <a:r>
              <a:rPr sz="1700" dirty="0">
                <a:solidFill>
                  <a:srgbClr val="252525"/>
                </a:solidFill>
                <a:latin typeface="Times New Roman"/>
                <a:cs typeface="Times New Roman"/>
              </a:rPr>
              <a:t>by</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just </a:t>
            </a:r>
            <a:r>
              <a:rPr sz="1700" spc="-5" dirty="0">
                <a:solidFill>
                  <a:srgbClr val="252525"/>
                </a:solidFill>
                <a:latin typeface="Times New Roman"/>
                <a:cs typeface="Times New Roman"/>
              </a:rPr>
              <a:t>improving</a:t>
            </a:r>
            <a:r>
              <a:rPr sz="1700" spc="-24"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rti</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ular</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art</a:t>
            </a:r>
            <a:r>
              <a:rPr sz="1700" spc="-24" dirty="0">
                <a:solidFill>
                  <a:srgbClr val="252525"/>
                </a:solidFill>
                <a:latin typeface="Times New Roman"/>
                <a:cs typeface="Times New Roman"/>
              </a:rPr>
              <a:t> </a:t>
            </a:r>
            <a:r>
              <a:rPr sz="1700" dirty="0">
                <a:solidFill>
                  <a:srgbClr val="252525"/>
                </a:solidFill>
                <a:latin typeface="Times New Roman"/>
                <a:cs typeface="Times New Roman"/>
              </a:rPr>
              <a:t>of</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sys</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a:t>
            </a:r>
            <a:r>
              <a:rPr sz="1700" spc="-24" dirty="0">
                <a:solidFill>
                  <a:srgbClr val="252525"/>
                </a:solidFill>
                <a:latin typeface="Times New Roman"/>
                <a:cs typeface="Times New Roman"/>
              </a:rPr>
              <a:t> </a:t>
            </a:r>
            <a:r>
              <a:rPr sz="1700" spc="-10" dirty="0">
                <a:solidFill>
                  <a:srgbClr val="252525"/>
                </a:solidFill>
                <a:latin typeface="Times New Roman"/>
                <a:cs typeface="Times New Roman"/>
              </a:rPr>
              <a:t>I</a:t>
            </a:r>
            <a:r>
              <a:rPr sz="1700" spc="-2" dirty="0">
                <a:solidFill>
                  <a:srgbClr val="252525"/>
                </a:solidFill>
                <a:latin typeface="Times New Roman"/>
                <a:cs typeface="Times New Roman"/>
              </a:rPr>
              <a:t>t</a:t>
            </a:r>
            <a:r>
              <a:rPr sz="1700" spc="-24"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oft</a:t>
            </a:r>
            <a:r>
              <a:rPr sz="1700" spc="-10" dirty="0">
                <a:solidFill>
                  <a:srgbClr val="252525"/>
                </a:solidFill>
                <a:latin typeface="Times New Roman"/>
                <a:cs typeface="Times New Roman"/>
              </a:rPr>
              <a:t>e</a:t>
            </a:r>
            <a:r>
              <a:rPr sz="1700" dirty="0">
                <a:solidFill>
                  <a:srgbClr val="252525"/>
                </a:solidFill>
                <a:latin typeface="Times New Roman"/>
                <a:cs typeface="Times New Roman"/>
              </a:rPr>
              <a:t>n</a:t>
            </a:r>
            <a:r>
              <a:rPr sz="1700" spc="-24" dirty="0">
                <a:solidFill>
                  <a:srgbClr val="252525"/>
                </a:solidFill>
                <a:latin typeface="Times New Roman"/>
                <a:cs typeface="Times New Roman"/>
              </a:rPr>
              <a:t> </a:t>
            </a:r>
            <a:r>
              <a:rPr sz="1700" spc="-7" dirty="0">
                <a:solidFill>
                  <a:srgbClr val="252525"/>
                </a:solidFill>
                <a:latin typeface="Times New Roman"/>
                <a:cs typeface="Times New Roman"/>
              </a:rPr>
              <a:t>u</a:t>
            </a:r>
            <a:r>
              <a:rPr sz="1700" spc="-2" dirty="0">
                <a:solidFill>
                  <a:srgbClr val="252525"/>
                </a:solidFill>
                <a:latin typeface="Times New Roman"/>
                <a:cs typeface="Times New Roman"/>
              </a:rPr>
              <a:t>se</a:t>
            </a:r>
            <a:r>
              <a:rPr sz="1700" dirty="0">
                <a:solidFill>
                  <a:srgbClr val="252525"/>
                </a:solidFill>
                <a:latin typeface="Times New Roman"/>
                <a:cs typeface="Times New Roman"/>
              </a:rPr>
              <a:t>d</a:t>
            </a:r>
            <a:r>
              <a:rPr sz="1700" spc="-24" dirty="0">
                <a:solidFill>
                  <a:srgbClr val="252525"/>
                </a:solidFill>
                <a:latin typeface="Times New Roman"/>
                <a:cs typeface="Times New Roman"/>
              </a:rPr>
              <a:t> </a:t>
            </a:r>
            <a:r>
              <a:rPr sz="1700" spc="-2" dirty="0">
                <a:solidFill>
                  <a:srgbClr val="252525"/>
                </a:solidFill>
                <a:latin typeface="Times New Roman"/>
                <a:cs typeface="Times New Roman"/>
              </a:rPr>
              <a:t>in</a:t>
            </a:r>
            <a:r>
              <a:rPr sz="1700" spc="5"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spc="-24"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omputing</a:t>
            </a:r>
            <a:r>
              <a:rPr sz="1700" dirty="0">
                <a:solidFill>
                  <a:srgbClr val="252525"/>
                </a:solidFill>
                <a:latin typeface="Times New Roman"/>
                <a:cs typeface="Times New Roman"/>
              </a:rPr>
              <a:t> </a:t>
            </a:r>
            <a:r>
              <a:rPr sz="1700" spc="-2" dirty="0">
                <a:solidFill>
                  <a:srgbClr val="252525"/>
                </a:solidFill>
                <a:latin typeface="Times New Roman"/>
                <a:cs typeface="Times New Roman"/>
              </a:rPr>
              <a:t>to</a:t>
            </a:r>
            <a:r>
              <a:rPr sz="1700" spc="-24" dirty="0">
                <a:solidFill>
                  <a:srgbClr val="252525"/>
                </a:solidFill>
                <a:latin typeface="Times New Roman"/>
                <a:cs typeface="Times New Roman"/>
              </a:rPr>
              <a:t> </a:t>
            </a:r>
            <a:r>
              <a:rPr sz="1700" spc="-2" dirty="0">
                <a:solidFill>
                  <a:srgbClr val="252525"/>
                </a:solidFill>
                <a:latin typeface="Times New Roman"/>
                <a:cs typeface="Times New Roman"/>
              </a:rPr>
              <a:t>pr</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dict</a:t>
            </a:r>
            <a:r>
              <a:rPr lang="en-US" sz="1700" spc="-2" dirty="0">
                <a:solidFill>
                  <a:srgbClr val="252525"/>
                </a:solidFill>
                <a:latin typeface="Times New Roman"/>
                <a:cs typeface="Times New Roman"/>
              </a:rPr>
              <a:t> </a:t>
            </a:r>
            <a:r>
              <a:rPr sz="1700" spc="-2" dirty="0">
                <a:solidFill>
                  <a:srgbClr val="252525"/>
                </a:solidFill>
                <a:latin typeface="Times New Roman"/>
                <a:cs typeface="Times New Roman"/>
              </a:rPr>
              <a:t>the th</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or</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ti</a:t>
            </a:r>
            <a:r>
              <a:rPr sz="1700" spc="-7" dirty="0">
                <a:solidFill>
                  <a:srgbClr val="252525"/>
                </a:solidFill>
                <a:latin typeface="Times New Roman"/>
                <a:cs typeface="Times New Roman"/>
              </a:rPr>
              <a:t>ca</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2" dirty="0">
                <a:solidFill>
                  <a:srgbClr val="252525"/>
                </a:solidFill>
                <a:latin typeface="Times New Roman"/>
                <a:cs typeface="Times New Roman"/>
              </a:rPr>
              <a:t>sp</a:t>
            </a:r>
            <a:r>
              <a:rPr sz="1700" spc="5" dirty="0">
                <a:solidFill>
                  <a:srgbClr val="252525"/>
                </a:solidFill>
                <a:latin typeface="Times New Roman"/>
                <a:cs typeface="Times New Roman"/>
              </a:rPr>
              <a:t>e</a:t>
            </a:r>
            <a:r>
              <a:rPr sz="1700" spc="-7" dirty="0">
                <a:solidFill>
                  <a:srgbClr val="252525"/>
                </a:solidFill>
                <a:latin typeface="Times New Roman"/>
                <a:cs typeface="Times New Roman"/>
              </a:rPr>
              <a:t>e</a:t>
            </a:r>
            <a:r>
              <a:rPr sz="1700" dirty="0">
                <a:solidFill>
                  <a:srgbClr val="252525"/>
                </a:solidFill>
                <a:latin typeface="Times New Roman"/>
                <a:cs typeface="Times New Roman"/>
              </a:rPr>
              <a:t>dup </a:t>
            </a:r>
            <a:r>
              <a:rPr sz="1700" spc="2" dirty="0">
                <a:solidFill>
                  <a:srgbClr val="252525"/>
                </a:solidFill>
                <a:latin typeface="Times New Roman"/>
                <a:cs typeface="Times New Roman"/>
              </a:rPr>
              <a:t>w</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e</a:t>
            </a:r>
            <a:r>
              <a:rPr sz="1700" dirty="0">
                <a:solidFill>
                  <a:srgbClr val="252525"/>
                </a:solidFill>
                <a:latin typeface="Times New Roman"/>
                <a:cs typeface="Times New Roman"/>
              </a:rPr>
              <a:t>n </a:t>
            </a:r>
            <a:r>
              <a:rPr sz="1700" spc="-2" dirty="0">
                <a:solidFill>
                  <a:srgbClr val="252525"/>
                </a:solidFill>
                <a:latin typeface="Times New Roman"/>
                <a:cs typeface="Times New Roman"/>
              </a:rPr>
              <a:t>usi</a:t>
            </a:r>
            <a:r>
              <a:rPr sz="1700" dirty="0">
                <a:solidFill>
                  <a:srgbClr val="252525"/>
                </a:solidFill>
                <a:latin typeface="Times New Roman"/>
                <a:cs typeface="Times New Roman"/>
              </a:rPr>
              <a:t>ng </a:t>
            </a:r>
            <a:r>
              <a:rPr sz="1700" spc="-2" dirty="0">
                <a:solidFill>
                  <a:srgbClr val="252525"/>
                </a:solidFill>
                <a:latin typeface="Times New Roman"/>
                <a:cs typeface="Times New Roman"/>
              </a:rPr>
              <a:t>multiple</a:t>
            </a:r>
            <a:r>
              <a:rPr sz="1700" dirty="0">
                <a:solidFill>
                  <a:srgbClr val="252525"/>
                </a:solidFill>
                <a:latin typeface="Times New Roman"/>
                <a:cs typeface="Times New Roman"/>
              </a:rPr>
              <a:t> p</a:t>
            </a:r>
            <a:r>
              <a:rPr sz="1700" spc="-5" dirty="0">
                <a:solidFill>
                  <a:srgbClr val="252525"/>
                </a:solidFill>
                <a:latin typeface="Times New Roman"/>
                <a:cs typeface="Times New Roman"/>
              </a:rPr>
              <a:t>ro</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essors.</a:t>
            </a:r>
            <a:endParaRPr sz="1700" dirty="0">
              <a:latin typeface="Times New Roman"/>
              <a:cs typeface="Times New Roman"/>
            </a:endParaRPr>
          </a:p>
        </p:txBody>
      </p:sp>
    </p:spTree>
    <p:extLst>
      <p:ext uri="{BB962C8B-B14F-4D97-AF65-F5344CB8AC3E}">
        <p14:creationId xmlns:p14="http://schemas.microsoft.com/office/powerpoint/2010/main" val="1187771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E2289-577B-0D32-2FFC-7D9A052EAC1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A5F640E-29D2-4413-F316-207A0760A61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85F0E27-E987-4E72-CB7E-87AC8289DD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80E2FA85-B1F2-B64C-B16E-9C55A2AD179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F563961-597F-CC2D-39A5-EF7E10B4EC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CD938C36-9237-5466-744C-733A141FD6AB}"/>
              </a:ext>
            </a:extLst>
          </p:cNvPr>
          <p:cNvSpPr txBox="1"/>
          <p:nvPr/>
        </p:nvSpPr>
        <p:spPr>
          <a:xfrm>
            <a:off x="990600" y="742950"/>
            <a:ext cx="7198586" cy="3662541"/>
          </a:xfrm>
          <a:prstGeom prst="rect">
            <a:avLst/>
          </a:prstGeom>
        </p:spPr>
        <p:txBody>
          <a:bodyPr vert="horz" wrap="square" lIns="0" tIns="0" rIns="0" bIns="0" rtlCol="0">
            <a:spAutoFit/>
          </a:bodyPr>
          <a:lstStyle/>
          <a:p>
            <a:pPr marL="6109" algn="ctr"/>
            <a:r>
              <a:rPr sz="1700" b="1" dirty="0">
                <a:solidFill>
                  <a:srgbClr val="252525"/>
                </a:solidFill>
                <a:latin typeface="Times New Roman"/>
                <a:cs typeface="Times New Roman"/>
              </a:rPr>
              <a:t>Sp</a:t>
            </a:r>
            <a:r>
              <a:rPr sz="1700" b="1" spc="-7" dirty="0">
                <a:solidFill>
                  <a:srgbClr val="252525"/>
                </a:solidFill>
                <a:latin typeface="Times New Roman"/>
                <a:cs typeface="Times New Roman"/>
              </a:rPr>
              <a:t>ee</a:t>
            </a:r>
            <a:r>
              <a:rPr sz="1700" b="1" dirty="0">
                <a:solidFill>
                  <a:srgbClr val="252525"/>
                </a:solidFill>
                <a:latin typeface="Times New Roman"/>
                <a:cs typeface="Times New Roman"/>
              </a:rPr>
              <a:t>dup</a:t>
            </a:r>
            <a:endParaRPr sz="1700" dirty="0">
              <a:latin typeface="Times New Roman"/>
              <a:cs typeface="Times New Roman"/>
            </a:endParaRPr>
          </a:p>
          <a:p>
            <a:pPr marL="6109" marR="5192" algn="just">
              <a:spcBef>
                <a:spcPts val="31"/>
              </a:spcBef>
            </a:pPr>
            <a:endParaRPr lang="en-US" sz="1700" dirty="0">
              <a:solidFill>
                <a:srgbClr val="252525"/>
              </a:solidFill>
              <a:latin typeface="Times New Roman"/>
              <a:cs typeface="Times New Roman"/>
            </a:endParaRPr>
          </a:p>
          <a:p>
            <a:pPr marL="6109" marR="5192" algn="just">
              <a:spcBef>
                <a:spcPts val="31"/>
              </a:spcBef>
            </a:pPr>
            <a:r>
              <a:rPr sz="1700" dirty="0">
                <a:solidFill>
                  <a:srgbClr val="252525"/>
                </a:solidFill>
                <a:latin typeface="Times New Roman"/>
                <a:cs typeface="Times New Roman"/>
              </a:rPr>
              <a:t>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24" dirty="0">
                <a:solidFill>
                  <a:srgbClr val="252525"/>
                </a:solidFill>
                <a:latin typeface="Times New Roman"/>
                <a:cs typeface="Times New Roman"/>
              </a:rPr>
              <a:t> </a:t>
            </a:r>
            <a:r>
              <a:rPr sz="1700" spc="-5" dirty="0">
                <a:solidFill>
                  <a:srgbClr val="252525"/>
                </a:solidFill>
                <a:latin typeface="Times New Roman"/>
                <a:cs typeface="Times New Roman"/>
              </a:rPr>
              <a:t>d</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fin</a:t>
            </a:r>
            <a:r>
              <a:rPr sz="1700" spc="-10" dirty="0">
                <a:solidFill>
                  <a:srgbClr val="252525"/>
                </a:solidFill>
                <a:latin typeface="Times New Roman"/>
                <a:cs typeface="Times New Roman"/>
              </a:rPr>
              <a:t>e</a:t>
            </a:r>
            <a:r>
              <a:rPr sz="1700" dirty="0">
                <a:solidFill>
                  <a:srgbClr val="252525"/>
                </a:solidFill>
                <a:latin typeface="Times New Roman"/>
                <a:cs typeface="Times New Roman"/>
              </a:rPr>
              <a:t>d</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s</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t</a:t>
            </a:r>
            <a:r>
              <a:rPr sz="1700" dirty="0">
                <a:solidFill>
                  <a:srgbClr val="252525"/>
                </a:solidFill>
                <a:latin typeface="Times New Roman"/>
                <a:cs typeface="Times New Roman"/>
              </a:rPr>
              <a:t>h</a:t>
            </a:r>
            <a:r>
              <a:rPr sz="1700" spc="-5" dirty="0">
                <a:solidFill>
                  <a:srgbClr val="252525"/>
                </a:solidFill>
                <a:latin typeface="Times New Roman"/>
                <a:cs typeface="Times New Roman"/>
              </a:rPr>
              <a:t>e</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a:t>
            </a:r>
            <a:r>
              <a:rPr sz="1700" spc="22" dirty="0">
                <a:solidFill>
                  <a:srgbClr val="252525"/>
                </a:solidFill>
                <a:latin typeface="Times New Roman"/>
                <a:cs typeface="Times New Roman"/>
              </a:rPr>
              <a:t> </a:t>
            </a:r>
            <a:r>
              <a:rPr sz="1700" dirty="0">
                <a:solidFill>
                  <a:srgbClr val="252525"/>
                </a:solidFill>
                <a:latin typeface="Times New Roman"/>
                <a:cs typeface="Times New Roman"/>
              </a:rPr>
              <a:t>of</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form</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19" dirty="0">
                <a:solidFill>
                  <a:srgbClr val="252525"/>
                </a:solidFill>
                <a:latin typeface="Times New Roman"/>
                <a:cs typeface="Times New Roman"/>
              </a:rPr>
              <a:t> </a:t>
            </a:r>
            <a:r>
              <a:rPr sz="1700" dirty="0">
                <a:solidFill>
                  <a:srgbClr val="252525"/>
                </a:solidFill>
                <a:latin typeface="Times New Roman"/>
                <a:cs typeface="Times New Roman"/>
              </a:rPr>
              <a:t>f</a:t>
            </a:r>
            <a:r>
              <a:rPr sz="1700" spc="2" dirty="0">
                <a:solidFill>
                  <a:srgbClr val="252525"/>
                </a:solidFill>
                <a:latin typeface="Times New Roman"/>
                <a:cs typeface="Times New Roman"/>
              </a:rPr>
              <a:t>o</a:t>
            </a:r>
            <a:r>
              <a:rPr sz="1700" dirty="0">
                <a:solidFill>
                  <a:srgbClr val="252525"/>
                </a:solidFill>
                <a:latin typeface="Times New Roman"/>
                <a:cs typeface="Times New Roman"/>
              </a:rPr>
              <a:t>r</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ntire</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task</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t</a:t>
            </a:r>
            <a:r>
              <a:rPr sz="1700" dirty="0">
                <a:solidFill>
                  <a:srgbClr val="252525"/>
                </a:solidFill>
                <a:latin typeface="Times New Roman"/>
                <a:cs typeface="Times New Roman"/>
              </a:rPr>
              <a:t>h</a:t>
            </a:r>
            <a:r>
              <a:rPr sz="1700" spc="-5" dirty="0">
                <a:solidFill>
                  <a:srgbClr val="252525"/>
                </a:solidFill>
                <a:latin typeface="Times New Roman"/>
                <a:cs typeface="Times New Roman"/>
              </a:rPr>
              <a:t>e</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form</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31" dirty="0">
                <a:solidFill>
                  <a:srgbClr val="252525"/>
                </a:solidFill>
                <a:latin typeface="Times New Roman"/>
                <a:cs typeface="Times New Roman"/>
              </a:rPr>
              <a:t> </a:t>
            </a:r>
            <a:r>
              <a:rPr sz="1700" dirty="0">
                <a:solidFill>
                  <a:srgbClr val="252525"/>
                </a:solidFill>
                <a:latin typeface="Times New Roman"/>
                <a:cs typeface="Times New Roman"/>
              </a:rPr>
              <a:t>f</a:t>
            </a:r>
            <a:r>
              <a:rPr sz="1700" spc="2" dirty="0">
                <a:solidFill>
                  <a:srgbClr val="252525"/>
                </a:solidFill>
                <a:latin typeface="Times New Roman"/>
                <a:cs typeface="Times New Roman"/>
              </a:rPr>
              <a:t>o</a:t>
            </a:r>
            <a:r>
              <a:rPr sz="1700" dirty="0">
                <a:solidFill>
                  <a:srgbClr val="252525"/>
                </a:solidFill>
                <a:latin typeface="Times New Roman"/>
                <a:cs typeface="Times New Roman"/>
              </a:rPr>
              <a:t>r</a:t>
            </a:r>
            <a:r>
              <a:rPr sz="1700" spc="31"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31"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ntire</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task</a:t>
            </a:r>
            <a:r>
              <a:rPr sz="1700" spc="31" dirty="0">
                <a:solidFill>
                  <a:srgbClr val="252525"/>
                </a:solidFill>
                <a:latin typeface="Times New Roman"/>
                <a:cs typeface="Times New Roman"/>
              </a:rPr>
              <a:t> </a:t>
            </a:r>
            <a:r>
              <a:rPr sz="1700" spc="-7" dirty="0">
                <a:solidFill>
                  <a:srgbClr val="252525"/>
                </a:solidFill>
                <a:latin typeface="Times New Roman"/>
                <a:cs typeface="Times New Roman"/>
              </a:rPr>
              <a:t>withou</a:t>
            </a:r>
            <a:r>
              <a:rPr sz="1700" spc="-2" dirty="0">
                <a:solidFill>
                  <a:srgbClr val="252525"/>
                </a:solidFill>
                <a:latin typeface="Times New Roman"/>
                <a:cs typeface="Times New Roman"/>
              </a:rPr>
              <a:t>t</a:t>
            </a:r>
            <a:r>
              <a:rPr sz="1700" spc="36"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26"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ment</a:t>
            </a:r>
            <a:r>
              <a:rPr sz="1700" spc="34" dirty="0">
                <a:solidFill>
                  <a:srgbClr val="252525"/>
                </a:solidFill>
                <a:latin typeface="Times New Roman"/>
                <a:cs typeface="Times New Roman"/>
              </a:rPr>
              <a:t> </a:t>
            </a:r>
            <a:r>
              <a:rPr sz="1700" dirty="0">
                <a:solidFill>
                  <a:srgbClr val="252525"/>
                </a:solidFill>
                <a:latin typeface="Times New Roman"/>
                <a:cs typeface="Times New Roman"/>
              </a:rPr>
              <a:t>or</a:t>
            </a:r>
            <a:r>
              <a:rPr sz="1700" spc="31" dirty="0">
                <a:solidFill>
                  <a:srgbClr val="252525"/>
                </a:solidFill>
                <a:latin typeface="Times New Roman"/>
                <a:cs typeface="Times New Roman"/>
              </a:rPr>
              <a:t> </a:t>
            </a:r>
            <a:r>
              <a:rPr sz="1700" spc="-2" dirty="0">
                <a:solidFill>
                  <a:srgbClr val="252525"/>
                </a:solidFill>
                <a:latin typeface="Times New Roman"/>
                <a:cs typeface="Times New Roman"/>
              </a:rPr>
              <a:t>spe</a:t>
            </a:r>
            <a:r>
              <a:rPr sz="1700" spc="-7" dirty="0">
                <a:solidFill>
                  <a:srgbClr val="252525"/>
                </a:solidFill>
                <a:latin typeface="Times New Roman"/>
                <a:cs typeface="Times New Roman"/>
              </a:rPr>
              <a:t>e</a:t>
            </a:r>
            <a:r>
              <a:rPr sz="1700" dirty="0">
                <a:solidFill>
                  <a:srgbClr val="252525"/>
                </a:solidFill>
                <a:latin typeface="Times New Roman"/>
                <a:cs typeface="Times New Roman"/>
              </a:rPr>
              <a:t>dup</a:t>
            </a:r>
            <a:r>
              <a:rPr sz="1700" spc="38" dirty="0">
                <a:solidFill>
                  <a:srgbClr val="252525"/>
                </a:solidFill>
                <a:latin typeface="Times New Roman"/>
                <a:cs typeface="Times New Roman"/>
              </a:rPr>
              <a:t> </a:t>
            </a:r>
            <a:r>
              <a:rPr sz="1700" spc="-7" dirty="0">
                <a:solidFill>
                  <a:srgbClr val="252525"/>
                </a:solidFill>
                <a:latin typeface="Times New Roman"/>
                <a:cs typeface="Times New Roman"/>
              </a:rPr>
              <a:t>ca</a:t>
            </a:r>
            <a:r>
              <a:rPr sz="1700" dirty="0">
                <a:solidFill>
                  <a:srgbClr val="252525"/>
                </a:solidFill>
                <a:latin typeface="Times New Roman"/>
                <a:cs typeface="Times New Roman"/>
              </a:rPr>
              <a:t>n</a:t>
            </a:r>
            <a:r>
              <a:rPr sz="1700" spc="34" dirty="0">
                <a:solidFill>
                  <a:srgbClr val="252525"/>
                </a:solidFill>
                <a:latin typeface="Times New Roman"/>
                <a:cs typeface="Times New Roman"/>
              </a:rPr>
              <a:t> </a:t>
            </a:r>
            <a:r>
              <a:rPr sz="1700" spc="-5" dirty="0">
                <a:solidFill>
                  <a:srgbClr val="252525"/>
                </a:solidFill>
                <a:latin typeface="Times New Roman"/>
                <a:cs typeface="Times New Roman"/>
              </a:rPr>
              <a:t>be</a:t>
            </a:r>
            <a:r>
              <a:rPr sz="1700" spc="31" dirty="0">
                <a:solidFill>
                  <a:srgbClr val="252525"/>
                </a:solidFill>
                <a:latin typeface="Times New Roman"/>
                <a:cs typeface="Times New Roman"/>
              </a:rPr>
              <a:t> </a:t>
            </a:r>
            <a:r>
              <a:rPr sz="1700" spc="-5" dirty="0">
                <a:solidFill>
                  <a:srgbClr val="252525"/>
                </a:solidFill>
                <a:latin typeface="Times New Roman"/>
                <a:cs typeface="Times New Roman"/>
              </a:rPr>
              <a:t>d</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fin</a:t>
            </a:r>
            <a:r>
              <a:rPr sz="1700" spc="-10" dirty="0">
                <a:solidFill>
                  <a:srgbClr val="252525"/>
                </a:solidFill>
                <a:latin typeface="Times New Roman"/>
                <a:cs typeface="Times New Roman"/>
              </a:rPr>
              <a:t>e</a:t>
            </a:r>
            <a:r>
              <a:rPr sz="1700" dirty="0">
                <a:solidFill>
                  <a:srgbClr val="252525"/>
                </a:solidFill>
                <a:latin typeface="Times New Roman"/>
                <a:cs typeface="Times New Roman"/>
              </a:rPr>
              <a:t>d</a:t>
            </a:r>
            <a:r>
              <a:rPr sz="1700" spc="34"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s </a:t>
            </a:r>
            <a:r>
              <a:rPr sz="1700" spc="-2" dirty="0">
                <a:solidFill>
                  <a:srgbClr val="252525"/>
                </a:solidFill>
                <a:latin typeface="Times New Roman"/>
                <a:cs typeface="Times New Roman"/>
              </a:rPr>
              <a:t>the</a:t>
            </a:r>
            <a:r>
              <a:rPr sz="1700" spc="48" dirty="0">
                <a:solidFill>
                  <a:srgbClr val="252525"/>
                </a:solidFill>
                <a:latin typeface="Times New Roman"/>
                <a:cs typeface="Times New Roman"/>
              </a:rPr>
              <a:t> </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a:t>
            </a:r>
            <a:r>
              <a:rPr sz="1700" spc="51" dirty="0">
                <a:solidFill>
                  <a:srgbClr val="252525"/>
                </a:solidFill>
                <a:latin typeface="Times New Roman"/>
                <a:cs typeface="Times New Roman"/>
              </a:rPr>
              <a:t> </a:t>
            </a:r>
            <a:r>
              <a:rPr sz="1700" dirty="0">
                <a:solidFill>
                  <a:srgbClr val="252525"/>
                </a:solidFill>
                <a:latin typeface="Times New Roman"/>
                <a:cs typeface="Times New Roman"/>
              </a:rPr>
              <a:t>of</a:t>
            </a:r>
            <a:r>
              <a:rPr sz="1700" spc="48"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a:t>
            </a:r>
            <a:r>
              <a:rPr sz="1700" spc="51" dirty="0">
                <a:solidFill>
                  <a:srgbClr val="252525"/>
                </a:solidFill>
                <a:latin typeface="Times New Roman"/>
                <a:cs typeface="Times New Roman"/>
              </a:rPr>
              <a:t> </a:t>
            </a:r>
            <a:r>
              <a:rPr sz="1700" spc="-5" dirty="0">
                <a:solidFill>
                  <a:srgbClr val="252525"/>
                </a:solidFill>
                <a:latin typeface="Times New Roman"/>
                <a:cs typeface="Times New Roman"/>
              </a:rPr>
              <a:t>time</a:t>
            </a:r>
            <a:r>
              <a:rPr sz="1700" spc="48" dirty="0">
                <a:solidFill>
                  <a:srgbClr val="252525"/>
                </a:solidFill>
                <a:latin typeface="Times New Roman"/>
                <a:cs typeface="Times New Roman"/>
              </a:rPr>
              <a:t> </a:t>
            </a:r>
            <a:r>
              <a:rPr sz="1700" dirty="0">
                <a:solidFill>
                  <a:srgbClr val="252525"/>
                </a:solidFill>
                <a:latin typeface="Times New Roman"/>
                <a:cs typeface="Times New Roman"/>
              </a:rPr>
              <a:t>for</a:t>
            </a:r>
            <a:r>
              <a:rPr sz="1700" spc="46"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48"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ntire</a:t>
            </a:r>
            <a:r>
              <a:rPr sz="1700" spc="46" dirty="0">
                <a:solidFill>
                  <a:srgbClr val="252525"/>
                </a:solidFill>
                <a:latin typeface="Times New Roman"/>
                <a:cs typeface="Times New Roman"/>
              </a:rPr>
              <a:t> </a:t>
            </a:r>
            <a:r>
              <a:rPr sz="1700" spc="-2" dirty="0">
                <a:solidFill>
                  <a:srgbClr val="252525"/>
                </a:solidFill>
                <a:latin typeface="Times New Roman"/>
                <a:cs typeface="Times New Roman"/>
              </a:rPr>
              <a:t>task</a:t>
            </a:r>
            <a:r>
              <a:rPr sz="1700" spc="48" dirty="0">
                <a:solidFill>
                  <a:srgbClr val="252525"/>
                </a:solidFill>
                <a:latin typeface="Times New Roman"/>
                <a:cs typeface="Times New Roman"/>
              </a:rPr>
              <a:t> </a:t>
            </a:r>
            <a:r>
              <a:rPr sz="1700" spc="-2" dirty="0">
                <a:solidFill>
                  <a:srgbClr val="252525"/>
                </a:solidFill>
                <a:latin typeface="Times New Roman"/>
                <a:cs typeface="Times New Roman"/>
              </a:rPr>
              <a:t>w</a:t>
            </a:r>
            <a:r>
              <a:rPr sz="1700" spc="5" dirty="0">
                <a:solidFill>
                  <a:srgbClr val="252525"/>
                </a:solidFill>
                <a:latin typeface="Times New Roman"/>
                <a:cs typeface="Times New Roman"/>
              </a:rPr>
              <a:t>i</a:t>
            </a:r>
            <a:r>
              <a:rPr sz="1700" spc="-2" dirty="0">
                <a:solidFill>
                  <a:srgbClr val="252525"/>
                </a:solidFill>
                <a:latin typeface="Times New Roman"/>
                <a:cs typeface="Times New Roman"/>
              </a:rPr>
              <a:t>thout</a:t>
            </a:r>
            <a:r>
              <a:rPr sz="1700" spc="53"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spc="51"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48"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a:t>
            </a:r>
            <a:r>
              <a:rPr sz="1700" spc="51"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a:t>
            </a:r>
            <a:r>
              <a:rPr sz="1700" spc="51"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 </a:t>
            </a:r>
            <a:r>
              <a:rPr sz="1700" spc="-5" dirty="0">
                <a:solidFill>
                  <a:srgbClr val="252525"/>
                </a:solidFill>
                <a:latin typeface="Times New Roman"/>
                <a:cs typeface="Times New Roman"/>
              </a:rPr>
              <a:t>time</a:t>
            </a:r>
            <a:r>
              <a:rPr sz="1700" dirty="0">
                <a:solidFill>
                  <a:srgbClr val="252525"/>
                </a:solidFill>
                <a:latin typeface="Times New Roman"/>
                <a:cs typeface="Times New Roman"/>
              </a:rPr>
              <a:t> </a:t>
            </a:r>
            <a:r>
              <a:rPr sz="1700" spc="-5" dirty="0">
                <a:solidFill>
                  <a:srgbClr val="252525"/>
                </a:solidFill>
                <a:latin typeface="Times New Roman"/>
                <a:cs typeface="Times New Roman"/>
              </a:rPr>
              <a:t>f</a:t>
            </a:r>
            <a:r>
              <a:rPr sz="1700" dirty="0">
                <a:solidFill>
                  <a:srgbClr val="252525"/>
                </a:solidFill>
                <a:latin typeface="Times New Roman"/>
                <a:cs typeface="Times New Roman"/>
              </a:rPr>
              <a:t>or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ntire</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task </a:t>
            </a:r>
            <a:r>
              <a:rPr sz="1700" dirty="0">
                <a:solidFill>
                  <a:srgbClr val="252525"/>
                </a:solidFill>
                <a:latin typeface="Times New Roman"/>
                <a:cs typeface="Times New Roman"/>
              </a:rPr>
              <a:t>u</a:t>
            </a:r>
            <a:r>
              <a:rPr sz="1700" spc="5" dirty="0">
                <a:solidFill>
                  <a:srgbClr val="252525"/>
                </a:solidFill>
                <a:latin typeface="Times New Roman"/>
                <a:cs typeface="Times New Roman"/>
              </a:rPr>
              <a:t>s</a:t>
            </a:r>
            <a:r>
              <a:rPr sz="1700" spc="-5" dirty="0">
                <a:solidFill>
                  <a:srgbClr val="252525"/>
                </a:solidFill>
                <a:latin typeface="Times New Roman"/>
                <a:cs typeface="Times New Roman"/>
              </a:rPr>
              <a:t>ing</a:t>
            </a:r>
            <a:r>
              <a:rPr sz="1700" spc="-2" dirty="0">
                <a:solidFill>
                  <a:srgbClr val="252525"/>
                </a:solidFill>
                <a:latin typeface="Times New Roman"/>
                <a:cs typeface="Times New Roman"/>
              </a:rPr>
              <a:t> the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ment.</a:t>
            </a:r>
            <a:endParaRPr sz="1700" dirty="0">
              <a:latin typeface="Times New Roman"/>
              <a:cs typeface="Times New Roman"/>
            </a:endParaRPr>
          </a:p>
          <a:p>
            <a:pPr marL="6109" marR="2443" algn="just"/>
            <a:r>
              <a:rPr sz="1700" spc="-2" dirty="0">
                <a:solidFill>
                  <a:srgbClr val="252525"/>
                </a:solidFill>
                <a:latin typeface="Times New Roman"/>
                <a:cs typeface="Times New Roman"/>
              </a:rPr>
              <a:t>I</a:t>
            </a:r>
            <a:r>
              <a:rPr sz="1700" dirty="0">
                <a:solidFill>
                  <a:srgbClr val="252525"/>
                </a:solidFill>
                <a:latin typeface="Times New Roman"/>
                <a:cs typeface="Times New Roman"/>
              </a:rPr>
              <a:t>f</a:t>
            </a:r>
            <a:r>
              <a:rPr sz="1700" spc="-2" dirty="0">
                <a:solidFill>
                  <a:srgbClr val="252525"/>
                </a:solidFill>
                <a:latin typeface="Times New Roman"/>
                <a:cs typeface="Times New Roman"/>
              </a:rPr>
              <a:t> </a:t>
            </a:r>
            <a:r>
              <a:rPr sz="1700" b="1" spc="-7" dirty="0">
                <a:solidFill>
                  <a:srgbClr val="252525"/>
                </a:solidFill>
                <a:latin typeface="Times New Roman"/>
                <a:cs typeface="Times New Roman"/>
              </a:rPr>
              <a:t>P</a:t>
            </a:r>
            <a:r>
              <a:rPr sz="1700" b="1" spc="-5" dirty="0">
                <a:solidFill>
                  <a:srgbClr val="252525"/>
                </a:solidFill>
                <a:latin typeface="Times New Roman"/>
                <a:cs typeface="Times New Roman"/>
              </a:rPr>
              <a:t>e</a:t>
            </a:r>
            <a:r>
              <a:rPr sz="1700" b="1" spc="-2" dirty="0">
                <a:solidFill>
                  <a:srgbClr val="252525"/>
                </a:solidFill>
                <a:latin typeface="Times New Roman"/>
                <a:cs typeface="Times New Roman"/>
              </a:rPr>
              <a:t>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24"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f</a:t>
            </a:r>
            <a:r>
              <a:rPr sz="1700" spc="-2" dirty="0">
                <a:solidFill>
                  <a:srgbClr val="252525"/>
                </a:solidFill>
                <a:latin typeface="Times New Roman"/>
                <a:cs typeface="Times New Roman"/>
              </a:rPr>
              <a:t>orm</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e</a:t>
            </a:r>
            <a:r>
              <a:rPr sz="1700" dirty="0">
                <a:solidFill>
                  <a:srgbClr val="252525"/>
                </a:solidFill>
                <a:latin typeface="Times New Roman"/>
                <a:cs typeface="Times New Roman"/>
              </a:rPr>
              <a:t> </a:t>
            </a:r>
            <a:r>
              <a:rPr sz="1700" spc="-22" dirty="0">
                <a:solidFill>
                  <a:srgbClr val="252525"/>
                </a:solidFill>
                <a:latin typeface="Times New Roman"/>
                <a:cs typeface="Times New Roman"/>
              </a:rPr>
              <a:t> </a:t>
            </a:r>
            <a:r>
              <a:rPr sz="1700" dirty="0">
                <a:solidFill>
                  <a:srgbClr val="252525"/>
                </a:solidFill>
                <a:latin typeface="Times New Roman"/>
                <a:cs typeface="Times New Roman"/>
              </a:rPr>
              <a:t>for </a:t>
            </a:r>
            <a:r>
              <a:rPr sz="1700" spc="-29"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ntire</a:t>
            </a:r>
            <a:r>
              <a:rPr sz="1700" dirty="0">
                <a:solidFill>
                  <a:srgbClr val="252525"/>
                </a:solidFill>
                <a:latin typeface="Times New Roman"/>
                <a:cs typeface="Times New Roman"/>
              </a:rPr>
              <a:t> </a:t>
            </a:r>
            <a:r>
              <a:rPr sz="1700" spc="-29" dirty="0">
                <a:solidFill>
                  <a:srgbClr val="252525"/>
                </a:solidFill>
                <a:latin typeface="Times New Roman"/>
                <a:cs typeface="Times New Roman"/>
              </a:rPr>
              <a:t> </a:t>
            </a:r>
            <a:r>
              <a:rPr sz="1700" dirty="0">
                <a:solidFill>
                  <a:srgbClr val="252525"/>
                </a:solidFill>
                <a:latin typeface="Times New Roman"/>
                <a:cs typeface="Times New Roman"/>
              </a:rPr>
              <a:t>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s</a:t>
            </a:r>
            <a:r>
              <a:rPr sz="1700" dirty="0">
                <a:solidFill>
                  <a:srgbClr val="252525"/>
                </a:solidFill>
                <a:latin typeface="Times New Roman"/>
                <a:cs typeface="Times New Roman"/>
              </a:rPr>
              <a:t>k </a:t>
            </a:r>
            <a:r>
              <a:rPr sz="1700" spc="-24"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dirty="0">
                <a:solidFill>
                  <a:srgbClr val="252525"/>
                </a:solidFill>
                <a:latin typeface="Times New Roman"/>
                <a:cs typeface="Times New Roman"/>
              </a:rPr>
              <a:t> </a:t>
            </a:r>
            <a:r>
              <a:rPr sz="1700" spc="-24"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26"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a:t>
            </a:r>
            <a:r>
              <a:rPr sz="1700" dirty="0">
                <a:solidFill>
                  <a:srgbClr val="252525"/>
                </a:solidFill>
                <a:latin typeface="Times New Roman"/>
                <a:cs typeface="Times New Roman"/>
              </a:rPr>
              <a:t> </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w</a:t>
            </a:r>
            <a:r>
              <a:rPr sz="1700" spc="2" dirty="0">
                <a:solidFill>
                  <a:srgbClr val="252525"/>
                </a:solidFill>
                <a:latin typeface="Times New Roman"/>
                <a:cs typeface="Times New Roman"/>
              </a:rPr>
              <a:t>h</a:t>
            </a:r>
            <a:r>
              <a:rPr sz="1700" spc="-7" dirty="0">
                <a:solidFill>
                  <a:srgbClr val="252525"/>
                </a:solidFill>
                <a:latin typeface="Times New Roman"/>
                <a:cs typeface="Times New Roman"/>
              </a:rPr>
              <a:t>e</a:t>
            </a:r>
            <a:r>
              <a:rPr sz="1700" dirty="0">
                <a:solidFill>
                  <a:srgbClr val="252525"/>
                </a:solidFill>
                <a:latin typeface="Times New Roman"/>
                <a:cs typeface="Times New Roman"/>
              </a:rPr>
              <a:t>n </a:t>
            </a:r>
            <a:r>
              <a:rPr sz="1700" spc="-19" dirty="0">
                <a:solidFill>
                  <a:srgbClr val="252525"/>
                </a:solidFill>
                <a:latin typeface="Times New Roman"/>
                <a:cs typeface="Times New Roman"/>
              </a:rPr>
              <a:t> </a:t>
            </a:r>
            <a:r>
              <a:rPr sz="1700" dirty="0">
                <a:solidFill>
                  <a:srgbClr val="252525"/>
                </a:solidFill>
                <a:latin typeface="Times New Roman"/>
                <a:cs typeface="Times New Roman"/>
              </a:rPr>
              <a:t>possi</a:t>
            </a:r>
            <a:r>
              <a:rPr sz="1700" spc="-2" dirty="0">
                <a:solidFill>
                  <a:srgbClr val="252525"/>
                </a:solidFill>
                <a:latin typeface="Times New Roman"/>
                <a:cs typeface="Times New Roman"/>
              </a:rPr>
              <a:t>ble,</a:t>
            </a:r>
            <a:r>
              <a:rPr sz="1700" spc="12" dirty="0">
                <a:solidFill>
                  <a:srgbClr val="252525"/>
                </a:solidFill>
                <a:latin typeface="Times New Roman"/>
                <a:cs typeface="Times New Roman"/>
              </a:rPr>
              <a:t> </a:t>
            </a:r>
            <a:r>
              <a:rPr sz="1700" b="1" spc="-2" dirty="0">
                <a:solidFill>
                  <a:srgbClr val="252525"/>
                </a:solidFill>
                <a:latin typeface="Times New Roman"/>
                <a:cs typeface="Times New Roman"/>
              </a:rPr>
              <a:t>P</a:t>
            </a:r>
            <a:r>
              <a:rPr sz="1700" b="1" dirty="0">
                <a:solidFill>
                  <a:srgbClr val="252525"/>
                </a:solidFill>
                <a:latin typeface="Times New Roman"/>
                <a:cs typeface="Times New Roman"/>
              </a:rPr>
              <a:t>w</a:t>
            </a:r>
            <a:r>
              <a:rPr sz="1700" b="1" spc="-2" dirty="0">
                <a:solidFill>
                  <a:srgbClr val="252525"/>
                </a:solidFill>
                <a:latin typeface="Times New Roman"/>
                <a:cs typeface="Times New Roman"/>
              </a:rPr>
              <a:t>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24" dirty="0">
                <a:solidFill>
                  <a:srgbClr val="252525"/>
                </a:solidFill>
                <a:latin typeface="Times New Roman"/>
                <a:cs typeface="Times New Roman"/>
              </a:rPr>
              <a:t>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form</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14" dirty="0">
                <a:solidFill>
                  <a:srgbClr val="252525"/>
                </a:solidFill>
                <a:latin typeface="Times New Roman"/>
                <a:cs typeface="Times New Roman"/>
              </a:rPr>
              <a:t> </a:t>
            </a:r>
            <a:r>
              <a:rPr sz="1700" dirty="0">
                <a:solidFill>
                  <a:srgbClr val="252525"/>
                </a:solidFill>
                <a:latin typeface="Times New Roman"/>
                <a:cs typeface="Times New Roman"/>
              </a:rPr>
              <a:t>for</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a:t>
            </a:r>
            <a:r>
              <a:rPr sz="1700" spc="2" dirty="0">
                <a:solidFill>
                  <a:srgbClr val="252525"/>
                </a:solidFill>
                <a:latin typeface="Times New Roman"/>
                <a:cs typeface="Times New Roman"/>
              </a:rPr>
              <a:t>r</a:t>
            </a:r>
            <a:r>
              <a:rPr sz="1700" spc="-5" dirty="0">
                <a:solidFill>
                  <a:srgbClr val="252525"/>
                </a:solidFill>
                <a:latin typeface="Times New Roman"/>
                <a:cs typeface="Times New Roman"/>
              </a:rPr>
              <a:t>e</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tas</a:t>
            </a:r>
            <a:r>
              <a:rPr sz="1700" dirty="0">
                <a:solidFill>
                  <a:srgbClr val="252525"/>
                </a:solidFill>
                <a:latin typeface="Times New Roman"/>
                <a:cs typeface="Times New Roman"/>
              </a:rPr>
              <a:t>k</a:t>
            </a:r>
            <a:r>
              <a:rPr sz="1700" spc="-17" dirty="0">
                <a:solidFill>
                  <a:srgbClr val="252525"/>
                </a:solidFill>
                <a:latin typeface="Times New Roman"/>
                <a:cs typeface="Times New Roman"/>
              </a:rPr>
              <a:t> </a:t>
            </a:r>
            <a:r>
              <a:rPr sz="1700" spc="-7" dirty="0">
                <a:solidFill>
                  <a:srgbClr val="252525"/>
                </a:solidFill>
                <a:latin typeface="Times New Roman"/>
                <a:cs typeface="Times New Roman"/>
              </a:rPr>
              <a:t>withou</a:t>
            </a:r>
            <a:r>
              <a:rPr sz="1700" spc="-2" dirty="0">
                <a:solidFill>
                  <a:srgbClr val="252525"/>
                </a:solidFill>
                <a:latin typeface="Times New Roman"/>
                <a:cs typeface="Times New Roman"/>
              </a:rPr>
              <a:t>t</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a:t>
            </a:r>
            <a:r>
              <a:rPr sz="1700" spc="5" dirty="0">
                <a:solidFill>
                  <a:srgbClr val="252525"/>
                </a:solidFill>
                <a:latin typeface="Times New Roman"/>
                <a:cs typeface="Times New Roman"/>
              </a:rPr>
              <a:t> </a:t>
            </a:r>
            <a:r>
              <a:rPr sz="1700" b="1" dirty="0">
                <a:solidFill>
                  <a:srgbClr val="252525"/>
                </a:solidFill>
                <a:latin typeface="Times New Roman"/>
                <a:cs typeface="Times New Roman"/>
              </a:rPr>
              <a:t>Ew </a:t>
            </a:r>
            <a:r>
              <a:rPr sz="1700" spc="-2" dirty="0">
                <a:solidFill>
                  <a:srgbClr val="252525"/>
                </a:solidFill>
                <a:latin typeface="Times New Roman"/>
                <a:cs typeface="Times New Roman"/>
              </a:rPr>
              <a:t>is</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2" dirty="0">
                <a:solidFill>
                  <a:srgbClr val="252525"/>
                </a:solidFill>
                <a:latin typeface="Times New Roman"/>
                <a:cs typeface="Times New Roman"/>
              </a:rPr>
              <a:t>e</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u</a:t>
            </a:r>
            <a:r>
              <a:rPr sz="1700" spc="-2" dirty="0">
                <a:solidFill>
                  <a:srgbClr val="252525"/>
                </a:solidFill>
                <a:latin typeface="Times New Roman"/>
                <a:cs typeface="Times New Roman"/>
              </a:rPr>
              <a:t>ti</a:t>
            </a:r>
            <a:r>
              <a:rPr sz="1700" dirty="0">
                <a:solidFill>
                  <a:srgbClr val="252525"/>
                </a:solidFill>
                <a:latin typeface="Times New Roman"/>
                <a:cs typeface="Times New Roman"/>
              </a:rPr>
              <a:t>on</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time</a:t>
            </a:r>
            <a:r>
              <a:rPr sz="1700" spc="-19" dirty="0">
                <a:solidFill>
                  <a:srgbClr val="252525"/>
                </a:solidFill>
                <a:latin typeface="Times New Roman"/>
                <a:cs typeface="Times New Roman"/>
              </a:rPr>
              <a:t> </a:t>
            </a:r>
            <a:r>
              <a:rPr sz="1700" dirty="0">
                <a:solidFill>
                  <a:srgbClr val="252525"/>
                </a:solidFill>
                <a:latin typeface="Times New Roman"/>
                <a:cs typeface="Times New Roman"/>
              </a:rPr>
              <a:t>for</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ntire task</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7" dirty="0">
                <a:solidFill>
                  <a:srgbClr val="252525"/>
                </a:solidFill>
                <a:latin typeface="Times New Roman"/>
                <a:cs typeface="Times New Roman"/>
              </a:rPr>
              <a:t>withou</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a:t>
            </a:r>
            <a:r>
              <a:rPr sz="1700" dirty="0">
                <a:solidFill>
                  <a:srgbClr val="252525"/>
                </a:solidFill>
                <a:latin typeface="Times New Roman"/>
                <a:cs typeface="Times New Roman"/>
              </a:rPr>
              <a:t> </a:t>
            </a:r>
            <a:r>
              <a:rPr sz="1700" spc="-53"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a:t>
            </a:r>
            <a:r>
              <a:rPr sz="1700" spc="5" dirty="0">
                <a:solidFill>
                  <a:srgbClr val="252525"/>
                </a:solidFill>
                <a:latin typeface="Times New Roman"/>
                <a:cs typeface="Times New Roman"/>
              </a:rPr>
              <a:t> </a:t>
            </a:r>
            <a:r>
              <a:rPr sz="1700" b="1" spc="-5" dirty="0">
                <a:solidFill>
                  <a:srgbClr val="252525"/>
                </a:solidFill>
                <a:latin typeface="Times New Roman"/>
                <a:cs typeface="Times New Roman"/>
              </a:rPr>
              <a:t>Ee</a:t>
            </a:r>
            <a:r>
              <a:rPr sz="1700" b="1" spc="-2" dirty="0">
                <a:solidFill>
                  <a:srgbClr val="252525"/>
                </a:solidFill>
                <a:latin typeface="Times New Roman"/>
                <a:cs typeface="Times New Roman"/>
              </a:rPr>
              <a:t>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2" dirty="0">
                <a:solidFill>
                  <a:srgbClr val="252525"/>
                </a:solidFill>
                <a:latin typeface="Times New Roman"/>
                <a:cs typeface="Times New Roman"/>
              </a:rPr>
              <a:t>t</a:t>
            </a:r>
            <a:r>
              <a:rPr sz="1700" dirty="0">
                <a:solidFill>
                  <a:srgbClr val="252525"/>
                </a:solidFill>
                <a:latin typeface="Times New Roman"/>
                <a:cs typeface="Times New Roman"/>
              </a:rPr>
              <a:t>h</a:t>
            </a:r>
            <a:r>
              <a:rPr sz="1700" spc="-5" dirty="0">
                <a:solidFill>
                  <a:srgbClr val="252525"/>
                </a:solidFill>
                <a:latin typeface="Times New Roman"/>
                <a:cs typeface="Times New Roman"/>
              </a:rPr>
              <a:t>e</a:t>
            </a:r>
            <a:r>
              <a:rPr sz="1700" dirty="0">
                <a:solidFill>
                  <a:srgbClr val="252525"/>
                </a:solidFill>
                <a:latin typeface="Times New Roman"/>
                <a:cs typeface="Times New Roman"/>
              </a:rPr>
              <a:t> </a:t>
            </a:r>
            <a:r>
              <a:rPr sz="1700" spc="-63"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2" dirty="0">
                <a:solidFill>
                  <a:srgbClr val="252525"/>
                </a:solidFill>
                <a:latin typeface="Times New Roman"/>
                <a:cs typeface="Times New Roman"/>
              </a:rPr>
              <a:t>e</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 </a:t>
            </a:r>
            <a:r>
              <a:rPr sz="1700" spc="-60" dirty="0">
                <a:solidFill>
                  <a:srgbClr val="252525"/>
                </a:solidFill>
                <a:latin typeface="Times New Roman"/>
                <a:cs typeface="Times New Roman"/>
              </a:rPr>
              <a:t> </a:t>
            </a:r>
            <a:r>
              <a:rPr sz="1700" spc="-5" dirty="0">
                <a:solidFill>
                  <a:srgbClr val="252525"/>
                </a:solidFill>
                <a:latin typeface="Times New Roman"/>
                <a:cs typeface="Times New Roman"/>
              </a:rPr>
              <a:t>time</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dirty="0">
                <a:solidFill>
                  <a:srgbClr val="252525"/>
                </a:solidFill>
                <a:latin typeface="Times New Roman"/>
                <a:cs typeface="Times New Roman"/>
              </a:rPr>
              <a:t>for </a:t>
            </a:r>
            <a:r>
              <a:rPr sz="1700" spc="-58"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a:t>
            </a:r>
            <a:r>
              <a:rPr sz="1700" dirty="0">
                <a:solidFill>
                  <a:srgbClr val="252525"/>
                </a:solidFill>
                <a:latin typeface="Times New Roman"/>
                <a:cs typeface="Times New Roman"/>
              </a:rPr>
              <a:t>t</a:t>
            </a:r>
            <a:r>
              <a:rPr sz="1700" spc="-2" dirty="0">
                <a:solidFill>
                  <a:srgbClr val="252525"/>
                </a:solidFill>
                <a:latin typeface="Times New Roman"/>
                <a:cs typeface="Times New Roman"/>
              </a:rPr>
              <a:t>ire</a:t>
            </a:r>
            <a:r>
              <a:rPr sz="1700" dirty="0">
                <a:solidFill>
                  <a:srgbClr val="252525"/>
                </a:solidFill>
                <a:latin typeface="Times New Roman"/>
                <a:cs typeface="Times New Roman"/>
              </a:rPr>
              <a:t> </a:t>
            </a:r>
            <a:r>
              <a:rPr sz="1700" spc="-63" dirty="0">
                <a:solidFill>
                  <a:srgbClr val="252525"/>
                </a:solidFill>
                <a:latin typeface="Times New Roman"/>
                <a:cs typeface="Times New Roman"/>
              </a:rPr>
              <a:t> </a:t>
            </a:r>
            <a:r>
              <a:rPr sz="1700" spc="-2" dirty="0">
                <a:solidFill>
                  <a:srgbClr val="252525"/>
                </a:solidFill>
                <a:latin typeface="Times New Roman"/>
                <a:cs typeface="Times New Roman"/>
              </a:rPr>
              <a:t>task</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5" dirty="0">
                <a:solidFill>
                  <a:srgbClr val="252525"/>
                </a:solidFill>
                <a:latin typeface="Times New Roman"/>
                <a:cs typeface="Times New Roman"/>
              </a:rPr>
              <a:t>using</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2" dirty="0">
                <a:solidFill>
                  <a:srgbClr val="252525"/>
                </a:solidFill>
                <a:latin typeface="Times New Roman"/>
                <a:cs typeface="Times New Roman"/>
              </a:rPr>
              <a:t>the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ment</a:t>
            </a:r>
            <a:r>
              <a:rPr sz="1700" spc="-2" dirty="0">
                <a:solidFill>
                  <a:srgbClr val="252525"/>
                </a:solidFill>
                <a:latin typeface="Times New Roman"/>
                <a:cs typeface="Times New Roman"/>
              </a:rPr>
              <a:t> wh</a:t>
            </a:r>
            <a:r>
              <a:rPr sz="1700" spc="-5" dirty="0">
                <a:solidFill>
                  <a:srgbClr val="252525"/>
                </a:solidFill>
                <a:latin typeface="Times New Roman"/>
                <a:cs typeface="Times New Roman"/>
              </a:rPr>
              <a:t>e</a:t>
            </a:r>
            <a:r>
              <a:rPr sz="1700" dirty="0">
                <a:solidFill>
                  <a:srgbClr val="252525"/>
                </a:solidFill>
                <a:latin typeface="Times New Roman"/>
                <a:cs typeface="Times New Roman"/>
              </a:rPr>
              <a:t>n poss</a:t>
            </a:r>
            <a:r>
              <a:rPr sz="1700" spc="7" dirty="0">
                <a:solidFill>
                  <a:srgbClr val="252525"/>
                </a:solidFill>
                <a:latin typeface="Times New Roman"/>
                <a:cs typeface="Times New Roman"/>
              </a:rPr>
              <a:t>i</a:t>
            </a:r>
            <a:r>
              <a:rPr sz="1700" spc="-2" dirty="0">
                <a:solidFill>
                  <a:srgbClr val="252525"/>
                </a:solidFill>
                <a:latin typeface="Times New Roman"/>
                <a:cs typeface="Times New Roman"/>
              </a:rPr>
              <a:t>ble</a:t>
            </a:r>
            <a:r>
              <a:rPr sz="1700" dirty="0">
                <a:solidFill>
                  <a:srgbClr val="252525"/>
                </a:solidFill>
                <a:latin typeface="Times New Roman"/>
                <a:cs typeface="Times New Roman"/>
              </a:rPr>
              <a:t> </a:t>
            </a:r>
            <a:r>
              <a:rPr sz="1700" spc="-2" dirty="0">
                <a:solidFill>
                  <a:srgbClr val="252525"/>
                </a:solidFill>
                <a:latin typeface="Times New Roman"/>
                <a:cs typeface="Times New Roman"/>
              </a:rPr>
              <a:t>th</a:t>
            </a:r>
            <a:r>
              <a:rPr sz="1700" spc="-7" dirty="0">
                <a:solidFill>
                  <a:srgbClr val="252525"/>
                </a:solidFill>
                <a:latin typeface="Times New Roman"/>
                <a:cs typeface="Times New Roman"/>
              </a:rPr>
              <a:t>e</a:t>
            </a:r>
            <a:r>
              <a:rPr sz="1700" dirty="0">
                <a:solidFill>
                  <a:srgbClr val="252525"/>
                </a:solidFill>
                <a:latin typeface="Times New Roman"/>
                <a:cs typeface="Times New Roman"/>
              </a:rPr>
              <a:t>n,</a:t>
            </a:r>
            <a:endParaRPr sz="1700" dirty="0">
              <a:latin typeface="Times New Roman"/>
              <a:cs typeface="Times New Roman"/>
            </a:endParaRPr>
          </a:p>
          <a:p>
            <a:pPr marL="6109" algn="just"/>
            <a:r>
              <a:rPr sz="1700" b="1" dirty="0">
                <a:solidFill>
                  <a:srgbClr val="252525"/>
                </a:solidFill>
                <a:latin typeface="Times New Roman"/>
                <a:cs typeface="Times New Roman"/>
              </a:rPr>
              <a:t>Sp</a:t>
            </a:r>
            <a:r>
              <a:rPr sz="1700" b="1" spc="-7" dirty="0">
                <a:solidFill>
                  <a:srgbClr val="252525"/>
                </a:solidFill>
                <a:latin typeface="Times New Roman"/>
                <a:cs typeface="Times New Roman"/>
              </a:rPr>
              <a:t>ee</a:t>
            </a:r>
            <a:r>
              <a:rPr sz="1700" b="1" dirty="0">
                <a:solidFill>
                  <a:srgbClr val="252525"/>
                </a:solidFill>
                <a:latin typeface="Times New Roman"/>
                <a:cs typeface="Times New Roman"/>
              </a:rPr>
              <a:t>dup </a:t>
            </a:r>
            <a:r>
              <a:rPr sz="1700" b="1" spc="-5" dirty="0">
                <a:solidFill>
                  <a:srgbClr val="252525"/>
                </a:solidFill>
                <a:latin typeface="Times New Roman"/>
                <a:cs typeface="Times New Roman"/>
              </a:rPr>
              <a:t>=</a:t>
            </a:r>
            <a:r>
              <a:rPr sz="1700" b="1" dirty="0">
                <a:solidFill>
                  <a:srgbClr val="252525"/>
                </a:solidFill>
                <a:latin typeface="Times New Roman"/>
                <a:cs typeface="Times New Roman"/>
              </a:rPr>
              <a:t> </a:t>
            </a:r>
            <a:r>
              <a:rPr sz="1700" b="1" spc="-5" dirty="0">
                <a:solidFill>
                  <a:srgbClr val="252525"/>
                </a:solidFill>
                <a:latin typeface="Times New Roman"/>
                <a:cs typeface="Times New Roman"/>
              </a:rPr>
              <a:t>P</a:t>
            </a:r>
            <a:r>
              <a:rPr sz="1700" b="1" spc="-10" dirty="0">
                <a:solidFill>
                  <a:srgbClr val="252525"/>
                </a:solidFill>
                <a:latin typeface="Times New Roman"/>
                <a:cs typeface="Times New Roman"/>
              </a:rPr>
              <a:t>e</a:t>
            </a:r>
            <a:r>
              <a:rPr sz="1700" b="1" spc="-5" dirty="0">
                <a:solidFill>
                  <a:srgbClr val="252525"/>
                </a:solidFill>
                <a:latin typeface="Times New Roman"/>
                <a:cs typeface="Times New Roman"/>
              </a:rPr>
              <a:t>/Pw</a:t>
            </a:r>
            <a:endParaRPr sz="1700" dirty="0">
              <a:latin typeface="Times New Roman"/>
              <a:cs typeface="Times New Roman"/>
            </a:endParaRPr>
          </a:p>
          <a:p>
            <a:pPr marL="6109" algn="just"/>
            <a:r>
              <a:rPr sz="1700" dirty="0">
                <a:solidFill>
                  <a:srgbClr val="252525"/>
                </a:solidFill>
                <a:latin typeface="Times New Roman"/>
                <a:cs typeface="Times New Roman"/>
              </a:rPr>
              <a:t>or</a:t>
            </a:r>
            <a:endParaRPr sz="1700" dirty="0">
              <a:latin typeface="Times New Roman"/>
              <a:cs typeface="Times New Roman"/>
            </a:endParaRPr>
          </a:p>
          <a:p>
            <a:pPr marL="6109" algn="just"/>
            <a:r>
              <a:rPr sz="1700" b="1" dirty="0">
                <a:solidFill>
                  <a:srgbClr val="252525"/>
                </a:solidFill>
                <a:latin typeface="Times New Roman"/>
                <a:cs typeface="Times New Roman"/>
              </a:rPr>
              <a:t>Sp</a:t>
            </a:r>
            <a:r>
              <a:rPr sz="1700" b="1" spc="-7" dirty="0">
                <a:solidFill>
                  <a:srgbClr val="252525"/>
                </a:solidFill>
                <a:latin typeface="Times New Roman"/>
                <a:cs typeface="Times New Roman"/>
              </a:rPr>
              <a:t>ee</a:t>
            </a:r>
            <a:r>
              <a:rPr sz="1700" b="1" dirty="0">
                <a:solidFill>
                  <a:srgbClr val="252525"/>
                </a:solidFill>
                <a:latin typeface="Times New Roman"/>
                <a:cs typeface="Times New Roman"/>
              </a:rPr>
              <a:t>dup </a:t>
            </a:r>
            <a:r>
              <a:rPr sz="1700" b="1" spc="-5" dirty="0">
                <a:solidFill>
                  <a:srgbClr val="252525"/>
                </a:solidFill>
                <a:latin typeface="Times New Roman"/>
                <a:cs typeface="Times New Roman"/>
              </a:rPr>
              <a:t>=</a:t>
            </a:r>
            <a:r>
              <a:rPr sz="1700" b="1" dirty="0">
                <a:solidFill>
                  <a:srgbClr val="252525"/>
                </a:solidFill>
                <a:latin typeface="Times New Roman"/>
                <a:cs typeface="Times New Roman"/>
              </a:rPr>
              <a:t> </a:t>
            </a:r>
            <a:r>
              <a:rPr sz="1700" b="1" spc="-5" dirty="0">
                <a:solidFill>
                  <a:srgbClr val="252525"/>
                </a:solidFill>
                <a:latin typeface="Times New Roman"/>
                <a:cs typeface="Times New Roman"/>
              </a:rPr>
              <a:t>E</a:t>
            </a:r>
            <a:r>
              <a:rPr sz="1700" b="1" spc="-2" dirty="0">
                <a:solidFill>
                  <a:srgbClr val="252525"/>
                </a:solidFill>
                <a:latin typeface="Times New Roman"/>
                <a:cs typeface="Times New Roman"/>
              </a:rPr>
              <a:t>w</a:t>
            </a:r>
            <a:r>
              <a:rPr sz="1700" b="1" spc="-7" dirty="0">
                <a:solidFill>
                  <a:srgbClr val="252525"/>
                </a:solidFill>
                <a:latin typeface="Times New Roman"/>
                <a:cs typeface="Times New Roman"/>
              </a:rPr>
              <a:t>/</a:t>
            </a:r>
            <a:r>
              <a:rPr sz="1700" b="1" spc="-5" dirty="0">
                <a:solidFill>
                  <a:srgbClr val="252525"/>
                </a:solidFill>
                <a:latin typeface="Times New Roman"/>
                <a:cs typeface="Times New Roman"/>
              </a:rPr>
              <a:t>Ee</a:t>
            </a:r>
            <a:endParaRPr sz="1700" dirty="0">
              <a:latin typeface="Times New Roman"/>
              <a:cs typeface="Times New Roman"/>
            </a:endParaRPr>
          </a:p>
        </p:txBody>
      </p:sp>
    </p:spTree>
    <p:extLst>
      <p:ext uri="{BB962C8B-B14F-4D97-AF65-F5344CB8AC3E}">
        <p14:creationId xmlns:p14="http://schemas.microsoft.com/office/powerpoint/2010/main" val="4933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301CC-4600-2190-568D-77F91F69D6F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8FF17E-9831-9E1C-AB76-5E094D78A92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DB7F167-2859-7F72-826B-513233213E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4C94FB5-F3C5-EE30-DC56-647AFB87B5B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7E74212-7974-3377-E6F3-8634A3FD29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81C47223-FDAF-47C1-A3DF-6E5677190FBF}"/>
              </a:ext>
            </a:extLst>
          </p:cNvPr>
          <p:cNvSpPr txBox="1"/>
          <p:nvPr/>
        </p:nvSpPr>
        <p:spPr>
          <a:xfrm>
            <a:off x="990600" y="742950"/>
            <a:ext cx="7198586" cy="3662541"/>
          </a:xfrm>
          <a:prstGeom prst="rect">
            <a:avLst/>
          </a:prstGeom>
        </p:spPr>
        <p:txBody>
          <a:bodyPr vert="horz" wrap="square" lIns="0" tIns="0" rIns="0" bIns="0" rtlCol="0">
            <a:spAutoFit/>
          </a:bodyPr>
          <a:lstStyle/>
          <a:p>
            <a:pPr marL="6109" algn="just"/>
            <a:r>
              <a:rPr sz="1700" spc="-7" dirty="0">
                <a:solidFill>
                  <a:srgbClr val="252525"/>
                </a:solidFill>
                <a:latin typeface="Times New Roman"/>
                <a:cs typeface="Times New Roman"/>
              </a:rPr>
              <a:t>Amda</a:t>
            </a:r>
            <a:r>
              <a:rPr sz="1700" spc="-2" dirty="0">
                <a:solidFill>
                  <a:srgbClr val="252525"/>
                </a:solidFill>
                <a:latin typeface="Times New Roman"/>
                <a:cs typeface="Times New Roman"/>
              </a:rPr>
              <a:t>hl’</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law</a:t>
            </a:r>
            <a:r>
              <a:rPr sz="1700" spc="-2" dirty="0">
                <a:solidFill>
                  <a:srgbClr val="252525"/>
                </a:solidFill>
                <a:latin typeface="Times New Roman"/>
                <a:cs typeface="Times New Roman"/>
              </a:rPr>
              <a:t> </a:t>
            </a:r>
            <a:r>
              <a:rPr sz="1700" dirty="0">
                <a:solidFill>
                  <a:srgbClr val="252525"/>
                </a:solidFill>
                <a:latin typeface="Times New Roman"/>
                <a:cs typeface="Times New Roman"/>
              </a:rPr>
              <a:t>us</a:t>
            </a:r>
            <a:r>
              <a:rPr sz="1700" spc="-2" dirty="0">
                <a:solidFill>
                  <a:srgbClr val="252525"/>
                </a:solidFill>
                <a:latin typeface="Times New Roman"/>
                <a:cs typeface="Times New Roman"/>
              </a:rPr>
              <a:t>e</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dirty="0">
                <a:solidFill>
                  <a:srgbClr val="252525"/>
                </a:solidFill>
                <a:latin typeface="Times New Roman"/>
                <a:cs typeface="Times New Roman"/>
              </a:rPr>
              <a:t>two</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f</a:t>
            </a:r>
            <a:r>
              <a:rPr sz="1700" spc="-7" dirty="0">
                <a:solidFill>
                  <a:srgbClr val="252525"/>
                </a:solidFill>
                <a:latin typeface="Times New Roman"/>
                <a:cs typeface="Times New Roman"/>
              </a:rPr>
              <a:t>ac</a:t>
            </a:r>
            <a:r>
              <a:rPr sz="1700" dirty="0">
                <a:solidFill>
                  <a:srgbClr val="252525"/>
                </a:solidFill>
                <a:latin typeface="Times New Roman"/>
                <a:cs typeface="Times New Roman"/>
              </a:rPr>
              <a:t>tors</a:t>
            </a:r>
            <a:r>
              <a:rPr sz="1700" spc="-2" dirty="0">
                <a:solidFill>
                  <a:srgbClr val="252525"/>
                </a:solidFill>
                <a:latin typeface="Times New Roman"/>
                <a:cs typeface="Times New Roman"/>
              </a:rPr>
              <a:t> to find</a:t>
            </a:r>
            <a:r>
              <a:rPr sz="1700" dirty="0">
                <a:solidFill>
                  <a:srgbClr val="252525"/>
                </a:solidFill>
                <a:latin typeface="Times New Roman"/>
                <a:cs typeface="Times New Roman"/>
              </a:rPr>
              <a:t> </a:t>
            </a:r>
            <a:r>
              <a:rPr sz="1700" spc="-7" dirty="0">
                <a:solidFill>
                  <a:srgbClr val="252525"/>
                </a:solidFill>
                <a:latin typeface="Times New Roman"/>
                <a:cs typeface="Times New Roman"/>
              </a:rPr>
              <a:t>spe</a:t>
            </a:r>
            <a:r>
              <a:rPr sz="1700" spc="-10" dirty="0">
                <a:solidFill>
                  <a:srgbClr val="252525"/>
                </a:solidFill>
                <a:latin typeface="Times New Roman"/>
                <a:cs typeface="Times New Roman"/>
              </a:rPr>
              <a:t>e</a:t>
            </a:r>
            <a:r>
              <a:rPr sz="1700" dirty="0">
                <a:solidFill>
                  <a:srgbClr val="252525"/>
                </a:solidFill>
                <a:latin typeface="Times New Roman"/>
                <a:cs typeface="Times New Roman"/>
              </a:rPr>
              <a:t>dup</a:t>
            </a:r>
            <a:r>
              <a:rPr sz="1700" spc="5" dirty="0">
                <a:solidFill>
                  <a:srgbClr val="252525"/>
                </a:solidFill>
                <a:latin typeface="Times New Roman"/>
                <a:cs typeface="Times New Roman"/>
              </a:rPr>
              <a:t> </a:t>
            </a:r>
            <a:r>
              <a:rPr sz="1700" dirty="0">
                <a:solidFill>
                  <a:srgbClr val="252525"/>
                </a:solidFill>
                <a:latin typeface="Times New Roman"/>
                <a:cs typeface="Times New Roman"/>
              </a:rPr>
              <a:t>f</a:t>
            </a:r>
            <a:r>
              <a:rPr sz="1700" spc="-5" dirty="0">
                <a:solidFill>
                  <a:srgbClr val="252525"/>
                </a:solidFill>
                <a:latin typeface="Times New Roman"/>
                <a:cs typeface="Times New Roman"/>
              </a:rPr>
              <a:t>r</a:t>
            </a:r>
            <a:r>
              <a:rPr sz="1700" spc="5" dirty="0">
                <a:solidFill>
                  <a:srgbClr val="252525"/>
                </a:solidFill>
                <a:latin typeface="Times New Roman"/>
                <a:cs typeface="Times New Roman"/>
              </a:rPr>
              <a:t>o</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7" dirty="0">
                <a:solidFill>
                  <a:srgbClr val="252525"/>
                </a:solidFill>
                <a:latin typeface="Times New Roman"/>
                <a:cs typeface="Times New Roman"/>
              </a:rPr>
              <a:t>so</a:t>
            </a:r>
            <a:r>
              <a:rPr sz="1700" spc="-2" dirty="0">
                <a:solidFill>
                  <a:srgbClr val="252525"/>
                </a:solidFill>
                <a:latin typeface="Times New Roman"/>
                <a:cs typeface="Times New Roman"/>
              </a:rPr>
              <a:t>m</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dirty="0">
                <a:solidFill>
                  <a:srgbClr val="252525"/>
                </a:solidFill>
                <a:latin typeface="Times New Roman"/>
                <a:cs typeface="Times New Roman"/>
              </a:rPr>
              <a:t>m</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t</a:t>
            </a:r>
            <a:r>
              <a:rPr sz="1700" dirty="0">
                <a:solidFill>
                  <a:srgbClr val="252525"/>
                </a:solidFill>
                <a:latin typeface="Times New Roman"/>
                <a:cs typeface="Times New Roman"/>
              </a:rPr>
              <a:t>.</a:t>
            </a:r>
            <a:endParaRPr sz="1700" dirty="0">
              <a:latin typeface="Times New Roman"/>
              <a:cs typeface="Times New Roman"/>
            </a:endParaRPr>
          </a:p>
          <a:p>
            <a:pPr marL="6109" marR="3971">
              <a:spcBef>
                <a:spcPts val="31"/>
              </a:spcBef>
            </a:pPr>
            <a:r>
              <a:rPr sz="1700" b="1" spc="-5" dirty="0">
                <a:solidFill>
                  <a:srgbClr val="252525"/>
                </a:solidFill>
                <a:latin typeface="Times New Roman"/>
                <a:cs typeface="Times New Roman"/>
              </a:rPr>
              <a:t>F</a:t>
            </a:r>
            <a:r>
              <a:rPr sz="1700" b="1" spc="-10" dirty="0">
                <a:solidFill>
                  <a:srgbClr val="252525"/>
                </a:solidFill>
                <a:latin typeface="Times New Roman"/>
                <a:cs typeface="Times New Roman"/>
              </a:rPr>
              <a:t>r</a:t>
            </a:r>
            <a:r>
              <a:rPr sz="1700" b="1" spc="-5" dirty="0">
                <a:solidFill>
                  <a:srgbClr val="252525"/>
                </a:solidFill>
                <a:latin typeface="Times New Roman"/>
                <a:cs typeface="Times New Roman"/>
              </a:rPr>
              <a:t>a</a:t>
            </a:r>
            <a:r>
              <a:rPr sz="1700" b="1" spc="-7" dirty="0">
                <a:solidFill>
                  <a:srgbClr val="252525"/>
                </a:solidFill>
                <a:latin typeface="Times New Roman"/>
                <a:cs typeface="Times New Roman"/>
              </a:rPr>
              <a:t>c</a:t>
            </a:r>
            <a:r>
              <a:rPr sz="1700" b="1" spc="-2" dirty="0">
                <a:solidFill>
                  <a:srgbClr val="252525"/>
                </a:solidFill>
                <a:latin typeface="Times New Roman"/>
                <a:cs typeface="Times New Roman"/>
              </a:rPr>
              <a:t>tion</a:t>
            </a:r>
            <a:r>
              <a:rPr sz="1700" b="1" spc="29" dirty="0">
                <a:solidFill>
                  <a:srgbClr val="252525"/>
                </a:solidFill>
                <a:latin typeface="Times New Roman"/>
                <a:cs typeface="Times New Roman"/>
              </a:rPr>
              <a:t> </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nhan</a:t>
            </a:r>
            <a:r>
              <a:rPr sz="1700" b="1" spc="-7" dirty="0">
                <a:solidFill>
                  <a:srgbClr val="252525"/>
                </a:solidFill>
                <a:latin typeface="Times New Roman"/>
                <a:cs typeface="Times New Roman"/>
              </a:rPr>
              <a:t>ce</a:t>
            </a:r>
            <a:r>
              <a:rPr sz="1700" b="1" dirty="0">
                <a:solidFill>
                  <a:srgbClr val="252525"/>
                </a:solidFill>
                <a:latin typeface="Times New Roman"/>
                <a:cs typeface="Times New Roman"/>
              </a:rPr>
              <a:t>d</a:t>
            </a:r>
            <a:r>
              <a:rPr sz="1700" b="1" spc="5" dirty="0">
                <a:solidFill>
                  <a:srgbClr val="252525"/>
                </a:solidFill>
                <a:latin typeface="Times New Roman"/>
                <a:cs typeface="Times New Roman"/>
              </a:rPr>
              <a:t> </a:t>
            </a:r>
            <a:r>
              <a:rPr sz="1700" dirty="0">
                <a:solidFill>
                  <a:srgbClr val="252525"/>
                </a:solidFill>
                <a:latin typeface="Times New Roman"/>
                <a:cs typeface="Times New Roman"/>
              </a:rPr>
              <a:t>–</a:t>
            </a:r>
            <a:r>
              <a:rPr sz="1700" spc="29" dirty="0">
                <a:solidFill>
                  <a:srgbClr val="252525"/>
                </a:solidFill>
                <a:latin typeface="Times New Roman"/>
                <a:cs typeface="Times New Roman"/>
              </a:rPr>
              <a:t> </a:t>
            </a:r>
            <a:r>
              <a:rPr sz="1700" spc="-5" dirty="0">
                <a:solidFill>
                  <a:srgbClr val="252525"/>
                </a:solidFill>
                <a:latin typeface="Times New Roman"/>
                <a:cs typeface="Times New Roman"/>
              </a:rPr>
              <a:t>The</a:t>
            </a:r>
            <a:r>
              <a:rPr sz="1700" spc="24" dirty="0">
                <a:solidFill>
                  <a:srgbClr val="252525"/>
                </a:solidFill>
                <a:latin typeface="Times New Roman"/>
                <a:cs typeface="Times New Roman"/>
              </a:rPr>
              <a:t> </a:t>
            </a:r>
            <a:r>
              <a:rPr sz="1700" dirty="0">
                <a:solidFill>
                  <a:srgbClr val="252525"/>
                </a:solidFill>
                <a:latin typeface="Times New Roman"/>
                <a:cs typeface="Times New Roman"/>
              </a:rPr>
              <a:t>f</a:t>
            </a:r>
            <a:r>
              <a:rPr sz="1700" spc="-5" dirty="0">
                <a:solidFill>
                  <a:srgbClr val="252525"/>
                </a:solidFill>
                <a:latin typeface="Times New Roman"/>
                <a:cs typeface="Times New Roman"/>
              </a:rPr>
              <a:t>r</a:t>
            </a:r>
            <a:r>
              <a:rPr sz="1700" spc="-2" dirty="0">
                <a:solidFill>
                  <a:srgbClr val="252525"/>
                </a:solidFill>
                <a:latin typeface="Times New Roman"/>
                <a:cs typeface="Times New Roman"/>
              </a:rPr>
              <a:t>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ti</a:t>
            </a:r>
            <a:r>
              <a:rPr sz="1700" dirty="0">
                <a:solidFill>
                  <a:srgbClr val="252525"/>
                </a:solidFill>
                <a:latin typeface="Times New Roman"/>
                <a:cs typeface="Times New Roman"/>
              </a:rPr>
              <a:t>on</a:t>
            </a:r>
            <a:r>
              <a:rPr sz="1700" spc="26" dirty="0">
                <a:solidFill>
                  <a:srgbClr val="252525"/>
                </a:solidFill>
                <a:latin typeface="Times New Roman"/>
                <a:cs typeface="Times New Roman"/>
              </a:rPr>
              <a:t> </a:t>
            </a:r>
            <a:r>
              <a:rPr sz="1700" dirty="0">
                <a:solidFill>
                  <a:srgbClr val="252525"/>
                </a:solidFill>
                <a:latin typeface="Times New Roman"/>
                <a:cs typeface="Times New Roman"/>
              </a:rPr>
              <a:t>of</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26"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time</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in</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origin</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that</a:t>
            </a:r>
            <a:r>
              <a:rPr sz="1700" spc="26" dirty="0">
                <a:solidFill>
                  <a:srgbClr val="252525"/>
                </a:solidFill>
                <a:latin typeface="Times New Roman"/>
                <a:cs typeface="Times New Roman"/>
              </a:rPr>
              <a:t> </a:t>
            </a:r>
            <a:r>
              <a:rPr sz="1700" spc="-7" dirty="0">
                <a:solidFill>
                  <a:srgbClr val="252525"/>
                </a:solidFill>
                <a:latin typeface="Times New Roman"/>
                <a:cs typeface="Times New Roman"/>
              </a:rPr>
              <a:t>ca</a:t>
            </a:r>
            <a:r>
              <a:rPr sz="1700" dirty="0">
                <a:solidFill>
                  <a:srgbClr val="252525"/>
                </a:solidFill>
                <a:latin typeface="Times New Roman"/>
                <a:cs typeface="Times New Roman"/>
              </a:rPr>
              <a:t>n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onv</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dirty="0">
                <a:solidFill>
                  <a:srgbClr val="252525"/>
                </a:solidFill>
                <a:latin typeface="Times New Roman"/>
                <a:cs typeface="Times New Roman"/>
              </a:rPr>
              <a:t>d </a:t>
            </a:r>
            <a:r>
              <a:rPr sz="1700" spc="-2" dirty="0">
                <a:solidFill>
                  <a:srgbClr val="252525"/>
                </a:solidFill>
                <a:latin typeface="Times New Roman"/>
                <a:cs typeface="Times New Roman"/>
              </a:rPr>
              <a:t>to t</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ke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d</a:t>
            </a:r>
            <a:r>
              <a:rPr sz="1700" spc="5" dirty="0">
                <a:solidFill>
                  <a:srgbClr val="252525"/>
                </a:solidFill>
                <a:latin typeface="Times New Roman"/>
                <a:cs typeface="Times New Roman"/>
              </a:rPr>
              <a:t>v</a:t>
            </a:r>
            <a:r>
              <a:rPr sz="1700" spc="-2" dirty="0">
                <a:solidFill>
                  <a:srgbClr val="252525"/>
                </a:solidFill>
                <a:latin typeface="Times New Roman"/>
                <a:cs typeface="Times New Roman"/>
              </a:rPr>
              <a:t>a</a:t>
            </a:r>
            <a:r>
              <a:rPr sz="1700" spc="-5" dirty="0">
                <a:solidFill>
                  <a:srgbClr val="252525"/>
                </a:solidFill>
                <a:latin typeface="Times New Roman"/>
                <a:cs typeface="Times New Roman"/>
              </a:rPr>
              <a:t>ntage </a:t>
            </a:r>
            <a:r>
              <a:rPr sz="1700" dirty="0">
                <a:solidFill>
                  <a:srgbClr val="252525"/>
                </a:solidFill>
                <a:latin typeface="Times New Roman"/>
                <a:cs typeface="Times New Roman"/>
              </a:rPr>
              <a:t>of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dirty="0">
                <a:solidFill>
                  <a:srgbClr val="252525"/>
                </a:solidFill>
                <a:latin typeface="Times New Roman"/>
                <a:cs typeface="Times New Roman"/>
              </a:rPr>
              <a:t>n</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me</a:t>
            </a:r>
            <a:r>
              <a:rPr sz="1700" spc="-2" dirty="0">
                <a:solidFill>
                  <a:srgbClr val="252525"/>
                </a:solidFill>
                <a:latin typeface="Times New Roman"/>
                <a:cs typeface="Times New Roman"/>
              </a:rPr>
              <a:t>nt.</a:t>
            </a:r>
            <a:endParaRPr sz="1700" dirty="0">
              <a:latin typeface="Times New Roman"/>
              <a:cs typeface="Times New Roman"/>
            </a:endParaRPr>
          </a:p>
          <a:p>
            <a:pPr marL="6109" marR="3971"/>
            <a:r>
              <a:rPr sz="1700" spc="-5" dirty="0">
                <a:solidFill>
                  <a:srgbClr val="252525"/>
                </a:solidFill>
                <a:latin typeface="Times New Roman"/>
                <a:cs typeface="Times New Roman"/>
              </a:rPr>
              <a:t>F</a:t>
            </a:r>
            <a:r>
              <a:rPr sz="1700" dirty="0">
                <a:solidFill>
                  <a:srgbClr val="252525"/>
                </a:solidFill>
                <a:latin typeface="Times New Roman"/>
                <a:cs typeface="Times New Roman"/>
              </a:rPr>
              <a:t>or</a:t>
            </a:r>
            <a:r>
              <a:rPr sz="1700" spc="26"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mpl</a:t>
            </a:r>
            <a:r>
              <a:rPr sz="1700" spc="-2" dirty="0">
                <a:solidFill>
                  <a:srgbClr val="252525"/>
                </a:solidFill>
                <a:latin typeface="Times New Roman"/>
                <a:cs typeface="Times New Roman"/>
              </a:rPr>
              <a:t>e</a:t>
            </a:r>
            <a:r>
              <a:rPr sz="1700" dirty="0">
                <a:solidFill>
                  <a:srgbClr val="252525"/>
                </a:solidFill>
                <a:latin typeface="Times New Roman"/>
                <a:cs typeface="Times New Roman"/>
              </a:rPr>
              <a:t>-</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if</a:t>
            </a:r>
            <a:r>
              <a:rPr sz="1700" spc="26" dirty="0">
                <a:solidFill>
                  <a:srgbClr val="252525"/>
                </a:solidFill>
                <a:latin typeface="Times New Roman"/>
                <a:cs typeface="Times New Roman"/>
              </a:rPr>
              <a:t> </a:t>
            </a:r>
            <a:r>
              <a:rPr sz="1700" dirty="0">
                <a:solidFill>
                  <a:srgbClr val="252525"/>
                </a:solidFill>
                <a:latin typeface="Times New Roman"/>
                <a:cs typeface="Times New Roman"/>
              </a:rPr>
              <a:t>10</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se</a:t>
            </a:r>
            <a:r>
              <a:rPr sz="1700" spc="-7" dirty="0">
                <a:solidFill>
                  <a:srgbClr val="252525"/>
                </a:solidFill>
                <a:latin typeface="Times New Roman"/>
                <a:cs typeface="Times New Roman"/>
              </a:rPr>
              <a:t>c</a:t>
            </a:r>
            <a:r>
              <a:rPr sz="1700" dirty="0">
                <a:solidFill>
                  <a:srgbClr val="252525"/>
                </a:solidFill>
                <a:latin typeface="Times New Roman"/>
                <a:cs typeface="Times New Roman"/>
              </a:rPr>
              <a:t>o</a:t>
            </a:r>
            <a:r>
              <a:rPr sz="1700" spc="5" dirty="0">
                <a:solidFill>
                  <a:srgbClr val="252525"/>
                </a:solidFill>
                <a:latin typeface="Times New Roman"/>
                <a:cs typeface="Times New Roman"/>
              </a:rPr>
              <a:t>n</a:t>
            </a:r>
            <a:r>
              <a:rPr sz="1700" dirty="0">
                <a:solidFill>
                  <a:srgbClr val="252525"/>
                </a:solidFill>
                <a:latin typeface="Times New Roman"/>
                <a:cs typeface="Times New Roman"/>
              </a:rPr>
              <a:t>ds</a:t>
            </a:r>
            <a:r>
              <a:rPr sz="1700" spc="26" dirty="0">
                <a:solidFill>
                  <a:srgbClr val="252525"/>
                </a:solidFill>
                <a:latin typeface="Times New Roman"/>
                <a:cs typeface="Times New Roman"/>
              </a:rPr>
              <a:t> </a:t>
            </a:r>
            <a:r>
              <a:rPr sz="1700" dirty="0">
                <a:solidFill>
                  <a:srgbClr val="252525"/>
                </a:solidFill>
                <a:latin typeface="Times New Roman"/>
                <a:cs typeface="Times New Roman"/>
              </a:rPr>
              <a:t>of</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26"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time</a:t>
            </a:r>
            <a:r>
              <a:rPr sz="1700" spc="26" dirty="0">
                <a:solidFill>
                  <a:srgbClr val="252525"/>
                </a:solidFill>
                <a:latin typeface="Times New Roman"/>
                <a:cs typeface="Times New Roman"/>
              </a:rPr>
              <a:t> </a:t>
            </a:r>
            <a:r>
              <a:rPr sz="1700" dirty="0">
                <a:solidFill>
                  <a:srgbClr val="252525"/>
                </a:solidFill>
                <a:latin typeface="Times New Roman"/>
                <a:cs typeface="Times New Roman"/>
              </a:rPr>
              <a:t>of</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24" dirty="0">
                <a:solidFill>
                  <a:srgbClr val="252525"/>
                </a:solidFill>
                <a:latin typeface="Times New Roman"/>
                <a:cs typeface="Times New Roman"/>
              </a:rPr>
              <a:t> </a:t>
            </a:r>
            <a:r>
              <a:rPr sz="1700" dirty="0">
                <a:solidFill>
                  <a:srgbClr val="252525"/>
                </a:solidFill>
                <a:latin typeface="Times New Roman"/>
                <a:cs typeface="Times New Roman"/>
              </a:rPr>
              <a:t>prog</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that</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tak</a:t>
            </a:r>
            <a:r>
              <a:rPr sz="1700" spc="-10" dirty="0">
                <a:solidFill>
                  <a:srgbClr val="252525"/>
                </a:solidFill>
                <a:latin typeface="Times New Roman"/>
                <a:cs typeface="Times New Roman"/>
              </a:rPr>
              <a:t>e</a:t>
            </a:r>
            <a:r>
              <a:rPr sz="1700" dirty="0">
                <a:solidFill>
                  <a:srgbClr val="252525"/>
                </a:solidFill>
                <a:latin typeface="Times New Roman"/>
                <a:cs typeface="Times New Roman"/>
              </a:rPr>
              <a:t>s</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4</a:t>
            </a:r>
            <a:r>
              <a:rPr sz="1700" dirty="0">
                <a:solidFill>
                  <a:srgbClr val="252525"/>
                </a:solidFill>
                <a:latin typeface="Times New Roman"/>
                <a:cs typeface="Times New Roman"/>
              </a:rPr>
              <a:t>0</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se</a:t>
            </a:r>
            <a:r>
              <a:rPr sz="1700" spc="-7" dirty="0">
                <a:solidFill>
                  <a:srgbClr val="252525"/>
                </a:solidFill>
                <a:latin typeface="Times New Roman"/>
                <a:cs typeface="Times New Roman"/>
              </a:rPr>
              <a:t>c</a:t>
            </a:r>
            <a:r>
              <a:rPr sz="1700" dirty="0">
                <a:solidFill>
                  <a:srgbClr val="252525"/>
                </a:solidFill>
                <a:latin typeface="Times New Roman"/>
                <a:cs typeface="Times New Roman"/>
              </a:rPr>
              <a:t>onds</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in</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tot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 </a:t>
            </a:r>
            <a:r>
              <a:rPr sz="1700" spc="-7" dirty="0">
                <a:solidFill>
                  <a:srgbClr val="252525"/>
                </a:solidFill>
                <a:latin typeface="Times New Roman"/>
                <a:cs typeface="Times New Roman"/>
              </a:rPr>
              <a:t>ca</a:t>
            </a:r>
            <a:r>
              <a:rPr sz="1700" dirty="0">
                <a:solidFill>
                  <a:srgbClr val="252525"/>
                </a:solidFill>
                <a:latin typeface="Times New Roman"/>
                <a:cs typeface="Times New Roman"/>
              </a:rPr>
              <a:t>n use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f</a:t>
            </a:r>
            <a:r>
              <a:rPr sz="1700" spc="-2" dirty="0">
                <a:solidFill>
                  <a:srgbClr val="252525"/>
                </a:solidFill>
                <a:latin typeface="Times New Roman"/>
                <a:cs typeface="Times New Roman"/>
              </a:rPr>
              <a:t>ra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2" dirty="0">
                <a:solidFill>
                  <a:srgbClr val="252525"/>
                </a:solidFill>
                <a:latin typeface="Times New Roman"/>
                <a:cs typeface="Times New Roman"/>
              </a:rPr>
              <a:t>10/40.</a:t>
            </a:r>
            <a:r>
              <a:rPr sz="1700" dirty="0">
                <a:solidFill>
                  <a:srgbClr val="252525"/>
                </a:solidFill>
                <a:latin typeface="Times New Roman"/>
                <a:cs typeface="Times New Roman"/>
              </a:rPr>
              <a:t> </a:t>
            </a:r>
            <a:r>
              <a:rPr sz="1700" spc="-5" dirty="0">
                <a:solidFill>
                  <a:srgbClr val="252525"/>
                </a:solidFill>
                <a:latin typeface="Times New Roman"/>
                <a:cs typeface="Times New Roman"/>
              </a:rPr>
              <a:t>Thi</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obt</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ined</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v</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lue</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5" dirty="0">
                <a:solidFill>
                  <a:srgbClr val="252525"/>
                </a:solidFill>
                <a:latin typeface="Times New Roman"/>
                <a:cs typeface="Times New Roman"/>
              </a:rPr>
              <a:t>F</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ac</a:t>
            </a:r>
            <a:r>
              <a:rPr sz="1700" spc="-2" dirty="0">
                <a:solidFill>
                  <a:srgbClr val="252525"/>
                </a:solidFill>
                <a:latin typeface="Times New Roman"/>
                <a:cs typeface="Times New Roman"/>
              </a:rPr>
              <a:t>t</a:t>
            </a:r>
            <a:r>
              <a:rPr sz="1700" spc="2" dirty="0">
                <a:solidFill>
                  <a:srgbClr val="252525"/>
                </a:solidFill>
                <a:latin typeface="Times New Roman"/>
                <a:cs typeface="Times New Roman"/>
              </a:rPr>
              <a:t>i</a:t>
            </a:r>
            <a:r>
              <a:rPr sz="1700" dirty="0">
                <a:solidFill>
                  <a:srgbClr val="252525"/>
                </a:solidFill>
                <a:latin typeface="Times New Roman"/>
                <a:cs typeface="Times New Roman"/>
              </a:rPr>
              <a:t>on </a:t>
            </a:r>
            <a:r>
              <a:rPr sz="1700" spc="-5" dirty="0">
                <a:solidFill>
                  <a:srgbClr val="252525"/>
                </a:solidFill>
                <a:latin typeface="Times New Roman"/>
                <a:cs typeface="Times New Roman"/>
              </a:rPr>
              <a:t>Enh</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dirty="0">
                <a:solidFill>
                  <a:srgbClr val="252525"/>
                </a:solidFill>
                <a:latin typeface="Times New Roman"/>
                <a:cs typeface="Times New Roman"/>
              </a:rPr>
              <a:t>d.</a:t>
            </a:r>
            <a:endParaRPr sz="1700" dirty="0">
              <a:latin typeface="Times New Roman"/>
              <a:cs typeface="Times New Roman"/>
            </a:endParaRPr>
          </a:p>
          <a:p>
            <a:pPr marL="6109" algn="just"/>
            <a:r>
              <a:rPr sz="1700" spc="-5" dirty="0">
                <a:solidFill>
                  <a:srgbClr val="252525"/>
                </a:solidFill>
                <a:latin typeface="Times New Roman"/>
                <a:cs typeface="Times New Roman"/>
              </a:rPr>
              <a:t>F</a:t>
            </a:r>
            <a:r>
              <a:rPr sz="1700" spc="-2" dirty="0">
                <a:solidFill>
                  <a:srgbClr val="252525"/>
                </a:solidFill>
                <a:latin typeface="Times New Roman"/>
                <a:cs typeface="Times New Roman"/>
              </a:rPr>
              <a:t>ra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dirty="0">
                <a:solidFill>
                  <a:srgbClr val="252525"/>
                </a:solidFill>
                <a:latin typeface="Times New Roman"/>
                <a:cs typeface="Times New Roman"/>
              </a:rPr>
              <a:t>d </a:t>
            </a:r>
            <a:r>
              <a:rPr sz="1700" spc="-2" dirty="0">
                <a:solidFill>
                  <a:srgbClr val="252525"/>
                </a:solidFill>
                <a:latin typeface="Times New Roman"/>
                <a:cs typeface="Times New Roman"/>
              </a:rPr>
              <a:t>is alw</a:t>
            </a:r>
            <a:r>
              <a:rPr sz="1700" spc="-7" dirty="0">
                <a:solidFill>
                  <a:srgbClr val="252525"/>
                </a:solidFill>
                <a:latin typeface="Times New Roman"/>
                <a:cs typeface="Times New Roman"/>
              </a:rPr>
              <a:t>a</a:t>
            </a:r>
            <a:r>
              <a:rPr sz="1700" dirty="0">
                <a:solidFill>
                  <a:srgbClr val="252525"/>
                </a:solidFill>
                <a:latin typeface="Times New Roman"/>
                <a:cs typeface="Times New Roman"/>
              </a:rPr>
              <a:t>ys</a:t>
            </a:r>
            <a:r>
              <a:rPr sz="1700" spc="-2" dirty="0">
                <a:solidFill>
                  <a:srgbClr val="252525"/>
                </a:solidFill>
                <a:latin typeface="Times New Roman"/>
                <a:cs typeface="Times New Roman"/>
              </a:rPr>
              <a:t> 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a:t>
            </a:r>
            <a:r>
              <a:rPr sz="1700" dirty="0">
                <a:solidFill>
                  <a:srgbClr val="252525"/>
                </a:solidFill>
                <a:latin typeface="Times New Roman"/>
                <a:cs typeface="Times New Roman"/>
              </a:rPr>
              <a:t>s </a:t>
            </a:r>
            <a:r>
              <a:rPr sz="1700" spc="-2" dirty="0">
                <a:solidFill>
                  <a:srgbClr val="252525"/>
                </a:solidFill>
                <a:latin typeface="Times New Roman"/>
                <a:cs typeface="Times New Roman"/>
              </a:rPr>
              <a:t>th</a:t>
            </a:r>
            <a:r>
              <a:rPr sz="1700" spc="-7" dirty="0">
                <a:solidFill>
                  <a:srgbClr val="252525"/>
                </a:solidFill>
                <a:latin typeface="Times New Roman"/>
                <a:cs typeface="Times New Roman"/>
              </a:rPr>
              <a:t>a</a:t>
            </a:r>
            <a:r>
              <a:rPr sz="1700" dirty="0">
                <a:solidFill>
                  <a:srgbClr val="252525"/>
                </a:solidFill>
                <a:latin typeface="Times New Roman"/>
                <a:cs typeface="Times New Roman"/>
              </a:rPr>
              <a:t>n 1.</a:t>
            </a:r>
            <a:endParaRPr sz="1700" dirty="0">
              <a:latin typeface="Times New Roman"/>
              <a:cs typeface="Times New Roman"/>
            </a:endParaRPr>
          </a:p>
          <a:p>
            <a:pPr marL="6109" marR="4276">
              <a:spcBef>
                <a:spcPts val="31"/>
              </a:spcBef>
            </a:pPr>
            <a:r>
              <a:rPr sz="1700" b="1" dirty="0">
                <a:solidFill>
                  <a:srgbClr val="252525"/>
                </a:solidFill>
                <a:latin typeface="Times New Roman"/>
                <a:cs typeface="Times New Roman"/>
              </a:rPr>
              <a:t>Sp</a:t>
            </a:r>
            <a:r>
              <a:rPr sz="1700" b="1" spc="-7" dirty="0">
                <a:solidFill>
                  <a:srgbClr val="252525"/>
                </a:solidFill>
                <a:latin typeface="Times New Roman"/>
                <a:cs typeface="Times New Roman"/>
              </a:rPr>
              <a:t>ee</a:t>
            </a:r>
            <a:r>
              <a:rPr sz="1700" b="1" dirty="0">
                <a:solidFill>
                  <a:srgbClr val="252525"/>
                </a:solidFill>
                <a:latin typeface="Times New Roman"/>
                <a:cs typeface="Times New Roman"/>
              </a:rPr>
              <a:t>dup </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nhan</a:t>
            </a:r>
            <a:r>
              <a:rPr sz="1700" b="1" spc="-7" dirty="0">
                <a:solidFill>
                  <a:srgbClr val="252525"/>
                </a:solidFill>
                <a:latin typeface="Times New Roman"/>
                <a:cs typeface="Times New Roman"/>
              </a:rPr>
              <a:t>ce</a:t>
            </a:r>
            <a:r>
              <a:rPr sz="1700" b="1" dirty="0">
                <a:solidFill>
                  <a:srgbClr val="252525"/>
                </a:solidFill>
                <a:latin typeface="Times New Roman"/>
                <a:cs typeface="Times New Roman"/>
              </a:rPr>
              <a:t>d</a:t>
            </a:r>
            <a:r>
              <a:rPr sz="1700" b="1" spc="7" dirty="0">
                <a:solidFill>
                  <a:srgbClr val="252525"/>
                </a:solidFill>
                <a:latin typeface="Times New Roman"/>
                <a:cs typeface="Times New Roman"/>
              </a:rPr>
              <a:t> </a:t>
            </a:r>
            <a:r>
              <a:rPr sz="1700" dirty="0">
                <a:solidFill>
                  <a:srgbClr val="252525"/>
                </a:solidFill>
                <a:latin typeface="Times New Roman"/>
                <a:cs typeface="Times New Roman"/>
              </a:rPr>
              <a:t>– </a:t>
            </a:r>
            <a:r>
              <a:rPr sz="1700" spc="-5" dirty="0">
                <a:solidFill>
                  <a:srgbClr val="252525"/>
                </a:solidFill>
                <a:latin typeface="Times New Roman"/>
                <a:cs typeface="Times New Roman"/>
              </a:rPr>
              <a:t>The improv</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ment</a:t>
            </a:r>
            <a:r>
              <a:rPr sz="1700" spc="5" dirty="0">
                <a:solidFill>
                  <a:srgbClr val="252525"/>
                </a:solidFill>
                <a:latin typeface="Times New Roman"/>
                <a:cs typeface="Times New Roman"/>
              </a:rPr>
              <a:t> </a:t>
            </a:r>
            <a:r>
              <a:rPr sz="1700" spc="-5" dirty="0">
                <a:solidFill>
                  <a:srgbClr val="252525"/>
                </a:solidFill>
                <a:latin typeface="Times New Roman"/>
                <a:cs typeface="Times New Roman"/>
              </a:rPr>
              <a:t>g</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ined</a:t>
            </a:r>
            <a:r>
              <a:rPr sz="1700" spc="2" dirty="0">
                <a:solidFill>
                  <a:srgbClr val="252525"/>
                </a:solidFill>
                <a:latin typeface="Times New Roman"/>
                <a:cs typeface="Times New Roman"/>
              </a:rPr>
              <a:t> </a:t>
            </a:r>
            <a:r>
              <a:rPr sz="1700" dirty="0">
                <a:solidFill>
                  <a:srgbClr val="252525"/>
                </a:solidFill>
                <a:latin typeface="Times New Roman"/>
                <a:cs typeface="Times New Roman"/>
              </a:rPr>
              <a:t>by</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dirty="0">
                <a:solidFill>
                  <a:srgbClr val="252525"/>
                </a:solidFill>
                <a:latin typeface="Times New Roman"/>
                <a:cs typeface="Times New Roman"/>
              </a:rPr>
              <a:t>d</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a:t>
            </a:r>
            <a:r>
              <a:rPr sz="1700" spc="5" dirty="0">
                <a:solidFill>
                  <a:srgbClr val="252525"/>
                </a:solidFill>
                <a:latin typeface="Times New Roman"/>
                <a:cs typeface="Times New Roman"/>
              </a:rPr>
              <a:t> </a:t>
            </a:r>
            <a:r>
              <a:rPr sz="1700" spc="-5" dirty="0">
                <a:solidFill>
                  <a:srgbClr val="252525"/>
                </a:solidFill>
                <a:latin typeface="Times New Roman"/>
                <a:cs typeface="Times New Roman"/>
              </a:rPr>
              <a:t>mode;</a:t>
            </a:r>
            <a:r>
              <a:rPr sz="1700" spc="-2" dirty="0">
                <a:solidFill>
                  <a:srgbClr val="252525"/>
                </a:solidFill>
                <a:latin typeface="Times New Roman"/>
                <a:cs typeface="Times New Roman"/>
              </a:rPr>
              <a:t> that is</a:t>
            </a:r>
            <a:r>
              <a:rPr sz="1700" dirty="0">
                <a:solidFill>
                  <a:srgbClr val="252525"/>
                </a:solidFill>
                <a:latin typeface="Times New Roman"/>
                <a:cs typeface="Times New Roman"/>
              </a:rPr>
              <a:t>, how </a:t>
            </a:r>
            <a:r>
              <a:rPr sz="1700" spc="-5" dirty="0">
                <a:solidFill>
                  <a:srgbClr val="252525"/>
                </a:solidFill>
                <a:latin typeface="Times New Roman"/>
                <a:cs typeface="Times New Roman"/>
              </a:rPr>
              <a:t>much</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faste</a:t>
            </a:r>
            <a:r>
              <a:rPr sz="1700" spc="-2" dirty="0">
                <a:solidFill>
                  <a:srgbClr val="252525"/>
                </a:solidFill>
                <a:latin typeface="Times New Roman"/>
                <a:cs typeface="Times New Roman"/>
              </a:rPr>
              <a:t>r the </a:t>
            </a:r>
            <a:r>
              <a:rPr sz="1700" dirty="0">
                <a:solidFill>
                  <a:srgbClr val="252525"/>
                </a:solidFill>
                <a:latin typeface="Times New Roman"/>
                <a:cs typeface="Times New Roman"/>
              </a:rPr>
              <a:t>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s</a:t>
            </a:r>
            <a:r>
              <a:rPr sz="1700" dirty="0">
                <a:solidFill>
                  <a:srgbClr val="252525"/>
                </a:solidFill>
                <a:latin typeface="Times New Roman"/>
                <a:cs typeface="Times New Roman"/>
              </a:rPr>
              <a:t>k </a:t>
            </a:r>
            <a:r>
              <a:rPr sz="1700" spc="-2" dirty="0">
                <a:solidFill>
                  <a:srgbClr val="252525"/>
                </a:solidFill>
                <a:latin typeface="Times New Roman"/>
                <a:cs typeface="Times New Roman"/>
              </a:rPr>
              <a:t>wo</a:t>
            </a:r>
            <a:r>
              <a:rPr sz="1700" spc="2" dirty="0">
                <a:solidFill>
                  <a:srgbClr val="252525"/>
                </a:solidFill>
                <a:latin typeface="Times New Roman"/>
                <a:cs typeface="Times New Roman"/>
              </a:rPr>
              <a:t>u</a:t>
            </a:r>
            <a:r>
              <a:rPr sz="1700" spc="-2" dirty="0">
                <a:solidFill>
                  <a:srgbClr val="252525"/>
                </a:solidFill>
                <a:latin typeface="Times New Roman"/>
                <a:cs typeface="Times New Roman"/>
              </a:rPr>
              <a:t>ld </a:t>
            </a:r>
            <a:r>
              <a:rPr sz="1700" dirty="0">
                <a:solidFill>
                  <a:srgbClr val="252525"/>
                </a:solidFill>
                <a:latin typeface="Times New Roman"/>
                <a:cs typeface="Times New Roman"/>
              </a:rPr>
              <a:t>run </a:t>
            </a:r>
            <a:r>
              <a:rPr sz="1700" spc="-2" dirty="0">
                <a:solidFill>
                  <a:srgbClr val="252525"/>
                </a:solidFill>
                <a:latin typeface="Times New Roman"/>
                <a:cs typeface="Times New Roman"/>
              </a:rPr>
              <a:t>if the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dirty="0">
                <a:solidFill>
                  <a:srgbClr val="252525"/>
                </a:solidFill>
                <a:latin typeface="Times New Roman"/>
                <a:cs typeface="Times New Roman"/>
              </a:rPr>
              <a:t>d m</a:t>
            </a:r>
            <a:r>
              <a:rPr sz="1700" spc="-5" dirty="0">
                <a:solidFill>
                  <a:srgbClr val="252525"/>
                </a:solidFill>
                <a:latin typeface="Times New Roman"/>
                <a:cs typeface="Times New Roman"/>
              </a:rPr>
              <a:t>ode</a:t>
            </a:r>
            <a:r>
              <a:rPr sz="1700" spc="-2" dirty="0">
                <a:solidFill>
                  <a:srgbClr val="252525"/>
                </a:solidFill>
                <a:latin typeface="Times New Roman"/>
                <a:cs typeface="Times New Roman"/>
              </a:rPr>
              <a:t> w</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dirty="0">
                <a:solidFill>
                  <a:srgbClr val="252525"/>
                </a:solidFill>
                <a:latin typeface="Times New Roman"/>
                <a:cs typeface="Times New Roman"/>
              </a:rPr>
              <a:t>us</a:t>
            </a:r>
            <a:r>
              <a:rPr sz="1700" spc="-2" dirty="0">
                <a:solidFill>
                  <a:srgbClr val="252525"/>
                </a:solidFill>
                <a:latin typeface="Times New Roman"/>
                <a:cs typeface="Times New Roman"/>
              </a:rPr>
              <a:t>e</a:t>
            </a:r>
            <a:r>
              <a:rPr sz="1700" dirty="0">
                <a:solidFill>
                  <a:srgbClr val="252525"/>
                </a:solidFill>
                <a:latin typeface="Times New Roman"/>
                <a:cs typeface="Times New Roman"/>
              </a:rPr>
              <a:t>d f</a:t>
            </a:r>
            <a:r>
              <a:rPr sz="1700" spc="2" dirty="0">
                <a:solidFill>
                  <a:srgbClr val="252525"/>
                </a:solidFill>
                <a:latin typeface="Times New Roman"/>
                <a:cs typeface="Times New Roman"/>
              </a:rPr>
              <a:t>o</a:t>
            </a:r>
            <a:r>
              <a:rPr sz="1700" dirty="0">
                <a:solidFill>
                  <a:srgbClr val="252525"/>
                </a:solidFill>
                <a:latin typeface="Times New Roman"/>
                <a:cs typeface="Times New Roman"/>
              </a:rPr>
              <a:t>r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n</a:t>
            </a:r>
            <a:r>
              <a:rPr sz="1700" dirty="0">
                <a:solidFill>
                  <a:srgbClr val="252525"/>
                </a:solidFill>
                <a:latin typeface="Times New Roman"/>
                <a:cs typeface="Times New Roman"/>
              </a:rPr>
              <a:t>t</a:t>
            </a:r>
            <a:r>
              <a:rPr sz="1700" spc="-2" dirty="0">
                <a:solidFill>
                  <a:srgbClr val="252525"/>
                </a:solidFill>
                <a:latin typeface="Times New Roman"/>
                <a:cs typeface="Times New Roman"/>
              </a:rPr>
              <a:t>ire</a:t>
            </a:r>
            <a:r>
              <a:rPr sz="1700" spc="-5" dirty="0">
                <a:solidFill>
                  <a:srgbClr val="252525"/>
                </a:solidFill>
                <a:latin typeface="Times New Roman"/>
                <a:cs typeface="Times New Roman"/>
              </a:rPr>
              <a:t> </a:t>
            </a:r>
            <a:r>
              <a:rPr sz="1700" dirty="0">
                <a:solidFill>
                  <a:srgbClr val="252525"/>
                </a:solidFill>
                <a:latin typeface="Times New Roman"/>
                <a:cs typeface="Times New Roman"/>
              </a:rPr>
              <a:t>pro</a:t>
            </a:r>
            <a:r>
              <a:rPr sz="1700" spc="-2" dirty="0">
                <a:solidFill>
                  <a:srgbClr val="252525"/>
                </a:solidFill>
                <a:latin typeface="Times New Roman"/>
                <a:cs typeface="Times New Roman"/>
              </a:rPr>
              <a:t>gr</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m.</a:t>
            </a:r>
            <a:endParaRPr sz="1700" dirty="0">
              <a:latin typeface="Times New Roman"/>
              <a:cs typeface="Times New Roman"/>
            </a:endParaRPr>
          </a:p>
          <a:p>
            <a:pPr marL="6109" marR="4887"/>
            <a:endParaRPr lang="en-US" sz="1700" spc="-5" dirty="0">
              <a:solidFill>
                <a:srgbClr val="252525"/>
              </a:solidFill>
              <a:latin typeface="Times New Roman"/>
              <a:cs typeface="Times New Roman"/>
            </a:endParaRPr>
          </a:p>
          <a:p>
            <a:pPr marL="6109" marR="4887"/>
            <a:r>
              <a:rPr sz="1700" spc="-5" dirty="0">
                <a:solidFill>
                  <a:srgbClr val="252525"/>
                </a:solidFill>
                <a:latin typeface="Times New Roman"/>
                <a:cs typeface="Times New Roman"/>
              </a:rPr>
              <a:t>F</a:t>
            </a:r>
            <a:r>
              <a:rPr sz="1700" dirty="0">
                <a:solidFill>
                  <a:srgbClr val="252525"/>
                </a:solidFill>
                <a:latin typeface="Times New Roman"/>
                <a:cs typeface="Times New Roman"/>
              </a:rPr>
              <a:t>or</a:t>
            </a:r>
            <a:r>
              <a:rPr sz="1700" spc="14"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mple</a:t>
            </a:r>
            <a:r>
              <a:rPr sz="1700" spc="14" dirty="0">
                <a:solidFill>
                  <a:srgbClr val="252525"/>
                </a:solidFill>
                <a:latin typeface="Times New Roman"/>
                <a:cs typeface="Times New Roman"/>
              </a:rPr>
              <a:t> </a:t>
            </a:r>
            <a:r>
              <a:rPr sz="1700" dirty="0">
                <a:solidFill>
                  <a:srgbClr val="252525"/>
                </a:solidFill>
                <a:latin typeface="Times New Roman"/>
                <a:cs typeface="Times New Roman"/>
              </a:rPr>
              <a:t>–</a:t>
            </a:r>
            <a:r>
              <a:rPr sz="1700" spc="17" dirty="0">
                <a:solidFill>
                  <a:srgbClr val="252525"/>
                </a:solidFill>
                <a:latin typeface="Times New Roman"/>
                <a:cs typeface="Times New Roman"/>
              </a:rPr>
              <a:t> </a:t>
            </a:r>
            <a:r>
              <a:rPr sz="1700" dirty="0">
                <a:solidFill>
                  <a:srgbClr val="252525"/>
                </a:solidFill>
                <a:latin typeface="Times New Roman"/>
                <a:cs typeface="Times New Roman"/>
              </a:rPr>
              <a:t>If</a:t>
            </a:r>
            <a:r>
              <a:rPr sz="1700" spc="12"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14" dirty="0">
                <a:solidFill>
                  <a:srgbClr val="252525"/>
                </a:solidFill>
                <a:latin typeface="Times New Roman"/>
                <a:cs typeface="Times New Roman"/>
              </a:rPr>
              <a:t> </a:t>
            </a:r>
            <a:r>
              <a:rPr sz="1700" spc="-7" dirty="0">
                <a:solidFill>
                  <a:srgbClr val="252525"/>
                </a:solidFill>
                <a:latin typeface="Times New Roman"/>
                <a:cs typeface="Times New Roman"/>
              </a:rPr>
              <a:t>e</a:t>
            </a:r>
            <a:r>
              <a:rPr sz="1700" dirty="0">
                <a:solidFill>
                  <a:srgbClr val="252525"/>
                </a:solidFill>
                <a:latin typeface="Times New Roman"/>
                <a:cs typeface="Times New Roman"/>
              </a:rPr>
              <a:t>n</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dirty="0">
                <a:solidFill>
                  <a:srgbClr val="252525"/>
                </a:solidFill>
                <a:latin typeface="Times New Roman"/>
                <a:cs typeface="Times New Roman"/>
              </a:rPr>
              <a:t>d</a:t>
            </a:r>
            <a:r>
              <a:rPr sz="1700" spc="14" dirty="0">
                <a:solidFill>
                  <a:srgbClr val="252525"/>
                </a:solidFill>
                <a:latin typeface="Times New Roman"/>
                <a:cs typeface="Times New Roman"/>
              </a:rPr>
              <a:t> </a:t>
            </a:r>
            <a:r>
              <a:rPr sz="1700" spc="-5" dirty="0">
                <a:solidFill>
                  <a:srgbClr val="252525"/>
                </a:solidFill>
                <a:latin typeface="Times New Roman"/>
                <a:cs typeface="Times New Roman"/>
              </a:rPr>
              <a:t>mode</a:t>
            </a:r>
            <a:r>
              <a:rPr sz="1700" spc="14" dirty="0">
                <a:solidFill>
                  <a:srgbClr val="252525"/>
                </a:solidFill>
                <a:latin typeface="Times New Roman"/>
                <a:cs typeface="Times New Roman"/>
              </a:rPr>
              <a:t> </a:t>
            </a:r>
            <a:r>
              <a:rPr sz="1700" spc="-2" dirty="0">
                <a:solidFill>
                  <a:srgbClr val="252525"/>
                </a:solidFill>
                <a:latin typeface="Times New Roman"/>
                <a:cs typeface="Times New Roman"/>
              </a:rPr>
              <a:t>tak</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a:t>
            </a:r>
            <a:r>
              <a:rPr sz="1700" dirty="0">
                <a:solidFill>
                  <a:srgbClr val="252525"/>
                </a:solidFill>
                <a:latin typeface="Times New Roman"/>
                <a:cs typeface="Times New Roman"/>
              </a:rPr>
              <a:t>,</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sa</a:t>
            </a:r>
            <a:r>
              <a:rPr sz="1700" dirty="0">
                <a:solidFill>
                  <a:srgbClr val="252525"/>
                </a:solidFill>
                <a:latin typeface="Times New Roman"/>
                <a:cs typeface="Times New Roman"/>
              </a:rPr>
              <a:t>y</a:t>
            </a:r>
            <a:r>
              <a:rPr sz="1700" spc="14" dirty="0">
                <a:solidFill>
                  <a:srgbClr val="252525"/>
                </a:solidFill>
                <a:latin typeface="Times New Roman"/>
                <a:cs typeface="Times New Roman"/>
              </a:rPr>
              <a:t> </a:t>
            </a:r>
            <a:r>
              <a:rPr sz="1700" dirty="0">
                <a:solidFill>
                  <a:srgbClr val="252525"/>
                </a:solidFill>
                <a:latin typeface="Times New Roman"/>
                <a:cs typeface="Times New Roman"/>
              </a:rPr>
              <a:t>3</a:t>
            </a:r>
            <a:r>
              <a:rPr sz="1700" spc="14" dirty="0">
                <a:solidFill>
                  <a:srgbClr val="252525"/>
                </a:solidFill>
                <a:latin typeface="Times New Roman"/>
                <a:cs typeface="Times New Roman"/>
              </a:rPr>
              <a:t> </a:t>
            </a:r>
            <a:r>
              <a:rPr sz="1700" spc="-2" dirty="0">
                <a:solidFill>
                  <a:srgbClr val="252525"/>
                </a:solidFill>
                <a:latin typeface="Times New Roman"/>
                <a:cs typeface="Times New Roman"/>
              </a:rPr>
              <a:t>se</a:t>
            </a:r>
            <a:r>
              <a:rPr sz="1700" spc="-7" dirty="0">
                <a:solidFill>
                  <a:srgbClr val="252525"/>
                </a:solidFill>
                <a:latin typeface="Times New Roman"/>
                <a:cs typeface="Times New Roman"/>
              </a:rPr>
              <a:t>c</a:t>
            </a:r>
            <a:r>
              <a:rPr sz="1700" dirty="0">
                <a:solidFill>
                  <a:srgbClr val="252525"/>
                </a:solidFill>
                <a:latin typeface="Times New Roman"/>
                <a:cs typeface="Times New Roman"/>
              </a:rPr>
              <a:t>onds</a:t>
            </a:r>
            <a:r>
              <a:rPr sz="1700" spc="17" dirty="0">
                <a:solidFill>
                  <a:srgbClr val="252525"/>
                </a:solidFill>
                <a:latin typeface="Times New Roman"/>
                <a:cs typeface="Times New Roman"/>
              </a:rPr>
              <a:t> </a:t>
            </a:r>
            <a:r>
              <a:rPr sz="1700" dirty="0">
                <a:solidFill>
                  <a:srgbClr val="252525"/>
                </a:solidFill>
                <a:latin typeface="Times New Roman"/>
                <a:cs typeface="Times New Roman"/>
              </a:rPr>
              <a:t>for</a:t>
            </a:r>
            <a:r>
              <a:rPr sz="1700" spc="12"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14" dirty="0">
                <a:solidFill>
                  <a:srgbClr val="252525"/>
                </a:solidFill>
                <a:latin typeface="Times New Roman"/>
                <a:cs typeface="Times New Roman"/>
              </a:rPr>
              <a:t> </a:t>
            </a:r>
            <a:r>
              <a:rPr sz="1700" spc="-2" dirty="0">
                <a:solidFill>
                  <a:srgbClr val="252525"/>
                </a:solidFill>
                <a:latin typeface="Times New Roman"/>
                <a:cs typeface="Times New Roman"/>
              </a:rPr>
              <a:t>portion</a:t>
            </a:r>
            <a:r>
              <a:rPr sz="1700" spc="17" dirty="0">
                <a:solidFill>
                  <a:srgbClr val="252525"/>
                </a:solidFill>
                <a:latin typeface="Times New Roman"/>
                <a:cs typeface="Times New Roman"/>
              </a:rPr>
              <a:t> </a:t>
            </a:r>
            <a:r>
              <a:rPr sz="1700" dirty="0">
                <a:solidFill>
                  <a:srgbClr val="252525"/>
                </a:solidFill>
                <a:latin typeface="Times New Roman"/>
                <a:cs typeface="Times New Roman"/>
              </a:rPr>
              <a:t>of</a:t>
            </a:r>
            <a:r>
              <a:rPr sz="1700" spc="14" dirty="0">
                <a:solidFill>
                  <a:srgbClr val="252525"/>
                </a:solidFill>
                <a:latin typeface="Times New Roman"/>
                <a:cs typeface="Times New Roman"/>
              </a:rPr>
              <a:t> </a:t>
            </a:r>
            <a:r>
              <a:rPr sz="1700" dirty="0">
                <a:solidFill>
                  <a:srgbClr val="252525"/>
                </a:solidFill>
                <a:latin typeface="Times New Roman"/>
                <a:cs typeface="Times New Roman"/>
              </a:rPr>
              <a:t>t</a:t>
            </a:r>
            <a:r>
              <a:rPr sz="1700" spc="-5" dirty="0">
                <a:solidFill>
                  <a:srgbClr val="252525"/>
                </a:solidFill>
                <a:latin typeface="Times New Roman"/>
                <a:cs typeface="Times New Roman"/>
              </a:rPr>
              <a:t>he</a:t>
            </a:r>
            <a:r>
              <a:rPr sz="1700" spc="14" dirty="0">
                <a:solidFill>
                  <a:srgbClr val="252525"/>
                </a:solidFill>
                <a:latin typeface="Times New Roman"/>
                <a:cs typeface="Times New Roman"/>
              </a:rPr>
              <a:t> </a:t>
            </a:r>
            <a:r>
              <a:rPr sz="1700" dirty="0">
                <a:solidFill>
                  <a:srgbClr val="252525"/>
                </a:solidFill>
                <a:latin typeface="Times New Roman"/>
                <a:cs typeface="Times New Roman"/>
              </a:rPr>
              <a:t>prog</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a:t>
            </a:r>
            <a:r>
              <a:rPr sz="1700" spc="17" dirty="0">
                <a:solidFill>
                  <a:srgbClr val="252525"/>
                </a:solidFill>
                <a:latin typeface="Times New Roman"/>
                <a:cs typeface="Times New Roman"/>
              </a:rPr>
              <a:t> </a:t>
            </a:r>
            <a:r>
              <a:rPr sz="1700" spc="-7" dirty="0">
                <a:solidFill>
                  <a:srgbClr val="252525"/>
                </a:solidFill>
                <a:latin typeface="Times New Roman"/>
                <a:cs typeface="Times New Roman"/>
              </a:rPr>
              <a:t>while</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it</a:t>
            </a:r>
            <a:r>
              <a:rPr sz="1700" dirty="0">
                <a:solidFill>
                  <a:srgbClr val="252525"/>
                </a:solidFill>
                <a:latin typeface="Times New Roman"/>
                <a:cs typeface="Times New Roman"/>
              </a:rPr>
              <a:t> </a:t>
            </a:r>
            <a:r>
              <a:rPr sz="1700" spc="-2" dirty="0">
                <a:solidFill>
                  <a:srgbClr val="252525"/>
                </a:solidFill>
                <a:latin typeface="Times New Roman"/>
                <a:cs typeface="Times New Roman"/>
              </a:rPr>
              <a:t>is </a:t>
            </a:r>
            <a:r>
              <a:rPr sz="1700" dirty="0">
                <a:solidFill>
                  <a:srgbClr val="252525"/>
                </a:solidFill>
                <a:latin typeface="Times New Roman"/>
                <a:cs typeface="Times New Roman"/>
              </a:rPr>
              <a:t>6 s</a:t>
            </a:r>
            <a:r>
              <a:rPr sz="1700" spc="-7" dirty="0">
                <a:solidFill>
                  <a:srgbClr val="252525"/>
                </a:solidFill>
                <a:latin typeface="Times New Roman"/>
                <a:cs typeface="Times New Roman"/>
              </a:rPr>
              <a:t>ec</a:t>
            </a:r>
            <a:r>
              <a:rPr sz="1700" dirty="0">
                <a:solidFill>
                  <a:srgbClr val="252525"/>
                </a:solidFill>
                <a:latin typeface="Times New Roman"/>
                <a:cs typeface="Times New Roman"/>
              </a:rPr>
              <a:t>onds</a:t>
            </a:r>
            <a:r>
              <a:rPr sz="1700" spc="-2" dirty="0">
                <a:solidFill>
                  <a:srgbClr val="252525"/>
                </a:solidFill>
                <a:latin typeface="Times New Roman"/>
                <a:cs typeface="Times New Roman"/>
              </a:rPr>
              <a:t> i</a:t>
            </a:r>
            <a:r>
              <a:rPr sz="1700" dirty="0">
                <a:solidFill>
                  <a:srgbClr val="252525"/>
                </a:solidFill>
                <a:latin typeface="Times New Roman"/>
                <a:cs typeface="Times New Roman"/>
              </a:rPr>
              <a:t>n </a:t>
            </a:r>
            <a:r>
              <a:rPr sz="1700" spc="-2" dirty="0">
                <a:solidFill>
                  <a:srgbClr val="252525"/>
                </a:solidFill>
                <a:latin typeface="Times New Roman"/>
                <a:cs typeface="Times New Roman"/>
              </a:rPr>
              <a:t>the </a:t>
            </a:r>
            <a:r>
              <a:rPr sz="1700" dirty="0">
                <a:solidFill>
                  <a:srgbClr val="252525"/>
                </a:solidFill>
                <a:latin typeface="Times New Roman"/>
                <a:cs typeface="Times New Roman"/>
              </a:rPr>
              <a:t>o</a:t>
            </a:r>
            <a:r>
              <a:rPr sz="1700" spc="-5" dirty="0">
                <a:solidFill>
                  <a:srgbClr val="252525"/>
                </a:solidFill>
                <a:latin typeface="Times New Roman"/>
                <a:cs typeface="Times New Roman"/>
              </a:rPr>
              <a:t>r</a:t>
            </a:r>
            <a:r>
              <a:rPr sz="1700" spc="-2" dirty="0">
                <a:solidFill>
                  <a:srgbClr val="252525"/>
                </a:solidFill>
                <a:latin typeface="Times New Roman"/>
                <a:cs typeface="Times New Roman"/>
              </a:rPr>
              <a:t>igin</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5" dirty="0">
                <a:solidFill>
                  <a:srgbClr val="252525"/>
                </a:solidFill>
                <a:latin typeface="Times New Roman"/>
                <a:cs typeface="Times New Roman"/>
              </a:rPr>
              <a:t>mod</a:t>
            </a:r>
            <a:r>
              <a:rPr sz="1700" spc="-7" dirty="0">
                <a:solidFill>
                  <a:srgbClr val="252525"/>
                </a:solidFill>
                <a:latin typeface="Times New Roman"/>
                <a:cs typeface="Times New Roman"/>
              </a:rPr>
              <a:t>e</a:t>
            </a:r>
            <a:r>
              <a:rPr sz="1700" dirty="0">
                <a:solidFill>
                  <a:srgbClr val="252525"/>
                </a:solidFill>
                <a:latin typeface="Times New Roman"/>
                <a:cs typeface="Times New Roman"/>
              </a:rPr>
              <a:t>,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improv</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ment</a:t>
            </a:r>
            <a:r>
              <a:rPr sz="1700" spc="-2" dirty="0">
                <a:solidFill>
                  <a:srgbClr val="252525"/>
                </a:solidFill>
                <a:latin typeface="Times New Roman"/>
                <a:cs typeface="Times New Roman"/>
              </a:rPr>
              <a:t> is</a:t>
            </a:r>
            <a:r>
              <a:rPr sz="1700" dirty="0">
                <a:solidFill>
                  <a:srgbClr val="252525"/>
                </a:solidFill>
                <a:latin typeface="Times New Roman"/>
                <a:cs typeface="Times New Roman"/>
              </a:rPr>
              <a:t> </a:t>
            </a:r>
            <a:r>
              <a:rPr sz="1700" spc="-2" dirty="0">
                <a:solidFill>
                  <a:srgbClr val="252525"/>
                </a:solidFill>
                <a:latin typeface="Times New Roman"/>
                <a:cs typeface="Times New Roman"/>
              </a:rPr>
              <a:t>6/3.</a:t>
            </a:r>
            <a:r>
              <a:rPr sz="1700" dirty="0">
                <a:solidFill>
                  <a:srgbClr val="252525"/>
                </a:solidFill>
                <a:latin typeface="Times New Roman"/>
                <a:cs typeface="Times New Roman"/>
              </a:rPr>
              <a:t> </a:t>
            </a:r>
            <a:r>
              <a:rPr sz="1700" spc="-5" dirty="0">
                <a:solidFill>
                  <a:srgbClr val="252525"/>
                </a:solidFill>
                <a:latin typeface="Times New Roman"/>
                <a:cs typeface="Times New Roman"/>
              </a:rPr>
              <a:t>Thi</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v</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lue is </a:t>
            </a:r>
            <a:r>
              <a:rPr sz="1700" spc="-5" dirty="0">
                <a:solidFill>
                  <a:srgbClr val="252525"/>
                </a:solidFill>
                <a:latin typeface="Times New Roman"/>
                <a:cs typeface="Times New Roman"/>
              </a:rPr>
              <a:t>Sp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 </a:t>
            </a:r>
            <a:r>
              <a:rPr sz="1700" spc="-7" dirty="0">
                <a:solidFill>
                  <a:srgbClr val="252525"/>
                </a:solidFill>
                <a:latin typeface="Times New Roman"/>
                <a:cs typeface="Times New Roman"/>
              </a:rPr>
              <a:t>e</a:t>
            </a:r>
            <a:r>
              <a:rPr sz="1700" dirty="0">
                <a:solidFill>
                  <a:srgbClr val="252525"/>
                </a:solidFill>
                <a:latin typeface="Times New Roman"/>
                <a:cs typeface="Times New Roman"/>
              </a:rPr>
              <a:t>n</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dirty="0">
                <a:solidFill>
                  <a:srgbClr val="252525"/>
                </a:solidFill>
                <a:latin typeface="Times New Roman"/>
                <a:cs typeface="Times New Roman"/>
              </a:rPr>
              <a:t>d. 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 </a:t>
            </a:r>
            <a:r>
              <a:rPr sz="1700" spc="-5" dirty="0">
                <a:solidFill>
                  <a:srgbClr val="252525"/>
                </a:solidFill>
                <a:latin typeface="Times New Roman"/>
                <a:cs typeface="Times New Roman"/>
              </a:rPr>
              <a:t>Enh</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dirty="0">
                <a:solidFill>
                  <a:srgbClr val="252525"/>
                </a:solidFill>
                <a:latin typeface="Times New Roman"/>
                <a:cs typeface="Times New Roman"/>
              </a:rPr>
              <a:t>d </a:t>
            </a:r>
            <a:r>
              <a:rPr sz="1700" spc="-2" dirty="0">
                <a:solidFill>
                  <a:srgbClr val="252525"/>
                </a:solidFill>
                <a:latin typeface="Times New Roman"/>
                <a:cs typeface="Times New Roman"/>
              </a:rPr>
              <a:t>is </a:t>
            </a:r>
            <a:r>
              <a:rPr sz="1700" spc="-5" dirty="0">
                <a:solidFill>
                  <a:srgbClr val="252525"/>
                </a:solidFill>
                <a:latin typeface="Times New Roman"/>
                <a:cs typeface="Times New Roman"/>
              </a:rPr>
              <a:t>a</a:t>
            </a:r>
            <a:r>
              <a:rPr sz="1700" dirty="0">
                <a:solidFill>
                  <a:srgbClr val="252525"/>
                </a:solidFill>
                <a:latin typeface="Times New Roman"/>
                <a:cs typeface="Times New Roman"/>
              </a:rPr>
              <a:t>l</a:t>
            </a:r>
            <a:r>
              <a:rPr sz="1700" spc="-2" dirty="0">
                <a:solidFill>
                  <a:srgbClr val="252525"/>
                </a:solidFill>
                <a:latin typeface="Times New Roman"/>
                <a:cs typeface="Times New Roman"/>
              </a:rPr>
              <a:t>w</a:t>
            </a:r>
            <a:r>
              <a:rPr sz="1700" spc="-5" dirty="0">
                <a:solidFill>
                  <a:srgbClr val="252525"/>
                </a:solidFill>
                <a:latin typeface="Times New Roman"/>
                <a:cs typeface="Times New Roman"/>
              </a:rPr>
              <a:t>a</a:t>
            </a:r>
            <a:r>
              <a:rPr sz="1700" dirty="0">
                <a:solidFill>
                  <a:srgbClr val="252525"/>
                </a:solidFill>
                <a:latin typeface="Times New Roman"/>
                <a:cs typeface="Times New Roman"/>
              </a:rPr>
              <a:t>ys</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gre</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ter</a:t>
            </a:r>
            <a:r>
              <a:rPr sz="1700" spc="-5" dirty="0">
                <a:solidFill>
                  <a:srgbClr val="252525"/>
                </a:solidFill>
                <a:latin typeface="Times New Roman"/>
                <a:cs typeface="Times New Roman"/>
              </a:rPr>
              <a:t> than</a:t>
            </a:r>
            <a:r>
              <a:rPr sz="1700" spc="-2" dirty="0">
                <a:solidFill>
                  <a:srgbClr val="252525"/>
                </a:solidFill>
                <a:latin typeface="Times New Roman"/>
                <a:cs typeface="Times New Roman"/>
              </a:rPr>
              <a:t> </a:t>
            </a:r>
            <a:r>
              <a:rPr sz="1700" dirty="0">
                <a:solidFill>
                  <a:srgbClr val="252525"/>
                </a:solidFill>
                <a:latin typeface="Times New Roman"/>
                <a:cs typeface="Times New Roman"/>
              </a:rPr>
              <a:t>1.</a:t>
            </a:r>
            <a:endParaRPr sz="1700" dirty="0">
              <a:latin typeface="Times New Roman"/>
              <a:cs typeface="Times New Roman"/>
            </a:endParaRPr>
          </a:p>
        </p:txBody>
      </p:sp>
    </p:spTree>
    <p:extLst>
      <p:ext uri="{BB962C8B-B14F-4D97-AF65-F5344CB8AC3E}">
        <p14:creationId xmlns:p14="http://schemas.microsoft.com/office/powerpoint/2010/main" val="1742021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072DB-2B4E-30C1-D128-F7C59A3DCFE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1050889-BC94-34BC-CEF3-6F17E5BA70E7}"/>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8D83719-7731-C5CB-2961-36A181C2DB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D5F3FE2-22DC-81DC-ACA9-731A54A6949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303D210-D2F0-F552-2512-DA9743C660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B6BACC26-0556-C2BB-9505-E6CD90679878}"/>
              </a:ext>
            </a:extLst>
          </p:cNvPr>
          <p:cNvSpPr txBox="1"/>
          <p:nvPr/>
        </p:nvSpPr>
        <p:spPr>
          <a:xfrm>
            <a:off x="990600" y="742950"/>
            <a:ext cx="7198586" cy="261610"/>
          </a:xfrm>
          <a:prstGeom prst="rect">
            <a:avLst/>
          </a:prstGeom>
        </p:spPr>
        <p:txBody>
          <a:bodyPr vert="horz" wrap="square" lIns="0" tIns="0" rIns="0" bIns="0" rtlCol="0">
            <a:spAutoFit/>
          </a:bodyPr>
          <a:lstStyle/>
          <a:p>
            <a:pPr marL="6109" algn="just"/>
            <a:r>
              <a:rPr sz="1700" spc="-5" dirty="0">
                <a:solidFill>
                  <a:srgbClr val="252525"/>
                </a:solidFill>
                <a:latin typeface="Times New Roman"/>
                <a:cs typeface="Times New Roman"/>
              </a:rPr>
              <a:t>The ov</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ll</a:t>
            </a:r>
            <a:r>
              <a:rPr sz="1700" dirty="0">
                <a:solidFill>
                  <a:srgbClr val="252525"/>
                </a:solidFill>
                <a:latin typeface="Times New Roman"/>
                <a:cs typeface="Times New Roman"/>
              </a:rPr>
              <a:t> 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 of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 </a:t>
            </a:r>
            <a:r>
              <a:rPr sz="1700" spc="-5" dirty="0">
                <a:solidFill>
                  <a:srgbClr val="252525"/>
                </a:solidFill>
                <a:latin typeface="Times New Roman"/>
                <a:cs typeface="Times New Roman"/>
              </a:rPr>
              <a:t>tim</a:t>
            </a:r>
            <a:r>
              <a:rPr sz="1700" dirty="0">
                <a:solidFill>
                  <a:srgbClr val="252525"/>
                </a:solidFill>
                <a:latin typeface="Times New Roman"/>
                <a:cs typeface="Times New Roman"/>
              </a:rPr>
              <a:t>e.</a:t>
            </a:r>
            <a:endParaRPr sz="1700" dirty="0">
              <a:latin typeface="Times New Roman"/>
              <a:cs typeface="Times New Roman"/>
            </a:endParaRPr>
          </a:p>
        </p:txBody>
      </p:sp>
      <p:sp>
        <p:nvSpPr>
          <p:cNvPr id="4" name="object 3">
            <a:extLst>
              <a:ext uri="{FF2B5EF4-FFF2-40B4-BE49-F238E27FC236}">
                <a16:creationId xmlns:a16="http://schemas.microsoft.com/office/drawing/2014/main" id="{182FB785-F345-10B5-B76C-68EA3FCFFE6D}"/>
              </a:ext>
            </a:extLst>
          </p:cNvPr>
          <p:cNvSpPr/>
          <p:nvPr/>
        </p:nvSpPr>
        <p:spPr>
          <a:xfrm>
            <a:off x="2209800" y="1276350"/>
            <a:ext cx="4267200" cy="1981200"/>
          </a:xfrm>
          <a:prstGeom prst="rect">
            <a:avLst/>
          </a:prstGeom>
          <a:blipFill>
            <a:blip r:embed="rId6" cstate="print"/>
            <a:stretch>
              <a:fillRect/>
            </a:stretch>
          </a:blipFill>
        </p:spPr>
        <p:txBody>
          <a:bodyPr wrap="square" lIns="0" tIns="0" rIns="0" bIns="0" rtlCol="0"/>
          <a:lstStyle/>
          <a:p>
            <a:endParaRPr sz="866" dirty="0"/>
          </a:p>
        </p:txBody>
      </p:sp>
    </p:spTree>
    <p:extLst>
      <p:ext uri="{BB962C8B-B14F-4D97-AF65-F5344CB8AC3E}">
        <p14:creationId xmlns:p14="http://schemas.microsoft.com/office/powerpoint/2010/main" val="3856296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96BD-0421-57F5-C280-FF082D62E6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5F2B1D-A8DF-E18C-9000-2C164C71EBC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5B60983-F424-8C3B-19AD-A60BF6887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087CF14-B008-FE02-7187-FF7543F0505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6A82B2E-5A5A-E6D7-B578-7D8EEB6B83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25612" y="757473"/>
            <a:ext cx="7127788" cy="3400931"/>
          </a:xfrm>
          <a:prstGeom prst="rect">
            <a:avLst/>
          </a:prstGeom>
        </p:spPr>
        <p:txBody>
          <a:bodyPr vert="horz" wrap="square" lIns="0" tIns="0" rIns="0" bIns="0" rtlCol="0">
            <a:spAutoFit/>
          </a:bodyPr>
          <a:lstStyle/>
          <a:p>
            <a:pPr marL="6109"/>
            <a:r>
              <a:rPr sz="1700" b="1" spc="-5" dirty="0">
                <a:solidFill>
                  <a:srgbClr val="252525"/>
                </a:solidFill>
                <a:latin typeface="Times New Roman"/>
                <a:cs typeface="Times New Roman"/>
              </a:rPr>
              <a:t>P</a:t>
            </a:r>
            <a:r>
              <a:rPr sz="1700" b="1" spc="-10" dirty="0">
                <a:solidFill>
                  <a:srgbClr val="252525"/>
                </a:solidFill>
                <a:latin typeface="Times New Roman"/>
                <a:cs typeface="Times New Roman"/>
              </a:rPr>
              <a:t>r</a:t>
            </a:r>
            <a:r>
              <a:rPr sz="1700" b="1" dirty="0">
                <a:solidFill>
                  <a:srgbClr val="252525"/>
                </a:solidFill>
                <a:latin typeface="Times New Roman"/>
                <a:cs typeface="Times New Roman"/>
              </a:rPr>
              <a:t>oof:</a:t>
            </a:r>
            <a:endParaRPr sz="1700" dirty="0">
              <a:latin typeface="Times New Roman"/>
              <a:cs typeface="Times New Roman"/>
            </a:endParaRPr>
          </a:p>
          <a:p>
            <a:pPr>
              <a:spcBef>
                <a:spcPts val="18"/>
              </a:spcBef>
            </a:pPr>
            <a:endParaRPr sz="1700" dirty="0">
              <a:latin typeface="Times New Roman"/>
              <a:cs typeface="Times New Roman"/>
            </a:endParaRPr>
          </a:p>
          <a:p>
            <a:pPr marL="6109" marR="16188" algn="just"/>
            <a:r>
              <a:rPr sz="1700" spc="-10" dirty="0">
                <a:solidFill>
                  <a:srgbClr val="252525"/>
                </a:solidFill>
                <a:latin typeface="Times New Roman"/>
                <a:cs typeface="Times New Roman"/>
              </a:rPr>
              <a:t>W</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e</a:t>
            </a:r>
            <a:r>
              <a:rPr sz="1700" dirty="0">
                <a:solidFill>
                  <a:srgbClr val="252525"/>
                </a:solidFill>
                <a:latin typeface="Times New Roman"/>
                <a:cs typeface="Times New Roman"/>
              </a:rPr>
              <a:t>n </a:t>
            </a:r>
            <a:r>
              <a:rPr sz="1700" spc="-5" dirty="0">
                <a:solidFill>
                  <a:srgbClr val="252525"/>
                </a:solidFill>
                <a:latin typeface="Times New Roman"/>
                <a:cs typeface="Times New Roman"/>
              </a:rPr>
              <a:t>a</a:t>
            </a:r>
            <a:r>
              <a:rPr sz="1700" spc="-2" dirty="0">
                <a:solidFill>
                  <a:srgbClr val="252525"/>
                </a:solidFill>
                <a:latin typeface="Times New Roman"/>
                <a:cs typeface="Times New Roman"/>
              </a:rPr>
              <a:t> </a:t>
            </a:r>
            <a:r>
              <a:rPr sz="1700" dirty="0">
                <a:solidFill>
                  <a:srgbClr val="252525"/>
                </a:solidFill>
                <a:latin typeface="Times New Roman"/>
                <a:cs typeface="Times New Roman"/>
              </a:rPr>
              <a:t>pro</a:t>
            </a:r>
            <a:r>
              <a:rPr sz="1700" spc="2" dirty="0">
                <a:solidFill>
                  <a:srgbClr val="252525"/>
                </a:solidFill>
                <a:latin typeface="Times New Roman"/>
                <a:cs typeface="Times New Roman"/>
              </a:rPr>
              <a:t>g</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2" dirty="0">
                <a:solidFill>
                  <a:srgbClr val="252525"/>
                </a:solidFill>
                <a:latin typeface="Times New Roman"/>
                <a:cs typeface="Times New Roman"/>
              </a:rPr>
              <a:t>i</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dirty="0">
                <a:solidFill>
                  <a:srgbClr val="252525"/>
                </a:solidFill>
                <a:latin typeface="Times New Roman"/>
                <a:cs typeface="Times New Roman"/>
              </a:rPr>
              <a:t>run </a:t>
            </a:r>
            <a:r>
              <a:rPr sz="1700" spc="2" dirty="0">
                <a:solidFill>
                  <a:srgbClr val="252525"/>
                </a:solidFill>
                <a:latin typeface="Times New Roman"/>
                <a:cs typeface="Times New Roman"/>
              </a:rPr>
              <a:t>o</a:t>
            </a:r>
            <a:r>
              <a:rPr sz="1700" dirty="0">
                <a:solidFill>
                  <a:srgbClr val="252525"/>
                </a:solidFill>
                <a:latin typeface="Times New Roman"/>
                <a:cs typeface="Times New Roman"/>
              </a:rPr>
              <a:t>n </a:t>
            </a:r>
            <a:r>
              <a:rPr sz="1700" spc="-5" dirty="0">
                <a:solidFill>
                  <a:srgbClr val="252525"/>
                </a:solidFill>
                <a:latin typeface="Times New Roman"/>
                <a:cs typeface="Times New Roman"/>
              </a:rPr>
              <a:t>a</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7" dirty="0">
                <a:solidFill>
                  <a:srgbClr val="252525"/>
                </a:solidFill>
                <a:latin typeface="Times New Roman"/>
                <a:cs typeface="Times New Roman"/>
              </a:rPr>
              <a:t>e</a:t>
            </a:r>
            <a:r>
              <a:rPr sz="1700" dirty="0">
                <a:solidFill>
                  <a:srgbClr val="252525"/>
                </a:solidFill>
                <a:latin typeface="Times New Roman"/>
                <a:cs typeface="Times New Roman"/>
              </a:rPr>
              <a:t>r </a:t>
            </a:r>
            <a:r>
              <a:rPr sz="1700" spc="-2" dirty="0">
                <a:solidFill>
                  <a:srgbClr val="252525"/>
                </a:solidFill>
                <a:latin typeface="Times New Roman"/>
                <a:cs typeface="Times New Roman"/>
              </a:rPr>
              <a:t>the</a:t>
            </a:r>
            <a:r>
              <a:rPr sz="1700" dirty="0">
                <a:solidFill>
                  <a:srgbClr val="252525"/>
                </a:solidFill>
                <a:latin typeface="Times New Roman"/>
                <a:cs typeface="Times New Roman"/>
              </a:rPr>
              <a:t>n </a:t>
            </a:r>
            <a:r>
              <a:rPr sz="1700" spc="-2" dirty="0">
                <a:solidFill>
                  <a:srgbClr val="252525"/>
                </a:solidFill>
                <a:latin typeface="Times New Roman"/>
                <a:cs typeface="Times New Roman"/>
              </a:rPr>
              <a:t>the </a:t>
            </a:r>
            <a:r>
              <a:rPr sz="1700" spc="-10"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a:t>
            </a:r>
            <a:r>
              <a:rPr sz="1700" spc="-5" dirty="0">
                <a:solidFill>
                  <a:srgbClr val="252525"/>
                </a:solidFill>
                <a:latin typeface="Times New Roman"/>
                <a:cs typeface="Times New Roman"/>
              </a:rPr>
              <a:t>may</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be </a:t>
            </a:r>
            <a:r>
              <a:rPr sz="1700" spc="-2" dirty="0">
                <a:solidFill>
                  <a:srgbClr val="252525"/>
                </a:solidFill>
                <a:latin typeface="Times New Roman"/>
                <a:cs typeface="Times New Roman"/>
              </a:rPr>
              <a:t>seri</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ar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dirty="0">
                <a:solidFill>
                  <a:srgbClr val="252525"/>
                </a:solidFill>
                <a:latin typeface="Times New Roman"/>
                <a:cs typeface="Times New Roman"/>
              </a:rPr>
              <a:t> or </a:t>
            </a:r>
            <a:r>
              <a:rPr sz="1700" spc="-2" dirty="0">
                <a:solidFill>
                  <a:srgbClr val="252525"/>
                </a:solidFill>
                <a:latin typeface="Times New Roman"/>
                <a:cs typeface="Times New Roman"/>
              </a:rPr>
              <a:t>both.</a:t>
            </a:r>
            <a:r>
              <a:rPr sz="1700" dirty="0">
                <a:solidFill>
                  <a:srgbClr val="252525"/>
                </a:solidFill>
                <a:latin typeface="Times New Roman"/>
                <a:cs typeface="Times New Roman"/>
              </a:rPr>
              <a:t> </a:t>
            </a:r>
            <a:r>
              <a:rPr sz="1700" spc="-2" dirty="0">
                <a:solidFill>
                  <a:srgbClr val="252525"/>
                </a:solidFill>
                <a:latin typeface="Times New Roman"/>
                <a:cs typeface="Times New Roman"/>
              </a:rPr>
              <a:t>A</a:t>
            </a:r>
            <a:r>
              <a:rPr sz="1700" dirty="0">
                <a:solidFill>
                  <a:srgbClr val="252525"/>
                </a:solidFill>
                <a:latin typeface="Times New Roman"/>
                <a:cs typeface="Times New Roman"/>
              </a:rPr>
              <a:t>t </a:t>
            </a:r>
            <a:r>
              <a:rPr sz="1700" spc="-5" dirty="0">
                <a:solidFill>
                  <a:srgbClr val="252525"/>
                </a:solidFill>
                <a:latin typeface="Times New Roman"/>
                <a:cs typeface="Times New Roman"/>
              </a:rPr>
              <a:t>tim</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a:t>
            </a:r>
            <a:r>
              <a:rPr sz="1700"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re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wil</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2" dirty="0">
                <a:solidFill>
                  <a:srgbClr val="252525"/>
                </a:solidFill>
                <a:latin typeface="Times New Roman"/>
                <a:cs typeface="Times New Roman"/>
              </a:rPr>
              <a:t> 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rt</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in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art</a:t>
            </a:r>
            <a:r>
              <a:rPr sz="1700" dirty="0">
                <a:solidFill>
                  <a:srgbClr val="252525"/>
                </a:solidFill>
                <a:latin typeface="Times New Roman"/>
                <a:cs typeface="Times New Roman"/>
              </a:rPr>
              <a:t> of</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the </a:t>
            </a:r>
            <a:r>
              <a:rPr sz="1700" spc="2" dirty="0">
                <a:solidFill>
                  <a:srgbClr val="252525"/>
                </a:solidFill>
                <a:latin typeface="Times New Roman"/>
                <a:cs typeface="Times New Roman"/>
              </a:rPr>
              <a:t>p</a:t>
            </a:r>
            <a:r>
              <a:rPr sz="1700" dirty="0">
                <a:solidFill>
                  <a:srgbClr val="252525"/>
                </a:solidFill>
                <a:latin typeface="Times New Roman"/>
                <a:cs typeface="Times New Roman"/>
              </a:rPr>
              <a:t>rog</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7" dirty="0">
                <a:solidFill>
                  <a:srgbClr val="252525"/>
                </a:solidFill>
                <a:latin typeface="Times New Roman"/>
                <a:cs typeface="Times New Roman"/>
              </a:rPr>
              <a:t>whic</a:t>
            </a:r>
            <a:r>
              <a:rPr sz="1700" spc="-5" dirty="0">
                <a:solidFill>
                  <a:srgbClr val="252525"/>
                </a:solidFill>
                <a:latin typeface="Times New Roman"/>
                <a:cs typeface="Times New Roman"/>
              </a:rPr>
              <a:t>h</a:t>
            </a:r>
            <a:r>
              <a:rPr sz="1700" dirty="0">
                <a:solidFill>
                  <a:srgbClr val="252525"/>
                </a:solidFill>
                <a:latin typeface="Times New Roman"/>
                <a:cs typeface="Times New Roman"/>
              </a:rPr>
              <a:t> </a:t>
            </a:r>
            <a:r>
              <a:rPr sz="1700" spc="2" dirty="0">
                <a:solidFill>
                  <a:srgbClr val="252525"/>
                </a:solidFill>
                <a:latin typeface="Times New Roman"/>
                <a:cs typeface="Times New Roman"/>
              </a:rPr>
              <a:t>h</a:t>
            </a:r>
            <a:r>
              <a:rPr sz="1700" spc="-7" dirty="0">
                <a:solidFill>
                  <a:srgbClr val="252525"/>
                </a:solidFill>
                <a:latin typeface="Times New Roman"/>
                <a:cs typeface="Times New Roman"/>
              </a:rPr>
              <a:t>a</a:t>
            </a:r>
            <a:r>
              <a:rPr sz="1700" dirty="0">
                <a:solidFill>
                  <a:srgbClr val="252525"/>
                </a:solidFill>
                <a:latin typeface="Times New Roman"/>
                <a:cs typeface="Times New Roman"/>
              </a:rPr>
              <a:t>s</a:t>
            </a:r>
            <a:r>
              <a:rPr sz="1700" spc="-2" dirty="0">
                <a:solidFill>
                  <a:srgbClr val="252525"/>
                </a:solidFill>
                <a:latin typeface="Times New Roman"/>
                <a:cs typeface="Times New Roman"/>
              </a:rPr>
              <a:t> to </a:t>
            </a:r>
            <a:r>
              <a:rPr sz="1700" dirty="0">
                <a:solidFill>
                  <a:srgbClr val="252525"/>
                </a:solidFill>
                <a:latin typeface="Times New Roman"/>
                <a:cs typeface="Times New Roman"/>
              </a:rPr>
              <a:t>run</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seri</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dirty="0">
                <a:solidFill>
                  <a:srgbClr val="252525"/>
                </a:solidFill>
                <a:latin typeface="Times New Roman"/>
                <a:cs typeface="Times New Roman"/>
              </a:rPr>
              <a:t>y. </a:t>
            </a:r>
            <a:r>
              <a:rPr sz="1700" spc="-5" dirty="0">
                <a:solidFill>
                  <a:srgbClr val="252525"/>
                </a:solidFill>
                <a:latin typeface="Times New Roman"/>
                <a:cs typeface="Times New Roman"/>
              </a:rPr>
              <a:t>This</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pa</a:t>
            </a:r>
            <a:r>
              <a:rPr sz="1700" spc="-7" dirty="0">
                <a:solidFill>
                  <a:srgbClr val="252525"/>
                </a:solidFill>
                <a:latin typeface="Times New Roman"/>
                <a:cs typeface="Times New Roman"/>
              </a:rPr>
              <a:t>r</a:t>
            </a:r>
            <a:r>
              <a:rPr sz="1700" spc="-2" dirty="0">
                <a:solidFill>
                  <a:srgbClr val="252525"/>
                </a:solidFill>
                <a:latin typeface="Times New Roman"/>
                <a:cs typeface="Times New Roman"/>
              </a:rPr>
              <a:t>t is </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rm</a:t>
            </a:r>
            <a:r>
              <a:rPr sz="1700" spc="-10" dirty="0">
                <a:solidFill>
                  <a:srgbClr val="252525"/>
                </a:solidFill>
                <a:latin typeface="Times New Roman"/>
                <a:cs typeface="Times New Roman"/>
              </a:rPr>
              <a:t>e</a:t>
            </a:r>
            <a:r>
              <a:rPr sz="1700" dirty="0">
                <a:solidFill>
                  <a:srgbClr val="252525"/>
                </a:solidFill>
                <a:latin typeface="Times New Roman"/>
                <a:cs typeface="Times New Roman"/>
              </a:rPr>
              <a:t>d </a:t>
            </a:r>
            <a:r>
              <a:rPr sz="1700" spc="-2" dirty="0">
                <a:solidFill>
                  <a:srgbClr val="252525"/>
                </a:solidFill>
                <a:latin typeface="Times New Roman"/>
                <a:cs typeface="Times New Roman"/>
              </a:rPr>
              <a:t>to </a:t>
            </a:r>
            <a:r>
              <a:rPr sz="1700" spc="-5" dirty="0">
                <a:solidFill>
                  <a:srgbClr val="252525"/>
                </a:solidFill>
                <a:latin typeface="Times New Roman"/>
                <a:cs typeface="Times New Roman"/>
              </a:rPr>
              <a:t>be</a:t>
            </a:r>
            <a:r>
              <a:rPr sz="1700" dirty="0">
                <a:solidFill>
                  <a:srgbClr val="252525"/>
                </a:solidFill>
                <a:latin typeface="Times New Roman"/>
                <a:cs typeface="Times New Roman"/>
              </a:rPr>
              <a:t> </a:t>
            </a:r>
            <a:r>
              <a:rPr sz="1700" spc="-5" dirty="0">
                <a:solidFill>
                  <a:srgbClr val="252525"/>
                </a:solidFill>
                <a:latin typeface="Times New Roman"/>
                <a:cs typeface="Times New Roman"/>
              </a:rPr>
              <a:t>a </a:t>
            </a:r>
            <a:r>
              <a:rPr sz="1700" spc="-2" dirty="0">
                <a:solidFill>
                  <a:srgbClr val="252525"/>
                </a:solidFill>
                <a:latin typeface="Times New Roman"/>
                <a:cs typeface="Times New Roman"/>
              </a:rPr>
              <a:t>se</a:t>
            </a:r>
            <a:r>
              <a:rPr sz="1700" dirty="0">
                <a:solidFill>
                  <a:srgbClr val="252525"/>
                </a:solidFill>
                <a:latin typeface="Times New Roman"/>
                <a:cs typeface="Times New Roman"/>
              </a:rPr>
              <a:t>q</a:t>
            </a:r>
            <a:r>
              <a:rPr sz="1700" spc="5" dirty="0">
                <a:solidFill>
                  <a:srgbClr val="252525"/>
                </a:solidFill>
                <a:latin typeface="Times New Roman"/>
                <a:cs typeface="Times New Roman"/>
              </a:rPr>
              <a:t>u</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r>
              <a:rPr sz="1700" dirty="0">
                <a:solidFill>
                  <a:srgbClr val="252525"/>
                </a:solidFill>
                <a:latin typeface="Times New Roman"/>
                <a:cs typeface="Times New Roman"/>
              </a:rPr>
              <a:t> f</a:t>
            </a:r>
            <a:r>
              <a:rPr sz="1700" spc="-2" dirty="0">
                <a:solidFill>
                  <a:srgbClr val="252525"/>
                </a:solidFill>
                <a:latin typeface="Times New Roman"/>
                <a:cs typeface="Times New Roman"/>
              </a:rPr>
              <a:t>ra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of</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omputing.</a:t>
            </a:r>
            <a:endParaRPr sz="1700" dirty="0">
              <a:latin typeface="Times New Roman"/>
              <a:cs typeface="Times New Roman"/>
            </a:endParaRPr>
          </a:p>
          <a:p>
            <a:pPr marL="6109" marR="2443"/>
            <a:r>
              <a:rPr sz="1700" spc="-5" dirty="0">
                <a:solidFill>
                  <a:srgbClr val="252525"/>
                </a:solidFill>
                <a:latin typeface="Times New Roman"/>
                <a:cs typeface="Times New Roman"/>
              </a:rPr>
              <a:t>Consid</a:t>
            </a:r>
            <a:r>
              <a:rPr sz="1700" spc="-7" dirty="0">
                <a:solidFill>
                  <a:srgbClr val="252525"/>
                </a:solidFill>
                <a:latin typeface="Times New Roman"/>
                <a:cs typeface="Times New Roman"/>
              </a:rPr>
              <a:t>e</a:t>
            </a:r>
            <a:r>
              <a:rPr sz="1700" dirty="0">
                <a:solidFill>
                  <a:srgbClr val="252525"/>
                </a:solidFill>
                <a:latin typeface="Times New Roman"/>
                <a:cs typeface="Times New Roman"/>
              </a:rPr>
              <a:t>r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se</a:t>
            </a:r>
            <a:r>
              <a:rPr sz="1700" spc="-5" dirty="0">
                <a:solidFill>
                  <a:srgbClr val="252525"/>
                </a:solidFill>
                <a:latin typeface="Times New Roman"/>
                <a:cs typeface="Times New Roman"/>
              </a:rPr>
              <a:t>qu</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nti</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2" dirty="0">
                <a:solidFill>
                  <a:srgbClr val="252525"/>
                </a:solidFill>
                <a:latin typeface="Times New Roman"/>
                <a:cs typeface="Times New Roman"/>
              </a:rPr>
              <a:t>f</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of</a:t>
            </a:r>
            <a:r>
              <a:rPr sz="1700" spc="-2" dirty="0">
                <a:solidFill>
                  <a:srgbClr val="252525"/>
                </a:solidFill>
                <a:latin typeface="Times New Roman"/>
                <a:cs typeface="Times New Roman"/>
              </a:rPr>
              <a:t> the </a:t>
            </a:r>
            <a:r>
              <a:rPr sz="1700" dirty="0">
                <a:solidFill>
                  <a:srgbClr val="252525"/>
                </a:solidFill>
                <a:latin typeface="Times New Roman"/>
                <a:cs typeface="Times New Roman"/>
              </a:rPr>
              <a:t>p</a:t>
            </a:r>
            <a:r>
              <a:rPr sz="1700" spc="-5" dirty="0">
                <a:solidFill>
                  <a:srgbClr val="252525"/>
                </a:solidFill>
                <a:latin typeface="Times New Roman"/>
                <a:cs typeface="Times New Roman"/>
              </a:rPr>
              <a:t>r</a:t>
            </a:r>
            <a:r>
              <a:rPr sz="1700" dirty="0">
                <a:solidFill>
                  <a:srgbClr val="252525"/>
                </a:solidFill>
                <a:latin typeface="Times New Roman"/>
                <a:cs typeface="Times New Roman"/>
              </a:rPr>
              <a:t>o</a:t>
            </a:r>
            <a:r>
              <a:rPr sz="1700" spc="5" dirty="0">
                <a:solidFill>
                  <a:srgbClr val="252525"/>
                </a:solidFill>
                <a:latin typeface="Times New Roman"/>
                <a:cs typeface="Times New Roman"/>
              </a:rPr>
              <a:t>g</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2" dirty="0">
                <a:solidFill>
                  <a:srgbClr val="252525"/>
                </a:solidFill>
                <a:latin typeface="Times New Roman"/>
                <a:cs typeface="Times New Roman"/>
              </a:rPr>
              <a:t>t</a:t>
            </a:r>
            <a:r>
              <a:rPr sz="1700" dirty="0">
                <a:solidFill>
                  <a:srgbClr val="252525"/>
                </a:solidFill>
                <a:latin typeface="Times New Roman"/>
                <a:cs typeface="Times New Roman"/>
              </a:rPr>
              <a:t>o</a:t>
            </a:r>
            <a:r>
              <a:rPr sz="1700" spc="5" dirty="0">
                <a:solidFill>
                  <a:srgbClr val="252525"/>
                </a:solidFill>
                <a:latin typeface="Times New Roman"/>
                <a:cs typeface="Times New Roman"/>
              </a:rPr>
              <a:t>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F</a:t>
            </a:r>
            <a:r>
              <a:rPr sz="1700" dirty="0">
                <a:solidFill>
                  <a:srgbClr val="252525"/>
                </a:solidFill>
                <a:latin typeface="Times New Roman"/>
                <a:cs typeface="Times New Roman"/>
              </a:rPr>
              <a:t>. </a:t>
            </a:r>
            <a:r>
              <a:rPr sz="1700" spc="-5" dirty="0">
                <a:solidFill>
                  <a:srgbClr val="252525"/>
                </a:solidFill>
                <a:latin typeface="Times New Roman"/>
                <a:cs typeface="Times New Roman"/>
              </a:rPr>
              <a:t>T</a:t>
            </a:r>
            <a:r>
              <a:rPr sz="1700" spc="-2" dirty="0">
                <a:solidFill>
                  <a:srgbClr val="252525"/>
                </a:solidFill>
                <a:latin typeface="Times New Roman"/>
                <a:cs typeface="Times New Roman"/>
              </a:rPr>
              <a:t>h</a:t>
            </a:r>
            <a:r>
              <a:rPr sz="1700" spc="-7" dirty="0">
                <a:solidFill>
                  <a:srgbClr val="252525"/>
                </a:solidFill>
                <a:latin typeface="Times New Roman"/>
                <a:cs typeface="Times New Roman"/>
              </a:rPr>
              <a:t>e</a:t>
            </a:r>
            <a:r>
              <a:rPr sz="1700" dirty="0">
                <a:solidFill>
                  <a:srgbClr val="252525"/>
                </a:solidFill>
                <a:latin typeface="Times New Roman"/>
                <a:cs typeface="Times New Roman"/>
              </a:rPr>
              <a:t>n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p</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2"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of</a:t>
            </a:r>
            <a:r>
              <a:rPr sz="1700" spc="-2" dirty="0">
                <a:solidFill>
                  <a:srgbClr val="252525"/>
                </a:solidFill>
                <a:latin typeface="Times New Roman"/>
                <a:cs typeface="Times New Roman"/>
              </a:rPr>
              <a:t> the </a:t>
            </a:r>
            <a:r>
              <a:rPr sz="1700" dirty="0">
                <a:solidFill>
                  <a:srgbClr val="252525"/>
                </a:solidFill>
                <a:latin typeface="Times New Roman"/>
                <a:cs typeface="Times New Roman"/>
              </a:rPr>
              <a:t>prog</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7" dirty="0">
                <a:solidFill>
                  <a:srgbClr val="252525"/>
                </a:solidFill>
                <a:latin typeface="Times New Roman"/>
                <a:cs typeface="Times New Roman"/>
              </a:rPr>
              <a:t>wi</a:t>
            </a:r>
            <a:r>
              <a:rPr sz="1700" spc="-2" dirty="0">
                <a:solidFill>
                  <a:srgbClr val="252525"/>
                </a:solidFill>
                <a:latin typeface="Times New Roman"/>
                <a:cs typeface="Times New Roman"/>
              </a:rPr>
              <a:t>ll</a:t>
            </a:r>
            <a:r>
              <a:rPr sz="1700" dirty="0">
                <a:solidFill>
                  <a:srgbClr val="252525"/>
                </a:solidFill>
                <a:latin typeface="Times New Roman"/>
                <a:cs typeface="Times New Roman"/>
              </a:rPr>
              <a:t> </a:t>
            </a:r>
            <a:r>
              <a:rPr sz="1700" spc="-5" dirty="0">
                <a:solidFill>
                  <a:srgbClr val="252525"/>
                </a:solidFill>
                <a:latin typeface="Times New Roman"/>
                <a:cs typeface="Times New Roman"/>
              </a:rPr>
              <a:t>be</a:t>
            </a:r>
            <a:r>
              <a:rPr sz="1700" dirty="0">
                <a:solidFill>
                  <a:srgbClr val="252525"/>
                </a:solidFill>
                <a:latin typeface="Times New Roman"/>
                <a:cs typeface="Times New Roman"/>
              </a:rPr>
              <a:t> 1</a:t>
            </a:r>
            <a:r>
              <a:rPr sz="1700" spc="2" dirty="0">
                <a:solidFill>
                  <a:srgbClr val="252525"/>
                </a:solidFill>
                <a:latin typeface="Times New Roman"/>
                <a:cs typeface="Times New Roman"/>
              </a:rPr>
              <a:t>-</a:t>
            </a:r>
            <a:r>
              <a:rPr sz="1700" spc="-5" dirty="0">
                <a:solidFill>
                  <a:srgbClr val="252525"/>
                </a:solidFill>
                <a:latin typeface="Times New Roman"/>
                <a:cs typeface="Times New Roman"/>
              </a:rPr>
              <a:t>F</a:t>
            </a:r>
            <a:r>
              <a:rPr sz="1700" dirty="0">
                <a:solidFill>
                  <a:srgbClr val="252525"/>
                </a:solidFill>
                <a:latin typeface="Times New Roman"/>
                <a:cs typeface="Times New Roman"/>
              </a:rPr>
              <a:t>. </a:t>
            </a:r>
            <a:r>
              <a:rPr sz="1700" spc="-5" dirty="0">
                <a:solidFill>
                  <a:srgbClr val="252525"/>
                </a:solidFill>
                <a:latin typeface="Times New Roman"/>
                <a:cs typeface="Times New Roman"/>
              </a:rPr>
              <a:t>B</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s</a:t>
            </a:r>
            <a:r>
              <a:rPr sz="1700" spc="-7" dirty="0">
                <a:solidFill>
                  <a:srgbClr val="252525"/>
                </a:solidFill>
                <a:latin typeface="Times New Roman"/>
                <a:cs typeface="Times New Roman"/>
              </a:rPr>
              <a:t>e</a:t>
            </a:r>
            <a:r>
              <a:rPr sz="1700" dirty="0">
                <a:solidFill>
                  <a:srgbClr val="252525"/>
                </a:solidFill>
                <a:latin typeface="Times New Roman"/>
                <a:cs typeface="Times New Roman"/>
              </a:rPr>
              <a:t>d on </a:t>
            </a:r>
            <a:r>
              <a:rPr sz="1700" spc="-2" dirty="0">
                <a:solidFill>
                  <a:srgbClr val="252525"/>
                </a:solidFill>
                <a:latin typeface="Times New Roman"/>
                <a:cs typeface="Times New Roman"/>
              </a:rPr>
              <a:t>this</a:t>
            </a:r>
            <a:r>
              <a:rPr sz="1700" dirty="0">
                <a:solidFill>
                  <a:srgbClr val="252525"/>
                </a:solidFill>
                <a:latin typeface="Times New Roman"/>
                <a:cs typeface="Times New Roman"/>
              </a:rPr>
              <a:t>, </a:t>
            </a:r>
            <a:r>
              <a:rPr sz="1700" spc="-7" dirty="0">
                <a:solidFill>
                  <a:srgbClr val="252525"/>
                </a:solidFill>
                <a:latin typeface="Times New Roman"/>
                <a:cs typeface="Times New Roman"/>
              </a:rPr>
              <a:t>Amda</a:t>
            </a:r>
            <a:r>
              <a:rPr sz="1700" dirty="0">
                <a:solidFill>
                  <a:srgbClr val="252525"/>
                </a:solidFill>
                <a:latin typeface="Times New Roman"/>
                <a:cs typeface="Times New Roman"/>
              </a:rPr>
              <a:t>hl's</a:t>
            </a:r>
            <a:r>
              <a:rPr sz="1700" spc="-2" dirty="0">
                <a:solidFill>
                  <a:srgbClr val="252525"/>
                </a:solidFill>
                <a:latin typeface="Times New Roman"/>
                <a:cs typeface="Times New Roman"/>
              </a:rPr>
              <a:t> </a:t>
            </a:r>
            <a:r>
              <a:rPr sz="1700" dirty="0">
                <a:solidFill>
                  <a:srgbClr val="252525"/>
                </a:solidFill>
                <a:latin typeface="Times New Roman"/>
                <a:cs typeface="Times New Roman"/>
              </a:rPr>
              <a:t>l</a:t>
            </a:r>
            <a:r>
              <a:rPr sz="1700" spc="-7" dirty="0">
                <a:solidFill>
                  <a:srgbClr val="252525"/>
                </a:solidFill>
                <a:latin typeface="Times New Roman"/>
                <a:cs typeface="Times New Roman"/>
              </a:rPr>
              <a:t>a</a:t>
            </a:r>
            <a:r>
              <a:rPr sz="1700" dirty="0">
                <a:solidFill>
                  <a:srgbClr val="252525"/>
                </a:solidFill>
                <a:latin typeface="Times New Roman"/>
                <a:cs typeface="Times New Roman"/>
              </a:rPr>
              <a:t>w</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sta</a:t>
            </a:r>
            <a:r>
              <a:rPr sz="1700" spc="-2" dirty="0">
                <a:solidFill>
                  <a:srgbClr val="252525"/>
                </a:solidFill>
                <a:latin typeface="Times New Roman"/>
                <a:cs typeface="Times New Roman"/>
              </a:rPr>
              <a:t>tes th</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2" dirty="0">
                <a:solidFill>
                  <a:srgbClr val="252525"/>
                </a:solidFill>
                <a:latin typeface="Times New Roman"/>
                <a:cs typeface="Times New Roman"/>
              </a:rPr>
              <a:t>the spe</a:t>
            </a:r>
            <a:r>
              <a:rPr sz="1700" spc="-7" dirty="0">
                <a:solidFill>
                  <a:srgbClr val="252525"/>
                </a:solidFill>
                <a:latin typeface="Times New Roman"/>
                <a:cs typeface="Times New Roman"/>
              </a:rPr>
              <a:t>e</a:t>
            </a:r>
            <a:r>
              <a:rPr sz="1700" dirty="0">
                <a:solidFill>
                  <a:srgbClr val="252525"/>
                </a:solidFill>
                <a:latin typeface="Times New Roman"/>
                <a:cs typeface="Times New Roman"/>
              </a:rPr>
              <a:t>dup of</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5" dirty="0">
                <a:solidFill>
                  <a:srgbClr val="252525"/>
                </a:solidFill>
                <a:latin typeface="Times New Roman"/>
                <a:cs typeface="Times New Roman"/>
              </a:rPr>
              <a:t>computer</a:t>
            </a:r>
            <a:r>
              <a:rPr sz="1700" spc="-2" dirty="0">
                <a:solidFill>
                  <a:srgbClr val="252525"/>
                </a:solidFill>
                <a:latin typeface="Times New Roman"/>
                <a:cs typeface="Times New Roman"/>
              </a:rPr>
              <a:t> is </a:t>
            </a:r>
            <a:r>
              <a:rPr sz="1700" spc="-5" dirty="0">
                <a:solidFill>
                  <a:srgbClr val="252525"/>
                </a:solidFill>
                <a:latin typeface="Times New Roman"/>
                <a:cs typeface="Times New Roman"/>
              </a:rPr>
              <a:t>g</a:t>
            </a:r>
            <a:r>
              <a:rPr sz="1700" dirty="0">
                <a:solidFill>
                  <a:srgbClr val="252525"/>
                </a:solidFill>
                <a:latin typeface="Times New Roman"/>
                <a:cs typeface="Times New Roman"/>
              </a:rPr>
              <a:t>i</a:t>
            </a:r>
            <a:r>
              <a:rPr sz="1700" spc="-5" dirty="0">
                <a:solidFill>
                  <a:srgbClr val="252525"/>
                </a:solidFill>
                <a:latin typeface="Times New Roman"/>
                <a:cs typeface="Times New Roman"/>
              </a:rPr>
              <a:t>v</a:t>
            </a:r>
            <a:r>
              <a:rPr sz="1700" spc="-7" dirty="0">
                <a:solidFill>
                  <a:srgbClr val="252525"/>
                </a:solidFill>
                <a:latin typeface="Times New Roman"/>
                <a:cs typeface="Times New Roman"/>
              </a:rPr>
              <a:t>e</a:t>
            </a:r>
            <a:r>
              <a:rPr sz="1700" dirty="0">
                <a:solidFill>
                  <a:srgbClr val="252525"/>
                </a:solidFill>
                <a:latin typeface="Times New Roman"/>
                <a:cs typeface="Times New Roman"/>
              </a:rPr>
              <a:t>n by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lation</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b</a:t>
            </a:r>
            <a:r>
              <a:rPr sz="1700" spc="-7" dirty="0">
                <a:solidFill>
                  <a:srgbClr val="252525"/>
                </a:solidFill>
                <a:latin typeface="Times New Roman"/>
                <a:cs typeface="Times New Roman"/>
              </a:rPr>
              <a:t>e</a:t>
            </a:r>
            <a:r>
              <a:rPr sz="1700" dirty="0">
                <a:solidFill>
                  <a:srgbClr val="252525"/>
                </a:solidFill>
                <a:latin typeface="Times New Roman"/>
                <a:cs typeface="Times New Roman"/>
              </a:rPr>
              <a:t>low.</a:t>
            </a:r>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r>
              <a:rPr lang="en-US" sz="1700" dirty="0">
                <a:latin typeface="Times New Roman"/>
                <a:cs typeface="Times New Roman"/>
              </a:rPr>
              <a:t>where 'p' is the number of processors.</a:t>
            </a:r>
          </a:p>
        </p:txBody>
      </p:sp>
      <p:sp>
        <p:nvSpPr>
          <p:cNvPr id="12" name="object 8"/>
          <p:cNvSpPr/>
          <p:nvPr/>
        </p:nvSpPr>
        <p:spPr>
          <a:xfrm>
            <a:off x="3505200" y="2945792"/>
            <a:ext cx="1520671" cy="826182"/>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3601652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211C-E478-937E-5C13-81FEAFA9C71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6D7A2D-BBED-778A-7816-FD1A205A770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417C7B8-A8CB-B9EB-4401-9967BAC696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8E1286D0-2A9A-78E3-DEBB-9F4156932CA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1C8CCA4-D2E2-9F1C-6FF2-AD378AC5D4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158B904D-E570-BB22-CB4F-8E73C273FCA5}"/>
              </a:ext>
            </a:extLst>
          </p:cNvPr>
          <p:cNvSpPr txBox="1"/>
          <p:nvPr/>
        </p:nvSpPr>
        <p:spPr>
          <a:xfrm>
            <a:off x="1025612" y="757473"/>
            <a:ext cx="7127788" cy="3924151"/>
          </a:xfrm>
          <a:prstGeom prst="rect">
            <a:avLst/>
          </a:prstGeom>
        </p:spPr>
        <p:txBody>
          <a:bodyPr vert="horz" wrap="square" lIns="0" tIns="0" rIns="0" bIns="0" rtlCol="0">
            <a:spAutoFit/>
          </a:bodyPr>
          <a:lstStyle/>
          <a:p>
            <a:pPr marL="6109" marR="2443"/>
            <a:r>
              <a:rPr lang="en-US" sz="1700" dirty="0">
                <a:latin typeface="Times New Roman"/>
                <a:cs typeface="Times New Roman"/>
              </a:rPr>
              <a:t>To prove the above relation, let us take an example of execution of a task on a computer with a single processor and p number of processors. We already know that the speedup is given by the relation,</a:t>
            </a:r>
          </a:p>
          <a:p>
            <a:pPr marL="6109" marR="2443"/>
            <a:endParaRPr lang="en-US" sz="1700" dirty="0">
              <a:latin typeface="Times New Roman"/>
              <a:cs typeface="Times New Roman"/>
            </a:endParaRPr>
          </a:p>
          <a:p>
            <a:pPr marL="6109" marR="2443"/>
            <a:endParaRPr lang="en-US" sz="1700" dirty="0">
              <a:latin typeface="Times New Roman"/>
              <a:cs typeface="Times New Roman"/>
            </a:endParaRPr>
          </a:p>
          <a:p>
            <a:pPr marL="6109" marR="2443"/>
            <a:endParaRPr lang="en-US" sz="1700" dirty="0">
              <a:latin typeface="Times New Roman"/>
              <a:cs typeface="Times New Roman"/>
            </a:endParaRPr>
          </a:p>
          <a:p>
            <a:pPr marL="6109" marR="2443"/>
            <a:r>
              <a:rPr lang="en-US" sz="1700" dirty="0">
                <a:latin typeface="Times New Roman"/>
                <a:cs typeface="Times New Roman"/>
              </a:rPr>
              <a:t>Consider that the execution time required to complete the given task on a computer with single processor is T. When the same task is executed on parallel computer with p processors, then the time required will depend upon sequential computing time and parallel computing time that is,</a:t>
            </a:r>
          </a:p>
          <a:p>
            <a:pPr marL="6109" marR="2443"/>
            <a:r>
              <a:rPr lang="en-US" sz="1700" dirty="0">
                <a:latin typeface="Times New Roman"/>
                <a:cs typeface="Times New Roman"/>
              </a:rPr>
              <a:t>T(p) = Sequential computing Time + Parallel Computing Time</a:t>
            </a:r>
          </a:p>
          <a:p>
            <a:pPr marL="6109" marR="2443"/>
            <a:endParaRPr lang="en-US" sz="1700" dirty="0">
              <a:latin typeface="Times New Roman"/>
              <a:cs typeface="Times New Roman"/>
            </a:endParaRPr>
          </a:p>
          <a:p>
            <a:pPr marL="6109" marR="2443"/>
            <a:endParaRPr lang="en-US" sz="1700" dirty="0">
              <a:latin typeface="Times New Roman"/>
              <a:cs typeface="Times New Roman"/>
            </a:endParaRPr>
          </a:p>
          <a:p>
            <a:pPr marL="6109" marR="2443"/>
            <a:endParaRPr lang="en-US" sz="1700" dirty="0">
              <a:latin typeface="Times New Roman"/>
              <a:cs typeface="Times New Roman"/>
            </a:endParaRPr>
          </a:p>
          <a:p>
            <a:pPr marL="6109" marR="2443"/>
            <a:r>
              <a:rPr lang="en-US" sz="1700" spc="-2" dirty="0">
                <a:solidFill>
                  <a:srgbClr val="252525"/>
                </a:solidFill>
                <a:latin typeface="Times New Roman"/>
                <a:cs typeface="Times New Roman"/>
              </a:rPr>
              <a:t>wh</a:t>
            </a:r>
            <a:r>
              <a:rPr lang="en-US" sz="1700" spc="-5" dirty="0">
                <a:solidFill>
                  <a:srgbClr val="252525"/>
                </a:solidFill>
                <a:latin typeface="Times New Roman"/>
                <a:cs typeface="Times New Roman"/>
              </a:rPr>
              <a:t>e</a:t>
            </a:r>
            <a:r>
              <a:rPr lang="en-US" sz="1700" spc="-2" dirty="0">
                <a:solidFill>
                  <a:srgbClr val="252525"/>
                </a:solidFill>
                <a:latin typeface="Times New Roman"/>
                <a:cs typeface="Times New Roman"/>
              </a:rPr>
              <a:t>re</a:t>
            </a:r>
            <a:r>
              <a:rPr lang="en-US" sz="1700" spc="-5" dirty="0">
                <a:solidFill>
                  <a:srgbClr val="252525"/>
                </a:solidFill>
                <a:latin typeface="Times New Roman"/>
                <a:cs typeface="Times New Roman"/>
              </a:rPr>
              <a:t> </a:t>
            </a:r>
            <a:r>
              <a:rPr lang="en-US" sz="1700" spc="-2" dirty="0">
                <a:solidFill>
                  <a:srgbClr val="252525"/>
                </a:solidFill>
                <a:latin typeface="Times New Roman"/>
                <a:cs typeface="Times New Roman"/>
              </a:rPr>
              <a:t>'p</a:t>
            </a:r>
            <a:r>
              <a:rPr lang="en-US" sz="1700" dirty="0">
                <a:solidFill>
                  <a:srgbClr val="252525"/>
                </a:solidFill>
                <a:latin typeface="Times New Roman"/>
                <a:cs typeface="Times New Roman"/>
              </a:rPr>
              <a:t>' </a:t>
            </a:r>
            <a:r>
              <a:rPr lang="en-US" sz="1700" spc="-2" dirty="0">
                <a:solidFill>
                  <a:srgbClr val="252525"/>
                </a:solidFill>
                <a:latin typeface="Times New Roman"/>
                <a:cs typeface="Times New Roman"/>
              </a:rPr>
              <a:t>is</a:t>
            </a:r>
            <a:r>
              <a:rPr lang="en-US" sz="1700" dirty="0">
                <a:solidFill>
                  <a:srgbClr val="252525"/>
                </a:solidFill>
                <a:latin typeface="Times New Roman"/>
                <a:cs typeface="Times New Roman"/>
              </a:rPr>
              <a:t> </a:t>
            </a:r>
            <a:r>
              <a:rPr lang="en-US" sz="1700" spc="-2" dirty="0">
                <a:solidFill>
                  <a:srgbClr val="252525"/>
                </a:solidFill>
                <a:latin typeface="Times New Roman"/>
                <a:cs typeface="Times New Roman"/>
              </a:rPr>
              <a:t>the </a:t>
            </a:r>
            <a:r>
              <a:rPr lang="en-US" sz="1700" spc="-5" dirty="0">
                <a:solidFill>
                  <a:srgbClr val="252525"/>
                </a:solidFill>
                <a:latin typeface="Times New Roman"/>
                <a:cs typeface="Times New Roman"/>
              </a:rPr>
              <a:t>numb</a:t>
            </a:r>
            <a:r>
              <a:rPr lang="en-US" sz="1700" spc="-2" dirty="0">
                <a:solidFill>
                  <a:srgbClr val="252525"/>
                </a:solidFill>
                <a:latin typeface="Times New Roman"/>
                <a:cs typeface="Times New Roman"/>
              </a:rPr>
              <a:t>e</a:t>
            </a:r>
            <a:r>
              <a:rPr lang="en-US" sz="1700" dirty="0">
                <a:solidFill>
                  <a:srgbClr val="252525"/>
                </a:solidFill>
                <a:latin typeface="Times New Roman"/>
                <a:cs typeface="Times New Roman"/>
              </a:rPr>
              <a:t>r </a:t>
            </a:r>
            <a:r>
              <a:rPr lang="en-US" sz="1700" spc="2" dirty="0">
                <a:solidFill>
                  <a:srgbClr val="252525"/>
                </a:solidFill>
                <a:latin typeface="Times New Roman"/>
                <a:cs typeface="Times New Roman"/>
              </a:rPr>
              <a:t>o</a:t>
            </a:r>
            <a:r>
              <a:rPr lang="en-US" sz="1700" dirty="0">
                <a:solidFill>
                  <a:srgbClr val="252525"/>
                </a:solidFill>
                <a:latin typeface="Times New Roman"/>
                <a:cs typeface="Times New Roman"/>
              </a:rPr>
              <a:t>f p</a:t>
            </a:r>
            <a:r>
              <a:rPr lang="en-US" sz="1700" spc="-5" dirty="0">
                <a:solidFill>
                  <a:srgbClr val="252525"/>
                </a:solidFill>
                <a:latin typeface="Times New Roman"/>
                <a:cs typeface="Times New Roman"/>
              </a:rPr>
              <a:t>ro</a:t>
            </a:r>
            <a:r>
              <a:rPr lang="en-US" sz="1700" spc="-7" dirty="0">
                <a:solidFill>
                  <a:srgbClr val="252525"/>
                </a:solidFill>
                <a:latin typeface="Times New Roman"/>
                <a:cs typeface="Times New Roman"/>
              </a:rPr>
              <a:t>ce</a:t>
            </a:r>
            <a:r>
              <a:rPr lang="en-US" sz="1700" spc="-2" dirty="0">
                <a:solidFill>
                  <a:srgbClr val="252525"/>
                </a:solidFill>
                <a:latin typeface="Times New Roman"/>
                <a:cs typeface="Times New Roman"/>
              </a:rPr>
              <a:t>ss</a:t>
            </a:r>
            <a:r>
              <a:rPr lang="en-US" sz="1700" spc="5" dirty="0">
                <a:solidFill>
                  <a:srgbClr val="252525"/>
                </a:solidFill>
                <a:latin typeface="Times New Roman"/>
                <a:cs typeface="Times New Roman"/>
              </a:rPr>
              <a:t>o</a:t>
            </a:r>
            <a:r>
              <a:rPr lang="en-US" sz="1700" dirty="0">
                <a:solidFill>
                  <a:srgbClr val="252525"/>
                </a:solidFill>
                <a:latin typeface="Times New Roman"/>
                <a:cs typeface="Times New Roman"/>
              </a:rPr>
              <a:t>rs.</a:t>
            </a:r>
            <a:endParaRPr lang="en-US" sz="1700" dirty="0">
              <a:latin typeface="Times New Roman"/>
              <a:cs typeface="Times New Roman"/>
            </a:endParaRPr>
          </a:p>
        </p:txBody>
      </p:sp>
      <p:sp>
        <p:nvSpPr>
          <p:cNvPr id="13" name="object 9">
            <a:extLst>
              <a:ext uri="{FF2B5EF4-FFF2-40B4-BE49-F238E27FC236}">
                <a16:creationId xmlns:a16="http://schemas.microsoft.com/office/drawing/2014/main" id="{76A88445-7B3E-D35C-26EB-42D1BB8E8528}"/>
              </a:ext>
            </a:extLst>
          </p:cNvPr>
          <p:cNvSpPr/>
          <p:nvPr/>
        </p:nvSpPr>
        <p:spPr>
          <a:xfrm>
            <a:off x="3581400" y="1638474"/>
            <a:ext cx="1524000" cy="628476"/>
          </a:xfrm>
          <a:prstGeom prst="rect">
            <a:avLst/>
          </a:prstGeom>
          <a:blipFill>
            <a:blip r:embed="rId6" cstate="print"/>
            <a:stretch>
              <a:fillRect/>
            </a:stretch>
          </a:blipFill>
        </p:spPr>
        <p:txBody>
          <a:bodyPr wrap="square" lIns="0" tIns="0" rIns="0" bIns="0" rtlCol="0"/>
          <a:lstStyle/>
          <a:p>
            <a:endParaRPr sz="866"/>
          </a:p>
        </p:txBody>
      </p:sp>
      <p:sp>
        <p:nvSpPr>
          <p:cNvPr id="14" name="object 10">
            <a:extLst>
              <a:ext uri="{FF2B5EF4-FFF2-40B4-BE49-F238E27FC236}">
                <a16:creationId xmlns:a16="http://schemas.microsoft.com/office/drawing/2014/main" id="{4FD1B337-65D3-88C9-7FB7-DFE79DE5BEC9}"/>
              </a:ext>
            </a:extLst>
          </p:cNvPr>
          <p:cNvSpPr/>
          <p:nvPr/>
        </p:nvSpPr>
        <p:spPr>
          <a:xfrm>
            <a:off x="3352800" y="3726812"/>
            <a:ext cx="2270760" cy="521861"/>
          </a:xfrm>
          <a:prstGeom prst="rect">
            <a:avLst/>
          </a:prstGeom>
          <a:blipFill>
            <a:blip r:embed="rId7"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429607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DD7C8-8914-C607-0845-87346926BCE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E3B9C5-71F2-F160-65CF-ACB2D5B11A6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CB84A6F-2E59-678B-A37F-9847B76DA4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A8F181B0-9C13-0447-C60E-38FF1735274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4D051D23-C68F-FB98-49CF-FBA128DF7F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7" name="object 5">
            <a:extLst>
              <a:ext uri="{FF2B5EF4-FFF2-40B4-BE49-F238E27FC236}">
                <a16:creationId xmlns:a16="http://schemas.microsoft.com/office/drawing/2014/main" id="{82D4F128-AD88-1E70-D5E8-A3F2B7C5CCE7}"/>
              </a:ext>
            </a:extLst>
          </p:cNvPr>
          <p:cNvSpPr txBox="1"/>
          <p:nvPr/>
        </p:nvSpPr>
        <p:spPr>
          <a:xfrm>
            <a:off x="990600" y="962837"/>
            <a:ext cx="6934200" cy="1569660"/>
          </a:xfrm>
          <a:prstGeom prst="rect">
            <a:avLst/>
          </a:prstGeom>
        </p:spPr>
        <p:txBody>
          <a:bodyPr vert="horz" wrap="square" lIns="0" tIns="0" rIns="0" bIns="0" rtlCol="0">
            <a:spAutoFit/>
          </a:bodyPr>
          <a:lstStyle/>
          <a:p>
            <a:pPr marL="6109" marR="2443"/>
            <a:r>
              <a:rPr sz="1700" spc="-5" dirty="0">
                <a:solidFill>
                  <a:srgbClr val="252525"/>
                </a:solidFill>
                <a:latin typeface="Times New Roman"/>
                <a:cs typeface="Times New Roman"/>
              </a:rPr>
              <a:t>Th</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dirty="0">
                <a:solidFill>
                  <a:srgbClr val="252525"/>
                </a:solidFill>
                <a:latin typeface="Times New Roman"/>
                <a:cs typeface="Times New Roman"/>
              </a:rPr>
              <a:t>f</a:t>
            </a:r>
            <a:r>
              <a:rPr sz="1700" spc="2" dirty="0">
                <a:solidFill>
                  <a:srgbClr val="252525"/>
                </a:solidFill>
                <a:latin typeface="Times New Roman"/>
                <a:cs typeface="Times New Roman"/>
              </a:rPr>
              <a:t>o</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dirty="0">
                <a:solidFill>
                  <a:srgbClr val="252525"/>
                </a:solidFill>
                <a:latin typeface="Times New Roman"/>
                <a:cs typeface="Times New Roman"/>
              </a:rPr>
              <a:t>, by</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qu</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1</a:t>
            </a:r>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endParaRPr lang="en-US" sz="1700" dirty="0">
              <a:solidFill>
                <a:srgbClr val="252525"/>
              </a:solidFill>
              <a:latin typeface="Times New Roman"/>
              <a:cs typeface="Times New Roman"/>
            </a:endParaRPr>
          </a:p>
          <a:p>
            <a:pPr marL="6109" marR="2443"/>
            <a:r>
              <a:rPr lang="en-US" sz="1700" dirty="0">
                <a:latin typeface="Times New Roman"/>
                <a:cs typeface="Times New Roman"/>
              </a:rPr>
              <a:t>From equation (2), we can say that S(p) will always be ≤ 1, that is</a:t>
            </a:r>
          </a:p>
        </p:txBody>
      </p:sp>
      <p:sp>
        <p:nvSpPr>
          <p:cNvPr id="15" name="object 11">
            <a:extLst>
              <a:ext uri="{FF2B5EF4-FFF2-40B4-BE49-F238E27FC236}">
                <a16:creationId xmlns:a16="http://schemas.microsoft.com/office/drawing/2014/main" id="{3F0F8809-9481-E550-9BAD-47C7D0EE29AB}"/>
              </a:ext>
            </a:extLst>
          </p:cNvPr>
          <p:cNvSpPr/>
          <p:nvPr/>
        </p:nvSpPr>
        <p:spPr>
          <a:xfrm>
            <a:off x="2819400" y="1324606"/>
            <a:ext cx="2971800" cy="713744"/>
          </a:xfrm>
          <a:prstGeom prst="rect">
            <a:avLst/>
          </a:prstGeom>
          <a:blipFill>
            <a:blip r:embed="rId6" cstate="print"/>
            <a:stretch>
              <a:fillRect/>
            </a:stretch>
          </a:blipFill>
        </p:spPr>
        <p:txBody>
          <a:bodyPr wrap="square" lIns="0" tIns="0" rIns="0" bIns="0" rtlCol="0"/>
          <a:lstStyle/>
          <a:p>
            <a:endParaRPr sz="866"/>
          </a:p>
        </p:txBody>
      </p:sp>
      <p:sp>
        <p:nvSpPr>
          <p:cNvPr id="16" name="object 12">
            <a:extLst>
              <a:ext uri="{FF2B5EF4-FFF2-40B4-BE49-F238E27FC236}">
                <a16:creationId xmlns:a16="http://schemas.microsoft.com/office/drawing/2014/main" id="{21F02262-0294-B136-DF2D-8F62A0DBAA36}"/>
              </a:ext>
            </a:extLst>
          </p:cNvPr>
          <p:cNvSpPr/>
          <p:nvPr/>
        </p:nvSpPr>
        <p:spPr>
          <a:xfrm>
            <a:off x="3352800" y="2669976"/>
            <a:ext cx="1600200" cy="842247"/>
          </a:xfrm>
          <a:prstGeom prst="rect">
            <a:avLst/>
          </a:prstGeom>
          <a:blipFill>
            <a:blip r:embed="rId7"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129143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01D94-6891-13CE-F6A1-EA1D6B99FC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B0956E8-53F9-0A34-01C6-238AF4AA4C6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40975DC-E49C-CB18-82CB-C72181CACE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3832D00-7624-891A-288F-9E8284462FA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2C92F67-C19B-0C01-0492-976E74B11E1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7" name="object 5">
            <a:extLst>
              <a:ext uri="{FF2B5EF4-FFF2-40B4-BE49-F238E27FC236}">
                <a16:creationId xmlns:a16="http://schemas.microsoft.com/office/drawing/2014/main" id="{6CF81739-B42D-2019-80E0-89917A3BAC01}"/>
              </a:ext>
            </a:extLst>
          </p:cNvPr>
          <p:cNvSpPr txBox="1"/>
          <p:nvPr/>
        </p:nvSpPr>
        <p:spPr>
          <a:xfrm>
            <a:off x="990600" y="962837"/>
            <a:ext cx="6934200" cy="3400931"/>
          </a:xfrm>
          <a:prstGeom prst="rect">
            <a:avLst/>
          </a:prstGeom>
        </p:spPr>
        <p:txBody>
          <a:bodyPr vert="horz" wrap="square" lIns="0" tIns="0" rIns="0" bIns="0" rtlCol="0">
            <a:spAutoFit/>
          </a:bodyPr>
          <a:lstStyle/>
          <a:p>
            <a:pPr marL="6109" marR="2443" algn="just"/>
            <a:r>
              <a:rPr lang="en-US" sz="1700" b="1" dirty="0">
                <a:latin typeface="Times New Roman"/>
                <a:cs typeface="Times New Roman"/>
              </a:rPr>
              <a:t>Example:</a:t>
            </a:r>
            <a:r>
              <a:rPr lang="en-US" sz="1700" dirty="0">
                <a:latin typeface="Times New Roman"/>
                <a:cs typeface="Times New Roman"/>
              </a:rPr>
              <a:t> Suppose, Moni have to attend an invitation. Moni’s another two friend Diya and Hena are also invited. There are conditions that all three friends have to go there separately and all of them have to be present at door to get into the hall. Now Moni is coming by car, Diya by bus and Hena is coming by foot. Now, how fast Moni and Diya can reach there it doesn’t matter, they have to wait for Hena. So, to speed up the overall process, we need to concentrate on the performance of Hena other than Moni or Diya.</a:t>
            </a:r>
          </a:p>
          <a:p>
            <a:pPr marL="6109" marR="2443" algn="just"/>
            <a:endParaRPr lang="en-US" sz="1700" dirty="0">
              <a:latin typeface="Times New Roman"/>
              <a:cs typeface="Times New Roman"/>
            </a:endParaRPr>
          </a:p>
          <a:p>
            <a:pPr marL="6109" marR="2443" algn="just"/>
            <a:r>
              <a:rPr lang="en-US" sz="1700" dirty="0">
                <a:latin typeface="Times New Roman"/>
                <a:cs typeface="Times New Roman"/>
              </a:rPr>
              <a:t>This  is  actually  happening  in  Amdahl’s  Law.  It  relates  the  improvement  of  the  system’s performance  with  the  parts  that  didn’t  perform  well,  like  we  need  to  take  care  of  the performance of those parts of the systems. This law often used in parallel computing to predict the theoretical speedup when using multiple processors.</a:t>
            </a:r>
          </a:p>
        </p:txBody>
      </p:sp>
    </p:spTree>
    <p:extLst>
      <p:ext uri="{BB962C8B-B14F-4D97-AF65-F5344CB8AC3E}">
        <p14:creationId xmlns:p14="http://schemas.microsoft.com/office/powerpoint/2010/main" val="3393334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96BD-0421-57F5-C280-FF082D62E6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5F2B1D-A8DF-E18C-9000-2C164C71EBC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5B60983-F424-8C3B-19AD-A60BF6887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087CF14-B008-FE02-7187-FF7543F0505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6A82B2E-5A5A-E6D7-B578-7D8EEB6B83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3394" y="819150"/>
            <a:ext cx="6987606" cy="3400931"/>
          </a:xfrm>
          <a:prstGeom prst="rect">
            <a:avLst/>
          </a:prstGeom>
        </p:spPr>
        <p:txBody>
          <a:bodyPr vert="horz" wrap="square" lIns="0" tIns="0" rIns="0" bIns="0" rtlCol="0">
            <a:spAutoFit/>
          </a:bodyPr>
          <a:lstStyle/>
          <a:p>
            <a:pPr marL="6109" algn="just"/>
            <a:r>
              <a:rPr sz="1700" b="1" spc="-5" dirty="0">
                <a:solidFill>
                  <a:srgbClr val="252525"/>
                </a:solidFill>
                <a:latin typeface="Times New Roman"/>
                <a:cs typeface="Times New Roman"/>
              </a:rPr>
              <a:t>Fo</a:t>
            </a:r>
            <a:r>
              <a:rPr sz="1700" b="1" spc="-10" dirty="0">
                <a:solidFill>
                  <a:srgbClr val="252525"/>
                </a:solidFill>
                <a:latin typeface="Times New Roman"/>
                <a:cs typeface="Times New Roman"/>
              </a:rPr>
              <a:t>r</a:t>
            </a:r>
            <a:r>
              <a:rPr sz="1700" b="1" spc="2" dirty="0">
                <a:solidFill>
                  <a:srgbClr val="252525"/>
                </a:solidFill>
                <a:latin typeface="Times New Roman"/>
                <a:cs typeface="Times New Roman"/>
              </a:rPr>
              <a:t>m</a:t>
            </a:r>
            <a:r>
              <a:rPr sz="1700" b="1" dirty="0">
                <a:solidFill>
                  <a:srgbClr val="252525"/>
                </a:solidFill>
                <a:latin typeface="Times New Roman"/>
                <a:cs typeface="Times New Roman"/>
              </a:rPr>
              <a:t>u</a:t>
            </a:r>
            <a:r>
              <a:rPr sz="1700" b="1" spc="-2" dirty="0">
                <a:solidFill>
                  <a:srgbClr val="252525"/>
                </a:solidFill>
                <a:latin typeface="Times New Roman"/>
                <a:cs typeface="Times New Roman"/>
              </a:rPr>
              <a:t>la</a:t>
            </a:r>
            <a:r>
              <a:rPr sz="1700" b="1" dirty="0">
                <a:solidFill>
                  <a:srgbClr val="252525"/>
                </a:solidFill>
                <a:latin typeface="Times New Roman"/>
                <a:cs typeface="Times New Roman"/>
              </a:rPr>
              <a:t> </a:t>
            </a:r>
            <a:r>
              <a:rPr sz="1700" b="1" spc="-5" dirty="0">
                <a:solidFill>
                  <a:srgbClr val="252525"/>
                </a:solidFill>
                <a:latin typeface="Times New Roman"/>
                <a:cs typeface="Times New Roman"/>
              </a:rPr>
              <a:t>for </a:t>
            </a:r>
            <a:r>
              <a:rPr sz="1700" b="1" spc="2" dirty="0">
                <a:solidFill>
                  <a:srgbClr val="252525"/>
                </a:solidFill>
                <a:latin typeface="Times New Roman"/>
                <a:cs typeface="Times New Roman"/>
              </a:rPr>
              <a:t>m</a:t>
            </a:r>
            <a:r>
              <a:rPr sz="1700" b="1" dirty="0">
                <a:solidFill>
                  <a:srgbClr val="252525"/>
                </a:solidFill>
                <a:latin typeface="Times New Roman"/>
                <a:cs typeface="Times New Roman"/>
              </a:rPr>
              <a:t>ax. </a:t>
            </a:r>
            <a:r>
              <a:rPr sz="1700" b="1" spc="-5" dirty="0">
                <a:solidFill>
                  <a:srgbClr val="252525"/>
                </a:solidFill>
                <a:latin typeface="Times New Roman"/>
                <a:cs typeface="Times New Roman"/>
              </a:rPr>
              <a:t>S</a:t>
            </a:r>
            <a:r>
              <a:rPr sz="1700" b="1" dirty="0">
                <a:solidFill>
                  <a:srgbClr val="252525"/>
                </a:solidFill>
                <a:latin typeface="Times New Roman"/>
                <a:cs typeface="Times New Roman"/>
              </a:rPr>
              <a:t>p</a:t>
            </a:r>
            <a:r>
              <a:rPr sz="1700" b="1" spc="-7" dirty="0">
                <a:solidFill>
                  <a:srgbClr val="252525"/>
                </a:solidFill>
                <a:latin typeface="Times New Roman"/>
                <a:cs typeface="Times New Roman"/>
              </a:rPr>
              <a:t>ee</a:t>
            </a:r>
            <a:r>
              <a:rPr sz="1700" b="1" dirty="0">
                <a:solidFill>
                  <a:srgbClr val="252525"/>
                </a:solidFill>
                <a:latin typeface="Times New Roman"/>
                <a:cs typeface="Times New Roman"/>
              </a:rPr>
              <a:t>dup</a:t>
            </a:r>
            <a:endParaRPr sz="1700" dirty="0">
              <a:latin typeface="Times New Roman"/>
              <a:cs typeface="Times New Roman"/>
            </a:endParaRPr>
          </a:p>
          <a:p>
            <a:pPr>
              <a:spcBef>
                <a:spcPts val="26"/>
              </a:spcBef>
            </a:pPr>
            <a:endParaRPr sz="1700" dirty="0">
              <a:latin typeface="Times New Roman"/>
              <a:cs typeface="Times New Roman"/>
            </a:endParaRPr>
          </a:p>
          <a:p>
            <a:pPr marL="6109" algn="just"/>
            <a:r>
              <a:rPr sz="1700" spc="-7" dirty="0">
                <a:solidFill>
                  <a:srgbClr val="252525"/>
                </a:solidFill>
                <a:latin typeface="Times New Roman"/>
                <a:cs typeface="Times New Roman"/>
              </a:rPr>
              <a:t>Amda</a:t>
            </a:r>
            <a:r>
              <a:rPr sz="1700" spc="-2" dirty="0">
                <a:solidFill>
                  <a:srgbClr val="252525"/>
                </a:solidFill>
                <a:latin typeface="Times New Roman"/>
                <a:cs typeface="Times New Roman"/>
              </a:rPr>
              <a:t>hl’</a:t>
            </a:r>
            <a:r>
              <a:rPr sz="1700" dirty="0">
                <a:solidFill>
                  <a:srgbClr val="252525"/>
                </a:solidFill>
                <a:latin typeface="Times New Roman"/>
                <a:cs typeface="Times New Roman"/>
              </a:rPr>
              <a:t>s L</a:t>
            </a:r>
            <a:r>
              <a:rPr sz="1700" spc="-2" dirty="0">
                <a:solidFill>
                  <a:srgbClr val="252525"/>
                </a:solidFill>
                <a:latin typeface="Times New Roman"/>
                <a:cs typeface="Times New Roman"/>
              </a:rPr>
              <a:t>a</a:t>
            </a:r>
            <a:r>
              <a:rPr sz="1700" dirty="0">
                <a:solidFill>
                  <a:srgbClr val="252525"/>
                </a:solidFill>
                <a:latin typeface="Times New Roman"/>
                <a:cs typeface="Times New Roman"/>
              </a:rPr>
              <a:t>w</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ca</a:t>
            </a:r>
            <a:r>
              <a:rPr sz="1700" dirty="0">
                <a:solidFill>
                  <a:srgbClr val="252525"/>
                </a:solidFill>
                <a:latin typeface="Times New Roman"/>
                <a:cs typeface="Times New Roman"/>
              </a:rPr>
              <a:t>n be</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e</a:t>
            </a:r>
            <a:r>
              <a:rPr sz="1700" spc="5" dirty="0">
                <a:solidFill>
                  <a:srgbClr val="252525"/>
                </a:solidFill>
                <a:latin typeface="Times New Roman"/>
                <a:cs typeface="Times New Roman"/>
              </a:rPr>
              <a:t>x</a:t>
            </a:r>
            <a:r>
              <a:rPr sz="1700" dirty="0">
                <a:solidFill>
                  <a:srgbClr val="252525"/>
                </a:solidFill>
                <a:latin typeface="Times New Roman"/>
                <a:cs typeface="Times New Roman"/>
              </a:rPr>
              <a:t>pr</a:t>
            </a:r>
            <a:r>
              <a:rPr sz="1700" spc="-5" dirty="0">
                <a:solidFill>
                  <a:srgbClr val="252525"/>
                </a:solidFill>
                <a:latin typeface="Times New Roman"/>
                <a:cs typeface="Times New Roman"/>
              </a:rPr>
              <a:t>e</a:t>
            </a:r>
            <a:r>
              <a:rPr sz="1700" dirty="0">
                <a:solidFill>
                  <a:srgbClr val="252525"/>
                </a:solidFill>
                <a:latin typeface="Times New Roman"/>
                <a:cs typeface="Times New Roman"/>
              </a:rPr>
              <a:t>ssed in math</a:t>
            </a:r>
            <a:r>
              <a:rPr sz="1700" spc="-2" dirty="0">
                <a:solidFill>
                  <a:srgbClr val="252525"/>
                </a:solidFill>
                <a:latin typeface="Times New Roman"/>
                <a:cs typeface="Times New Roman"/>
              </a:rPr>
              <a:t>e</a:t>
            </a:r>
            <a:r>
              <a:rPr sz="1700" dirty="0">
                <a:solidFill>
                  <a:srgbClr val="252525"/>
                </a:solidFill>
                <a:latin typeface="Times New Roman"/>
                <a:cs typeface="Times New Roman"/>
              </a:rPr>
              <a:t>mati</a:t>
            </a:r>
            <a:r>
              <a:rPr sz="1700" spc="2" dirty="0">
                <a:solidFill>
                  <a:srgbClr val="252525"/>
                </a:solidFill>
                <a:latin typeface="Times New Roman"/>
                <a:cs typeface="Times New Roman"/>
              </a:rPr>
              <a:t>c</a:t>
            </a:r>
            <a:r>
              <a:rPr sz="1700" spc="-2" dirty="0">
                <a:solidFill>
                  <a:srgbClr val="252525"/>
                </a:solidFill>
                <a:latin typeface="Times New Roman"/>
                <a:cs typeface="Times New Roman"/>
              </a:rPr>
              <a:t>a</a:t>
            </a:r>
            <a:r>
              <a:rPr sz="1700" dirty="0">
                <a:solidFill>
                  <a:srgbClr val="252525"/>
                </a:solidFill>
                <a:latin typeface="Times New Roman"/>
                <a:cs typeface="Times New Roman"/>
              </a:rPr>
              <a:t>lly </a:t>
            </a:r>
            <a:r>
              <a:rPr sz="1700" spc="-2" dirty="0">
                <a:solidFill>
                  <a:srgbClr val="252525"/>
                </a:solidFill>
                <a:latin typeface="Times New Roman"/>
                <a:cs typeface="Times New Roman"/>
              </a:rPr>
              <a:t>a</a:t>
            </a:r>
            <a:r>
              <a:rPr sz="1700" dirty="0">
                <a:solidFill>
                  <a:srgbClr val="252525"/>
                </a:solidFill>
                <a:latin typeface="Times New Roman"/>
                <a:cs typeface="Times New Roman"/>
              </a:rPr>
              <a:t>s follows −</a:t>
            </a:r>
            <a:endParaRPr sz="1700" dirty="0">
              <a:latin typeface="Times New Roman"/>
              <a:cs typeface="Times New Roman"/>
            </a:endParaRPr>
          </a:p>
          <a:p>
            <a:pPr marL="6109" algn="just"/>
            <a:r>
              <a:rPr sz="1700" dirty="0">
                <a:solidFill>
                  <a:srgbClr val="252525"/>
                </a:solidFill>
                <a:latin typeface="Times New Roman"/>
                <a:cs typeface="Times New Roman"/>
              </a:rPr>
              <a:t>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dupMAX</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1/</a:t>
            </a:r>
            <a:r>
              <a:rPr sz="1700" dirty="0">
                <a:solidFill>
                  <a:srgbClr val="252525"/>
                </a:solidFill>
                <a:latin typeface="Times New Roman"/>
                <a:cs typeface="Times New Roman"/>
              </a:rPr>
              <a:t>((1</a:t>
            </a:r>
            <a:r>
              <a:rPr sz="1700" spc="-2" dirty="0">
                <a:solidFill>
                  <a:srgbClr val="252525"/>
                </a:solidFill>
                <a:latin typeface="Times New Roman"/>
                <a:cs typeface="Times New Roman"/>
              </a:rPr>
              <a:t>-</a:t>
            </a:r>
            <a:r>
              <a:rPr sz="1700" dirty="0">
                <a:solidFill>
                  <a:srgbClr val="252525"/>
                </a:solidFill>
                <a:latin typeface="Times New Roman"/>
                <a:cs typeface="Times New Roman"/>
              </a:rPr>
              <a:t>p</a:t>
            </a:r>
            <a:r>
              <a:rPr sz="1700" spc="2" dirty="0">
                <a:solidFill>
                  <a:srgbClr val="252525"/>
                </a:solidFill>
                <a:latin typeface="Times New Roman"/>
                <a:cs typeface="Times New Roman"/>
              </a:rPr>
              <a:t>)</a:t>
            </a:r>
            <a:r>
              <a:rPr sz="1700" spc="-7" dirty="0">
                <a:solidFill>
                  <a:srgbClr val="252525"/>
                </a:solidFill>
                <a:latin typeface="Times New Roman"/>
                <a:cs typeface="Times New Roman"/>
              </a:rPr>
              <a:t>+</a:t>
            </a:r>
            <a:r>
              <a:rPr sz="1700" dirty="0">
                <a:solidFill>
                  <a:srgbClr val="252525"/>
                </a:solidFill>
                <a:latin typeface="Times New Roman"/>
                <a:cs typeface="Times New Roman"/>
              </a:rPr>
              <a:t>(p/s))</a:t>
            </a:r>
            <a:endParaRPr sz="1700" dirty="0">
              <a:latin typeface="Times New Roman"/>
              <a:cs typeface="Times New Roman"/>
            </a:endParaRPr>
          </a:p>
          <a:p>
            <a:endParaRPr sz="1700" dirty="0">
              <a:latin typeface="Times New Roman"/>
              <a:cs typeface="Times New Roman"/>
            </a:endParaRPr>
          </a:p>
          <a:p>
            <a:pPr marL="6109" algn="just"/>
            <a:r>
              <a:rPr sz="1700" spc="-2" dirty="0">
                <a:solidFill>
                  <a:srgbClr val="252525"/>
                </a:solidFill>
                <a:latin typeface="Times New Roman"/>
                <a:cs typeface="Times New Roman"/>
              </a:rPr>
              <a:t>wh</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dirty="0">
                <a:solidFill>
                  <a:srgbClr val="252525"/>
                </a:solidFill>
                <a:latin typeface="Times New Roman"/>
                <a:cs typeface="Times New Roman"/>
              </a:rPr>
              <a:t>,</a:t>
            </a:r>
            <a:endParaRPr sz="1700" dirty="0">
              <a:latin typeface="Times New Roman"/>
              <a:cs typeface="Times New Roman"/>
            </a:endParaRPr>
          </a:p>
          <a:p>
            <a:pPr marL="6109" algn="just"/>
            <a:r>
              <a:rPr sz="1700" dirty="0">
                <a:solidFill>
                  <a:srgbClr val="252525"/>
                </a:solidFill>
                <a:latin typeface="Times New Roman"/>
                <a:cs typeface="Times New Roman"/>
              </a:rPr>
              <a:t>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dupMAX</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maxim</a:t>
            </a:r>
            <a:r>
              <a:rPr sz="1700" dirty="0">
                <a:solidFill>
                  <a:srgbClr val="252525"/>
                </a:solidFill>
                <a:latin typeface="Times New Roman"/>
                <a:cs typeface="Times New Roman"/>
              </a:rPr>
              <a:t>u</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5" dirty="0">
                <a:solidFill>
                  <a:srgbClr val="252525"/>
                </a:solidFill>
                <a:latin typeface="Times New Roman"/>
                <a:cs typeface="Times New Roman"/>
              </a:rPr>
              <a:t>pe</a:t>
            </a:r>
            <a:r>
              <a:rPr sz="1700" spc="-7" dirty="0">
                <a:solidFill>
                  <a:srgbClr val="252525"/>
                </a:solidFill>
                <a:latin typeface="Times New Roman"/>
                <a:cs typeface="Times New Roman"/>
              </a:rPr>
              <a:t>r</a:t>
            </a:r>
            <a:r>
              <a:rPr sz="1700" dirty="0">
                <a:solidFill>
                  <a:srgbClr val="252525"/>
                </a:solidFill>
                <a:latin typeface="Times New Roman"/>
                <a:cs typeface="Times New Roman"/>
              </a:rPr>
              <a:t>fo</a:t>
            </a:r>
            <a:r>
              <a:rPr sz="1700" spc="-5" dirty="0">
                <a:solidFill>
                  <a:srgbClr val="252525"/>
                </a:solidFill>
                <a:latin typeface="Times New Roman"/>
                <a:cs typeface="Times New Roman"/>
              </a:rPr>
              <a:t>rma</a:t>
            </a:r>
            <a:r>
              <a:rPr sz="1700" spc="-2" dirty="0">
                <a:solidFill>
                  <a:srgbClr val="252525"/>
                </a:solidFill>
                <a:latin typeface="Times New Roman"/>
                <a:cs typeface="Times New Roman"/>
              </a:rPr>
              <a:t>n</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g</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in</a:t>
            </a:r>
            <a:endParaRPr sz="1700" dirty="0">
              <a:latin typeface="Times New Roman"/>
              <a:cs typeface="Times New Roman"/>
            </a:endParaRPr>
          </a:p>
          <a:p>
            <a:pPr marL="6109" marR="772445">
              <a:spcBef>
                <a:spcPts val="31"/>
              </a:spcBef>
            </a:pP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f</a:t>
            </a:r>
            <a:r>
              <a:rPr sz="1700" spc="5" dirty="0">
                <a:solidFill>
                  <a:srgbClr val="252525"/>
                </a:solidFill>
                <a:latin typeface="Times New Roman"/>
                <a:cs typeface="Times New Roman"/>
              </a:rPr>
              <a:t>o</a:t>
            </a:r>
            <a:r>
              <a:rPr sz="1700" spc="-5" dirty="0">
                <a:solidFill>
                  <a:srgbClr val="252525"/>
                </a:solidFill>
                <a:latin typeface="Times New Roman"/>
                <a:cs typeface="Times New Roman"/>
              </a:rPr>
              <a:t>rm</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g</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in</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fa</a:t>
            </a:r>
            <a:r>
              <a:rPr sz="1700" spc="-7" dirty="0">
                <a:solidFill>
                  <a:srgbClr val="252525"/>
                </a:solidFill>
                <a:latin typeface="Times New Roman"/>
                <a:cs typeface="Times New Roman"/>
              </a:rPr>
              <a:t>c</a:t>
            </a:r>
            <a:r>
              <a:rPr sz="1700" dirty="0">
                <a:solidFill>
                  <a:srgbClr val="252525"/>
                </a:solidFill>
                <a:latin typeface="Times New Roman"/>
                <a:cs typeface="Times New Roman"/>
              </a:rPr>
              <a:t>tor of</a:t>
            </a:r>
            <a:r>
              <a:rPr sz="1700" spc="-5" dirty="0">
                <a:solidFill>
                  <a:srgbClr val="252525"/>
                </a:solidFill>
                <a:latin typeface="Times New Roman"/>
                <a:cs typeface="Times New Roman"/>
              </a:rPr>
              <a:t> </a:t>
            </a:r>
            <a:r>
              <a:rPr sz="1700" dirty="0">
                <a:solidFill>
                  <a:srgbClr val="252525"/>
                </a:solidFill>
                <a:latin typeface="Times New Roman"/>
                <a:cs typeface="Times New Roman"/>
              </a:rPr>
              <a:t>p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fte</a:t>
            </a:r>
            <a:r>
              <a:rPr sz="1700" dirty="0">
                <a:solidFill>
                  <a:srgbClr val="252525"/>
                </a:solidFill>
                <a:latin typeface="Times New Roman"/>
                <a:cs typeface="Times New Roman"/>
              </a:rPr>
              <a:t>r </a:t>
            </a:r>
            <a:r>
              <a:rPr sz="1700" spc="-5" dirty="0">
                <a:solidFill>
                  <a:srgbClr val="252525"/>
                </a:solidFill>
                <a:latin typeface="Times New Roman"/>
                <a:cs typeface="Times New Roman"/>
              </a:rPr>
              <a:t>impl</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ment</a:t>
            </a:r>
            <a:r>
              <a:rPr sz="1700" spc="-2" dirty="0">
                <a:solidFill>
                  <a:srgbClr val="252525"/>
                </a:solidFill>
                <a:latin typeface="Times New Roman"/>
                <a:cs typeface="Times New Roman"/>
              </a:rPr>
              <a:t> the </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nh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ce</a:t>
            </a:r>
            <a:r>
              <a:rPr sz="1700" spc="-5" dirty="0">
                <a:solidFill>
                  <a:srgbClr val="252525"/>
                </a:solidFill>
                <a:latin typeface="Times New Roman"/>
                <a:cs typeface="Times New Roman"/>
              </a:rPr>
              <a:t>ments.</a:t>
            </a:r>
            <a:r>
              <a:rPr sz="1700" spc="-2" dirty="0">
                <a:solidFill>
                  <a:srgbClr val="252525"/>
                </a:solidFill>
                <a:latin typeface="Times New Roman"/>
                <a:cs typeface="Times New Roman"/>
              </a:rPr>
              <a:t> </a:t>
            </a:r>
            <a:r>
              <a:rPr sz="1700" dirty="0">
                <a:solidFill>
                  <a:srgbClr val="252525"/>
                </a:solidFill>
                <a:latin typeface="Times New Roman"/>
                <a:cs typeface="Times New Roman"/>
              </a:rPr>
              <a:t>p </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the </a:t>
            </a:r>
            <a:r>
              <a:rPr sz="1700" spc="-5" dirty="0">
                <a:solidFill>
                  <a:srgbClr val="252525"/>
                </a:solidFill>
                <a:latin typeface="Times New Roman"/>
                <a:cs typeface="Times New Roman"/>
              </a:rPr>
              <a:t>p</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rt</a:t>
            </a:r>
            <a:r>
              <a:rPr sz="1700" dirty="0">
                <a:solidFill>
                  <a:srgbClr val="252525"/>
                </a:solidFill>
                <a:latin typeface="Times New Roman"/>
                <a:cs typeface="Times New Roman"/>
              </a:rPr>
              <a:t> </a:t>
            </a:r>
            <a:r>
              <a:rPr sz="1700" spc="-2" dirty="0">
                <a:solidFill>
                  <a:srgbClr val="252525"/>
                </a:solidFill>
                <a:latin typeface="Times New Roman"/>
                <a:cs typeface="Times New Roman"/>
              </a:rPr>
              <a:t>w</a:t>
            </a:r>
            <a:r>
              <a:rPr sz="1700" spc="-5" dirty="0">
                <a:solidFill>
                  <a:srgbClr val="252525"/>
                </a:solidFill>
                <a:latin typeface="Times New Roman"/>
                <a:cs typeface="Times New Roman"/>
              </a:rPr>
              <a:t>hich</a:t>
            </a:r>
            <a:r>
              <a:rPr sz="1700" dirty="0">
                <a:solidFill>
                  <a:srgbClr val="252525"/>
                </a:solidFill>
                <a:latin typeface="Times New Roman"/>
                <a:cs typeface="Times New Roman"/>
              </a:rPr>
              <a:t> </a:t>
            </a:r>
            <a:r>
              <a:rPr sz="1700" spc="2" dirty="0">
                <a:solidFill>
                  <a:srgbClr val="252525"/>
                </a:solidFill>
                <a:latin typeface="Times New Roman"/>
                <a:cs typeface="Times New Roman"/>
              </a:rPr>
              <a:t>p</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f</a:t>
            </a:r>
            <a:r>
              <a:rPr sz="1700" spc="5" dirty="0">
                <a:solidFill>
                  <a:srgbClr val="252525"/>
                </a:solidFill>
                <a:latin typeface="Times New Roman"/>
                <a:cs typeface="Times New Roman"/>
              </a:rPr>
              <a:t>o</a:t>
            </a:r>
            <a:r>
              <a:rPr sz="1700" spc="2" dirty="0">
                <a:solidFill>
                  <a:srgbClr val="252525"/>
                </a:solidFill>
                <a:latin typeface="Times New Roman"/>
                <a:cs typeface="Times New Roman"/>
              </a:rPr>
              <a:t>r</a:t>
            </a:r>
            <a:r>
              <a:rPr sz="1700" spc="-5" dirty="0">
                <a:solidFill>
                  <a:srgbClr val="252525"/>
                </a:solidFill>
                <a:latin typeface="Times New Roman"/>
                <a:cs typeface="Times New Roman"/>
              </a:rPr>
              <a:t>man</a:t>
            </a:r>
            <a:r>
              <a:rPr sz="1700" spc="-10"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e</a:t>
            </a:r>
            <a:r>
              <a:rPr sz="1700" spc="-7" dirty="0">
                <a:solidFill>
                  <a:srgbClr val="252525"/>
                </a:solidFill>
                <a:latin typeface="Times New Roman"/>
                <a:cs typeface="Times New Roman"/>
              </a:rPr>
              <a:t>e</a:t>
            </a:r>
            <a:r>
              <a:rPr sz="1700" dirty="0">
                <a:solidFill>
                  <a:srgbClr val="252525"/>
                </a:solidFill>
                <a:latin typeface="Times New Roman"/>
                <a:cs typeface="Times New Roman"/>
              </a:rPr>
              <a:t>ds</a:t>
            </a:r>
            <a:r>
              <a:rPr sz="1700" spc="-2" dirty="0">
                <a:solidFill>
                  <a:srgbClr val="252525"/>
                </a:solidFill>
                <a:latin typeface="Times New Roman"/>
                <a:cs typeface="Times New Roman"/>
              </a:rPr>
              <a:t> t</a:t>
            </a:r>
            <a:r>
              <a:rPr sz="1700" dirty="0">
                <a:solidFill>
                  <a:srgbClr val="252525"/>
                </a:solidFill>
                <a:latin typeface="Times New Roman"/>
                <a:cs typeface="Times New Roman"/>
              </a:rPr>
              <a:t>o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im</a:t>
            </a:r>
            <a:r>
              <a:rPr sz="1700" dirty="0">
                <a:solidFill>
                  <a:srgbClr val="252525"/>
                </a:solidFill>
                <a:latin typeface="Times New Roman"/>
                <a:cs typeface="Times New Roman"/>
              </a:rPr>
              <a:t>pr</a:t>
            </a:r>
            <a:r>
              <a:rPr sz="1700" spc="2" dirty="0">
                <a:solidFill>
                  <a:srgbClr val="252525"/>
                </a:solidFill>
                <a:latin typeface="Times New Roman"/>
                <a:cs typeface="Times New Roman"/>
              </a:rPr>
              <a:t>o</a:t>
            </a:r>
            <a:r>
              <a:rPr sz="1700" spc="-5" dirty="0">
                <a:solidFill>
                  <a:srgbClr val="252525"/>
                </a:solidFill>
                <a:latin typeface="Times New Roman"/>
                <a:cs typeface="Times New Roman"/>
              </a:rPr>
              <a:t>v</a:t>
            </a:r>
            <a:r>
              <a:rPr sz="1700" spc="-7" dirty="0">
                <a:solidFill>
                  <a:srgbClr val="252525"/>
                </a:solidFill>
                <a:latin typeface="Times New Roman"/>
                <a:cs typeface="Times New Roman"/>
              </a:rPr>
              <a:t>e</a:t>
            </a:r>
            <a:r>
              <a:rPr sz="1700" dirty="0">
                <a:solidFill>
                  <a:srgbClr val="252525"/>
                </a:solidFill>
                <a:latin typeface="Times New Roman"/>
                <a:cs typeface="Times New Roman"/>
              </a:rPr>
              <a:t>d.</a:t>
            </a:r>
            <a:endParaRPr sz="1700" dirty="0">
              <a:latin typeface="Times New Roman"/>
              <a:cs typeface="Times New Roman"/>
            </a:endParaRPr>
          </a:p>
          <a:p>
            <a:pPr>
              <a:spcBef>
                <a:spcPts val="9"/>
              </a:spcBef>
            </a:pPr>
            <a:endParaRPr sz="1700" dirty="0">
              <a:latin typeface="Times New Roman"/>
              <a:cs typeface="Times New Roman"/>
            </a:endParaRPr>
          </a:p>
          <a:p>
            <a:pPr marL="6109" algn="just"/>
            <a:r>
              <a:rPr sz="1700" b="1" spc="-5" dirty="0">
                <a:solidFill>
                  <a:srgbClr val="252525"/>
                </a:solidFill>
                <a:latin typeface="Times New Roman"/>
                <a:cs typeface="Times New Roman"/>
              </a:rPr>
              <a:t>Exa</a:t>
            </a:r>
            <a:r>
              <a:rPr sz="1700" b="1" spc="2" dirty="0">
                <a:solidFill>
                  <a:srgbClr val="252525"/>
                </a:solidFill>
                <a:latin typeface="Times New Roman"/>
                <a:cs typeface="Times New Roman"/>
              </a:rPr>
              <a:t>m</a:t>
            </a:r>
            <a:r>
              <a:rPr sz="1700" b="1" spc="-5" dirty="0">
                <a:solidFill>
                  <a:srgbClr val="252525"/>
                </a:solidFill>
                <a:latin typeface="Times New Roman"/>
                <a:cs typeface="Times New Roman"/>
              </a:rPr>
              <a:t>p</a:t>
            </a:r>
            <a:r>
              <a:rPr sz="1700" b="1" spc="-2" dirty="0">
                <a:solidFill>
                  <a:srgbClr val="252525"/>
                </a:solidFill>
                <a:latin typeface="Times New Roman"/>
                <a:cs typeface="Times New Roman"/>
              </a:rPr>
              <a:t>le</a:t>
            </a:r>
            <a:r>
              <a:rPr sz="1700" b="1" dirty="0">
                <a:solidFill>
                  <a:srgbClr val="252525"/>
                </a:solidFill>
                <a:latin typeface="Times New Roman"/>
                <a:cs typeface="Times New Roman"/>
              </a:rPr>
              <a:t> 1:</a:t>
            </a:r>
            <a:r>
              <a:rPr sz="1700" b="1" spc="-2" dirty="0">
                <a:solidFill>
                  <a:srgbClr val="252525"/>
                </a:solidFill>
                <a:latin typeface="Times New Roman"/>
                <a:cs typeface="Times New Roman"/>
              </a:rPr>
              <a:t> </a:t>
            </a:r>
            <a:r>
              <a:rPr sz="1700" spc="-5" dirty="0">
                <a:solidFill>
                  <a:srgbClr val="252525"/>
                </a:solidFill>
                <a:latin typeface="Times New Roman"/>
                <a:cs typeface="Times New Roman"/>
              </a:rPr>
              <a:t>L</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t’</a:t>
            </a:r>
            <a:r>
              <a:rPr sz="1700" dirty="0">
                <a:solidFill>
                  <a:srgbClr val="252525"/>
                </a:solidFill>
                <a:latin typeface="Times New Roman"/>
                <a:cs typeface="Times New Roman"/>
              </a:rPr>
              <a:t>s</a:t>
            </a:r>
            <a:r>
              <a:rPr sz="1700" spc="-2" dirty="0">
                <a:solidFill>
                  <a:srgbClr val="252525"/>
                </a:solidFill>
                <a:latin typeface="Times New Roman"/>
                <a:cs typeface="Times New Roman"/>
              </a:rPr>
              <a:t> take</a:t>
            </a:r>
            <a:r>
              <a:rPr sz="1700" dirty="0">
                <a:solidFill>
                  <a:srgbClr val="252525"/>
                </a:solidFill>
                <a:latin typeface="Times New Roman"/>
                <a:cs typeface="Times New Roman"/>
              </a:rPr>
              <a:t> </a:t>
            </a:r>
            <a:r>
              <a:rPr sz="1700" spc="-2" dirty="0">
                <a:solidFill>
                  <a:srgbClr val="252525"/>
                </a:solidFill>
                <a:latin typeface="Times New Roman"/>
                <a:cs typeface="Times New Roman"/>
              </a:rPr>
              <a:t>a</a:t>
            </a:r>
            <a:r>
              <a:rPr sz="1700" dirty="0">
                <a:solidFill>
                  <a:srgbClr val="252525"/>
                </a:solidFill>
                <a:latin typeface="Times New Roman"/>
                <a:cs typeface="Times New Roman"/>
              </a:rPr>
              <a:t>n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mpl</a:t>
            </a:r>
            <a:r>
              <a:rPr sz="1700" spc="-7" dirty="0">
                <a:solidFill>
                  <a:srgbClr val="252525"/>
                </a:solidFill>
                <a:latin typeface="Times New Roman"/>
                <a:cs typeface="Times New Roman"/>
              </a:rPr>
              <a:t>e</a:t>
            </a:r>
            <a:r>
              <a:rPr sz="1700" dirty="0">
                <a:solidFill>
                  <a:srgbClr val="252525"/>
                </a:solidFill>
                <a:latin typeface="Times New Roman"/>
                <a:cs typeface="Times New Roman"/>
              </a:rPr>
              <a:t>, </a:t>
            </a:r>
            <a:r>
              <a:rPr sz="1700" spc="-2" dirty="0">
                <a:solidFill>
                  <a:srgbClr val="252525"/>
                </a:solidFill>
                <a:latin typeface="Times New Roman"/>
                <a:cs typeface="Times New Roman"/>
              </a:rPr>
              <a:t>if the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art</a:t>
            </a:r>
            <a:r>
              <a:rPr sz="1700" dirty="0">
                <a:solidFill>
                  <a:srgbClr val="252525"/>
                </a:solidFill>
                <a:latin typeface="Times New Roman"/>
                <a:cs typeface="Times New Roman"/>
              </a:rPr>
              <a:t> </a:t>
            </a:r>
            <a:r>
              <a:rPr sz="1700" spc="-2" dirty="0">
                <a:solidFill>
                  <a:srgbClr val="252525"/>
                </a:solidFill>
                <a:latin typeface="Times New Roman"/>
                <a:cs typeface="Times New Roman"/>
              </a:rPr>
              <a:t>that</a:t>
            </a:r>
            <a:r>
              <a:rPr sz="1700" dirty="0">
                <a:solidFill>
                  <a:srgbClr val="252525"/>
                </a:solidFill>
                <a:latin typeface="Times New Roman"/>
                <a:cs typeface="Times New Roman"/>
              </a:rPr>
              <a:t> </a:t>
            </a:r>
            <a:r>
              <a:rPr sz="1700" spc="-5" dirty="0">
                <a:solidFill>
                  <a:srgbClr val="252525"/>
                </a:solidFill>
                <a:latin typeface="Times New Roman"/>
                <a:cs typeface="Times New Roman"/>
              </a:rPr>
              <a:t>c</a:t>
            </a:r>
            <a:r>
              <a:rPr sz="1700" spc="-10" dirty="0">
                <a:solidFill>
                  <a:srgbClr val="252525"/>
                </a:solidFill>
                <a:latin typeface="Times New Roman"/>
                <a:cs typeface="Times New Roman"/>
              </a:rPr>
              <a:t>a</a:t>
            </a:r>
            <a:r>
              <a:rPr sz="1700" dirty="0">
                <a:solidFill>
                  <a:srgbClr val="252525"/>
                </a:solidFill>
                <a:latin typeface="Times New Roman"/>
                <a:cs typeface="Times New Roman"/>
              </a:rPr>
              <a:t>n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improv</a:t>
            </a:r>
            <a:r>
              <a:rPr sz="1700" spc="-10" dirty="0">
                <a:solidFill>
                  <a:srgbClr val="252525"/>
                </a:solidFill>
                <a:latin typeface="Times New Roman"/>
                <a:cs typeface="Times New Roman"/>
              </a:rPr>
              <a:t>e</a:t>
            </a:r>
            <a:r>
              <a:rPr sz="1700" dirty="0">
                <a:solidFill>
                  <a:srgbClr val="252525"/>
                </a:solidFill>
                <a:latin typeface="Times New Roman"/>
                <a:cs typeface="Times New Roman"/>
              </a:rPr>
              <a:t>d </a:t>
            </a:r>
            <a:r>
              <a:rPr sz="1700" spc="-2" dirty="0">
                <a:solidFill>
                  <a:srgbClr val="252525"/>
                </a:solidFill>
                <a:latin typeface="Times New Roman"/>
                <a:cs typeface="Times New Roman"/>
              </a:rPr>
              <a:t>is </a:t>
            </a:r>
            <a:r>
              <a:rPr sz="1700" dirty="0">
                <a:solidFill>
                  <a:srgbClr val="252525"/>
                </a:solidFill>
                <a:latin typeface="Times New Roman"/>
                <a:cs typeface="Times New Roman"/>
              </a:rPr>
              <a:t>30%</a:t>
            </a:r>
            <a:r>
              <a:rPr sz="1700" spc="2" dirty="0">
                <a:solidFill>
                  <a:srgbClr val="252525"/>
                </a:solidFill>
                <a:latin typeface="Times New Roman"/>
                <a:cs typeface="Times New Roman"/>
              </a:rPr>
              <a:t> </a:t>
            </a:r>
            <a:r>
              <a:rPr sz="1700" dirty="0">
                <a:solidFill>
                  <a:srgbClr val="252525"/>
                </a:solidFill>
                <a:latin typeface="Times New Roman"/>
                <a:cs typeface="Times New Roman"/>
              </a:rPr>
              <a:t>of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 ov</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ll</a:t>
            </a:r>
            <a:r>
              <a:rPr lang="en-US" sz="1700" spc="-2" dirty="0">
                <a:solidFill>
                  <a:srgbClr val="252525"/>
                </a:solidFill>
                <a:latin typeface="Times New Roman"/>
                <a:cs typeface="Times New Roman"/>
              </a:rPr>
              <a:t> </a:t>
            </a:r>
            <a:r>
              <a:rPr sz="1700" dirty="0">
                <a:solidFill>
                  <a:srgbClr val="252525"/>
                </a:solidFill>
                <a:latin typeface="Times New Roman"/>
                <a:cs typeface="Times New Roman"/>
              </a:rPr>
              <a:t>syst</a:t>
            </a:r>
            <a:r>
              <a:rPr sz="1700" spc="-2" dirty="0">
                <a:solidFill>
                  <a:srgbClr val="252525"/>
                </a:solidFill>
                <a:latin typeface="Times New Roman"/>
                <a:cs typeface="Times New Roman"/>
              </a:rPr>
              <a:t>e</a:t>
            </a:r>
            <a:r>
              <a:rPr sz="1700" dirty="0">
                <a:solidFill>
                  <a:srgbClr val="252525"/>
                </a:solidFill>
                <a:latin typeface="Times New Roman"/>
                <a:cs typeface="Times New Roman"/>
              </a:rPr>
              <a:t>m and its pe</a:t>
            </a:r>
            <a:r>
              <a:rPr sz="1700" spc="-2" dirty="0">
                <a:solidFill>
                  <a:srgbClr val="252525"/>
                </a:solidFill>
                <a:latin typeface="Times New Roman"/>
                <a:cs typeface="Times New Roman"/>
              </a:rPr>
              <a:t>r</a:t>
            </a:r>
            <a:r>
              <a:rPr sz="1700" dirty="0">
                <a:solidFill>
                  <a:srgbClr val="252525"/>
                </a:solidFill>
                <a:latin typeface="Times New Roman"/>
                <a:cs typeface="Times New Roman"/>
              </a:rPr>
              <a:t>fo</a:t>
            </a:r>
            <a:r>
              <a:rPr sz="1700" spc="-5" dirty="0">
                <a:solidFill>
                  <a:srgbClr val="252525"/>
                </a:solidFill>
                <a:latin typeface="Times New Roman"/>
                <a:cs typeface="Times New Roman"/>
              </a:rPr>
              <a:t>r</a:t>
            </a:r>
            <a:r>
              <a:rPr sz="1700" dirty="0">
                <a:solidFill>
                  <a:srgbClr val="252525"/>
                </a:solidFill>
                <a:latin typeface="Times New Roman"/>
                <a:cs typeface="Times New Roman"/>
              </a:rPr>
              <a:t>ma</a:t>
            </a:r>
            <a:r>
              <a:rPr sz="1700" spc="2" dirty="0">
                <a:solidFill>
                  <a:srgbClr val="252525"/>
                </a:solidFill>
                <a:latin typeface="Times New Roman"/>
                <a:cs typeface="Times New Roman"/>
              </a:rPr>
              <a:t>n</a:t>
            </a:r>
            <a:r>
              <a:rPr sz="1700" spc="-2" dirty="0">
                <a:solidFill>
                  <a:srgbClr val="252525"/>
                </a:solidFill>
                <a:latin typeface="Times New Roman"/>
                <a:cs typeface="Times New Roman"/>
              </a:rPr>
              <a:t>c</a:t>
            </a:r>
            <a:r>
              <a:rPr sz="1700"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c</a:t>
            </a:r>
            <a:r>
              <a:rPr sz="1700" spc="-2" dirty="0">
                <a:solidFill>
                  <a:srgbClr val="252525"/>
                </a:solidFill>
                <a:latin typeface="Times New Roman"/>
                <a:cs typeface="Times New Roman"/>
              </a:rPr>
              <a:t>a</a:t>
            </a:r>
            <a:r>
              <a:rPr sz="1700" dirty="0">
                <a:solidFill>
                  <a:srgbClr val="252525"/>
                </a:solidFill>
                <a:latin typeface="Times New Roman"/>
                <a:cs typeface="Times New Roman"/>
              </a:rPr>
              <a:t>n be</a:t>
            </a:r>
            <a:r>
              <a:rPr sz="1700" spc="-2" dirty="0">
                <a:solidFill>
                  <a:srgbClr val="252525"/>
                </a:solidFill>
                <a:latin typeface="Times New Roman"/>
                <a:cs typeface="Times New Roman"/>
              </a:rPr>
              <a:t> </a:t>
            </a:r>
            <a:r>
              <a:rPr sz="1700" dirty="0">
                <a:solidFill>
                  <a:srgbClr val="252525"/>
                </a:solidFill>
                <a:latin typeface="Times New Roman"/>
                <a:cs typeface="Times New Roman"/>
              </a:rPr>
              <a:t>doubled </a:t>
            </a:r>
            <a:r>
              <a:rPr sz="1700" spc="-5" dirty="0">
                <a:solidFill>
                  <a:srgbClr val="252525"/>
                </a:solidFill>
                <a:latin typeface="Times New Roman"/>
                <a:cs typeface="Times New Roman"/>
              </a:rPr>
              <a:t>f</a:t>
            </a:r>
            <a:r>
              <a:rPr sz="1700" spc="5" dirty="0">
                <a:solidFill>
                  <a:srgbClr val="252525"/>
                </a:solidFill>
                <a:latin typeface="Times New Roman"/>
                <a:cs typeface="Times New Roman"/>
              </a:rPr>
              <a:t>o</a:t>
            </a:r>
            <a:r>
              <a:rPr sz="1700" dirty="0">
                <a:solidFill>
                  <a:srgbClr val="252525"/>
                </a:solidFill>
                <a:latin typeface="Times New Roman"/>
                <a:cs typeface="Times New Roman"/>
              </a:rPr>
              <a:t>r a</a:t>
            </a:r>
            <a:r>
              <a:rPr sz="1700" spc="-5" dirty="0">
                <a:solidFill>
                  <a:srgbClr val="252525"/>
                </a:solidFill>
                <a:latin typeface="Times New Roman"/>
                <a:cs typeface="Times New Roman"/>
              </a:rPr>
              <a:t> </a:t>
            </a:r>
            <a:r>
              <a:rPr sz="1700" spc="5" dirty="0">
                <a:solidFill>
                  <a:srgbClr val="252525"/>
                </a:solidFill>
                <a:latin typeface="Times New Roman"/>
                <a:cs typeface="Times New Roman"/>
              </a:rPr>
              <a:t>s</a:t>
            </a:r>
            <a:r>
              <a:rPr sz="1700" dirty="0">
                <a:solidFill>
                  <a:srgbClr val="252525"/>
                </a:solidFill>
                <a:latin typeface="Times New Roman"/>
                <a:cs typeface="Times New Roman"/>
              </a:rPr>
              <a:t>ystem, th</a:t>
            </a:r>
            <a:r>
              <a:rPr sz="1700" spc="-2" dirty="0">
                <a:solidFill>
                  <a:srgbClr val="252525"/>
                </a:solidFill>
                <a:latin typeface="Times New Roman"/>
                <a:cs typeface="Times New Roman"/>
              </a:rPr>
              <a:t>e</a:t>
            </a:r>
            <a:r>
              <a:rPr sz="1700" dirty="0">
                <a:solidFill>
                  <a:srgbClr val="252525"/>
                </a:solidFill>
                <a:latin typeface="Times New Roman"/>
                <a:cs typeface="Times New Roman"/>
              </a:rPr>
              <a:t>n −</a:t>
            </a:r>
            <a:endParaRPr sz="1700" dirty="0">
              <a:latin typeface="Times New Roman"/>
              <a:cs typeface="Times New Roman"/>
            </a:endParaRPr>
          </a:p>
          <a:p>
            <a:pPr marL="6109" algn="just"/>
            <a:r>
              <a:rPr sz="1700" dirty="0">
                <a:solidFill>
                  <a:srgbClr val="252525"/>
                </a:solidFill>
                <a:latin typeface="Times New Roman"/>
                <a:cs typeface="Times New Roman"/>
              </a:rPr>
              <a:t>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dupMAX</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1/</a:t>
            </a:r>
            <a:r>
              <a:rPr sz="1700" dirty="0">
                <a:solidFill>
                  <a:srgbClr val="252525"/>
                </a:solidFill>
                <a:latin typeface="Times New Roman"/>
                <a:cs typeface="Times New Roman"/>
              </a:rPr>
              <a:t>((1</a:t>
            </a:r>
            <a:r>
              <a:rPr sz="1700" spc="-2" dirty="0">
                <a:solidFill>
                  <a:srgbClr val="252525"/>
                </a:solidFill>
                <a:latin typeface="Times New Roman"/>
                <a:cs typeface="Times New Roman"/>
              </a:rPr>
              <a:t>-</a:t>
            </a:r>
            <a:r>
              <a:rPr sz="1700" dirty="0">
                <a:solidFill>
                  <a:srgbClr val="252525"/>
                </a:solidFill>
                <a:latin typeface="Times New Roman"/>
                <a:cs typeface="Times New Roman"/>
              </a:rPr>
              <a:t>0</a:t>
            </a:r>
            <a:r>
              <a:rPr sz="1700" spc="5" dirty="0">
                <a:solidFill>
                  <a:srgbClr val="252525"/>
                </a:solidFill>
                <a:latin typeface="Times New Roman"/>
                <a:cs typeface="Times New Roman"/>
              </a:rPr>
              <a:t>.</a:t>
            </a:r>
            <a:r>
              <a:rPr sz="1700" spc="-5" dirty="0">
                <a:solidFill>
                  <a:srgbClr val="252525"/>
                </a:solidFill>
                <a:latin typeface="Times New Roman"/>
                <a:cs typeface="Times New Roman"/>
              </a:rPr>
              <a:t>30)</a:t>
            </a:r>
            <a:r>
              <a:rPr sz="1700" spc="-10" dirty="0">
                <a:solidFill>
                  <a:srgbClr val="252525"/>
                </a:solidFill>
                <a:latin typeface="Times New Roman"/>
                <a:cs typeface="Times New Roman"/>
              </a:rPr>
              <a:t>+</a:t>
            </a:r>
            <a:r>
              <a:rPr sz="1700" dirty="0">
                <a:solidFill>
                  <a:srgbClr val="252525"/>
                </a:solidFill>
                <a:latin typeface="Times New Roman"/>
                <a:cs typeface="Times New Roman"/>
              </a:rPr>
              <a:t>(0.3</a:t>
            </a:r>
            <a:r>
              <a:rPr sz="1700" spc="-2" dirty="0">
                <a:solidFill>
                  <a:srgbClr val="252525"/>
                </a:solidFill>
                <a:latin typeface="Times New Roman"/>
                <a:cs typeface="Times New Roman"/>
              </a:rPr>
              <a:t>0/2)</a:t>
            </a:r>
            <a:r>
              <a:rPr sz="1700" dirty="0">
                <a:solidFill>
                  <a:srgbClr val="252525"/>
                </a:solidFill>
                <a:latin typeface="Times New Roman"/>
                <a:cs typeface="Times New Roman"/>
              </a:rPr>
              <a:t>)</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a:t>
            </a:r>
            <a:r>
              <a:rPr sz="1700" dirty="0">
                <a:solidFill>
                  <a:srgbClr val="252525"/>
                </a:solidFill>
                <a:latin typeface="Times New Roman"/>
                <a:cs typeface="Times New Roman"/>
              </a:rPr>
              <a:t>1.18</a:t>
            </a:r>
            <a:endParaRPr sz="1700" dirty="0">
              <a:latin typeface="Times New Roman"/>
              <a:cs typeface="Times New Roman"/>
            </a:endParaRPr>
          </a:p>
        </p:txBody>
      </p:sp>
    </p:spTree>
    <p:extLst>
      <p:ext uri="{BB962C8B-B14F-4D97-AF65-F5344CB8AC3E}">
        <p14:creationId xmlns:p14="http://schemas.microsoft.com/office/powerpoint/2010/main" val="3413802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54B87-EF97-01FD-5BFA-2497805A76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E40257-B775-9A78-E790-9BC6722F040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08D63E4-C7FE-590C-61DE-FE2C2F8EB5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7885763-0229-0006-81E4-CDEE38FE583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6A1689A-0284-3D40-A7F9-1A2208989A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5D0874F1-72D8-FE1A-468F-5675D142C15D}"/>
              </a:ext>
            </a:extLst>
          </p:cNvPr>
          <p:cNvSpPr txBox="1"/>
          <p:nvPr/>
        </p:nvSpPr>
        <p:spPr>
          <a:xfrm>
            <a:off x="1013394" y="819150"/>
            <a:ext cx="6987606" cy="3662541"/>
          </a:xfrm>
          <a:prstGeom prst="rect">
            <a:avLst/>
          </a:prstGeom>
        </p:spPr>
        <p:txBody>
          <a:bodyPr vert="horz" wrap="square" lIns="0" tIns="0" rIns="0" bIns="0" rtlCol="0">
            <a:spAutoFit/>
          </a:bodyPr>
          <a:lstStyle/>
          <a:p>
            <a:pPr marL="6109" algn="just"/>
            <a:r>
              <a:rPr sz="1700" b="1" spc="-5" dirty="0">
                <a:solidFill>
                  <a:srgbClr val="252525"/>
                </a:solidFill>
                <a:latin typeface="Times New Roman"/>
                <a:cs typeface="Times New Roman"/>
              </a:rPr>
              <a:t>Exa</a:t>
            </a:r>
            <a:r>
              <a:rPr sz="1700" b="1" spc="2" dirty="0">
                <a:solidFill>
                  <a:srgbClr val="252525"/>
                </a:solidFill>
                <a:latin typeface="Times New Roman"/>
                <a:cs typeface="Times New Roman"/>
              </a:rPr>
              <a:t>m</a:t>
            </a:r>
            <a:r>
              <a:rPr sz="1700" b="1" spc="-5" dirty="0">
                <a:solidFill>
                  <a:srgbClr val="252525"/>
                </a:solidFill>
                <a:latin typeface="Times New Roman"/>
                <a:cs typeface="Times New Roman"/>
              </a:rPr>
              <a:t>p</a:t>
            </a:r>
            <a:r>
              <a:rPr sz="1700" b="1" spc="-2" dirty="0">
                <a:solidFill>
                  <a:srgbClr val="252525"/>
                </a:solidFill>
                <a:latin typeface="Times New Roman"/>
                <a:cs typeface="Times New Roman"/>
              </a:rPr>
              <a:t>le</a:t>
            </a:r>
            <a:r>
              <a:rPr sz="1700" b="1" dirty="0">
                <a:solidFill>
                  <a:srgbClr val="252525"/>
                </a:solidFill>
                <a:latin typeface="Times New Roman"/>
                <a:cs typeface="Times New Roman"/>
              </a:rPr>
              <a:t> 2:</a:t>
            </a:r>
            <a:r>
              <a:rPr sz="1700" b="1" spc="-2" dirty="0">
                <a:solidFill>
                  <a:srgbClr val="252525"/>
                </a:solidFill>
                <a:latin typeface="Times New Roman"/>
                <a:cs typeface="Times New Roman"/>
              </a:rPr>
              <a:t> </a:t>
            </a:r>
            <a:r>
              <a:rPr sz="1700" spc="-2" dirty="0">
                <a:solidFill>
                  <a:srgbClr val="252525"/>
                </a:solidFill>
                <a:latin typeface="Times New Roman"/>
                <a:cs typeface="Times New Roman"/>
              </a:rPr>
              <a:t>Now</a:t>
            </a:r>
            <a:r>
              <a:rPr sz="1700" dirty="0">
                <a:solidFill>
                  <a:srgbClr val="252525"/>
                </a:solidFill>
                <a:latin typeface="Times New Roman"/>
                <a:cs typeface="Times New Roman"/>
              </a:rPr>
              <a:t>, </a:t>
            </a:r>
            <a:r>
              <a:rPr sz="1700" spc="-2" dirty="0">
                <a:solidFill>
                  <a:srgbClr val="252525"/>
                </a:solidFill>
                <a:latin typeface="Times New Roman"/>
                <a:cs typeface="Times New Roman"/>
              </a:rPr>
              <a:t>in </a:t>
            </a:r>
            <a:r>
              <a:rPr sz="1700" spc="-5" dirty="0">
                <a:solidFill>
                  <a:srgbClr val="252525"/>
                </a:solidFill>
                <a:latin typeface="Times New Roman"/>
                <a:cs typeface="Times New Roman"/>
              </a:rPr>
              <a:t>an</a:t>
            </a:r>
            <a:r>
              <a:rPr sz="1700" spc="-2" dirty="0">
                <a:solidFill>
                  <a:srgbClr val="252525"/>
                </a:solidFill>
                <a:latin typeface="Times New Roman"/>
                <a:cs typeface="Times New Roman"/>
              </a:rPr>
              <a:t>other</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mpl</a:t>
            </a:r>
            <a:r>
              <a:rPr sz="1700" spc="-7" dirty="0">
                <a:solidFill>
                  <a:srgbClr val="252525"/>
                </a:solidFill>
                <a:latin typeface="Times New Roman"/>
                <a:cs typeface="Times New Roman"/>
              </a:rPr>
              <a:t>e</a:t>
            </a:r>
            <a:r>
              <a:rPr sz="1700" dirty="0">
                <a:solidFill>
                  <a:srgbClr val="252525"/>
                </a:solidFill>
                <a:latin typeface="Times New Roman"/>
                <a:cs typeface="Times New Roman"/>
              </a:rPr>
              <a:t>, </a:t>
            </a:r>
            <a:r>
              <a:rPr sz="1700" spc="-2" dirty="0">
                <a:solidFill>
                  <a:srgbClr val="252525"/>
                </a:solidFill>
                <a:latin typeface="Times New Roman"/>
                <a:cs typeface="Times New Roman"/>
              </a:rPr>
              <a:t>if t</a:t>
            </a:r>
            <a:r>
              <a:rPr sz="1700" dirty="0">
                <a:solidFill>
                  <a:srgbClr val="252525"/>
                </a:solidFill>
                <a:latin typeface="Times New Roman"/>
                <a:cs typeface="Times New Roman"/>
              </a:rPr>
              <a:t>h</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rt</a:t>
            </a:r>
            <a:r>
              <a:rPr sz="1700" dirty="0">
                <a:solidFill>
                  <a:srgbClr val="252525"/>
                </a:solidFill>
                <a:latin typeface="Times New Roman"/>
                <a:cs typeface="Times New Roman"/>
              </a:rPr>
              <a:t> t</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5" dirty="0">
                <a:solidFill>
                  <a:srgbClr val="252525"/>
                </a:solidFill>
                <a:latin typeface="Times New Roman"/>
                <a:cs typeface="Times New Roman"/>
              </a:rPr>
              <a:t>c</a:t>
            </a:r>
            <a:r>
              <a:rPr sz="1700" spc="-10" dirty="0">
                <a:solidFill>
                  <a:srgbClr val="252525"/>
                </a:solidFill>
                <a:latin typeface="Times New Roman"/>
                <a:cs typeface="Times New Roman"/>
              </a:rPr>
              <a:t>a</a:t>
            </a:r>
            <a:r>
              <a:rPr sz="1700" dirty="0">
                <a:solidFill>
                  <a:srgbClr val="252525"/>
                </a:solidFill>
                <a:latin typeface="Times New Roman"/>
                <a:cs typeface="Times New Roman"/>
              </a:rPr>
              <a:t>n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im</a:t>
            </a:r>
            <a:r>
              <a:rPr sz="1700" dirty="0">
                <a:solidFill>
                  <a:srgbClr val="252525"/>
                </a:solidFill>
                <a:latin typeface="Times New Roman"/>
                <a:cs typeface="Times New Roman"/>
              </a:rPr>
              <a:t>pro</a:t>
            </a:r>
            <a:r>
              <a:rPr sz="1700" spc="2" dirty="0">
                <a:solidFill>
                  <a:srgbClr val="252525"/>
                </a:solidFill>
                <a:latin typeface="Times New Roman"/>
                <a:cs typeface="Times New Roman"/>
              </a:rPr>
              <a:t>v</a:t>
            </a:r>
            <a:r>
              <a:rPr sz="1700" spc="-7" dirty="0">
                <a:solidFill>
                  <a:srgbClr val="252525"/>
                </a:solidFill>
                <a:latin typeface="Times New Roman"/>
                <a:cs typeface="Times New Roman"/>
              </a:rPr>
              <a:t>e</a:t>
            </a:r>
            <a:r>
              <a:rPr sz="1700" dirty="0">
                <a:solidFill>
                  <a:srgbClr val="252525"/>
                </a:solidFill>
                <a:latin typeface="Times New Roman"/>
                <a:cs typeface="Times New Roman"/>
              </a:rPr>
              <a:t>d </a:t>
            </a:r>
            <a:r>
              <a:rPr sz="1700" spc="-2" dirty="0">
                <a:solidFill>
                  <a:srgbClr val="252525"/>
                </a:solidFill>
                <a:latin typeface="Times New Roman"/>
                <a:cs typeface="Times New Roman"/>
              </a:rPr>
              <a:t>is </a:t>
            </a:r>
            <a:r>
              <a:rPr sz="1700" dirty="0">
                <a:solidFill>
                  <a:srgbClr val="252525"/>
                </a:solidFill>
                <a:latin typeface="Times New Roman"/>
                <a:cs typeface="Times New Roman"/>
              </a:rPr>
              <a:t>70%</a:t>
            </a:r>
            <a:r>
              <a:rPr sz="1700" spc="-2" dirty="0">
                <a:solidFill>
                  <a:srgbClr val="252525"/>
                </a:solidFill>
                <a:latin typeface="Times New Roman"/>
                <a:cs typeface="Times New Roman"/>
              </a:rPr>
              <a:t> </a:t>
            </a:r>
            <a:r>
              <a:rPr sz="1700" dirty="0">
                <a:solidFill>
                  <a:srgbClr val="252525"/>
                </a:solidFill>
                <a:latin typeface="Times New Roman"/>
                <a:cs typeface="Times New Roman"/>
              </a:rPr>
              <a:t>of </a:t>
            </a:r>
            <a:r>
              <a:rPr sz="1700" spc="-2" dirty="0">
                <a:solidFill>
                  <a:srgbClr val="252525"/>
                </a:solidFill>
                <a:latin typeface="Times New Roman"/>
                <a:cs typeface="Times New Roman"/>
              </a:rPr>
              <a:t>the</a:t>
            </a:r>
            <a:r>
              <a:rPr sz="1700" spc="-5" dirty="0">
                <a:solidFill>
                  <a:srgbClr val="252525"/>
                </a:solidFill>
                <a:latin typeface="Times New Roman"/>
                <a:cs typeface="Times New Roman"/>
              </a:rPr>
              <a:t> ov</a:t>
            </a:r>
            <a:r>
              <a:rPr sz="1700" spc="-2" dirty="0">
                <a:solidFill>
                  <a:srgbClr val="252525"/>
                </a:solidFill>
                <a:latin typeface="Times New Roman"/>
                <a:cs typeface="Times New Roman"/>
              </a:rPr>
              <a:t>er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lang="en-US" sz="1700" spc="-2" dirty="0">
                <a:solidFill>
                  <a:srgbClr val="252525"/>
                </a:solidFill>
                <a:latin typeface="Times New Roman"/>
                <a:cs typeface="Times New Roman"/>
              </a:rPr>
              <a:t> </a:t>
            </a:r>
            <a:r>
              <a:rPr sz="1700" dirty="0">
                <a:solidFill>
                  <a:srgbClr val="252525"/>
                </a:solidFill>
                <a:latin typeface="Times New Roman"/>
                <a:cs typeface="Times New Roman"/>
              </a:rPr>
              <a:t>syst</a:t>
            </a:r>
            <a:r>
              <a:rPr sz="1700" spc="-2" dirty="0">
                <a:solidFill>
                  <a:srgbClr val="252525"/>
                </a:solidFill>
                <a:latin typeface="Times New Roman"/>
                <a:cs typeface="Times New Roman"/>
              </a:rPr>
              <a:t>e</a:t>
            </a:r>
            <a:r>
              <a:rPr sz="1700" dirty="0">
                <a:solidFill>
                  <a:srgbClr val="252525"/>
                </a:solidFill>
                <a:latin typeface="Times New Roman"/>
                <a:cs typeface="Times New Roman"/>
              </a:rPr>
              <a:t>m and its pe</a:t>
            </a:r>
            <a:r>
              <a:rPr sz="1700" spc="-2" dirty="0">
                <a:solidFill>
                  <a:srgbClr val="252525"/>
                </a:solidFill>
                <a:latin typeface="Times New Roman"/>
                <a:cs typeface="Times New Roman"/>
              </a:rPr>
              <a:t>r</a:t>
            </a:r>
            <a:r>
              <a:rPr sz="1700" dirty="0">
                <a:solidFill>
                  <a:srgbClr val="252525"/>
                </a:solidFill>
                <a:latin typeface="Times New Roman"/>
                <a:cs typeface="Times New Roman"/>
              </a:rPr>
              <a:t>fo</a:t>
            </a:r>
            <a:r>
              <a:rPr sz="1700" spc="-5" dirty="0">
                <a:solidFill>
                  <a:srgbClr val="252525"/>
                </a:solidFill>
                <a:latin typeface="Times New Roman"/>
                <a:cs typeface="Times New Roman"/>
              </a:rPr>
              <a:t>r</a:t>
            </a:r>
            <a:r>
              <a:rPr sz="1700" dirty="0">
                <a:solidFill>
                  <a:srgbClr val="252525"/>
                </a:solidFill>
                <a:latin typeface="Times New Roman"/>
                <a:cs typeface="Times New Roman"/>
              </a:rPr>
              <a:t>ma</a:t>
            </a:r>
            <a:r>
              <a:rPr sz="1700" spc="2" dirty="0">
                <a:solidFill>
                  <a:srgbClr val="252525"/>
                </a:solidFill>
                <a:latin typeface="Times New Roman"/>
                <a:cs typeface="Times New Roman"/>
              </a:rPr>
              <a:t>n</a:t>
            </a:r>
            <a:r>
              <a:rPr sz="1700" spc="-2" dirty="0">
                <a:solidFill>
                  <a:srgbClr val="252525"/>
                </a:solidFill>
                <a:latin typeface="Times New Roman"/>
                <a:cs typeface="Times New Roman"/>
              </a:rPr>
              <a:t>c</a:t>
            </a:r>
            <a:r>
              <a:rPr sz="1700"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c</a:t>
            </a:r>
            <a:r>
              <a:rPr sz="1700" spc="-2" dirty="0">
                <a:solidFill>
                  <a:srgbClr val="252525"/>
                </a:solidFill>
                <a:latin typeface="Times New Roman"/>
                <a:cs typeface="Times New Roman"/>
              </a:rPr>
              <a:t>a</a:t>
            </a:r>
            <a:r>
              <a:rPr sz="1700" dirty="0">
                <a:solidFill>
                  <a:srgbClr val="252525"/>
                </a:solidFill>
                <a:latin typeface="Times New Roman"/>
                <a:cs typeface="Times New Roman"/>
              </a:rPr>
              <a:t>n be</a:t>
            </a:r>
            <a:r>
              <a:rPr sz="1700" spc="-2" dirty="0">
                <a:solidFill>
                  <a:srgbClr val="252525"/>
                </a:solidFill>
                <a:latin typeface="Times New Roman"/>
                <a:cs typeface="Times New Roman"/>
              </a:rPr>
              <a:t> </a:t>
            </a:r>
            <a:r>
              <a:rPr sz="1700" dirty="0">
                <a:solidFill>
                  <a:srgbClr val="252525"/>
                </a:solidFill>
                <a:latin typeface="Times New Roman"/>
                <a:cs typeface="Times New Roman"/>
              </a:rPr>
              <a:t>doubled </a:t>
            </a:r>
            <a:r>
              <a:rPr sz="1700" spc="-5" dirty="0">
                <a:solidFill>
                  <a:srgbClr val="252525"/>
                </a:solidFill>
                <a:latin typeface="Times New Roman"/>
                <a:cs typeface="Times New Roman"/>
              </a:rPr>
              <a:t>f</a:t>
            </a:r>
            <a:r>
              <a:rPr sz="1700" spc="5" dirty="0">
                <a:solidFill>
                  <a:srgbClr val="252525"/>
                </a:solidFill>
                <a:latin typeface="Times New Roman"/>
                <a:cs typeface="Times New Roman"/>
              </a:rPr>
              <a:t>o</a:t>
            </a:r>
            <a:r>
              <a:rPr sz="1700" dirty="0">
                <a:solidFill>
                  <a:srgbClr val="252525"/>
                </a:solidFill>
                <a:latin typeface="Times New Roman"/>
                <a:cs typeface="Times New Roman"/>
              </a:rPr>
              <a:t>r a</a:t>
            </a:r>
            <a:r>
              <a:rPr sz="1700" spc="-5" dirty="0">
                <a:solidFill>
                  <a:srgbClr val="252525"/>
                </a:solidFill>
                <a:latin typeface="Times New Roman"/>
                <a:cs typeface="Times New Roman"/>
              </a:rPr>
              <a:t> </a:t>
            </a:r>
            <a:r>
              <a:rPr sz="1700" spc="5" dirty="0">
                <a:solidFill>
                  <a:srgbClr val="252525"/>
                </a:solidFill>
                <a:latin typeface="Times New Roman"/>
                <a:cs typeface="Times New Roman"/>
              </a:rPr>
              <a:t>s</a:t>
            </a:r>
            <a:r>
              <a:rPr sz="1700" dirty="0">
                <a:solidFill>
                  <a:srgbClr val="252525"/>
                </a:solidFill>
                <a:latin typeface="Times New Roman"/>
                <a:cs typeface="Times New Roman"/>
              </a:rPr>
              <a:t>ystem, th</a:t>
            </a:r>
            <a:r>
              <a:rPr sz="1700" spc="-2" dirty="0">
                <a:solidFill>
                  <a:srgbClr val="252525"/>
                </a:solidFill>
                <a:latin typeface="Times New Roman"/>
                <a:cs typeface="Times New Roman"/>
              </a:rPr>
              <a:t>e</a:t>
            </a:r>
            <a:r>
              <a:rPr sz="1700" dirty="0">
                <a:solidFill>
                  <a:srgbClr val="252525"/>
                </a:solidFill>
                <a:latin typeface="Times New Roman"/>
                <a:cs typeface="Times New Roman"/>
              </a:rPr>
              <a:t>n −</a:t>
            </a:r>
            <a:endParaRPr sz="1700" dirty="0">
              <a:latin typeface="Times New Roman"/>
              <a:cs typeface="Times New Roman"/>
            </a:endParaRPr>
          </a:p>
          <a:p>
            <a:pPr marL="6109" algn="just"/>
            <a:r>
              <a:rPr sz="1700" dirty="0">
                <a:solidFill>
                  <a:srgbClr val="252525"/>
                </a:solidFill>
                <a:latin typeface="Times New Roman"/>
                <a:cs typeface="Times New Roman"/>
              </a:rPr>
              <a:t>S</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ee</a:t>
            </a:r>
            <a:r>
              <a:rPr sz="1700" dirty="0">
                <a:solidFill>
                  <a:srgbClr val="252525"/>
                </a:solidFill>
                <a:latin typeface="Times New Roman"/>
                <a:cs typeface="Times New Roman"/>
              </a:rPr>
              <a:t>dupMA</a:t>
            </a:r>
            <a:r>
              <a:rPr sz="1700" spc="-2" dirty="0">
                <a:solidFill>
                  <a:srgbClr val="252525"/>
                </a:solidFill>
                <a:latin typeface="Times New Roman"/>
                <a:cs typeface="Times New Roman"/>
              </a:rPr>
              <a:t>X</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1/</a:t>
            </a:r>
            <a:r>
              <a:rPr sz="1700" dirty="0">
                <a:solidFill>
                  <a:srgbClr val="252525"/>
                </a:solidFill>
                <a:latin typeface="Times New Roman"/>
                <a:cs typeface="Times New Roman"/>
              </a:rPr>
              <a:t>((1</a:t>
            </a:r>
            <a:r>
              <a:rPr sz="1700" spc="-2" dirty="0">
                <a:solidFill>
                  <a:srgbClr val="252525"/>
                </a:solidFill>
                <a:latin typeface="Times New Roman"/>
                <a:cs typeface="Times New Roman"/>
              </a:rPr>
              <a:t>-</a:t>
            </a:r>
            <a:r>
              <a:rPr sz="1700" dirty="0">
                <a:solidFill>
                  <a:srgbClr val="252525"/>
                </a:solidFill>
                <a:latin typeface="Times New Roman"/>
                <a:cs typeface="Times New Roman"/>
              </a:rPr>
              <a:t>0.</a:t>
            </a:r>
            <a:r>
              <a:rPr sz="1700" spc="5" dirty="0">
                <a:solidFill>
                  <a:srgbClr val="252525"/>
                </a:solidFill>
                <a:latin typeface="Times New Roman"/>
                <a:cs typeface="Times New Roman"/>
              </a:rPr>
              <a:t>7</a:t>
            </a:r>
            <a:r>
              <a:rPr sz="1700" spc="-2" dirty="0">
                <a:solidFill>
                  <a:srgbClr val="252525"/>
                </a:solidFill>
                <a:latin typeface="Times New Roman"/>
                <a:cs typeface="Times New Roman"/>
              </a:rPr>
              <a:t>0)</a:t>
            </a:r>
            <a:r>
              <a:rPr sz="1700" spc="-10" dirty="0">
                <a:solidFill>
                  <a:srgbClr val="252525"/>
                </a:solidFill>
                <a:latin typeface="Times New Roman"/>
                <a:cs typeface="Times New Roman"/>
              </a:rPr>
              <a:t>+</a:t>
            </a:r>
            <a:r>
              <a:rPr sz="1700" dirty="0">
                <a:solidFill>
                  <a:srgbClr val="252525"/>
                </a:solidFill>
                <a:latin typeface="Times New Roman"/>
                <a:cs typeface="Times New Roman"/>
              </a:rPr>
              <a:t>(0.7</a:t>
            </a:r>
            <a:r>
              <a:rPr sz="1700" spc="-2" dirty="0">
                <a:solidFill>
                  <a:srgbClr val="252525"/>
                </a:solidFill>
                <a:latin typeface="Times New Roman"/>
                <a:cs typeface="Times New Roman"/>
              </a:rPr>
              <a:t>0/2))</a:t>
            </a:r>
            <a:r>
              <a:rPr lang="en-US" sz="1700" spc="-2" dirty="0">
                <a:solidFill>
                  <a:srgbClr val="252525"/>
                </a:solidFill>
                <a:latin typeface="Times New Roman"/>
                <a:cs typeface="Times New Roman"/>
              </a:rPr>
              <a:t> </a:t>
            </a:r>
            <a:r>
              <a:rPr sz="1700" spc="-5" dirty="0">
                <a:solidFill>
                  <a:srgbClr val="252525"/>
                </a:solidFill>
                <a:latin typeface="Times New Roman"/>
                <a:cs typeface="Times New Roman"/>
              </a:rPr>
              <a:t>=</a:t>
            </a:r>
            <a:r>
              <a:rPr sz="1700" spc="-2" dirty="0">
                <a:solidFill>
                  <a:srgbClr val="252525"/>
                </a:solidFill>
                <a:latin typeface="Times New Roman"/>
                <a:cs typeface="Times New Roman"/>
              </a:rPr>
              <a:t> </a:t>
            </a:r>
            <a:r>
              <a:rPr sz="1700" dirty="0">
                <a:solidFill>
                  <a:srgbClr val="252525"/>
                </a:solidFill>
                <a:latin typeface="Times New Roman"/>
                <a:cs typeface="Times New Roman"/>
              </a:rPr>
              <a:t>1.54</a:t>
            </a:r>
            <a:endParaRPr sz="1700" dirty="0">
              <a:latin typeface="Times New Roman"/>
              <a:cs typeface="Times New Roman"/>
            </a:endParaRPr>
          </a:p>
          <a:p>
            <a:pPr algn="just">
              <a:spcBef>
                <a:spcPts val="18"/>
              </a:spcBef>
            </a:pPr>
            <a:endParaRPr sz="1700" dirty="0">
              <a:latin typeface="Times New Roman"/>
              <a:cs typeface="Times New Roman"/>
            </a:endParaRPr>
          </a:p>
          <a:p>
            <a:pPr marL="6109" marR="5498" algn="just"/>
            <a:r>
              <a:rPr sz="1700" dirty="0">
                <a:solidFill>
                  <a:srgbClr val="252525"/>
                </a:solidFill>
                <a:latin typeface="Times New Roman"/>
                <a:cs typeface="Times New Roman"/>
              </a:rPr>
              <a:t>So,</a:t>
            </a:r>
            <a:r>
              <a:rPr sz="1700" spc="63" dirty="0">
                <a:solidFill>
                  <a:srgbClr val="252525"/>
                </a:solidFill>
                <a:latin typeface="Times New Roman"/>
                <a:cs typeface="Times New Roman"/>
              </a:rPr>
              <a:t> </a:t>
            </a:r>
            <a:r>
              <a:rPr sz="1700" spc="-2" dirty="0">
                <a:solidFill>
                  <a:srgbClr val="252525"/>
                </a:solidFill>
                <a:latin typeface="Times New Roman"/>
                <a:cs typeface="Times New Roman"/>
              </a:rPr>
              <a:t>w</a:t>
            </a:r>
            <a:r>
              <a:rPr sz="1700" dirty="0">
                <a:solidFill>
                  <a:srgbClr val="252525"/>
                </a:solidFill>
                <a:latin typeface="Times New Roman"/>
                <a:cs typeface="Times New Roman"/>
              </a:rPr>
              <a:t>e</a:t>
            </a:r>
            <a:r>
              <a:rPr sz="1700" spc="58" dirty="0">
                <a:solidFill>
                  <a:srgbClr val="252525"/>
                </a:solidFill>
                <a:latin typeface="Times New Roman"/>
                <a:cs typeface="Times New Roman"/>
              </a:rPr>
              <a:t> </a:t>
            </a:r>
            <a:r>
              <a:rPr sz="1700" spc="-7" dirty="0">
                <a:solidFill>
                  <a:srgbClr val="252525"/>
                </a:solidFill>
                <a:latin typeface="Times New Roman"/>
                <a:cs typeface="Times New Roman"/>
              </a:rPr>
              <a:t>ca</a:t>
            </a:r>
            <a:r>
              <a:rPr sz="1700" dirty="0">
                <a:solidFill>
                  <a:srgbClr val="252525"/>
                </a:solidFill>
                <a:latin typeface="Times New Roman"/>
                <a:cs typeface="Times New Roman"/>
              </a:rPr>
              <a:t>n</a:t>
            </a:r>
            <a:r>
              <a:rPr sz="1700" spc="63" dirty="0">
                <a:solidFill>
                  <a:srgbClr val="252525"/>
                </a:solidFill>
                <a:latin typeface="Times New Roman"/>
                <a:cs typeface="Times New Roman"/>
              </a:rPr>
              <a:t> </a:t>
            </a:r>
            <a:r>
              <a:rPr sz="1700" spc="-2" dirty="0">
                <a:solidFill>
                  <a:srgbClr val="252525"/>
                </a:solidFill>
                <a:latin typeface="Times New Roman"/>
                <a:cs typeface="Times New Roman"/>
              </a:rPr>
              <a:t>s</a:t>
            </a:r>
            <a:r>
              <a:rPr sz="1700" spc="2" dirty="0">
                <a:solidFill>
                  <a:srgbClr val="252525"/>
                </a:solidFill>
                <a:latin typeface="Times New Roman"/>
                <a:cs typeface="Times New Roman"/>
              </a:rPr>
              <a:t>e</a:t>
            </a:r>
            <a:r>
              <a:rPr sz="1700" spc="-7" dirty="0">
                <a:solidFill>
                  <a:srgbClr val="252525"/>
                </a:solidFill>
                <a:latin typeface="Times New Roman"/>
                <a:cs typeface="Times New Roman"/>
              </a:rPr>
              <a:t>e</a:t>
            </a:r>
            <a:r>
              <a:rPr sz="1700" dirty="0">
                <a:solidFill>
                  <a:srgbClr val="252525"/>
                </a:solidFill>
                <a:latin typeface="Times New Roman"/>
                <a:cs typeface="Times New Roman"/>
              </a:rPr>
              <a:t>,</a:t>
            </a:r>
            <a:r>
              <a:rPr sz="1700" spc="63" dirty="0">
                <a:solidFill>
                  <a:srgbClr val="252525"/>
                </a:solidFill>
                <a:latin typeface="Times New Roman"/>
                <a:cs typeface="Times New Roman"/>
              </a:rPr>
              <a:t> </a:t>
            </a:r>
            <a:r>
              <a:rPr sz="1700" spc="-2" dirty="0">
                <a:solidFill>
                  <a:srgbClr val="252525"/>
                </a:solidFill>
                <a:latin typeface="Times New Roman"/>
                <a:cs typeface="Times New Roman"/>
              </a:rPr>
              <a:t>if</a:t>
            </a:r>
            <a:r>
              <a:rPr sz="1700" spc="60" dirty="0">
                <a:solidFill>
                  <a:srgbClr val="252525"/>
                </a:solidFill>
                <a:latin typeface="Times New Roman"/>
                <a:cs typeface="Times New Roman"/>
              </a:rPr>
              <a:t> </a:t>
            </a:r>
            <a:r>
              <a:rPr sz="1700" spc="5" dirty="0">
                <a:solidFill>
                  <a:srgbClr val="252525"/>
                </a:solidFill>
                <a:latin typeface="Times New Roman"/>
                <a:cs typeface="Times New Roman"/>
              </a:rPr>
              <a:t>1</a:t>
            </a:r>
            <a:r>
              <a:rPr sz="1700" spc="-2" dirty="0">
                <a:solidFill>
                  <a:srgbClr val="252525"/>
                </a:solidFill>
                <a:latin typeface="Times New Roman"/>
                <a:cs typeface="Times New Roman"/>
              </a:rPr>
              <a:t>-</a:t>
            </a:r>
            <a:r>
              <a:rPr sz="1700" dirty="0">
                <a:solidFill>
                  <a:srgbClr val="252525"/>
                </a:solidFill>
                <a:latin typeface="Times New Roman"/>
                <a:cs typeface="Times New Roman"/>
              </a:rPr>
              <a:t>p</a:t>
            </a:r>
            <a:r>
              <a:rPr sz="1700" spc="67" dirty="0">
                <a:solidFill>
                  <a:srgbClr val="252525"/>
                </a:solidFill>
                <a:latin typeface="Times New Roman"/>
                <a:cs typeface="Times New Roman"/>
              </a:rPr>
              <a:t> </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a</a:t>
            </a:r>
            <a:r>
              <a:rPr sz="1700" dirty="0">
                <a:solidFill>
                  <a:srgbClr val="252525"/>
                </a:solidFill>
                <a:latin typeface="Times New Roman"/>
                <a:cs typeface="Times New Roman"/>
              </a:rPr>
              <a:t>n</a:t>
            </a:r>
            <a:r>
              <a:rPr sz="1700" spc="-2" dirty="0">
                <a:solidFill>
                  <a:srgbClr val="252525"/>
                </a:solidFill>
                <a:latin typeface="Times New Roman"/>
                <a:cs typeface="Times New Roman"/>
              </a:rPr>
              <a:t>’t</a:t>
            </a:r>
            <a:r>
              <a:rPr sz="1700" spc="63" dirty="0">
                <a:solidFill>
                  <a:srgbClr val="252525"/>
                </a:solidFill>
                <a:latin typeface="Times New Roman"/>
                <a:cs typeface="Times New Roman"/>
              </a:rPr>
              <a:t> </a:t>
            </a:r>
            <a:r>
              <a:rPr sz="1700" spc="-5" dirty="0">
                <a:solidFill>
                  <a:srgbClr val="252525"/>
                </a:solidFill>
                <a:latin typeface="Times New Roman"/>
                <a:cs typeface="Times New Roman"/>
              </a:rPr>
              <a:t>be</a:t>
            </a:r>
            <a:r>
              <a:rPr sz="1700" spc="60" dirty="0">
                <a:solidFill>
                  <a:srgbClr val="252525"/>
                </a:solidFill>
                <a:latin typeface="Times New Roman"/>
                <a:cs typeface="Times New Roman"/>
              </a:rPr>
              <a:t> </a:t>
            </a:r>
            <a:r>
              <a:rPr sz="1700" spc="-5" dirty="0">
                <a:solidFill>
                  <a:srgbClr val="252525"/>
                </a:solidFill>
                <a:latin typeface="Times New Roman"/>
                <a:cs typeface="Times New Roman"/>
              </a:rPr>
              <a:t>improv</a:t>
            </a:r>
            <a:r>
              <a:rPr sz="1700" spc="-10" dirty="0">
                <a:solidFill>
                  <a:srgbClr val="252525"/>
                </a:solidFill>
                <a:latin typeface="Times New Roman"/>
                <a:cs typeface="Times New Roman"/>
              </a:rPr>
              <a:t>e</a:t>
            </a:r>
            <a:r>
              <a:rPr sz="1700" dirty="0">
                <a:solidFill>
                  <a:srgbClr val="252525"/>
                </a:solidFill>
                <a:latin typeface="Times New Roman"/>
                <a:cs typeface="Times New Roman"/>
              </a:rPr>
              <a:t>d,</a:t>
            </a:r>
            <a:r>
              <a:rPr sz="1700" spc="63"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spc="60" dirty="0">
                <a:solidFill>
                  <a:srgbClr val="252525"/>
                </a:solidFill>
                <a:latin typeface="Times New Roman"/>
                <a:cs typeface="Times New Roman"/>
              </a:rPr>
              <a:t> </a:t>
            </a:r>
            <a:r>
              <a:rPr sz="1700" spc="5" dirty="0">
                <a:solidFill>
                  <a:srgbClr val="252525"/>
                </a:solidFill>
                <a:latin typeface="Times New Roman"/>
                <a:cs typeface="Times New Roman"/>
              </a:rPr>
              <a:t>o</a:t>
            </a:r>
            <a:r>
              <a:rPr sz="1700" spc="-5" dirty="0">
                <a:solidFill>
                  <a:srgbClr val="252525"/>
                </a:solidFill>
                <a:latin typeface="Times New Roman"/>
                <a:cs typeface="Times New Roman"/>
              </a:rPr>
              <a:t>v</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63"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dirty="0">
                <a:solidFill>
                  <a:srgbClr val="252525"/>
                </a:solidFill>
                <a:latin typeface="Times New Roman"/>
                <a:cs typeface="Times New Roman"/>
              </a:rPr>
              <a:t>fo</a:t>
            </a:r>
            <a:r>
              <a:rPr sz="1700" spc="-5" dirty="0">
                <a:solidFill>
                  <a:srgbClr val="252525"/>
                </a:solidFill>
                <a:latin typeface="Times New Roman"/>
                <a:cs typeface="Times New Roman"/>
              </a:rPr>
              <a:t>rma</a:t>
            </a:r>
            <a:r>
              <a:rPr sz="1700" spc="-2" dirty="0">
                <a:solidFill>
                  <a:srgbClr val="252525"/>
                </a:solidFill>
                <a:latin typeface="Times New Roman"/>
                <a:cs typeface="Times New Roman"/>
              </a:rPr>
              <a:t>n</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e</a:t>
            </a:r>
            <a:r>
              <a:rPr sz="1700" spc="60" dirty="0">
                <a:solidFill>
                  <a:srgbClr val="252525"/>
                </a:solidFill>
                <a:latin typeface="Times New Roman"/>
                <a:cs typeface="Times New Roman"/>
              </a:rPr>
              <a:t> </a:t>
            </a:r>
            <a:r>
              <a:rPr sz="1700" dirty="0">
                <a:solidFill>
                  <a:srgbClr val="252525"/>
                </a:solidFill>
                <a:latin typeface="Times New Roman"/>
                <a:cs typeface="Times New Roman"/>
              </a:rPr>
              <a:t>of</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t</a:t>
            </a:r>
            <a:r>
              <a:rPr sz="1700" dirty="0">
                <a:solidFill>
                  <a:srgbClr val="252525"/>
                </a:solidFill>
                <a:latin typeface="Times New Roman"/>
                <a:cs typeface="Times New Roman"/>
              </a:rPr>
              <a:t>h</a:t>
            </a:r>
            <a:r>
              <a:rPr sz="1700" spc="-5" dirty="0">
                <a:solidFill>
                  <a:srgbClr val="252525"/>
                </a:solidFill>
                <a:latin typeface="Times New Roman"/>
                <a:cs typeface="Times New Roman"/>
              </a:rPr>
              <a:t>e</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sys</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a:t>
            </a:r>
            <a:r>
              <a:rPr sz="1700" spc="63" dirty="0">
                <a:solidFill>
                  <a:srgbClr val="252525"/>
                </a:solidFill>
                <a:latin typeface="Times New Roman"/>
                <a:cs typeface="Times New Roman"/>
              </a:rPr>
              <a:t> </a:t>
            </a:r>
            <a:r>
              <a:rPr sz="1700" spc="-7" dirty="0">
                <a:solidFill>
                  <a:srgbClr val="252525"/>
                </a:solidFill>
                <a:latin typeface="Times New Roman"/>
                <a:cs typeface="Times New Roman"/>
              </a:rPr>
              <a:t>ca</a:t>
            </a:r>
            <a:r>
              <a:rPr sz="1700" spc="-5" dirty="0">
                <a:solidFill>
                  <a:srgbClr val="252525"/>
                </a:solidFill>
                <a:latin typeface="Times New Roman"/>
                <a:cs typeface="Times New Roman"/>
              </a:rPr>
              <a:t>nnot</a:t>
            </a:r>
            <a:r>
              <a:rPr sz="1700" spc="63" dirty="0">
                <a:solidFill>
                  <a:srgbClr val="252525"/>
                </a:solidFill>
                <a:latin typeface="Times New Roman"/>
                <a:cs typeface="Times New Roman"/>
              </a:rPr>
              <a:t> </a:t>
            </a:r>
            <a:r>
              <a:rPr sz="1700" spc="-5" dirty="0">
                <a:solidFill>
                  <a:srgbClr val="252525"/>
                </a:solidFill>
                <a:latin typeface="Times New Roman"/>
                <a:cs typeface="Times New Roman"/>
              </a:rPr>
              <a:t>be</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improv</a:t>
            </a:r>
            <a:r>
              <a:rPr sz="1700" spc="-10" dirty="0">
                <a:solidFill>
                  <a:srgbClr val="252525"/>
                </a:solidFill>
                <a:latin typeface="Times New Roman"/>
                <a:cs typeface="Times New Roman"/>
              </a:rPr>
              <a:t>e</a:t>
            </a:r>
            <a:r>
              <a:rPr sz="1700" dirty="0">
                <a:solidFill>
                  <a:srgbClr val="252525"/>
                </a:solidFill>
                <a:latin typeface="Times New Roman"/>
                <a:cs typeface="Times New Roman"/>
              </a:rPr>
              <a:t>d</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s</a:t>
            </a:r>
            <a:r>
              <a:rPr sz="1700" dirty="0">
                <a:solidFill>
                  <a:srgbClr val="252525"/>
                </a:solidFill>
                <a:latin typeface="Times New Roman"/>
                <a:cs typeface="Times New Roman"/>
              </a:rPr>
              <a:t>o</a:t>
            </a:r>
            <a:r>
              <a:rPr sz="1700" spc="29" dirty="0">
                <a:solidFill>
                  <a:srgbClr val="252525"/>
                </a:solidFill>
                <a:latin typeface="Times New Roman"/>
                <a:cs typeface="Times New Roman"/>
              </a:rPr>
              <a:t> </a:t>
            </a:r>
            <a:r>
              <a:rPr sz="1700" spc="-5" dirty="0">
                <a:solidFill>
                  <a:srgbClr val="252525"/>
                </a:solidFill>
                <a:latin typeface="Times New Roman"/>
                <a:cs typeface="Times New Roman"/>
              </a:rPr>
              <a:t>much.</a:t>
            </a:r>
            <a:r>
              <a:rPr sz="1700" spc="26" dirty="0">
                <a:solidFill>
                  <a:srgbClr val="252525"/>
                </a:solidFill>
                <a:latin typeface="Times New Roman"/>
                <a:cs typeface="Times New Roman"/>
              </a:rPr>
              <a:t> </a:t>
            </a:r>
            <a:r>
              <a:rPr sz="1700" dirty="0">
                <a:solidFill>
                  <a:srgbClr val="252525"/>
                </a:solidFill>
                <a:latin typeface="Times New Roman"/>
                <a:cs typeface="Times New Roman"/>
              </a:rPr>
              <a:t>So,</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if</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1</a:t>
            </a:r>
            <a:r>
              <a:rPr sz="1700" spc="-2" dirty="0">
                <a:solidFill>
                  <a:srgbClr val="252525"/>
                </a:solidFill>
                <a:latin typeface="Times New Roman"/>
                <a:cs typeface="Times New Roman"/>
              </a:rPr>
              <a:t>-</a:t>
            </a:r>
            <a:r>
              <a:rPr sz="1700" dirty="0">
                <a:solidFill>
                  <a:srgbClr val="252525"/>
                </a:solidFill>
                <a:latin typeface="Times New Roman"/>
                <a:cs typeface="Times New Roman"/>
              </a:rPr>
              <a:t>p</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29" dirty="0">
                <a:solidFill>
                  <a:srgbClr val="252525"/>
                </a:solidFill>
                <a:latin typeface="Times New Roman"/>
                <a:cs typeface="Times New Roman"/>
              </a:rPr>
              <a:t> </a:t>
            </a:r>
            <a:r>
              <a:rPr sz="1700" spc="-2" dirty="0">
                <a:solidFill>
                  <a:srgbClr val="252525"/>
                </a:solidFill>
                <a:latin typeface="Times New Roman"/>
                <a:cs typeface="Times New Roman"/>
              </a:rPr>
              <a:t>1/2,</a:t>
            </a:r>
            <a:r>
              <a:rPr sz="1700" spc="29" dirty="0">
                <a:solidFill>
                  <a:srgbClr val="252525"/>
                </a:solidFill>
                <a:latin typeface="Times New Roman"/>
                <a:cs typeface="Times New Roman"/>
              </a:rPr>
              <a:t> </a:t>
            </a:r>
            <a:r>
              <a:rPr sz="1700" spc="-5" dirty="0">
                <a:solidFill>
                  <a:srgbClr val="252525"/>
                </a:solidFill>
                <a:latin typeface="Times New Roman"/>
                <a:cs typeface="Times New Roman"/>
              </a:rPr>
              <a:t>then</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spe</a:t>
            </a:r>
            <a:r>
              <a:rPr sz="1700" spc="-7" dirty="0">
                <a:solidFill>
                  <a:srgbClr val="252525"/>
                </a:solidFill>
                <a:latin typeface="Times New Roman"/>
                <a:cs typeface="Times New Roman"/>
              </a:rPr>
              <a:t>e</a:t>
            </a:r>
            <a:r>
              <a:rPr sz="1700" dirty="0">
                <a:solidFill>
                  <a:srgbClr val="252525"/>
                </a:solidFill>
                <a:latin typeface="Times New Roman"/>
                <a:cs typeface="Times New Roman"/>
              </a:rPr>
              <a:t>d</a:t>
            </a:r>
            <a:r>
              <a:rPr sz="1700" spc="31" dirty="0">
                <a:solidFill>
                  <a:srgbClr val="252525"/>
                </a:solidFill>
                <a:latin typeface="Times New Roman"/>
                <a:cs typeface="Times New Roman"/>
              </a:rPr>
              <a:t> </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nnot</a:t>
            </a:r>
            <a:r>
              <a:rPr sz="1700" spc="29" dirty="0">
                <a:solidFill>
                  <a:srgbClr val="252525"/>
                </a:solidFill>
                <a:latin typeface="Times New Roman"/>
                <a:cs typeface="Times New Roman"/>
              </a:rPr>
              <a:t> </a:t>
            </a:r>
            <a:r>
              <a:rPr sz="1700" dirty="0">
                <a:solidFill>
                  <a:srgbClr val="252525"/>
                </a:solidFill>
                <a:latin typeface="Times New Roman"/>
                <a:cs typeface="Times New Roman"/>
              </a:rPr>
              <a:t>go</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b</a:t>
            </a:r>
            <a:r>
              <a:rPr sz="1700" spc="-7" dirty="0">
                <a:solidFill>
                  <a:srgbClr val="252525"/>
                </a:solidFill>
                <a:latin typeface="Times New Roman"/>
                <a:cs typeface="Times New Roman"/>
              </a:rPr>
              <a:t>e</a:t>
            </a:r>
            <a:r>
              <a:rPr sz="1700" dirty="0">
                <a:solidFill>
                  <a:srgbClr val="252525"/>
                </a:solidFill>
                <a:latin typeface="Times New Roman"/>
                <a:cs typeface="Times New Roman"/>
              </a:rPr>
              <a:t>yond</a:t>
            </a:r>
            <a:r>
              <a:rPr sz="1700" spc="26" dirty="0">
                <a:solidFill>
                  <a:srgbClr val="252525"/>
                </a:solidFill>
                <a:latin typeface="Times New Roman"/>
                <a:cs typeface="Times New Roman"/>
              </a:rPr>
              <a:t> </a:t>
            </a:r>
            <a:r>
              <a:rPr sz="1700" spc="-2" dirty="0">
                <a:solidFill>
                  <a:srgbClr val="252525"/>
                </a:solidFill>
                <a:latin typeface="Times New Roman"/>
                <a:cs typeface="Times New Roman"/>
              </a:rPr>
              <a:t>that,</a:t>
            </a:r>
            <a:r>
              <a:rPr sz="1700" spc="26" dirty="0">
                <a:solidFill>
                  <a:srgbClr val="252525"/>
                </a:solidFill>
                <a:latin typeface="Times New Roman"/>
                <a:cs typeface="Times New Roman"/>
              </a:rPr>
              <a:t> </a:t>
            </a:r>
            <a:r>
              <a:rPr sz="1700" dirty="0">
                <a:solidFill>
                  <a:srgbClr val="252525"/>
                </a:solidFill>
                <a:latin typeface="Times New Roman"/>
                <a:cs typeface="Times New Roman"/>
              </a:rPr>
              <a:t>no</a:t>
            </a:r>
            <a:r>
              <a:rPr sz="1700" spc="31" dirty="0">
                <a:solidFill>
                  <a:srgbClr val="252525"/>
                </a:solidFill>
                <a:latin typeface="Times New Roman"/>
                <a:cs typeface="Times New Roman"/>
              </a:rPr>
              <a:t> </a:t>
            </a:r>
            <a:r>
              <a:rPr sz="1700" spc="-5" dirty="0">
                <a:solidFill>
                  <a:srgbClr val="252525"/>
                </a:solidFill>
                <a:latin typeface="Times New Roman"/>
                <a:cs typeface="Times New Roman"/>
              </a:rPr>
              <a:t>matter</a:t>
            </a:r>
            <a:r>
              <a:rPr sz="1700" spc="24" dirty="0">
                <a:solidFill>
                  <a:srgbClr val="252525"/>
                </a:solidFill>
                <a:latin typeface="Times New Roman"/>
                <a:cs typeface="Times New Roman"/>
              </a:rPr>
              <a:t> </a:t>
            </a:r>
            <a:r>
              <a:rPr sz="1700" dirty="0">
                <a:solidFill>
                  <a:srgbClr val="252525"/>
                </a:solidFill>
                <a:latin typeface="Times New Roman"/>
                <a:cs typeface="Times New Roman"/>
              </a:rPr>
              <a:t>how</a:t>
            </a:r>
            <a:r>
              <a:rPr sz="1700" spc="26" dirty="0">
                <a:solidFill>
                  <a:srgbClr val="252525"/>
                </a:solidFill>
                <a:latin typeface="Times New Roman"/>
                <a:cs typeface="Times New Roman"/>
              </a:rPr>
              <a:t> </a:t>
            </a:r>
            <a:r>
              <a:rPr sz="1700" spc="-5" dirty="0">
                <a:solidFill>
                  <a:srgbClr val="252525"/>
                </a:solidFill>
                <a:latin typeface="Times New Roman"/>
                <a:cs typeface="Times New Roman"/>
              </a:rPr>
              <a:t>many</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pro</a:t>
            </a:r>
            <a:r>
              <a:rPr sz="1700" spc="-10"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ssor</a:t>
            </a:r>
            <a:r>
              <a:rPr sz="1700" dirty="0">
                <a:solidFill>
                  <a:srgbClr val="252525"/>
                </a:solidFill>
                <a:latin typeface="Times New Roman"/>
                <a:cs typeface="Times New Roman"/>
              </a:rPr>
              <a:t>s</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re</a:t>
            </a:r>
            <a:r>
              <a:rPr sz="1700" spc="-5" dirty="0">
                <a:solidFill>
                  <a:srgbClr val="252525"/>
                </a:solidFill>
                <a:latin typeface="Times New Roman"/>
                <a:cs typeface="Times New Roman"/>
              </a:rPr>
              <a:t> </a:t>
            </a:r>
            <a:r>
              <a:rPr sz="1700" dirty="0">
                <a:solidFill>
                  <a:srgbClr val="252525"/>
                </a:solidFill>
                <a:latin typeface="Times New Roman"/>
                <a:cs typeface="Times New Roman"/>
              </a:rPr>
              <a:t>u</a:t>
            </a:r>
            <a:r>
              <a:rPr sz="1700" spc="5" dirty="0">
                <a:solidFill>
                  <a:srgbClr val="252525"/>
                </a:solidFill>
                <a:latin typeface="Times New Roman"/>
                <a:cs typeface="Times New Roman"/>
              </a:rPr>
              <a:t>s</a:t>
            </a:r>
            <a:r>
              <a:rPr sz="1700" spc="-7" dirty="0">
                <a:solidFill>
                  <a:srgbClr val="252525"/>
                </a:solidFill>
                <a:latin typeface="Times New Roman"/>
                <a:cs typeface="Times New Roman"/>
              </a:rPr>
              <a:t>e</a:t>
            </a:r>
            <a:r>
              <a:rPr sz="1700" dirty="0">
                <a:solidFill>
                  <a:srgbClr val="252525"/>
                </a:solidFill>
                <a:latin typeface="Times New Roman"/>
                <a:cs typeface="Times New Roman"/>
              </a:rPr>
              <a:t>d.</a:t>
            </a:r>
            <a:endParaRPr sz="1700" dirty="0">
              <a:latin typeface="Times New Roman"/>
              <a:cs typeface="Times New Roman"/>
            </a:endParaRPr>
          </a:p>
          <a:p>
            <a:pPr marL="6109" marR="2443" algn="just"/>
            <a:endParaRPr lang="en-US" sz="1700" spc="-7" dirty="0">
              <a:solidFill>
                <a:srgbClr val="252525"/>
              </a:solidFill>
              <a:latin typeface="Times New Roman"/>
              <a:cs typeface="Times New Roman"/>
            </a:endParaRPr>
          </a:p>
          <a:p>
            <a:pPr marL="6109" marR="2443" algn="just"/>
            <a:r>
              <a:rPr sz="1700" spc="-7" dirty="0">
                <a:solidFill>
                  <a:srgbClr val="252525"/>
                </a:solidFill>
                <a:latin typeface="Times New Roman"/>
                <a:cs typeface="Times New Roman"/>
              </a:rPr>
              <a:t>Mul</a:t>
            </a:r>
            <a:r>
              <a:rPr sz="1700" dirty="0">
                <a:solidFill>
                  <a:srgbClr val="252525"/>
                </a:solidFill>
                <a:latin typeface="Times New Roman"/>
                <a:cs typeface="Times New Roman"/>
              </a:rPr>
              <a:t>t</a:t>
            </a:r>
            <a:r>
              <a:rPr sz="1700" spc="-2" dirty="0">
                <a:solidFill>
                  <a:srgbClr val="252525"/>
                </a:solidFill>
                <a:latin typeface="Times New Roman"/>
                <a:cs typeface="Times New Roman"/>
              </a:rPr>
              <a:t>ico</a:t>
            </a:r>
            <a:r>
              <a:rPr sz="1700" spc="-7" dirty="0">
                <a:solidFill>
                  <a:srgbClr val="252525"/>
                </a:solidFill>
                <a:latin typeface="Times New Roman"/>
                <a:cs typeface="Times New Roman"/>
              </a:rPr>
              <a:t>r</a:t>
            </a:r>
            <a:r>
              <a:rPr sz="1700" spc="-5" dirty="0">
                <a:solidFill>
                  <a:srgbClr val="252525"/>
                </a:solidFill>
                <a:latin typeface="Times New Roman"/>
                <a:cs typeface="Times New Roman"/>
              </a:rPr>
              <a:t>e</a:t>
            </a:r>
            <a:r>
              <a:rPr sz="1700" dirty="0">
                <a:solidFill>
                  <a:srgbClr val="252525"/>
                </a:solidFill>
                <a:latin typeface="Times New Roman"/>
                <a:cs typeface="Times New Roman"/>
              </a:rPr>
              <a:t> </a:t>
            </a:r>
            <a:r>
              <a:rPr sz="1700" spc="19" dirty="0">
                <a:solidFill>
                  <a:srgbClr val="252525"/>
                </a:solidFill>
                <a:latin typeface="Times New Roman"/>
                <a:cs typeface="Times New Roman"/>
              </a:rPr>
              <a:t> </a:t>
            </a:r>
            <a:r>
              <a:rPr sz="1700" dirty="0">
                <a:solidFill>
                  <a:srgbClr val="252525"/>
                </a:solidFill>
                <a:latin typeface="Times New Roman"/>
                <a:cs typeface="Times New Roman"/>
              </a:rPr>
              <a:t>progr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mming</a:t>
            </a:r>
            <a:r>
              <a:rPr sz="1700" dirty="0">
                <a:solidFill>
                  <a:srgbClr val="252525"/>
                </a:solidFill>
                <a:latin typeface="Times New Roman"/>
                <a:cs typeface="Times New Roman"/>
              </a:rPr>
              <a:t> </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is</a:t>
            </a:r>
            <a:r>
              <a:rPr sz="1700" dirty="0">
                <a:solidFill>
                  <a:srgbClr val="252525"/>
                </a:solidFill>
                <a:latin typeface="Times New Roman"/>
                <a:cs typeface="Times New Roman"/>
              </a:rPr>
              <a:t> </a:t>
            </a:r>
            <a:r>
              <a:rPr sz="1700" spc="24" dirty="0">
                <a:solidFill>
                  <a:srgbClr val="252525"/>
                </a:solidFill>
                <a:latin typeface="Times New Roman"/>
                <a:cs typeface="Times New Roman"/>
              </a:rPr>
              <a:t> </a:t>
            </a:r>
            <a:r>
              <a:rPr sz="1700" spc="-5" dirty="0">
                <a:solidFill>
                  <a:srgbClr val="252525"/>
                </a:solidFill>
                <a:latin typeface="Times New Roman"/>
                <a:cs typeface="Times New Roman"/>
              </a:rPr>
              <a:t>most</a:t>
            </a:r>
            <a:r>
              <a:rPr sz="1700" dirty="0">
                <a:solidFill>
                  <a:srgbClr val="252525"/>
                </a:solidFill>
                <a:latin typeface="Times New Roman"/>
                <a:cs typeface="Times New Roman"/>
              </a:rPr>
              <a:t> </a:t>
            </a:r>
            <a:r>
              <a:rPr sz="1700" spc="24"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ommonly</a:t>
            </a:r>
            <a:r>
              <a:rPr sz="1700" dirty="0">
                <a:solidFill>
                  <a:srgbClr val="252525"/>
                </a:solidFill>
                <a:latin typeface="Times New Roman"/>
                <a:cs typeface="Times New Roman"/>
              </a:rPr>
              <a:t> </a:t>
            </a:r>
            <a:r>
              <a:rPr sz="1700" spc="22" dirty="0">
                <a:solidFill>
                  <a:srgbClr val="252525"/>
                </a:solidFill>
                <a:latin typeface="Times New Roman"/>
                <a:cs typeface="Times New Roman"/>
              </a:rPr>
              <a:t> </a:t>
            </a:r>
            <a:r>
              <a:rPr sz="1700" dirty="0">
                <a:solidFill>
                  <a:srgbClr val="252525"/>
                </a:solidFill>
                <a:latin typeface="Times New Roman"/>
                <a:cs typeface="Times New Roman"/>
              </a:rPr>
              <a:t>u</a:t>
            </a:r>
            <a:r>
              <a:rPr sz="1700" spc="5" dirty="0">
                <a:solidFill>
                  <a:srgbClr val="252525"/>
                </a:solidFill>
                <a:latin typeface="Times New Roman"/>
                <a:cs typeface="Times New Roman"/>
              </a:rPr>
              <a:t>s</a:t>
            </a:r>
            <a:r>
              <a:rPr sz="1700" spc="-7" dirty="0">
                <a:solidFill>
                  <a:srgbClr val="252525"/>
                </a:solidFill>
                <a:latin typeface="Times New Roman"/>
                <a:cs typeface="Times New Roman"/>
              </a:rPr>
              <a:t>e</a:t>
            </a:r>
            <a:r>
              <a:rPr sz="1700" dirty="0">
                <a:solidFill>
                  <a:srgbClr val="252525"/>
                </a:solidFill>
                <a:latin typeface="Times New Roman"/>
                <a:cs typeface="Times New Roman"/>
              </a:rPr>
              <a:t>d </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in</a:t>
            </a:r>
            <a:r>
              <a:rPr sz="1700" dirty="0">
                <a:solidFill>
                  <a:srgbClr val="252525"/>
                </a:solidFill>
                <a:latin typeface="Times New Roman"/>
                <a:cs typeface="Times New Roman"/>
              </a:rPr>
              <a:t> </a:t>
            </a:r>
            <a:r>
              <a:rPr sz="1700" spc="22" dirty="0">
                <a:solidFill>
                  <a:srgbClr val="252525"/>
                </a:solidFill>
                <a:latin typeface="Times New Roman"/>
                <a:cs typeface="Times New Roman"/>
              </a:rPr>
              <a:t> </a:t>
            </a:r>
            <a:r>
              <a:rPr sz="1700" spc="-5" dirty="0">
                <a:solidFill>
                  <a:srgbClr val="252525"/>
                </a:solidFill>
                <a:latin typeface="Times New Roman"/>
                <a:cs typeface="Times New Roman"/>
              </a:rPr>
              <a:t>signa</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24"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5" dirty="0">
                <a:solidFill>
                  <a:srgbClr val="252525"/>
                </a:solidFill>
                <a:latin typeface="Times New Roman"/>
                <a:cs typeface="Times New Roman"/>
              </a:rPr>
              <a:t>roc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a:t>
            </a:r>
            <a:r>
              <a:rPr sz="1700" dirty="0">
                <a:solidFill>
                  <a:srgbClr val="252525"/>
                </a:solidFill>
                <a:latin typeface="Times New Roman"/>
                <a:cs typeface="Times New Roman"/>
              </a:rPr>
              <a:t>ing </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 </a:t>
            </a:r>
            <a:r>
              <a:rPr sz="1700" spc="22" dirty="0">
                <a:solidFill>
                  <a:srgbClr val="252525"/>
                </a:solidFill>
                <a:latin typeface="Times New Roman"/>
                <a:cs typeface="Times New Roman"/>
              </a:rPr>
              <a:t> </a:t>
            </a:r>
            <a:r>
              <a:rPr sz="1700" spc="-5" dirty="0">
                <a:solidFill>
                  <a:srgbClr val="252525"/>
                </a:solidFill>
                <a:latin typeface="Times New Roman"/>
                <a:cs typeface="Times New Roman"/>
              </a:rPr>
              <a:t>p</a:t>
            </a:r>
            <a:r>
              <a:rPr sz="1700" dirty="0">
                <a:solidFill>
                  <a:srgbClr val="252525"/>
                </a:solidFill>
                <a:latin typeface="Times New Roman"/>
                <a:cs typeface="Times New Roman"/>
              </a:rPr>
              <a:t>l</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12" dirty="0">
                <a:solidFill>
                  <a:srgbClr val="252525"/>
                </a:solidFill>
                <a:latin typeface="Times New Roman"/>
                <a:cs typeface="Times New Roman"/>
              </a:rPr>
              <a:t>t</a:t>
            </a:r>
            <a:r>
              <a:rPr sz="1700" spc="-2" dirty="0">
                <a:solidFill>
                  <a:srgbClr val="252525"/>
                </a:solidFill>
                <a:latin typeface="Times New Roman"/>
                <a:cs typeface="Times New Roman"/>
              </a:rPr>
              <a:t>-</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ontrol sys</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ms.</a:t>
            </a:r>
            <a:r>
              <a:rPr sz="1700" spc="-17" dirty="0">
                <a:solidFill>
                  <a:srgbClr val="252525"/>
                </a:solidFill>
                <a:latin typeface="Times New Roman"/>
                <a:cs typeface="Times New Roman"/>
              </a:rPr>
              <a:t> </a:t>
            </a:r>
            <a:r>
              <a:rPr sz="1700" spc="-10" dirty="0">
                <a:solidFill>
                  <a:srgbClr val="252525"/>
                </a:solidFill>
                <a:latin typeface="Times New Roman"/>
                <a:cs typeface="Times New Roman"/>
              </a:rPr>
              <a:t>I</a:t>
            </a:r>
            <a:r>
              <a:rPr sz="1700" dirty="0">
                <a:solidFill>
                  <a:srgbClr val="252525"/>
                </a:solidFill>
                <a:latin typeface="Times New Roman"/>
                <a:cs typeface="Times New Roman"/>
              </a:rPr>
              <a:t>n</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signa</a:t>
            </a:r>
            <a:r>
              <a:rPr sz="1700" spc="-2" dirty="0">
                <a:solidFill>
                  <a:srgbClr val="252525"/>
                </a:solidFill>
                <a:latin typeface="Times New Roman"/>
                <a:cs typeface="Times New Roman"/>
              </a:rPr>
              <a:t>l</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proc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a:t>
            </a:r>
            <a:r>
              <a:rPr sz="1700" dirty="0">
                <a:solidFill>
                  <a:srgbClr val="252525"/>
                </a:solidFill>
                <a:latin typeface="Times New Roman"/>
                <a:cs typeface="Times New Roman"/>
              </a:rPr>
              <a:t>ing,</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one</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ca</a:t>
            </a:r>
            <a:r>
              <a:rPr sz="1700" dirty="0">
                <a:solidFill>
                  <a:srgbClr val="252525"/>
                </a:solidFill>
                <a:latin typeface="Times New Roman"/>
                <a:cs typeface="Times New Roman"/>
              </a:rPr>
              <a:t>n</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ve</a:t>
            </a:r>
            <a:r>
              <a:rPr sz="1700" spc="-22"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14"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on</a:t>
            </a:r>
            <a:r>
              <a:rPr sz="1700" spc="-2" dirty="0">
                <a:solidFill>
                  <a:srgbClr val="252525"/>
                </a:solidFill>
                <a:latin typeface="Times New Roman"/>
                <a:cs typeface="Times New Roman"/>
              </a:rPr>
              <a:t>c</a:t>
            </a:r>
            <a:r>
              <a:rPr sz="1700" dirty="0">
                <a:solidFill>
                  <a:srgbClr val="252525"/>
                </a:solidFill>
                <a:latin typeface="Times New Roman"/>
                <a:cs typeface="Times New Roman"/>
              </a:rPr>
              <a:t>ur</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sys</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that</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pro</a:t>
            </a:r>
            <a:r>
              <a:rPr sz="1700" spc="-10"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s</a:t>
            </a:r>
            <a:r>
              <a:rPr sz="1700" spc="-2" dirty="0">
                <a:solidFill>
                  <a:srgbClr val="252525"/>
                </a:solidFill>
                <a:latin typeface="Times New Roman"/>
                <a:cs typeface="Times New Roman"/>
              </a:rPr>
              <a:t>se</a:t>
            </a:r>
            <a:r>
              <a:rPr sz="1700" dirty="0">
                <a:solidFill>
                  <a:srgbClr val="252525"/>
                </a:solidFill>
                <a:latin typeface="Times New Roman"/>
                <a:cs typeface="Times New Roman"/>
              </a:rPr>
              <a:t>s</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multiple</a:t>
            </a:r>
            <a:r>
              <a:rPr sz="1700" spc="-19" dirty="0">
                <a:solidFill>
                  <a:srgbClr val="252525"/>
                </a:solidFill>
                <a:latin typeface="Times New Roman"/>
                <a:cs typeface="Times New Roman"/>
              </a:rPr>
              <a:t> </a:t>
            </a:r>
            <a:r>
              <a:rPr sz="1700" dirty="0">
                <a:solidFill>
                  <a:srgbClr val="252525"/>
                </a:solidFill>
                <a:latin typeface="Times New Roman"/>
                <a:cs typeface="Times New Roman"/>
              </a:rPr>
              <a:t>f</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mes</a:t>
            </a:r>
            <a:r>
              <a:rPr sz="1700" spc="-2" dirty="0">
                <a:solidFill>
                  <a:srgbClr val="252525"/>
                </a:solidFill>
                <a:latin typeface="Times New Roman"/>
                <a:cs typeface="Times New Roman"/>
              </a:rPr>
              <a:t> in</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ontrolle</a:t>
            </a:r>
            <a:r>
              <a:rPr sz="1700" dirty="0">
                <a:solidFill>
                  <a:srgbClr val="252525"/>
                </a:solidFill>
                <a:latin typeface="Times New Roman"/>
                <a:cs typeface="Times New Roman"/>
              </a:rPr>
              <a:t>r </a:t>
            </a:r>
            <a:r>
              <a:rPr sz="1700" spc="-60"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 </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plant</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7" dirty="0">
                <a:solidFill>
                  <a:srgbClr val="252525"/>
                </a:solidFill>
                <a:latin typeface="Times New Roman"/>
                <a:cs typeface="Times New Roman"/>
              </a:rPr>
              <a:t>ca</a:t>
            </a:r>
            <a:r>
              <a:rPr sz="1700" dirty="0">
                <a:solidFill>
                  <a:srgbClr val="252525"/>
                </a:solidFill>
                <a:latin typeface="Times New Roman"/>
                <a:cs typeface="Times New Roman"/>
              </a:rPr>
              <a:t>n </a:t>
            </a:r>
            <a:r>
              <a:rPr sz="1700" spc="-60"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2" dirty="0">
                <a:solidFill>
                  <a:srgbClr val="252525"/>
                </a:solidFill>
                <a:latin typeface="Times New Roman"/>
                <a:cs typeface="Times New Roman"/>
              </a:rPr>
              <a:t>ecute</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s </a:t>
            </a:r>
            <a:r>
              <a:rPr sz="1700" spc="-60" dirty="0">
                <a:solidFill>
                  <a:srgbClr val="252525"/>
                </a:solidFill>
                <a:latin typeface="Times New Roman"/>
                <a:cs typeface="Times New Roman"/>
              </a:rPr>
              <a:t> </a:t>
            </a:r>
            <a:r>
              <a:rPr sz="1700" dirty="0">
                <a:solidFill>
                  <a:srgbClr val="252525"/>
                </a:solidFill>
                <a:latin typeface="Times New Roman"/>
                <a:cs typeface="Times New Roman"/>
              </a:rPr>
              <a:t>two </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se</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te</a:t>
            </a:r>
            <a:r>
              <a:rPr sz="1700" dirty="0">
                <a:solidFill>
                  <a:srgbClr val="252525"/>
                </a:solidFill>
                <a:latin typeface="Times New Roman"/>
                <a:cs typeface="Times New Roman"/>
              </a:rPr>
              <a:t> </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tasks</a:t>
            </a:r>
            <a:r>
              <a:rPr sz="1700" dirty="0">
                <a:solidFill>
                  <a:srgbClr val="252525"/>
                </a:solidFill>
                <a:latin typeface="Times New Roman"/>
                <a:cs typeface="Times New Roman"/>
              </a:rPr>
              <a:t>, </a:t>
            </a:r>
            <a:r>
              <a:rPr sz="1700" spc="-58" dirty="0">
                <a:solidFill>
                  <a:srgbClr val="252525"/>
                </a:solidFill>
                <a:latin typeface="Times New Roman"/>
                <a:cs typeface="Times New Roman"/>
              </a:rPr>
              <a:t> </a:t>
            </a:r>
            <a:r>
              <a:rPr sz="1700" spc="12" dirty="0">
                <a:solidFill>
                  <a:srgbClr val="252525"/>
                </a:solidFill>
                <a:latin typeface="Times New Roman"/>
                <a:cs typeface="Times New Roman"/>
              </a:rPr>
              <a:t>i</a:t>
            </a:r>
            <a:r>
              <a:rPr sz="1700" dirty="0">
                <a:solidFill>
                  <a:srgbClr val="252525"/>
                </a:solidFill>
                <a:latin typeface="Times New Roman"/>
                <a:cs typeface="Times New Roman"/>
              </a:rPr>
              <a:t>n </a:t>
            </a:r>
            <a:r>
              <a:rPr sz="1700" spc="-60" dirty="0">
                <a:solidFill>
                  <a:srgbClr val="252525"/>
                </a:solidFill>
                <a:latin typeface="Times New Roman"/>
                <a:cs typeface="Times New Roman"/>
              </a:rPr>
              <a:t> </a:t>
            </a:r>
            <a:r>
              <a:rPr sz="1700" spc="-2" dirty="0">
                <a:solidFill>
                  <a:srgbClr val="252525"/>
                </a:solidFill>
                <a:latin typeface="Times New Roman"/>
                <a:cs typeface="Times New Roman"/>
              </a:rPr>
              <a:t>plant-</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ontrol sys</a:t>
            </a:r>
            <a:r>
              <a:rPr sz="1700" dirty="0">
                <a:solidFill>
                  <a:srgbClr val="252525"/>
                </a:solidFill>
                <a:latin typeface="Times New Roman"/>
                <a:cs typeface="Times New Roman"/>
              </a:rPr>
              <a:t>t</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ms.</a:t>
            </a:r>
            <a:endParaRPr sz="1700" dirty="0">
              <a:latin typeface="Times New Roman"/>
              <a:cs typeface="Times New Roman"/>
            </a:endParaRPr>
          </a:p>
          <a:p>
            <a:pPr marL="6109" marR="5803" algn="just"/>
            <a:r>
              <a:rPr sz="1700" spc="-7" dirty="0">
                <a:solidFill>
                  <a:srgbClr val="252525"/>
                </a:solidFill>
                <a:latin typeface="Times New Roman"/>
                <a:cs typeface="Times New Roman"/>
              </a:rPr>
              <a:t>Mul</a:t>
            </a:r>
            <a:r>
              <a:rPr sz="1700" dirty="0">
                <a:solidFill>
                  <a:srgbClr val="252525"/>
                </a:solidFill>
                <a:latin typeface="Times New Roman"/>
                <a:cs typeface="Times New Roman"/>
              </a:rPr>
              <a:t>t</a:t>
            </a:r>
            <a:r>
              <a:rPr sz="1700" spc="-2" dirty="0">
                <a:solidFill>
                  <a:srgbClr val="252525"/>
                </a:solidFill>
                <a:latin typeface="Times New Roman"/>
                <a:cs typeface="Times New Roman"/>
              </a:rPr>
              <a:t>ico</a:t>
            </a:r>
            <a:r>
              <a:rPr sz="1700" spc="-7" dirty="0">
                <a:solidFill>
                  <a:srgbClr val="252525"/>
                </a:solidFill>
                <a:latin typeface="Times New Roman"/>
                <a:cs typeface="Times New Roman"/>
              </a:rPr>
              <a:t>r</a:t>
            </a:r>
            <a:r>
              <a:rPr sz="1700" spc="-5" dirty="0">
                <a:solidFill>
                  <a:srgbClr val="252525"/>
                </a:solidFill>
                <a:latin typeface="Times New Roman"/>
                <a:cs typeface="Times New Roman"/>
              </a:rPr>
              <a:t>e</a:t>
            </a:r>
            <a:r>
              <a:rPr sz="1700" dirty="0">
                <a:solidFill>
                  <a:srgbClr val="252525"/>
                </a:solidFill>
                <a:latin typeface="Times New Roman"/>
                <a:cs typeface="Times New Roman"/>
              </a:rPr>
              <a:t> </a:t>
            </a:r>
            <a:r>
              <a:rPr sz="1700" spc="-22" dirty="0">
                <a:solidFill>
                  <a:srgbClr val="252525"/>
                </a:solidFill>
                <a:latin typeface="Times New Roman"/>
                <a:cs typeface="Times New Roman"/>
              </a:rPr>
              <a:t> </a:t>
            </a:r>
            <a:r>
              <a:rPr sz="1700" dirty="0">
                <a:solidFill>
                  <a:srgbClr val="252525"/>
                </a:solidFill>
                <a:latin typeface="Times New Roman"/>
                <a:cs typeface="Times New Roman"/>
              </a:rPr>
              <a:t>progr</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mming</a:t>
            </a:r>
            <a:r>
              <a:rPr sz="1700" dirty="0">
                <a:solidFill>
                  <a:srgbClr val="252525"/>
                </a:solidFill>
                <a:latin typeface="Times New Roman"/>
                <a:cs typeface="Times New Roman"/>
              </a:rPr>
              <a:t> </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h</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lps</a:t>
            </a:r>
            <a:r>
              <a:rPr sz="1700" dirty="0">
                <a:solidFill>
                  <a:srgbClr val="252525"/>
                </a:solidFill>
                <a:latin typeface="Times New Roman"/>
                <a:cs typeface="Times New Roman"/>
              </a:rPr>
              <a:t> </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to</a:t>
            </a:r>
            <a:r>
              <a:rPr sz="1700" dirty="0">
                <a:solidFill>
                  <a:srgbClr val="252525"/>
                </a:solidFill>
                <a:latin typeface="Times New Roman"/>
                <a:cs typeface="Times New Roman"/>
              </a:rPr>
              <a:t> </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spl</a:t>
            </a:r>
            <a:r>
              <a:rPr sz="1700" dirty="0">
                <a:solidFill>
                  <a:srgbClr val="252525"/>
                </a:solidFill>
                <a:latin typeface="Times New Roman"/>
                <a:cs typeface="Times New Roman"/>
              </a:rPr>
              <a:t>i</a:t>
            </a:r>
            <a:r>
              <a:rPr sz="1700" spc="-2" dirty="0">
                <a:solidFill>
                  <a:srgbClr val="252525"/>
                </a:solidFill>
                <a:latin typeface="Times New Roman"/>
                <a:cs typeface="Times New Roman"/>
              </a:rPr>
              <a:t>t</a:t>
            </a:r>
            <a:r>
              <a:rPr sz="1700" dirty="0">
                <a:solidFill>
                  <a:srgbClr val="252525"/>
                </a:solidFill>
                <a:latin typeface="Times New Roman"/>
                <a:cs typeface="Times New Roman"/>
              </a:rPr>
              <a:t> </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14" dirty="0">
                <a:solidFill>
                  <a:srgbClr val="252525"/>
                </a:solidFill>
                <a:latin typeface="Times New Roman"/>
                <a:cs typeface="Times New Roman"/>
              </a:rPr>
              <a:t> </a:t>
            </a:r>
            <a:r>
              <a:rPr sz="1700" spc="-2" dirty="0">
                <a:solidFill>
                  <a:srgbClr val="252525"/>
                </a:solidFill>
                <a:latin typeface="Times New Roman"/>
                <a:cs typeface="Times New Roman"/>
              </a:rPr>
              <a:t>sys</a:t>
            </a:r>
            <a:r>
              <a:rPr sz="1700" dirty="0">
                <a:solidFill>
                  <a:srgbClr val="252525"/>
                </a:solidFill>
                <a:latin typeface="Times New Roman"/>
                <a:cs typeface="Times New Roman"/>
              </a:rPr>
              <a:t>t</a:t>
            </a:r>
            <a:r>
              <a:rPr sz="1700" spc="-2" dirty="0">
                <a:solidFill>
                  <a:srgbClr val="252525"/>
                </a:solidFill>
                <a:latin typeface="Times New Roman"/>
                <a:cs typeface="Times New Roman"/>
              </a:rPr>
              <a:t>e</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17" dirty="0">
                <a:solidFill>
                  <a:srgbClr val="252525"/>
                </a:solidFill>
                <a:latin typeface="Times New Roman"/>
                <a:cs typeface="Times New Roman"/>
              </a:rPr>
              <a:t> </a:t>
            </a:r>
            <a:r>
              <a:rPr sz="1700" spc="-2" dirty="0">
                <a:solidFill>
                  <a:srgbClr val="252525"/>
                </a:solidFill>
                <a:latin typeface="Times New Roman"/>
                <a:cs typeface="Times New Roman"/>
              </a:rPr>
              <a:t>int</a:t>
            </a:r>
            <a:r>
              <a:rPr sz="1700" dirty="0">
                <a:solidFill>
                  <a:srgbClr val="252525"/>
                </a:solidFill>
                <a:latin typeface="Times New Roman"/>
                <a:cs typeface="Times New Roman"/>
              </a:rPr>
              <a:t>o </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multiple</a:t>
            </a:r>
            <a:r>
              <a:rPr sz="1700" dirty="0">
                <a:solidFill>
                  <a:srgbClr val="252525"/>
                </a:solidFill>
                <a:latin typeface="Times New Roman"/>
                <a:cs typeface="Times New Roman"/>
              </a:rPr>
              <a:t> </a:t>
            </a:r>
            <a:r>
              <a:rPr sz="1700" spc="-19"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12" dirty="0">
                <a:solidFill>
                  <a:srgbClr val="252525"/>
                </a:solidFill>
                <a:latin typeface="Times New Roman"/>
                <a:cs typeface="Times New Roman"/>
              </a:rPr>
              <a:t> </a:t>
            </a:r>
            <a:r>
              <a:rPr sz="1700" dirty="0">
                <a:solidFill>
                  <a:srgbClr val="252525"/>
                </a:solidFill>
                <a:latin typeface="Times New Roman"/>
                <a:cs typeface="Times New Roman"/>
              </a:rPr>
              <a:t>tasks, </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whic</a:t>
            </a:r>
            <a:r>
              <a:rPr sz="1700" dirty="0">
                <a:solidFill>
                  <a:srgbClr val="252525"/>
                </a:solidFill>
                <a:latin typeface="Times New Roman"/>
                <a:cs typeface="Times New Roman"/>
              </a:rPr>
              <a:t>h </a:t>
            </a:r>
            <a:r>
              <a:rPr sz="1700" spc="-14" dirty="0">
                <a:solidFill>
                  <a:srgbClr val="252525"/>
                </a:solidFill>
                <a:latin typeface="Times New Roman"/>
                <a:cs typeface="Times New Roman"/>
              </a:rPr>
              <a:t> </a:t>
            </a:r>
            <a:r>
              <a:rPr sz="1700" dirty="0">
                <a:solidFill>
                  <a:srgbClr val="252525"/>
                </a:solidFill>
                <a:latin typeface="Times New Roman"/>
                <a:cs typeface="Times New Roman"/>
              </a:rPr>
              <a:t>run </a:t>
            </a:r>
            <a:r>
              <a:rPr sz="1700" spc="-5" dirty="0">
                <a:solidFill>
                  <a:srgbClr val="252525"/>
                </a:solidFill>
                <a:latin typeface="Times New Roman"/>
                <a:cs typeface="Times New Roman"/>
              </a:rPr>
              <a:t>si</a:t>
            </a:r>
            <a:r>
              <a:rPr sz="1700" spc="-2" dirty="0">
                <a:solidFill>
                  <a:srgbClr val="252525"/>
                </a:solidFill>
                <a:latin typeface="Times New Roman"/>
                <a:cs typeface="Times New Roman"/>
              </a:rPr>
              <a:t>mult</a:t>
            </a:r>
            <a:r>
              <a:rPr sz="1700" spc="-7" dirty="0">
                <a:solidFill>
                  <a:srgbClr val="252525"/>
                </a:solidFill>
                <a:latin typeface="Times New Roman"/>
                <a:cs typeface="Times New Roman"/>
              </a:rPr>
              <a:t>a</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ousl</a:t>
            </a:r>
            <a:r>
              <a:rPr sz="1700" dirty="0">
                <a:solidFill>
                  <a:srgbClr val="252525"/>
                </a:solidFill>
                <a:latin typeface="Times New Roman"/>
                <a:cs typeface="Times New Roman"/>
              </a:rPr>
              <a:t>y, </a:t>
            </a:r>
            <a:r>
              <a:rPr sz="1700" spc="-2" dirty="0">
                <a:solidFill>
                  <a:srgbClr val="252525"/>
                </a:solidFill>
                <a:latin typeface="Times New Roman"/>
                <a:cs typeface="Times New Roman"/>
              </a:rPr>
              <a:t>spe</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ding</a:t>
            </a:r>
            <a:r>
              <a:rPr sz="1700" dirty="0">
                <a:solidFill>
                  <a:srgbClr val="252525"/>
                </a:solidFill>
                <a:latin typeface="Times New Roman"/>
                <a:cs typeface="Times New Roman"/>
              </a:rPr>
              <a:t> up </a:t>
            </a:r>
            <a:r>
              <a:rPr sz="1700" spc="-2" dirty="0">
                <a:solidFill>
                  <a:srgbClr val="252525"/>
                </a:solidFill>
                <a:latin typeface="Times New Roman"/>
                <a:cs typeface="Times New Roman"/>
              </a:rPr>
              <a:t>the </a:t>
            </a:r>
            <a:r>
              <a:rPr sz="1700" spc="-5" dirty="0">
                <a:solidFill>
                  <a:srgbClr val="252525"/>
                </a:solidFill>
                <a:latin typeface="Times New Roman"/>
                <a:cs typeface="Times New Roman"/>
              </a:rPr>
              <a:t>ov</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x</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uti</a:t>
            </a:r>
            <a:r>
              <a:rPr sz="1700" dirty="0">
                <a:solidFill>
                  <a:srgbClr val="252525"/>
                </a:solidFill>
                <a:latin typeface="Times New Roman"/>
                <a:cs typeface="Times New Roman"/>
              </a:rPr>
              <a:t>on</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time.</a:t>
            </a:r>
            <a:endParaRPr sz="1700" dirty="0">
              <a:latin typeface="Times New Roman"/>
              <a:cs typeface="Times New Roman"/>
            </a:endParaRPr>
          </a:p>
        </p:txBody>
      </p:sp>
    </p:spTree>
    <p:extLst>
      <p:ext uri="{BB962C8B-B14F-4D97-AF65-F5344CB8AC3E}">
        <p14:creationId xmlns:p14="http://schemas.microsoft.com/office/powerpoint/2010/main" val="949735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296B-3FBD-AB75-C8CE-3ED952AA06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9FF464-F6F8-B5A7-0566-25070111405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E3389A3-BC58-7D19-748B-25EB30E1BB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307F62F-8C37-CE9E-31F0-2490717BF39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3937C5A-5EC1-A8C4-7865-74F9F0B1A4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90600" y="665844"/>
            <a:ext cx="6934200" cy="3760004"/>
          </a:xfrm>
          <a:prstGeom prst="rect">
            <a:avLst/>
          </a:prstGeom>
        </p:spPr>
        <p:txBody>
          <a:bodyPr vert="horz" wrap="square" lIns="0" tIns="0" rIns="0" bIns="0" rtlCol="0">
            <a:spAutoFit/>
          </a:bodyPr>
          <a:lstStyle/>
          <a:p>
            <a:pPr marL="6109" marR="2213793">
              <a:spcBef>
                <a:spcPts val="231"/>
              </a:spcBef>
            </a:pPr>
            <a:r>
              <a:rPr lang="en-US" sz="1700" b="1" spc="-2" dirty="0">
                <a:latin typeface="Times New Roman"/>
                <a:cs typeface="Times New Roman"/>
              </a:rPr>
              <a:t>R</a:t>
            </a:r>
            <a:r>
              <a:rPr lang="en-US" sz="1700" b="1" spc="-5" dirty="0">
                <a:latin typeface="Times New Roman"/>
                <a:cs typeface="Times New Roman"/>
              </a:rPr>
              <a:t>e</a:t>
            </a:r>
            <a:r>
              <a:rPr lang="en-US" sz="1700" b="1" spc="-2" dirty="0">
                <a:latin typeface="Times New Roman"/>
                <a:cs typeface="Times New Roman"/>
              </a:rPr>
              <a:t>fe</a:t>
            </a:r>
            <a:r>
              <a:rPr lang="en-US" sz="1700" b="1" spc="-7" dirty="0">
                <a:latin typeface="Times New Roman"/>
                <a:cs typeface="Times New Roman"/>
              </a:rPr>
              <a:t>re</a:t>
            </a:r>
            <a:r>
              <a:rPr lang="en-US" sz="1700" b="1" dirty="0">
                <a:latin typeface="Times New Roman"/>
                <a:cs typeface="Times New Roman"/>
              </a:rPr>
              <a:t>n</a:t>
            </a:r>
            <a:r>
              <a:rPr lang="en-US" sz="1700" b="1" spc="-7" dirty="0">
                <a:latin typeface="Times New Roman"/>
                <a:cs typeface="Times New Roman"/>
              </a:rPr>
              <a:t>ce</a:t>
            </a:r>
            <a:r>
              <a:rPr lang="en-US" sz="1700" b="1" dirty="0">
                <a:latin typeface="Times New Roman"/>
                <a:cs typeface="Times New Roman"/>
              </a:rPr>
              <a:t>s</a:t>
            </a:r>
          </a:p>
          <a:p>
            <a:pPr marL="6109" marR="2213793">
              <a:spcBef>
                <a:spcPts val="231"/>
              </a:spcBef>
            </a:pPr>
            <a:endParaRPr lang="en-US" sz="1700" b="1" spc="-2" dirty="0">
              <a:latin typeface="Times New Roman"/>
              <a:cs typeface="Times New Roman"/>
            </a:endParaRPr>
          </a:p>
          <a:p>
            <a:pPr marL="6109" marR="2213793">
              <a:spcBef>
                <a:spcPts val="231"/>
              </a:spcBef>
            </a:pPr>
            <a:r>
              <a:rPr lang="en-US" sz="1700" b="1" spc="-2" dirty="0">
                <a:latin typeface="Times New Roman"/>
                <a:cs typeface="Times New Roman"/>
              </a:rPr>
              <a:t>R</a:t>
            </a:r>
            <a:r>
              <a:rPr lang="en-US" sz="1700" b="1" spc="-5" dirty="0">
                <a:latin typeface="Times New Roman"/>
                <a:cs typeface="Times New Roman"/>
              </a:rPr>
              <a:t>e</a:t>
            </a:r>
            <a:r>
              <a:rPr lang="en-US" sz="1700" b="1" spc="-2" dirty="0">
                <a:latin typeface="Times New Roman"/>
                <a:cs typeface="Times New Roman"/>
              </a:rPr>
              <a:t>fe</a:t>
            </a:r>
            <a:r>
              <a:rPr lang="en-US" sz="1700" b="1" spc="-7" dirty="0">
                <a:latin typeface="Times New Roman"/>
                <a:cs typeface="Times New Roman"/>
              </a:rPr>
              <a:t>re</a:t>
            </a:r>
            <a:r>
              <a:rPr lang="en-US" sz="1700" b="1" dirty="0">
                <a:latin typeface="Times New Roman"/>
                <a:cs typeface="Times New Roman"/>
              </a:rPr>
              <a:t>n</a:t>
            </a:r>
            <a:r>
              <a:rPr lang="en-US" sz="1700" b="1" spc="-7" dirty="0">
                <a:latin typeface="Times New Roman"/>
                <a:cs typeface="Times New Roman"/>
              </a:rPr>
              <a:t>c</a:t>
            </a:r>
            <a:r>
              <a:rPr lang="en-US" sz="1700" b="1" spc="-5" dirty="0">
                <a:latin typeface="Times New Roman"/>
                <a:cs typeface="Times New Roman"/>
              </a:rPr>
              <a:t>e</a:t>
            </a:r>
            <a:r>
              <a:rPr lang="en-US" sz="1700" b="1" spc="-2" dirty="0">
                <a:latin typeface="Times New Roman"/>
                <a:cs typeface="Times New Roman"/>
              </a:rPr>
              <a:t> </a:t>
            </a:r>
            <a:r>
              <a:rPr lang="en-US" sz="1700" b="1" spc="-5" dirty="0">
                <a:latin typeface="Times New Roman"/>
                <a:cs typeface="Times New Roman"/>
              </a:rPr>
              <a:t>B</a:t>
            </a:r>
            <a:r>
              <a:rPr lang="en-US" sz="1700" b="1" dirty="0">
                <a:latin typeface="Times New Roman"/>
                <a:cs typeface="Times New Roman"/>
              </a:rPr>
              <a:t>ook</a:t>
            </a:r>
            <a:r>
              <a:rPr lang="en-US" sz="1700" b="1" spc="-2" dirty="0">
                <a:latin typeface="Times New Roman"/>
                <a:cs typeface="Times New Roman"/>
              </a:rPr>
              <a:t>s:</a:t>
            </a:r>
            <a:endParaRPr lang="en-US" sz="1700" dirty="0">
              <a:latin typeface="Times New Roman"/>
              <a:cs typeface="Times New Roman"/>
            </a:endParaRPr>
          </a:p>
          <a:p>
            <a:pPr marL="225716" indent="-109651">
              <a:spcBef>
                <a:spcPts val="399"/>
              </a:spcBef>
              <a:buFont typeface="Calibri"/>
              <a:buChar char="●"/>
              <a:tabLst>
                <a:tab pos="226022" algn="l"/>
              </a:tabLst>
            </a:pPr>
            <a:r>
              <a:rPr lang="en-US" sz="1700" spc="-2" dirty="0">
                <a:latin typeface="Times New Roman"/>
                <a:cs typeface="Times New Roman"/>
              </a:rPr>
              <a:t>J.</a:t>
            </a:r>
            <a:r>
              <a:rPr lang="en-US" sz="1700" dirty="0">
                <a:latin typeface="Times New Roman"/>
                <a:cs typeface="Times New Roman"/>
              </a:rPr>
              <a:t>P. </a:t>
            </a:r>
            <a:r>
              <a:rPr lang="en-US" sz="1700" spc="-2" dirty="0">
                <a:latin typeface="Times New Roman"/>
                <a:cs typeface="Times New Roman"/>
              </a:rPr>
              <a:t>H</a:t>
            </a:r>
            <a:r>
              <a:rPr lang="en-US" sz="1700" spc="-5" dirty="0">
                <a:latin typeface="Times New Roman"/>
                <a:cs typeface="Times New Roman"/>
              </a:rPr>
              <a:t>ay</a:t>
            </a:r>
            <a:r>
              <a:rPr lang="en-US" sz="1700" spc="-7"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a:t>
            </a:r>
            <a:r>
              <a:rPr lang="en-US" sz="1700" spc="2" dirty="0">
                <a:latin typeface="Times New Roman"/>
                <a:cs typeface="Times New Roman"/>
              </a:rPr>
              <a:t> </a:t>
            </a:r>
            <a:r>
              <a:rPr lang="en-US" sz="1700" spc="-2" dirty="0">
                <a:latin typeface="Times New Roman"/>
                <a:cs typeface="Times New Roman"/>
              </a:rPr>
              <a:t>“</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a:t>
            </a:r>
            <a:r>
              <a:rPr lang="en-US" sz="1700" spc="-2" dirty="0">
                <a:latin typeface="Times New Roman"/>
                <a:cs typeface="Times New Roman"/>
              </a:rPr>
              <a:t>r</a:t>
            </a:r>
            <a:r>
              <a:rPr lang="en-US" sz="1700" spc="-10" dirty="0">
                <a:latin typeface="Times New Roman"/>
                <a:cs typeface="Times New Roman"/>
              </a:rPr>
              <a:t>c</a:t>
            </a:r>
            <a:r>
              <a:rPr lang="en-US" sz="1700" spc="-2" dirty="0">
                <a:latin typeface="Times New Roman"/>
                <a:cs typeface="Times New Roman"/>
              </a:rPr>
              <a:t>hit</a:t>
            </a:r>
            <a:r>
              <a:rPr lang="en-US" sz="1700" spc="-7" dirty="0">
                <a:latin typeface="Times New Roman"/>
                <a:cs typeface="Times New Roman"/>
              </a:rPr>
              <a:t>ec</a:t>
            </a:r>
            <a:r>
              <a:rPr lang="en-US" sz="1700" spc="-2" dirty="0">
                <a:latin typeface="Times New Roman"/>
                <a:cs typeface="Times New Roman"/>
              </a:rPr>
              <a:t>tu</a:t>
            </a:r>
            <a:r>
              <a:rPr lang="en-US" sz="1700" dirty="0">
                <a:latin typeface="Times New Roman"/>
                <a:cs typeface="Times New Roman"/>
              </a:rPr>
              <a:t>r</a:t>
            </a:r>
            <a:r>
              <a:rPr lang="en-US" sz="1700" spc="-5" dirty="0">
                <a:latin typeface="Times New Roman"/>
                <a:cs typeface="Times New Roman"/>
              </a:rPr>
              <a:t>e</a:t>
            </a:r>
            <a:r>
              <a:rPr lang="en-US" sz="1700" spc="-2"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2" dirty="0">
                <a:latin typeface="Times New Roman"/>
                <a:cs typeface="Times New Roman"/>
              </a:rPr>
              <a:t>O</a:t>
            </a:r>
            <a:r>
              <a:rPr lang="en-US" sz="1700" spc="-5" dirty="0">
                <a:latin typeface="Times New Roman"/>
                <a:cs typeface="Times New Roman"/>
              </a:rPr>
              <a:t>r</a:t>
            </a:r>
            <a:r>
              <a:rPr lang="en-US" sz="1700" spc="5" dirty="0">
                <a:latin typeface="Times New Roman"/>
                <a:cs typeface="Times New Roman"/>
              </a:rPr>
              <a:t>g</a:t>
            </a:r>
            <a:r>
              <a:rPr lang="en-US" sz="1700" spc="-7"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dirty="0">
                <a:latin typeface="Times New Roman"/>
                <a:cs typeface="Times New Roman"/>
              </a:rPr>
              <a:t>t</a:t>
            </a:r>
            <a:r>
              <a:rPr lang="en-US" sz="1700" spc="-2" dirty="0">
                <a:latin typeface="Times New Roman"/>
                <a:cs typeface="Times New Roman"/>
              </a:rPr>
              <a:t>io</a:t>
            </a:r>
            <a:r>
              <a:rPr lang="en-US" sz="1700" dirty="0">
                <a:latin typeface="Times New Roman"/>
                <a:cs typeface="Times New Roman"/>
              </a:rPr>
              <a:t>n</a:t>
            </a:r>
            <a:r>
              <a:rPr lang="en-US" sz="1700" spc="-2" dirty="0">
                <a:latin typeface="Times New Roman"/>
                <a:cs typeface="Times New Roman"/>
              </a:rPr>
              <a:t>”</a:t>
            </a:r>
            <a:r>
              <a:rPr lang="en-US" sz="1700" dirty="0">
                <a:latin typeface="Times New Roman"/>
                <a:cs typeface="Times New Roman"/>
              </a:rPr>
              <a:t>, </a:t>
            </a:r>
            <a:r>
              <a:rPr lang="en-US" sz="1700" spc="-5" dirty="0">
                <a:latin typeface="Times New Roman"/>
                <a:cs typeface="Times New Roman"/>
              </a:rPr>
              <a:t>Third</a:t>
            </a:r>
            <a:r>
              <a:rPr lang="en-US" sz="1700" spc="-2"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dition.</a:t>
            </a:r>
            <a:endParaRPr lang="en-US" sz="1700" dirty="0">
              <a:latin typeface="Times New Roman"/>
              <a:cs typeface="Times New Roman"/>
            </a:endParaRPr>
          </a:p>
          <a:p>
            <a:pPr marL="225716" indent="-109651">
              <a:spcBef>
                <a:spcPts val="404"/>
              </a:spcBef>
              <a:buFont typeface="Calibri"/>
              <a:buChar char="●"/>
              <a:tabLst>
                <a:tab pos="226022" algn="l"/>
              </a:tabLst>
            </a:pPr>
            <a:r>
              <a:rPr lang="en-US" sz="1700" spc="-2" dirty="0">
                <a:latin typeface="Times New Roman"/>
                <a:cs typeface="Times New Roman"/>
              </a:rPr>
              <a:t>Ma</a:t>
            </a:r>
            <a:r>
              <a:rPr lang="en-US" sz="1700" dirty="0">
                <a:latin typeface="Times New Roman"/>
                <a:cs typeface="Times New Roman"/>
              </a:rPr>
              <a:t>no, </a:t>
            </a:r>
            <a:r>
              <a:rPr lang="en-US" sz="1700" spc="-2" dirty="0">
                <a:latin typeface="Times New Roman"/>
                <a:cs typeface="Times New Roman"/>
              </a:rPr>
              <a:t>M.</a:t>
            </a:r>
            <a:r>
              <a:rPr lang="en-US" sz="1700" dirty="0">
                <a:latin typeface="Times New Roman"/>
                <a:cs typeface="Times New Roman"/>
              </a:rPr>
              <a:t>, </a:t>
            </a:r>
            <a:r>
              <a:rPr lang="en-US" sz="1700" spc="-2" dirty="0">
                <a:latin typeface="Times New Roman"/>
                <a:cs typeface="Times New Roman"/>
              </a:rPr>
              <a:t>“</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t>
            </a:r>
            <a:r>
              <a:rPr lang="en-US" sz="1700" spc="-2" dirty="0">
                <a:latin typeface="Times New Roman"/>
                <a:cs typeface="Times New Roman"/>
              </a:rPr>
              <a:t>Sys</a:t>
            </a:r>
            <a:r>
              <a:rPr lang="en-US" sz="1700" dirty="0">
                <a:latin typeface="Times New Roman"/>
                <a:cs typeface="Times New Roman"/>
              </a:rPr>
              <a:t>t</a:t>
            </a:r>
            <a:r>
              <a:rPr lang="en-US" sz="1700" spc="-7" dirty="0">
                <a:latin typeface="Times New Roman"/>
                <a:cs typeface="Times New Roman"/>
              </a:rPr>
              <a:t>e</a:t>
            </a:r>
            <a:r>
              <a:rPr lang="en-US" sz="1700" spc="-5" dirty="0">
                <a:latin typeface="Times New Roman"/>
                <a:cs typeface="Times New Roman"/>
              </a:rPr>
              <a:t>m</a:t>
            </a:r>
            <a:r>
              <a:rPr lang="en-US" sz="1700" dirty="0">
                <a:latin typeface="Times New Roman"/>
                <a:cs typeface="Times New Roman"/>
              </a:rPr>
              <a:t> </a:t>
            </a:r>
            <a:r>
              <a:rPr lang="en-US" sz="1700" spc="-2" dirty="0">
                <a:latin typeface="Times New Roman"/>
                <a:cs typeface="Times New Roman"/>
              </a:rPr>
              <a:t>Ar</a:t>
            </a:r>
            <a:r>
              <a:rPr lang="en-US" sz="1700" spc="-7" dirty="0">
                <a:latin typeface="Times New Roman"/>
                <a:cs typeface="Times New Roman"/>
              </a:rPr>
              <a:t>c</a:t>
            </a:r>
            <a:r>
              <a:rPr lang="en-US" sz="1700" spc="-2" dirty="0">
                <a:latin typeface="Times New Roman"/>
                <a:cs typeface="Times New Roman"/>
              </a:rPr>
              <a:t>hit</a:t>
            </a:r>
            <a:r>
              <a:rPr lang="en-US" sz="1700" spc="-7" dirty="0">
                <a:latin typeface="Times New Roman"/>
                <a:cs typeface="Times New Roman"/>
              </a:rPr>
              <a:t>ec</a:t>
            </a:r>
            <a:r>
              <a:rPr lang="en-US" sz="1700" spc="-2" dirty="0">
                <a:latin typeface="Times New Roman"/>
                <a:cs typeface="Times New Roman"/>
              </a:rPr>
              <a:t>tu</a:t>
            </a:r>
            <a:r>
              <a:rPr lang="en-US" sz="1700" dirty="0">
                <a:latin typeface="Times New Roman"/>
                <a:cs typeface="Times New Roman"/>
              </a:rPr>
              <a:t>r</a:t>
            </a:r>
            <a:r>
              <a:rPr lang="en-US" sz="1700" spc="-5" dirty="0">
                <a:latin typeface="Times New Roman"/>
                <a:cs typeface="Times New Roman"/>
              </a:rPr>
              <a:t>e</a:t>
            </a:r>
            <a:r>
              <a:rPr lang="en-US" sz="1700" spc="-2" dirty="0">
                <a:latin typeface="Times New Roman"/>
                <a:cs typeface="Times New Roman"/>
              </a:rPr>
              <a:t>”</a:t>
            </a:r>
            <a:r>
              <a:rPr lang="en-US" sz="1700" dirty="0">
                <a:latin typeface="Times New Roman"/>
                <a:cs typeface="Times New Roman"/>
              </a:rPr>
              <a:t>, </a:t>
            </a:r>
            <a:r>
              <a:rPr lang="en-US" sz="1700" spc="-5" dirty="0">
                <a:latin typeface="Times New Roman"/>
                <a:cs typeface="Times New Roman"/>
              </a:rPr>
              <a:t>Thi</a:t>
            </a:r>
            <a:r>
              <a:rPr lang="en-US" sz="1700" dirty="0">
                <a:latin typeface="Times New Roman"/>
                <a:cs typeface="Times New Roman"/>
              </a:rPr>
              <a:t>rd </a:t>
            </a:r>
            <a:r>
              <a:rPr lang="en-US" sz="1700" spc="-2" dirty="0">
                <a:latin typeface="Times New Roman"/>
                <a:cs typeface="Times New Roman"/>
              </a:rPr>
              <a:t>Edition,</a:t>
            </a:r>
            <a:r>
              <a:rPr lang="en-US" sz="1700" spc="2" dirty="0">
                <a:latin typeface="Times New Roman"/>
                <a:cs typeface="Times New Roman"/>
              </a:rPr>
              <a:t> </a:t>
            </a:r>
            <a:r>
              <a:rPr lang="en-US" sz="1700" dirty="0">
                <a:latin typeface="Times New Roman"/>
                <a:cs typeface="Times New Roman"/>
              </a:rPr>
              <a:t>P</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nti</a:t>
            </a:r>
            <a:r>
              <a:rPr lang="en-US" sz="1700" spc="-7" dirty="0">
                <a:latin typeface="Times New Roman"/>
                <a:cs typeface="Times New Roman"/>
              </a:rPr>
              <a:t>c</a:t>
            </a:r>
            <a:r>
              <a:rPr lang="en-US" sz="1700" spc="-5" dirty="0">
                <a:latin typeface="Times New Roman"/>
                <a:cs typeface="Times New Roman"/>
              </a:rPr>
              <a:t>e</a:t>
            </a:r>
            <a:r>
              <a:rPr lang="en-US" sz="1700" spc="-2" dirty="0">
                <a:latin typeface="Times New Roman"/>
                <a:cs typeface="Times New Roman"/>
              </a:rPr>
              <a:t> H</a:t>
            </a:r>
            <a:r>
              <a:rPr lang="en-US" sz="1700" spc="-5" dirty="0">
                <a:latin typeface="Times New Roman"/>
                <a:cs typeface="Times New Roman"/>
              </a:rPr>
              <a:t>a</a:t>
            </a:r>
            <a:r>
              <a:rPr lang="en-US" sz="1700" spc="-2" dirty="0">
                <a:latin typeface="Times New Roman"/>
                <a:cs typeface="Times New Roman"/>
              </a:rPr>
              <a:t>ll</a:t>
            </a:r>
            <a:r>
              <a:rPr lang="en-US" sz="1700" dirty="0">
                <a:latin typeface="Times New Roman"/>
                <a:cs typeface="Times New Roman"/>
              </a:rPr>
              <a:t>.</a:t>
            </a:r>
          </a:p>
          <a:p>
            <a:pPr marL="225716" marR="3971" indent="-109651">
              <a:spcBef>
                <a:spcPts val="392"/>
              </a:spcBef>
              <a:buFont typeface="Calibri"/>
              <a:buChar char="●"/>
              <a:tabLst>
                <a:tab pos="226022" algn="l"/>
              </a:tabLst>
            </a:pPr>
            <a:r>
              <a:rPr lang="en-US" sz="1700" dirty="0">
                <a:latin typeface="Times New Roman"/>
                <a:cs typeface="Times New Roman"/>
              </a:rPr>
              <a:t>S</a:t>
            </a:r>
            <a:r>
              <a:rPr lang="en-US" sz="1700" spc="-2" dirty="0">
                <a:latin typeface="Times New Roman"/>
                <a:cs typeface="Times New Roman"/>
              </a:rPr>
              <a:t>tallings, </a:t>
            </a:r>
            <a:r>
              <a:rPr lang="en-US" sz="1700" spc="-31" dirty="0">
                <a:latin typeface="Times New Roman"/>
                <a:cs typeface="Times New Roman"/>
              </a:rPr>
              <a:t> </a:t>
            </a:r>
            <a:r>
              <a:rPr lang="en-US" sz="1700" spc="-10" dirty="0">
                <a:latin typeface="Times New Roman"/>
                <a:cs typeface="Times New Roman"/>
              </a:rPr>
              <a:t>W</a:t>
            </a:r>
            <a:r>
              <a:rPr lang="en-US" sz="1700" dirty="0">
                <a:latin typeface="Times New Roman"/>
                <a:cs typeface="Times New Roman"/>
              </a:rPr>
              <a:t>., </a:t>
            </a:r>
            <a:r>
              <a:rPr lang="en-US" sz="1700" spc="-26" dirty="0">
                <a:latin typeface="Times New Roman"/>
                <a:cs typeface="Times New Roman"/>
              </a:rPr>
              <a:t> </a:t>
            </a:r>
            <a:r>
              <a:rPr lang="en-US" sz="1700" spc="-2" dirty="0">
                <a:latin typeface="Times New Roman"/>
                <a:cs typeface="Times New Roman"/>
              </a:rPr>
              <a:t>“</a:t>
            </a:r>
            <a:r>
              <a:rPr lang="en-US" sz="1700" spc="-5" dirty="0">
                <a:latin typeface="Times New Roman"/>
                <a:cs typeface="Times New Roman"/>
              </a:rPr>
              <a:t>Comput</a:t>
            </a:r>
            <a:r>
              <a:rPr lang="en-US" sz="1700" spc="-14" dirty="0">
                <a:latin typeface="Times New Roman"/>
                <a:cs typeface="Times New Roman"/>
              </a:rPr>
              <a:t>e</a:t>
            </a:r>
            <a:r>
              <a:rPr lang="en-US" sz="1700" dirty="0">
                <a:latin typeface="Times New Roman"/>
                <a:cs typeface="Times New Roman"/>
              </a:rPr>
              <a:t>r </a:t>
            </a:r>
            <a:r>
              <a:rPr lang="en-US" sz="1700" spc="-31" dirty="0">
                <a:latin typeface="Times New Roman"/>
                <a:cs typeface="Times New Roman"/>
              </a:rPr>
              <a:t> </a:t>
            </a:r>
            <a:r>
              <a:rPr lang="en-US" sz="1700" spc="-2" dirty="0">
                <a:latin typeface="Times New Roman"/>
                <a:cs typeface="Times New Roman"/>
              </a:rPr>
              <a:t>O</a:t>
            </a:r>
            <a:r>
              <a:rPr lang="en-US" sz="1700" spc="-5" dirty="0">
                <a:latin typeface="Times New Roman"/>
                <a:cs typeface="Times New Roman"/>
              </a:rPr>
              <a:t>rg</a:t>
            </a:r>
            <a:r>
              <a:rPr lang="en-US" sz="1700" spc="-7" dirty="0">
                <a:latin typeface="Times New Roman"/>
                <a:cs typeface="Times New Roman"/>
              </a:rPr>
              <a:t>a</a:t>
            </a:r>
            <a:r>
              <a:rPr lang="en-US" sz="1700" spc="-2" dirty="0">
                <a:latin typeface="Times New Roman"/>
                <a:cs typeface="Times New Roman"/>
              </a:rPr>
              <a:t>niz</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 </a:t>
            </a:r>
            <a:r>
              <a:rPr lang="en-US" sz="1700" spc="-31"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31" dirty="0">
                <a:latin typeface="Times New Roman"/>
                <a:cs typeface="Times New Roman"/>
              </a:rPr>
              <a:t> </a:t>
            </a:r>
            <a:r>
              <a:rPr lang="en-US" sz="1700" spc="-2" dirty="0">
                <a:latin typeface="Times New Roman"/>
                <a:cs typeface="Times New Roman"/>
              </a:rPr>
              <a:t>A</a:t>
            </a:r>
            <a:r>
              <a:rPr lang="en-US" sz="1700" spc="-5" dirty="0">
                <a:latin typeface="Times New Roman"/>
                <a:cs typeface="Times New Roman"/>
              </a:rPr>
              <a:t>r</a:t>
            </a:r>
            <a:r>
              <a:rPr lang="en-US" sz="1700" spc="-2" dirty="0">
                <a:latin typeface="Times New Roman"/>
                <a:cs typeface="Times New Roman"/>
              </a:rPr>
              <a:t>chit</a:t>
            </a:r>
            <a:r>
              <a:rPr lang="en-US" sz="1700" spc="-7" dirty="0">
                <a:latin typeface="Times New Roman"/>
                <a:cs typeface="Times New Roman"/>
              </a:rPr>
              <a:t>ec</a:t>
            </a:r>
            <a:r>
              <a:rPr lang="en-US" sz="1700" spc="-2" dirty="0">
                <a:latin typeface="Times New Roman"/>
                <a:cs typeface="Times New Roman"/>
              </a:rPr>
              <a:t>ture”</a:t>
            </a:r>
            <a:r>
              <a:rPr lang="en-US" sz="1700" dirty="0">
                <a:latin typeface="Times New Roman"/>
                <a:cs typeface="Times New Roman"/>
              </a:rPr>
              <a:t>, </a:t>
            </a:r>
            <a:r>
              <a:rPr lang="en-US" sz="1700" spc="-31" dirty="0">
                <a:latin typeface="Times New Roman"/>
                <a:cs typeface="Times New Roman"/>
              </a:rPr>
              <a:t> </a:t>
            </a:r>
            <a:r>
              <a:rPr lang="en-US" sz="1700" spc="-5" dirty="0">
                <a:latin typeface="Times New Roman"/>
                <a:cs typeface="Times New Roman"/>
              </a:rPr>
              <a:t>Eight</a:t>
            </a:r>
            <a:r>
              <a:rPr lang="en-US" sz="1700" dirty="0">
                <a:latin typeface="Times New Roman"/>
                <a:cs typeface="Times New Roman"/>
              </a:rPr>
              <a:t>h </a:t>
            </a:r>
            <a:r>
              <a:rPr lang="en-US" sz="1700" spc="-31" dirty="0">
                <a:latin typeface="Times New Roman"/>
                <a:cs typeface="Times New Roman"/>
              </a:rPr>
              <a:t> </a:t>
            </a:r>
            <a:r>
              <a:rPr lang="en-US" sz="1700" spc="-2" dirty="0">
                <a:latin typeface="Times New Roman"/>
                <a:cs typeface="Times New Roman"/>
              </a:rPr>
              <a:t>Editi</a:t>
            </a:r>
            <a:r>
              <a:rPr lang="en-US" sz="1700" dirty="0">
                <a:latin typeface="Times New Roman"/>
                <a:cs typeface="Times New Roman"/>
              </a:rPr>
              <a:t>on, </a:t>
            </a:r>
            <a:r>
              <a:rPr lang="en-US" sz="1700" spc="-31" dirty="0">
                <a:latin typeface="Times New Roman"/>
                <a:cs typeface="Times New Roman"/>
              </a:rPr>
              <a:t> </a:t>
            </a:r>
            <a:r>
              <a:rPr lang="en-US" sz="1700" dirty="0">
                <a:latin typeface="Times New Roman"/>
                <a:cs typeface="Times New Roman"/>
              </a:rPr>
              <a:t>P</a:t>
            </a:r>
            <a:r>
              <a:rPr lang="en-US" sz="1700" spc="-7" dirty="0">
                <a:latin typeface="Times New Roman"/>
                <a:cs typeface="Times New Roman"/>
              </a:rPr>
              <a:t>ea</a:t>
            </a:r>
            <a:r>
              <a:rPr lang="en-US" sz="1700" dirty="0">
                <a:latin typeface="Times New Roman"/>
                <a:cs typeface="Times New Roman"/>
              </a:rPr>
              <a:t>rson </a:t>
            </a:r>
            <a:r>
              <a:rPr lang="en-US" sz="1700" spc="-5" dirty="0">
                <a:latin typeface="Times New Roman"/>
                <a:cs typeface="Times New Roman"/>
              </a:rPr>
              <a:t>Edu</a:t>
            </a:r>
            <a:r>
              <a:rPr lang="en-US" sz="1700" spc="-10" dirty="0">
                <a:latin typeface="Times New Roman"/>
                <a:cs typeface="Times New Roman"/>
              </a:rPr>
              <a:t>c</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p>
          <a:p>
            <a:pPr marL="6109" algn="just">
              <a:spcBef>
                <a:spcPts val="387"/>
              </a:spcBef>
            </a:pPr>
            <a:endParaRPr lang="en-US" sz="1700" b="1" spc="-5" dirty="0">
              <a:latin typeface="Times New Roman"/>
              <a:cs typeface="Times New Roman"/>
            </a:endParaRPr>
          </a:p>
          <a:p>
            <a:pPr marL="6109" algn="just">
              <a:spcBef>
                <a:spcPts val="387"/>
              </a:spcBef>
            </a:pPr>
            <a:r>
              <a:rPr lang="en-US" sz="1700" b="1" spc="-5" dirty="0">
                <a:latin typeface="Times New Roman"/>
                <a:cs typeface="Times New Roman"/>
              </a:rPr>
              <a:t>T</a:t>
            </a:r>
            <a:r>
              <a:rPr lang="en-US" sz="1700" b="1" spc="-7" dirty="0">
                <a:latin typeface="Times New Roman"/>
                <a:cs typeface="Times New Roman"/>
              </a:rPr>
              <a:t>e</a:t>
            </a:r>
            <a:r>
              <a:rPr lang="en-US" sz="1700" b="1" dirty="0">
                <a:latin typeface="Times New Roman"/>
                <a:cs typeface="Times New Roman"/>
              </a:rPr>
              <a:t>xt Book</a:t>
            </a:r>
            <a:r>
              <a:rPr lang="en-US" sz="1700" b="1" spc="-2" dirty="0">
                <a:latin typeface="Times New Roman"/>
                <a:cs typeface="Times New Roman"/>
              </a:rPr>
              <a:t>s:</a:t>
            </a:r>
            <a:endParaRPr lang="en-US" sz="1700" dirty="0">
              <a:latin typeface="Times New Roman"/>
              <a:cs typeface="Times New Roman"/>
            </a:endParaRPr>
          </a:p>
          <a:p>
            <a:pPr marL="225716" marR="2749" indent="-109651">
              <a:spcBef>
                <a:spcPts val="392"/>
              </a:spcBef>
              <a:buFont typeface="Calibri"/>
              <a:buChar char="●"/>
              <a:tabLst>
                <a:tab pos="226022" algn="l"/>
              </a:tabLst>
            </a:pPr>
            <a:r>
              <a:rPr lang="en-US" sz="1700" spc="-5" dirty="0" err="1">
                <a:latin typeface="Times New Roman"/>
                <a:cs typeface="Times New Roman"/>
              </a:rPr>
              <a:t>C</a:t>
            </a:r>
            <a:r>
              <a:rPr lang="en-US" sz="1700" spc="-7" dirty="0" err="1">
                <a:latin typeface="Times New Roman"/>
                <a:cs typeface="Times New Roman"/>
              </a:rPr>
              <a:t>a</a:t>
            </a:r>
            <a:r>
              <a:rPr lang="en-US" sz="1700" spc="-2" dirty="0" err="1">
                <a:latin typeface="Times New Roman"/>
                <a:cs typeface="Times New Roman"/>
              </a:rPr>
              <a:t>rpin</a:t>
            </a:r>
            <a:r>
              <a:rPr lang="en-US" sz="1700" spc="-10" dirty="0" err="1">
                <a:latin typeface="Times New Roman"/>
                <a:cs typeface="Times New Roman"/>
              </a:rPr>
              <a:t>e</a:t>
            </a:r>
            <a:r>
              <a:rPr lang="en-US" sz="1700" spc="-2" dirty="0" err="1">
                <a:latin typeface="Times New Roman"/>
                <a:cs typeface="Times New Roman"/>
              </a:rPr>
              <a:t>lli</a:t>
            </a:r>
            <a:r>
              <a:rPr lang="en-US" sz="1700" dirty="0">
                <a:latin typeface="Times New Roman"/>
                <a:cs typeface="Times New Roman"/>
              </a:rPr>
              <a:t> </a:t>
            </a:r>
            <a:r>
              <a:rPr lang="en-US" sz="1700" spc="46" dirty="0">
                <a:latin typeface="Times New Roman"/>
                <a:cs typeface="Times New Roman"/>
              </a:rPr>
              <a:t> </a:t>
            </a:r>
            <a:r>
              <a:rPr lang="en-US" sz="1700" spc="-2" dirty="0">
                <a:latin typeface="Times New Roman"/>
                <a:cs typeface="Times New Roman"/>
              </a:rPr>
              <a:t>J.D</a:t>
            </a:r>
            <a:r>
              <a:rPr lang="en-US" sz="1700" spc="2" dirty="0">
                <a:latin typeface="Times New Roman"/>
                <a:cs typeface="Times New Roman"/>
              </a:rPr>
              <a:t>,</a:t>
            </a:r>
            <a:r>
              <a:rPr lang="en-US" sz="1700" dirty="0">
                <a:latin typeface="Times New Roman"/>
                <a:cs typeface="Times New Roman"/>
              </a:rPr>
              <a:t>” </a:t>
            </a:r>
            <a:r>
              <a:rPr lang="en-US" sz="1700" spc="43" dirty="0">
                <a:latin typeface="Times New Roman"/>
                <a:cs typeface="Times New Roman"/>
              </a:rPr>
              <a:t> </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t>
            </a:r>
            <a:r>
              <a:rPr lang="en-US" sz="1700" spc="43" dirty="0">
                <a:latin typeface="Times New Roman"/>
                <a:cs typeface="Times New Roman"/>
              </a:rPr>
              <a:t> </a:t>
            </a:r>
            <a:r>
              <a:rPr lang="en-US" sz="1700" spc="-2" dirty="0">
                <a:latin typeface="Times New Roman"/>
                <a:cs typeface="Times New Roman"/>
              </a:rPr>
              <a:t>sys</a:t>
            </a:r>
            <a:r>
              <a:rPr lang="en-US" sz="1700" dirty="0">
                <a:latin typeface="Times New Roman"/>
                <a:cs typeface="Times New Roman"/>
              </a:rPr>
              <a:t>t</a:t>
            </a:r>
            <a:r>
              <a:rPr lang="en-US" sz="1700" spc="-7" dirty="0">
                <a:latin typeface="Times New Roman"/>
                <a:cs typeface="Times New Roman"/>
              </a:rPr>
              <a:t>e</a:t>
            </a:r>
            <a:r>
              <a:rPr lang="en-US" sz="1700" spc="-5" dirty="0">
                <a:latin typeface="Times New Roman"/>
                <a:cs typeface="Times New Roman"/>
              </a:rPr>
              <a:t>ms</a:t>
            </a:r>
            <a:r>
              <a:rPr lang="en-US" sz="1700" dirty="0">
                <a:latin typeface="Times New Roman"/>
                <a:cs typeface="Times New Roman"/>
              </a:rPr>
              <a:t> </a:t>
            </a:r>
            <a:r>
              <a:rPr lang="en-US" sz="1700" spc="46" dirty="0">
                <a:latin typeface="Times New Roman"/>
                <a:cs typeface="Times New Roman"/>
              </a:rPr>
              <a:t> </a:t>
            </a:r>
            <a:r>
              <a:rPr lang="en-US" sz="1700" spc="-5" dirty="0">
                <a:latin typeface="Times New Roman"/>
                <a:cs typeface="Times New Roman"/>
              </a:rPr>
              <a:t>org</a:t>
            </a:r>
            <a:r>
              <a:rPr lang="en-US" sz="1700" spc="-10"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spc="-2" dirty="0">
                <a:latin typeface="Times New Roman"/>
                <a:cs typeface="Times New Roman"/>
              </a:rPr>
              <a:t>ti</a:t>
            </a:r>
            <a:r>
              <a:rPr lang="en-US" sz="1700" spc="5" dirty="0">
                <a:latin typeface="Times New Roman"/>
                <a:cs typeface="Times New Roman"/>
              </a:rPr>
              <a:t>o</a:t>
            </a:r>
            <a:r>
              <a:rPr lang="en-US" sz="1700" dirty="0">
                <a:latin typeface="Times New Roman"/>
                <a:cs typeface="Times New Roman"/>
              </a:rPr>
              <a:t>n </a:t>
            </a:r>
            <a:r>
              <a:rPr lang="en-US" sz="1700" spc="43" dirty="0">
                <a:latin typeface="Times New Roman"/>
                <a:cs typeface="Times New Roman"/>
              </a:rPr>
              <a:t> </a:t>
            </a:r>
            <a:r>
              <a:rPr lang="en-US" sz="1700" spc="-5" dirty="0">
                <a:latin typeface="Times New Roman"/>
                <a:cs typeface="Times New Roman"/>
              </a:rPr>
              <a:t>&amp;Ar</a:t>
            </a:r>
            <a:r>
              <a:rPr lang="en-US" sz="1700" spc="-10" dirty="0">
                <a:latin typeface="Times New Roman"/>
                <a:cs typeface="Times New Roman"/>
              </a:rPr>
              <a:t>c</a:t>
            </a:r>
            <a:r>
              <a:rPr lang="en-US" sz="1700" spc="-2" dirty="0">
                <a:latin typeface="Times New Roman"/>
                <a:cs typeface="Times New Roman"/>
              </a:rPr>
              <a:t>hit</a:t>
            </a:r>
            <a:r>
              <a:rPr lang="en-US" sz="1700" spc="-7" dirty="0">
                <a:latin typeface="Times New Roman"/>
                <a:cs typeface="Times New Roman"/>
              </a:rPr>
              <a:t>ec</a:t>
            </a:r>
            <a:r>
              <a:rPr lang="en-US" sz="1700" spc="-2" dirty="0">
                <a:latin typeface="Times New Roman"/>
                <a:cs typeface="Times New Roman"/>
              </a:rPr>
              <a:t>tu</a:t>
            </a:r>
            <a:r>
              <a:rPr lang="en-US" sz="1700" dirty="0">
                <a:latin typeface="Times New Roman"/>
                <a:cs typeface="Times New Roman"/>
              </a:rPr>
              <a:t>re</a:t>
            </a:r>
            <a:r>
              <a:rPr lang="en-US" sz="1700" spc="-2" dirty="0">
                <a:latin typeface="Times New Roman"/>
                <a:cs typeface="Times New Roman"/>
              </a:rPr>
              <a:t>”</a:t>
            </a:r>
            <a:r>
              <a:rPr lang="en-US" sz="1700" dirty="0">
                <a:latin typeface="Times New Roman"/>
                <a:cs typeface="Times New Roman"/>
              </a:rPr>
              <a:t>, </a:t>
            </a:r>
            <a:r>
              <a:rPr lang="en-US" sz="1700" spc="51" dirty="0">
                <a:latin typeface="Times New Roman"/>
                <a:cs typeface="Times New Roman"/>
              </a:rPr>
              <a:t> </a:t>
            </a:r>
            <a:r>
              <a:rPr lang="en-US" sz="1700" spc="-5" dirty="0">
                <a:latin typeface="Times New Roman"/>
                <a:cs typeface="Times New Roman"/>
              </a:rPr>
              <a:t>F</a:t>
            </a:r>
            <a:r>
              <a:rPr lang="en-US" sz="1700" dirty="0">
                <a:latin typeface="Times New Roman"/>
                <a:cs typeface="Times New Roman"/>
              </a:rPr>
              <a:t>ou</a:t>
            </a:r>
            <a:r>
              <a:rPr lang="en-US" sz="1700" spc="2" dirty="0">
                <a:latin typeface="Times New Roman"/>
                <a:cs typeface="Times New Roman"/>
              </a:rPr>
              <a:t>r</a:t>
            </a:r>
            <a:r>
              <a:rPr lang="en-US" sz="1700" spc="-2" dirty="0">
                <a:latin typeface="Times New Roman"/>
                <a:cs typeface="Times New Roman"/>
              </a:rPr>
              <a:t>th</a:t>
            </a:r>
            <a:r>
              <a:rPr lang="en-US" sz="1700" dirty="0">
                <a:latin typeface="Times New Roman"/>
                <a:cs typeface="Times New Roman"/>
              </a:rPr>
              <a:t> </a:t>
            </a:r>
            <a:r>
              <a:rPr lang="en-US" sz="1700" spc="46" dirty="0">
                <a:latin typeface="Times New Roman"/>
                <a:cs typeface="Times New Roman"/>
              </a:rPr>
              <a:t> </a:t>
            </a:r>
            <a:r>
              <a:rPr lang="en-US" sz="1700" spc="-2" dirty="0">
                <a:latin typeface="Times New Roman"/>
                <a:cs typeface="Times New Roman"/>
              </a:rPr>
              <a:t>Editi</a:t>
            </a:r>
            <a:r>
              <a:rPr lang="en-US" sz="1700" dirty="0">
                <a:latin typeface="Times New Roman"/>
                <a:cs typeface="Times New Roman"/>
              </a:rPr>
              <a:t>on, </a:t>
            </a:r>
            <a:r>
              <a:rPr lang="en-US" sz="1700" spc="-2" dirty="0">
                <a:latin typeface="Times New Roman"/>
                <a:cs typeface="Times New Roman"/>
              </a:rPr>
              <a:t>Addiso</a:t>
            </a:r>
            <a:r>
              <a:rPr lang="en-US" sz="1700" dirty="0">
                <a:latin typeface="Times New Roman"/>
                <a:cs typeface="Times New Roman"/>
              </a:rPr>
              <a:t>n </a:t>
            </a:r>
            <a:r>
              <a:rPr lang="en-US" sz="1700" spc="-10" dirty="0">
                <a:latin typeface="Times New Roman"/>
                <a:cs typeface="Times New Roman"/>
              </a:rPr>
              <a:t>W</a:t>
            </a:r>
            <a:r>
              <a:rPr lang="en-US" sz="1700" spc="-5" dirty="0">
                <a:latin typeface="Times New Roman"/>
                <a:cs typeface="Times New Roman"/>
              </a:rPr>
              <a:t>esley.</a:t>
            </a:r>
            <a:endParaRPr lang="en-US" sz="1700" dirty="0">
              <a:latin typeface="Times New Roman"/>
              <a:cs typeface="Times New Roman"/>
            </a:endParaRPr>
          </a:p>
          <a:p>
            <a:pPr marL="225716" indent="-109651">
              <a:buFont typeface="Calibri"/>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2"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a:t>
            </a:r>
            <a:r>
              <a:rPr sz="1700"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ifth Edition Morga</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898613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367E-0C39-F4A2-FE1A-D416B736C36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53A6948-AE67-0CF2-E7A9-EE92867D08C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04A3F961-8A1E-E183-F62F-A8184AD76D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E679313-EE5B-D34D-3706-A7CB6D81097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1DDB9BE7-F907-69CB-8F55-457D523A473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BC55C5EB-5B69-0E3C-5CEE-FEED882E5438}"/>
              </a:ext>
            </a:extLst>
          </p:cNvPr>
          <p:cNvSpPr txBox="1"/>
          <p:nvPr/>
        </p:nvSpPr>
        <p:spPr>
          <a:xfrm>
            <a:off x="990600" y="819150"/>
            <a:ext cx="6934200" cy="2954655"/>
          </a:xfrm>
          <a:prstGeom prst="rect">
            <a:avLst/>
          </a:prstGeom>
        </p:spPr>
        <p:txBody>
          <a:bodyPr vert="horz" wrap="square" lIns="0" tIns="0" rIns="0" bIns="0" rtlCol="0">
            <a:spAutoFit/>
          </a:bodyPr>
          <a:lstStyle/>
          <a:p>
            <a:pPr marL="6109"/>
            <a:r>
              <a:rPr sz="1700" b="1" spc="-5" dirty="0">
                <a:solidFill>
                  <a:srgbClr val="252525"/>
                </a:solidFill>
                <a:latin typeface="Times New Roman"/>
                <a:cs typeface="Times New Roman"/>
              </a:rPr>
              <a:t>Oth</a:t>
            </a:r>
            <a:r>
              <a:rPr sz="1700" b="1" spc="-7" dirty="0">
                <a:solidFill>
                  <a:srgbClr val="252525"/>
                </a:solidFill>
                <a:latin typeface="Times New Roman"/>
                <a:cs typeface="Times New Roman"/>
              </a:rPr>
              <a:t>e</a:t>
            </a:r>
            <a:r>
              <a:rPr sz="1700" b="1" spc="-5" dirty="0">
                <a:solidFill>
                  <a:srgbClr val="252525"/>
                </a:solidFill>
                <a:latin typeface="Times New Roman"/>
                <a:cs typeface="Times New Roman"/>
              </a:rPr>
              <a:t>r</a:t>
            </a:r>
            <a:r>
              <a:rPr sz="1700" b="1" spc="-2" dirty="0">
                <a:solidFill>
                  <a:srgbClr val="252525"/>
                </a:solidFill>
                <a:latin typeface="Times New Roman"/>
                <a:cs typeface="Times New Roman"/>
              </a:rPr>
              <a:t> R</a:t>
            </a:r>
            <a:r>
              <a:rPr sz="1700" b="1" spc="-5" dirty="0">
                <a:solidFill>
                  <a:srgbClr val="252525"/>
                </a:solidFill>
                <a:latin typeface="Times New Roman"/>
                <a:cs typeface="Times New Roman"/>
              </a:rPr>
              <a:t>e</a:t>
            </a:r>
            <a:r>
              <a:rPr sz="1700" b="1" spc="2" dirty="0">
                <a:solidFill>
                  <a:srgbClr val="252525"/>
                </a:solidFill>
                <a:latin typeface="Times New Roman"/>
                <a:cs typeface="Times New Roman"/>
              </a:rPr>
              <a:t>f</a:t>
            </a:r>
            <a:r>
              <a:rPr sz="1700" b="1" spc="-7" dirty="0">
                <a:solidFill>
                  <a:srgbClr val="252525"/>
                </a:solidFill>
                <a:latin typeface="Times New Roman"/>
                <a:cs typeface="Times New Roman"/>
              </a:rPr>
              <a:t>e</a:t>
            </a:r>
            <a:r>
              <a:rPr sz="1700" b="1" spc="-2" dirty="0">
                <a:solidFill>
                  <a:srgbClr val="252525"/>
                </a:solidFill>
                <a:latin typeface="Times New Roman"/>
                <a:cs typeface="Times New Roman"/>
              </a:rPr>
              <a:t>r</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n</a:t>
            </a:r>
            <a:r>
              <a:rPr sz="1700" b="1" spc="-7" dirty="0">
                <a:solidFill>
                  <a:srgbClr val="252525"/>
                </a:solidFill>
                <a:latin typeface="Times New Roman"/>
                <a:cs typeface="Times New Roman"/>
              </a:rPr>
              <a:t>ce</a:t>
            </a:r>
            <a:r>
              <a:rPr sz="1700" b="1" spc="2" dirty="0">
                <a:solidFill>
                  <a:srgbClr val="252525"/>
                </a:solidFill>
                <a:latin typeface="Times New Roman"/>
                <a:cs typeface="Times New Roman"/>
              </a:rPr>
              <a:t>s</a:t>
            </a:r>
            <a:r>
              <a:rPr sz="1700" b="1" dirty="0">
                <a:solidFill>
                  <a:srgbClr val="252525"/>
                </a:solidFill>
                <a:latin typeface="Times New Roman"/>
                <a:cs typeface="Times New Roman"/>
              </a:rPr>
              <a:t>:</a:t>
            </a:r>
            <a:endParaRPr lang="en-US" sz="1700" b="1" dirty="0">
              <a:solidFill>
                <a:srgbClr val="252525"/>
              </a:solidFill>
              <a:latin typeface="Times New Roman"/>
              <a:cs typeface="Times New Roman"/>
            </a:endParaRPr>
          </a:p>
          <a:p>
            <a:pPr marL="6109"/>
            <a:endParaRPr sz="1700" dirty="0">
              <a:latin typeface="Times New Roman"/>
              <a:cs typeface="Times New Roman"/>
            </a:endParaRPr>
          </a:p>
          <a:p>
            <a:pPr marL="251373" indent="-135308">
              <a:buClr>
                <a:srgbClr val="252525"/>
              </a:buClr>
              <a:buFont typeface="Times New Roman"/>
              <a:buChar char="•"/>
              <a:tabLst>
                <a:tab pos="251678" algn="l"/>
              </a:tabLst>
            </a:pPr>
            <a:r>
              <a:rPr sz="1700" u="sng" spc="-2" dirty="0">
                <a:solidFill>
                  <a:srgbClr val="0462C1"/>
                </a:solidFill>
                <a:latin typeface="Times New Roman"/>
                <a:cs typeface="Times New Roman"/>
              </a:rPr>
              <a:t>https:</a:t>
            </a:r>
            <a:r>
              <a:rPr sz="1700" u="sng" dirty="0">
                <a:solidFill>
                  <a:srgbClr val="0462C1"/>
                </a:solidFill>
                <a:latin typeface="Times New Roman"/>
                <a:cs typeface="Times New Roman"/>
              </a:rPr>
              <a:t>/</a:t>
            </a:r>
            <a:r>
              <a:rPr sz="1700" u="sng" dirty="0">
                <a:solidFill>
                  <a:srgbClr val="0462C1"/>
                </a:solidFill>
                <a:latin typeface="Times New Roman"/>
                <a:cs typeface="Times New Roman"/>
                <a:hlinkClick r:id="rId6"/>
              </a:rPr>
              <a:t>/ww</a:t>
            </a:r>
            <a:r>
              <a:rPr sz="1700" u="sng" spc="-5" dirty="0">
                <a:solidFill>
                  <a:srgbClr val="0462C1"/>
                </a:solidFill>
                <a:latin typeface="Times New Roman"/>
                <a:cs typeface="Times New Roman"/>
                <a:hlinkClick r:id="rId6"/>
              </a:rPr>
              <a:t>w</a:t>
            </a:r>
            <a:r>
              <a:rPr sz="1700" u="sng" spc="-2" dirty="0">
                <a:solidFill>
                  <a:srgbClr val="0462C1"/>
                </a:solidFill>
                <a:latin typeface="Times New Roman"/>
                <a:cs typeface="Times New Roman"/>
                <a:hlinkClick r:id="rId6"/>
              </a:rPr>
              <a:t>.tutori</a:t>
            </a:r>
            <a:r>
              <a:rPr sz="1700" u="sng" spc="-10" dirty="0">
                <a:solidFill>
                  <a:srgbClr val="0462C1"/>
                </a:solidFill>
                <a:latin typeface="Times New Roman"/>
                <a:cs typeface="Times New Roman"/>
                <a:hlinkClick r:id="rId6"/>
              </a:rPr>
              <a:t>a</a:t>
            </a:r>
            <a:r>
              <a:rPr sz="1700" u="sng" spc="-2" dirty="0">
                <a:solidFill>
                  <a:srgbClr val="0462C1"/>
                </a:solidFill>
                <a:latin typeface="Times New Roman"/>
                <a:cs typeface="Times New Roman"/>
                <a:hlinkClick r:id="rId6"/>
              </a:rPr>
              <a:t>lspo</a:t>
            </a:r>
            <a:r>
              <a:rPr sz="1700" u="sng" spc="-7" dirty="0">
                <a:solidFill>
                  <a:srgbClr val="0462C1"/>
                </a:solidFill>
                <a:latin typeface="Times New Roman"/>
                <a:cs typeface="Times New Roman"/>
                <a:hlinkClick r:id="rId6"/>
              </a:rPr>
              <a:t>i</a:t>
            </a:r>
            <a:r>
              <a:rPr sz="1700" u="sng" spc="-5" dirty="0">
                <a:solidFill>
                  <a:srgbClr val="0462C1"/>
                </a:solidFill>
                <a:latin typeface="Times New Roman"/>
                <a:cs typeface="Times New Roman"/>
                <a:hlinkClick r:id="rId6"/>
              </a:rPr>
              <a:t>nt.com/wh</a:t>
            </a:r>
            <a:r>
              <a:rPr sz="1700" u="sng" spc="-7" dirty="0">
                <a:solidFill>
                  <a:srgbClr val="0462C1"/>
                </a:solidFill>
                <a:latin typeface="Times New Roman"/>
                <a:cs typeface="Times New Roman"/>
                <a:hlinkClick r:id="rId6"/>
              </a:rPr>
              <a:t>a</a:t>
            </a:r>
            <a:r>
              <a:rPr sz="1700" u="sng" dirty="0">
                <a:solidFill>
                  <a:srgbClr val="0462C1"/>
                </a:solidFill>
                <a:latin typeface="Times New Roman"/>
                <a:cs typeface="Times New Roman"/>
              </a:rPr>
              <a:t>t</a:t>
            </a:r>
            <a:r>
              <a:rPr sz="1700" u="sng" spc="-2" dirty="0">
                <a:solidFill>
                  <a:srgbClr val="0462C1"/>
                </a:solidFill>
                <a:latin typeface="Times New Roman"/>
                <a:cs typeface="Times New Roman"/>
                <a:hlinkClick r:id="rId6"/>
              </a:rPr>
              <a:t>-is-</a:t>
            </a:r>
            <a:r>
              <a:rPr sz="1700" u="sng" spc="-7" dirty="0">
                <a:solidFill>
                  <a:srgbClr val="0462C1"/>
                </a:solidFill>
                <a:latin typeface="Times New Roman"/>
                <a:cs typeface="Times New Roman"/>
                <a:hlinkClick r:id="rId6"/>
              </a:rPr>
              <a:t>a</a:t>
            </a:r>
            <a:r>
              <a:rPr sz="1700" u="sng" spc="-5" dirty="0">
                <a:solidFill>
                  <a:srgbClr val="0462C1"/>
                </a:solidFill>
                <a:latin typeface="Times New Roman"/>
                <a:cs typeface="Times New Roman"/>
                <a:hlinkClick r:id="rId6"/>
              </a:rPr>
              <a:t>mdahl-</a:t>
            </a:r>
            <a:r>
              <a:rPr sz="1700" u="sng" spc="5" dirty="0">
                <a:solidFill>
                  <a:srgbClr val="0462C1"/>
                </a:solidFill>
                <a:latin typeface="Times New Roman"/>
                <a:cs typeface="Times New Roman"/>
                <a:hlinkClick r:id="rId6"/>
              </a:rPr>
              <a:t>s</a:t>
            </a:r>
            <a:r>
              <a:rPr sz="1700" u="sng" spc="-2" dirty="0">
                <a:solidFill>
                  <a:srgbClr val="0462C1"/>
                </a:solidFill>
                <a:latin typeface="Times New Roman"/>
                <a:cs typeface="Times New Roman"/>
                <a:hlinkClick r:id="rId6"/>
              </a:rPr>
              <a:t>-</a:t>
            </a:r>
            <a:r>
              <a:rPr sz="1700" u="sng" spc="-5" dirty="0">
                <a:solidFill>
                  <a:srgbClr val="0462C1"/>
                </a:solidFill>
                <a:latin typeface="Times New Roman"/>
                <a:cs typeface="Times New Roman"/>
                <a:hlinkClick r:id="rId6"/>
              </a:rPr>
              <a:t>law</a:t>
            </a:r>
            <a:endParaRPr sz="1700" dirty="0">
              <a:latin typeface="Times New Roman"/>
              <a:cs typeface="Times New Roman"/>
            </a:endParaRPr>
          </a:p>
          <a:p>
            <a:pPr marL="251373" indent="-135308">
              <a:buClr>
                <a:srgbClr val="252525"/>
              </a:buClr>
              <a:buFont typeface="Times New Roman"/>
              <a:buChar char="•"/>
              <a:tabLst>
                <a:tab pos="251678" algn="l"/>
              </a:tabLst>
            </a:pPr>
            <a:r>
              <a:rPr sz="1700" u="sng" spc="-2" dirty="0">
                <a:solidFill>
                  <a:srgbClr val="0462C1"/>
                </a:solidFill>
                <a:latin typeface="Times New Roman"/>
                <a:cs typeface="Times New Roman"/>
              </a:rPr>
              <a:t>https:</a:t>
            </a:r>
            <a:r>
              <a:rPr sz="1700" u="sng" dirty="0">
                <a:solidFill>
                  <a:srgbClr val="0462C1"/>
                </a:solidFill>
                <a:latin typeface="Times New Roman"/>
                <a:cs typeface="Times New Roman"/>
              </a:rPr>
              <a:t>/</a:t>
            </a:r>
            <a:r>
              <a:rPr sz="1700" u="sng" dirty="0">
                <a:solidFill>
                  <a:srgbClr val="0462C1"/>
                </a:solidFill>
                <a:latin typeface="Times New Roman"/>
                <a:cs typeface="Times New Roman"/>
                <a:hlinkClick r:id="rId7"/>
              </a:rPr>
              <a:t>/ww</a:t>
            </a:r>
            <a:r>
              <a:rPr sz="1700" u="sng" spc="-5" dirty="0">
                <a:solidFill>
                  <a:srgbClr val="0462C1"/>
                </a:solidFill>
                <a:latin typeface="Times New Roman"/>
                <a:cs typeface="Times New Roman"/>
                <a:hlinkClick r:id="rId7"/>
              </a:rPr>
              <a:t>w</a:t>
            </a:r>
            <a:r>
              <a:rPr sz="1700" u="sng" spc="-2" dirty="0">
                <a:solidFill>
                  <a:srgbClr val="0462C1"/>
                </a:solidFill>
                <a:latin typeface="Times New Roman"/>
                <a:cs typeface="Times New Roman"/>
                <a:hlinkClick r:id="rId7"/>
              </a:rPr>
              <a:t>.te</a:t>
            </a:r>
            <a:r>
              <a:rPr sz="1700" u="sng" spc="-10" dirty="0">
                <a:solidFill>
                  <a:srgbClr val="0462C1"/>
                </a:solidFill>
                <a:latin typeface="Times New Roman"/>
                <a:cs typeface="Times New Roman"/>
                <a:hlinkClick r:id="rId7"/>
              </a:rPr>
              <a:t>c</a:t>
            </a:r>
            <a:r>
              <a:rPr sz="1700" u="sng" spc="-5" dirty="0">
                <a:solidFill>
                  <a:srgbClr val="0462C1"/>
                </a:solidFill>
                <a:latin typeface="Times New Roman"/>
                <a:cs typeface="Times New Roman"/>
                <a:hlinkClick r:id="rId7"/>
              </a:rPr>
              <a:t>hop</a:t>
            </a:r>
            <a:r>
              <a:rPr sz="1700" u="sng" spc="-7" dirty="0">
                <a:solidFill>
                  <a:srgbClr val="0462C1"/>
                </a:solidFill>
                <a:latin typeface="Times New Roman"/>
                <a:cs typeface="Times New Roman"/>
                <a:hlinkClick r:id="rId7"/>
              </a:rPr>
              <a:t>e</a:t>
            </a:r>
            <a:r>
              <a:rPr sz="1700" u="sng" spc="-2" dirty="0">
                <a:solidFill>
                  <a:srgbClr val="0462C1"/>
                </a:solidFill>
                <a:latin typeface="Times New Roman"/>
                <a:cs typeface="Times New Roman"/>
                <a:hlinkClick r:id="rId7"/>
              </a:rPr>
              <a:t>dia.c</a:t>
            </a:r>
            <a:r>
              <a:rPr sz="1700" u="sng" spc="-5" dirty="0">
                <a:solidFill>
                  <a:srgbClr val="0462C1"/>
                </a:solidFill>
                <a:latin typeface="Times New Roman"/>
                <a:cs typeface="Times New Roman"/>
                <a:hlinkClick r:id="rId7"/>
              </a:rPr>
              <a:t>om/d</a:t>
            </a:r>
            <a:r>
              <a:rPr sz="1700" u="sng" spc="-7" dirty="0">
                <a:solidFill>
                  <a:srgbClr val="0462C1"/>
                </a:solidFill>
                <a:latin typeface="Times New Roman"/>
                <a:cs typeface="Times New Roman"/>
                <a:hlinkClick r:id="rId7"/>
              </a:rPr>
              <a:t>e</a:t>
            </a:r>
            <a:r>
              <a:rPr sz="1700" u="sng" spc="-2" dirty="0">
                <a:solidFill>
                  <a:srgbClr val="0462C1"/>
                </a:solidFill>
                <a:latin typeface="Times New Roman"/>
                <a:cs typeface="Times New Roman"/>
                <a:hlinkClick r:id="rId7"/>
              </a:rPr>
              <a:t>finit</a:t>
            </a:r>
            <a:r>
              <a:rPr sz="1700" u="sng" dirty="0">
                <a:solidFill>
                  <a:srgbClr val="0462C1"/>
                </a:solidFill>
                <a:latin typeface="Times New Roman"/>
                <a:cs typeface="Times New Roman"/>
                <a:hlinkClick r:id="rId7"/>
              </a:rPr>
              <a:t>i</a:t>
            </a:r>
            <a:r>
              <a:rPr sz="1700" u="sng" spc="-5" dirty="0">
                <a:solidFill>
                  <a:srgbClr val="0462C1"/>
                </a:solidFill>
                <a:latin typeface="Times New Roman"/>
                <a:cs typeface="Times New Roman"/>
                <a:hlinkClick r:id="rId7"/>
              </a:rPr>
              <a:t>on/17035/</a:t>
            </a:r>
            <a:r>
              <a:rPr sz="1700" u="sng" spc="-7" dirty="0">
                <a:solidFill>
                  <a:srgbClr val="0462C1"/>
                </a:solidFill>
                <a:latin typeface="Times New Roman"/>
                <a:cs typeface="Times New Roman"/>
              </a:rPr>
              <a:t>a</a:t>
            </a:r>
            <a:r>
              <a:rPr sz="1700" u="sng" spc="-5" dirty="0">
                <a:solidFill>
                  <a:srgbClr val="0462C1"/>
                </a:solidFill>
                <a:latin typeface="Times New Roman"/>
                <a:cs typeface="Times New Roman"/>
                <a:hlinkClick r:id="rId7"/>
              </a:rPr>
              <a:t>m</a:t>
            </a:r>
            <a:r>
              <a:rPr sz="1700" u="sng" spc="-10" dirty="0">
                <a:solidFill>
                  <a:srgbClr val="0462C1"/>
                </a:solidFill>
                <a:latin typeface="Times New Roman"/>
                <a:cs typeface="Times New Roman"/>
                <a:hlinkClick r:id="rId7"/>
              </a:rPr>
              <a:t>d</a:t>
            </a:r>
            <a:r>
              <a:rPr sz="1700" u="sng" spc="-7" dirty="0">
                <a:solidFill>
                  <a:srgbClr val="0462C1"/>
                </a:solidFill>
                <a:latin typeface="Times New Roman"/>
                <a:cs typeface="Times New Roman"/>
                <a:hlinkClick r:id="rId7"/>
              </a:rPr>
              <a:t>a</a:t>
            </a:r>
            <a:r>
              <a:rPr sz="1700" u="sng" spc="-2" dirty="0">
                <a:solidFill>
                  <a:srgbClr val="0462C1"/>
                </a:solidFill>
                <a:latin typeface="Times New Roman"/>
                <a:cs typeface="Times New Roman"/>
                <a:hlinkClick r:id="rId7"/>
              </a:rPr>
              <a:t>hl</a:t>
            </a:r>
            <a:r>
              <a:rPr sz="1700" u="sng" spc="2" dirty="0">
                <a:solidFill>
                  <a:srgbClr val="0462C1"/>
                </a:solidFill>
                <a:latin typeface="Times New Roman"/>
                <a:cs typeface="Times New Roman"/>
                <a:hlinkClick r:id="rId7"/>
              </a:rPr>
              <a:t>s</a:t>
            </a:r>
            <a:r>
              <a:rPr sz="1700" u="sng" spc="-2" dirty="0">
                <a:solidFill>
                  <a:srgbClr val="0462C1"/>
                </a:solidFill>
                <a:latin typeface="Times New Roman"/>
                <a:cs typeface="Times New Roman"/>
                <a:hlinkClick r:id="rId7"/>
              </a:rPr>
              <a:t>-</a:t>
            </a:r>
            <a:r>
              <a:rPr sz="1700" u="sng" spc="-5" dirty="0">
                <a:solidFill>
                  <a:srgbClr val="0462C1"/>
                </a:solidFill>
                <a:latin typeface="Times New Roman"/>
                <a:cs typeface="Times New Roman"/>
                <a:hlinkClick r:id="rId7"/>
              </a:rPr>
              <a:t>law</a:t>
            </a:r>
            <a:endParaRPr sz="1700" dirty="0">
              <a:latin typeface="Times New Roman"/>
              <a:cs typeface="Times New Roman"/>
            </a:endParaRPr>
          </a:p>
          <a:p>
            <a:pPr marL="251373" indent="-135308">
              <a:buClr>
                <a:srgbClr val="252525"/>
              </a:buClr>
              <a:buFont typeface="Times New Roman"/>
              <a:buChar char="•"/>
              <a:tabLst>
                <a:tab pos="251678" algn="l"/>
              </a:tabLst>
            </a:pPr>
            <a:r>
              <a:rPr sz="1700" u="sng" spc="-2" dirty="0">
                <a:solidFill>
                  <a:srgbClr val="0462C1"/>
                </a:solidFill>
                <a:latin typeface="Times New Roman"/>
                <a:cs typeface="Times New Roman"/>
              </a:rPr>
              <a:t>https:</a:t>
            </a:r>
            <a:r>
              <a:rPr sz="1700" u="sng" dirty="0">
                <a:solidFill>
                  <a:srgbClr val="0462C1"/>
                </a:solidFill>
                <a:latin typeface="Times New Roman"/>
                <a:cs typeface="Times New Roman"/>
              </a:rPr>
              <a:t>/</a:t>
            </a:r>
            <a:r>
              <a:rPr sz="1700" u="sng" dirty="0">
                <a:solidFill>
                  <a:srgbClr val="0462C1"/>
                </a:solidFill>
                <a:latin typeface="Times New Roman"/>
                <a:cs typeface="Times New Roman"/>
                <a:hlinkClick r:id="rId8"/>
              </a:rPr>
              <a:t>/ww</a:t>
            </a:r>
            <a:r>
              <a:rPr sz="1700" u="sng" spc="-5" dirty="0">
                <a:solidFill>
                  <a:srgbClr val="0462C1"/>
                </a:solidFill>
                <a:latin typeface="Times New Roman"/>
                <a:cs typeface="Times New Roman"/>
                <a:hlinkClick r:id="rId8"/>
              </a:rPr>
              <a:t>w</a:t>
            </a:r>
            <a:r>
              <a:rPr sz="1700" u="sng" spc="-2" dirty="0">
                <a:solidFill>
                  <a:srgbClr val="0462C1"/>
                </a:solidFill>
                <a:latin typeface="Times New Roman"/>
                <a:cs typeface="Times New Roman"/>
                <a:hlinkClick r:id="rId8"/>
              </a:rPr>
              <a:t>.g</a:t>
            </a:r>
            <a:r>
              <a:rPr sz="1700" u="sng" spc="-7" dirty="0">
                <a:solidFill>
                  <a:srgbClr val="0462C1"/>
                </a:solidFill>
                <a:latin typeface="Times New Roman"/>
                <a:cs typeface="Times New Roman"/>
                <a:hlinkClick r:id="rId8"/>
              </a:rPr>
              <a:t>e</a:t>
            </a:r>
            <a:r>
              <a:rPr sz="1700" u="sng" spc="-7" dirty="0">
                <a:solidFill>
                  <a:srgbClr val="0462C1"/>
                </a:solidFill>
                <a:latin typeface="Times New Roman"/>
                <a:cs typeface="Times New Roman"/>
              </a:rPr>
              <a:t>e</a:t>
            </a:r>
            <a:r>
              <a:rPr sz="1700" u="sng" dirty="0">
                <a:solidFill>
                  <a:srgbClr val="0462C1"/>
                </a:solidFill>
                <a:latin typeface="Times New Roman"/>
                <a:cs typeface="Times New Roman"/>
                <a:hlinkClick r:id="rId8"/>
              </a:rPr>
              <a:t>ksfo</a:t>
            </a:r>
            <a:r>
              <a:rPr sz="1700" u="sng" spc="-5" dirty="0">
                <a:solidFill>
                  <a:srgbClr val="0462C1"/>
                </a:solidFill>
                <a:latin typeface="Times New Roman"/>
                <a:cs typeface="Times New Roman"/>
                <a:hlinkClick r:id="rId8"/>
              </a:rPr>
              <a:t>rg</a:t>
            </a:r>
            <a:r>
              <a:rPr sz="1700" u="sng" spc="-2" dirty="0">
                <a:solidFill>
                  <a:srgbClr val="0462C1"/>
                </a:solidFill>
                <a:latin typeface="Times New Roman"/>
                <a:cs typeface="Times New Roman"/>
                <a:hlinkClick r:id="rId8"/>
              </a:rPr>
              <a:t>eeks.org/</a:t>
            </a:r>
            <a:r>
              <a:rPr sz="1700" u="sng" spc="-7" dirty="0">
                <a:solidFill>
                  <a:srgbClr val="0462C1"/>
                </a:solidFill>
                <a:latin typeface="Times New Roman"/>
                <a:cs typeface="Times New Roman"/>
                <a:hlinkClick r:id="rId8"/>
              </a:rPr>
              <a:t>c</a:t>
            </a:r>
            <a:r>
              <a:rPr sz="1700" u="sng" spc="-5" dirty="0">
                <a:solidFill>
                  <a:srgbClr val="0462C1"/>
                </a:solidFill>
                <a:latin typeface="Times New Roman"/>
                <a:cs typeface="Times New Roman"/>
                <a:hlinkClick r:id="rId8"/>
              </a:rPr>
              <a:t>omput</a:t>
            </a:r>
            <a:r>
              <a:rPr sz="1700" u="sng" spc="-7" dirty="0">
                <a:solidFill>
                  <a:srgbClr val="0462C1"/>
                </a:solidFill>
                <a:latin typeface="Times New Roman"/>
                <a:cs typeface="Times New Roman"/>
                <a:hlinkClick r:id="rId8"/>
              </a:rPr>
              <a:t>e</a:t>
            </a:r>
            <a:r>
              <a:rPr sz="1700" u="sng" spc="2" dirty="0">
                <a:solidFill>
                  <a:srgbClr val="0462C1"/>
                </a:solidFill>
                <a:latin typeface="Times New Roman"/>
                <a:cs typeface="Times New Roman"/>
                <a:hlinkClick r:id="rId8"/>
              </a:rPr>
              <a:t>r</a:t>
            </a:r>
            <a:r>
              <a:rPr sz="1700" u="sng" spc="-2" dirty="0">
                <a:solidFill>
                  <a:srgbClr val="0462C1"/>
                </a:solidFill>
                <a:latin typeface="Times New Roman"/>
                <a:cs typeface="Times New Roman"/>
                <a:hlinkClick r:id="rId8"/>
              </a:rPr>
              <a:t>-</a:t>
            </a:r>
            <a:r>
              <a:rPr sz="1700" u="sng" dirty="0">
                <a:solidFill>
                  <a:srgbClr val="0462C1"/>
                </a:solidFill>
                <a:latin typeface="Times New Roman"/>
                <a:cs typeface="Times New Roman"/>
                <a:hlinkClick r:id="rId8"/>
              </a:rPr>
              <a:t>or</a:t>
            </a:r>
            <a:r>
              <a:rPr sz="1700" u="sng" spc="2" dirty="0">
                <a:solidFill>
                  <a:srgbClr val="0462C1"/>
                </a:solidFill>
                <a:latin typeface="Times New Roman"/>
                <a:cs typeface="Times New Roman"/>
                <a:hlinkClick r:id="rId8"/>
              </a:rPr>
              <a:t>g</a:t>
            </a:r>
            <a:r>
              <a:rPr sz="1700" u="sng" spc="-7" dirty="0">
                <a:solidFill>
                  <a:srgbClr val="0462C1"/>
                </a:solidFill>
                <a:latin typeface="Times New Roman"/>
                <a:cs typeface="Times New Roman"/>
                <a:hlinkClick r:id="rId8"/>
              </a:rPr>
              <a:t>a</a:t>
            </a:r>
            <a:r>
              <a:rPr sz="1700" u="sng" spc="-2" dirty="0">
                <a:solidFill>
                  <a:srgbClr val="0462C1"/>
                </a:solidFill>
                <a:latin typeface="Times New Roman"/>
                <a:cs typeface="Times New Roman"/>
                <a:hlinkClick r:id="rId8"/>
              </a:rPr>
              <a:t>niz</a:t>
            </a:r>
            <a:r>
              <a:rPr sz="1700" u="sng" spc="-7" dirty="0">
                <a:solidFill>
                  <a:srgbClr val="0462C1"/>
                </a:solidFill>
                <a:latin typeface="Times New Roman"/>
                <a:cs typeface="Times New Roman"/>
                <a:hlinkClick r:id="rId8"/>
              </a:rPr>
              <a:t>a</a:t>
            </a:r>
            <a:r>
              <a:rPr sz="1700" u="sng" spc="-2" dirty="0">
                <a:solidFill>
                  <a:srgbClr val="0462C1"/>
                </a:solidFill>
                <a:latin typeface="Times New Roman"/>
                <a:cs typeface="Times New Roman"/>
                <a:hlinkClick r:id="rId8"/>
              </a:rPr>
              <a:t>ti</a:t>
            </a:r>
            <a:r>
              <a:rPr sz="1700" u="sng" dirty="0">
                <a:solidFill>
                  <a:srgbClr val="0462C1"/>
                </a:solidFill>
                <a:latin typeface="Times New Roman"/>
                <a:cs typeface="Times New Roman"/>
                <a:hlinkClick r:id="rId8"/>
              </a:rPr>
              <a:t>o</a:t>
            </a:r>
            <a:r>
              <a:rPr sz="1700" u="sng" spc="2" dirty="0">
                <a:solidFill>
                  <a:srgbClr val="0462C1"/>
                </a:solidFill>
                <a:latin typeface="Times New Roman"/>
                <a:cs typeface="Times New Roman"/>
                <a:hlinkClick r:id="rId8"/>
              </a:rPr>
              <a:t>n</a:t>
            </a:r>
            <a:r>
              <a:rPr sz="1700" u="sng" spc="-2" dirty="0">
                <a:solidFill>
                  <a:srgbClr val="0462C1"/>
                </a:solidFill>
                <a:latin typeface="Times New Roman"/>
                <a:cs typeface="Times New Roman"/>
                <a:hlinkClick r:id="rId8"/>
              </a:rPr>
              <a:t>-</a:t>
            </a:r>
            <a:r>
              <a:rPr sz="1700" u="sng" spc="-7" dirty="0">
                <a:solidFill>
                  <a:srgbClr val="0462C1"/>
                </a:solidFill>
                <a:latin typeface="Times New Roman"/>
                <a:cs typeface="Times New Roman"/>
                <a:hlinkClick r:id="rId8"/>
              </a:rPr>
              <a:t>a</a:t>
            </a:r>
            <a:r>
              <a:rPr sz="1700" u="sng" spc="-5" dirty="0">
                <a:solidFill>
                  <a:srgbClr val="0462C1"/>
                </a:solidFill>
                <a:latin typeface="Times New Roman"/>
                <a:cs typeface="Times New Roman"/>
                <a:hlinkClick r:id="rId8"/>
              </a:rPr>
              <a:t>mdahls</a:t>
            </a:r>
            <a:r>
              <a:rPr sz="1700" u="sng" spc="-2" dirty="0">
                <a:solidFill>
                  <a:srgbClr val="0462C1"/>
                </a:solidFill>
                <a:latin typeface="Times New Roman"/>
                <a:cs typeface="Times New Roman"/>
                <a:hlinkClick r:id="rId8"/>
              </a:rPr>
              <a:t>-law-</a:t>
            </a:r>
            <a:r>
              <a:rPr sz="1700" u="sng" spc="-7" dirty="0">
                <a:solidFill>
                  <a:srgbClr val="0462C1"/>
                </a:solidFill>
                <a:latin typeface="Times New Roman"/>
                <a:cs typeface="Times New Roman"/>
                <a:hlinkClick r:id="rId8"/>
              </a:rPr>
              <a:t>a</a:t>
            </a:r>
            <a:r>
              <a:rPr sz="1700" u="sng" dirty="0">
                <a:solidFill>
                  <a:srgbClr val="0462C1"/>
                </a:solidFill>
                <a:latin typeface="Times New Roman"/>
                <a:cs typeface="Times New Roman"/>
                <a:hlinkClick r:id="rId8"/>
              </a:rPr>
              <a:t>nd</a:t>
            </a:r>
            <a:r>
              <a:rPr sz="1700" u="sng" spc="-2" dirty="0">
                <a:solidFill>
                  <a:srgbClr val="0462C1"/>
                </a:solidFill>
                <a:latin typeface="Times New Roman"/>
                <a:cs typeface="Times New Roman"/>
                <a:hlinkClick r:id="rId8"/>
              </a:rPr>
              <a:t>-i</a:t>
            </a:r>
            <a:r>
              <a:rPr sz="1700" u="sng" spc="2" dirty="0">
                <a:solidFill>
                  <a:srgbClr val="0462C1"/>
                </a:solidFill>
                <a:latin typeface="Times New Roman"/>
                <a:cs typeface="Times New Roman"/>
                <a:hlinkClick r:id="rId8"/>
              </a:rPr>
              <a:t>t</a:t>
            </a:r>
            <a:r>
              <a:rPr sz="1700" u="sng" dirty="0">
                <a:solidFill>
                  <a:srgbClr val="0462C1"/>
                </a:solidFill>
                <a:latin typeface="Times New Roman"/>
                <a:cs typeface="Times New Roman"/>
                <a:hlinkClick r:id="rId8"/>
              </a:rPr>
              <a:t>s</a:t>
            </a:r>
            <a:r>
              <a:rPr sz="1700" u="sng" spc="-2" dirty="0">
                <a:solidFill>
                  <a:srgbClr val="0462C1"/>
                </a:solidFill>
                <a:latin typeface="Times New Roman"/>
                <a:cs typeface="Times New Roman"/>
                <a:hlinkClick r:id="rId8"/>
              </a:rPr>
              <a:t>-</a:t>
            </a:r>
            <a:r>
              <a:rPr sz="1700" u="sng" dirty="0">
                <a:solidFill>
                  <a:srgbClr val="0462C1"/>
                </a:solidFill>
                <a:latin typeface="Times New Roman"/>
                <a:cs typeface="Times New Roman"/>
                <a:hlinkClick r:id="rId8"/>
              </a:rPr>
              <a:t>proo</a:t>
            </a:r>
            <a:r>
              <a:rPr sz="1700" u="sng" spc="-5" dirty="0">
                <a:solidFill>
                  <a:srgbClr val="0462C1"/>
                </a:solidFill>
                <a:latin typeface="Times New Roman"/>
                <a:cs typeface="Times New Roman"/>
                <a:hlinkClick r:id="rId8"/>
              </a:rPr>
              <a:t>f</a:t>
            </a:r>
            <a:r>
              <a:rPr sz="1700" u="sng" spc="-2" dirty="0">
                <a:solidFill>
                  <a:srgbClr val="0462C1"/>
                </a:solidFill>
                <a:latin typeface="Times New Roman"/>
                <a:cs typeface="Times New Roman"/>
                <a:hlinkClick r:id="rId8"/>
              </a:rPr>
              <a:t>/</a:t>
            </a:r>
            <a:endParaRPr sz="1700" dirty="0">
              <a:latin typeface="Times New Roman"/>
              <a:cs typeface="Times New Roman"/>
            </a:endParaRPr>
          </a:p>
          <a:p>
            <a:pPr>
              <a:spcBef>
                <a:spcPts val="26"/>
              </a:spcBef>
            </a:pPr>
            <a:endParaRPr sz="1700" dirty="0">
              <a:latin typeface="Times New Roman"/>
              <a:cs typeface="Times New Roman"/>
            </a:endParaRPr>
          </a:p>
          <a:p>
            <a:pPr marL="6109"/>
            <a:r>
              <a:rPr sz="1700" b="1" spc="-2" dirty="0">
                <a:latin typeface="Times New Roman"/>
                <a:cs typeface="Times New Roman"/>
              </a:rPr>
              <a:t>Vi</a:t>
            </a:r>
            <a:r>
              <a:rPr sz="1700" b="1" dirty="0">
                <a:latin typeface="Times New Roman"/>
                <a:cs typeface="Times New Roman"/>
              </a:rPr>
              <a:t>d</a:t>
            </a:r>
            <a:r>
              <a:rPr sz="1700" b="1" spc="-7" dirty="0">
                <a:latin typeface="Times New Roman"/>
                <a:cs typeface="Times New Roman"/>
              </a:rPr>
              <a:t>e</a:t>
            </a:r>
            <a:r>
              <a:rPr sz="1700" b="1" dirty="0">
                <a:latin typeface="Times New Roman"/>
                <a:cs typeface="Times New Roman"/>
              </a:rPr>
              <a:t>o </a:t>
            </a:r>
            <a:r>
              <a:rPr sz="1700" b="1" spc="-5" dirty="0">
                <a:latin typeface="Times New Roman"/>
                <a:cs typeface="Times New Roman"/>
              </a:rPr>
              <a:t>Li</a:t>
            </a:r>
            <a:r>
              <a:rPr sz="1700" b="1" spc="-2" dirty="0">
                <a:latin typeface="Times New Roman"/>
                <a:cs typeface="Times New Roman"/>
              </a:rPr>
              <a:t>n</a:t>
            </a:r>
            <a:r>
              <a:rPr sz="1700" b="1" dirty="0">
                <a:latin typeface="Times New Roman"/>
                <a:cs typeface="Times New Roman"/>
              </a:rPr>
              <a:t>k</a:t>
            </a:r>
            <a:r>
              <a:rPr sz="1700" b="1" spc="-2" dirty="0">
                <a:latin typeface="Times New Roman"/>
                <a:cs typeface="Times New Roman"/>
              </a:rPr>
              <a:t>s:</a:t>
            </a:r>
            <a:endParaRPr lang="en-US" sz="1700" b="1" spc="-2" dirty="0">
              <a:latin typeface="Times New Roman"/>
              <a:cs typeface="Times New Roman"/>
            </a:endParaRPr>
          </a:p>
          <a:p>
            <a:pPr marL="6109"/>
            <a:endParaRPr sz="1700" dirty="0">
              <a:latin typeface="Times New Roman"/>
              <a:cs typeface="Times New Roman"/>
            </a:endParaRPr>
          </a:p>
          <a:p>
            <a:pPr marL="225716" indent="-109651">
              <a:spcBef>
                <a:spcPts val="454"/>
              </a:spcBef>
              <a:buFont typeface="Symbol"/>
              <a:buChar char=""/>
              <a:tabLst>
                <a:tab pos="226022" algn="l"/>
              </a:tabLst>
            </a:pPr>
            <a:r>
              <a:rPr sz="1700" u="sng" spc="-2" dirty="0">
                <a:solidFill>
                  <a:srgbClr val="0462C1"/>
                </a:solidFill>
                <a:latin typeface="Times New Roman"/>
                <a:cs typeface="Times New Roman"/>
              </a:rPr>
              <a:t>https:</a:t>
            </a:r>
            <a:r>
              <a:rPr sz="1700" u="sng" dirty="0">
                <a:solidFill>
                  <a:srgbClr val="0462C1"/>
                </a:solidFill>
                <a:latin typeface="Times New Roman"/>
                <a:cs typeface="Times New Roman"/>
              </a:rPr>
              <a:t>/</a:t>
            </a:r>
            <a:r>
              <a:rPr sz="1700" u="sng" spc="-2" dirty="0">
                <a:solidFill>
                  <a:srgbClr val="0462C1"/>
                </a:solidFill>
                <a:latin typeface="Times New Roman"/>
                <a:cs typeface="Times New Roman"/>
              </a:rPr>
              <a:t>/youtu.b</a:t>
            </a:r>
            <a:r>
              <a:rPr sz="1700" u="sng" spc="-7" dirty="0">
                <a:solidFill>
                  <a:srgbClr val="0462C1"/>
                </a:solidFill>
                <a:latin typeface="Times New Roman"/>
                <a:cs typeface="Times New Roman"/>
              </a:rPr>
              <a:t>e</a:t>
            </a:r>
            <a:r>
              <a:rPr sz="1700" u="sng" dirty="0">
                <a:solidFill>
                  <a:srgbClr val="0462C1"/>
                </a:solidFill>
                <a:latin typeface="Times New Roman"/>
                <a:cs typeface="Times New Roman"/>
              </a:rPr>
              <a:t>/2dYV_</a:t>
            </a:r>
            <a:r>
              <a:rPr sz="1700" u="sng" spc="-7" dirty="0">
                <a:solidFill>
                  <a:srgbClr val="0462C1"/>
                </a:solidFill>
                <a:latin typeface="Times New Roman"/>
                <a:cs typeface="Times New Roman"/>
              </a:rPr>
              <a:t>l</a:t>
            </a:r>
            <a:r>
              <a:rPr sz="1700" u="sng" spc="-2" dirty="0">
                <a:solidFill>
                  <a:srgbClr val="0462C1"/>
                </a:solidFill>
                <a:latin typeface="Times New Roman"/>
                <a:cs typeface="Times New Roman"/>
              </a:rPr>
              <a:t>AD</a:t>
            </a:r>
            <a:r>
              <a:rPr sz="1700" u="sng" dirty="0">
                <a:solidFill>
                  <a:srgbClr val="0462C1"/>
                </a:solidFill>
                <a:latin typeface="Times New Roman"/>
                <a:cs typeface="Times New Roman"/>
              </a:rPr>
              <a:t>fFI</a:t>
            </a:r>
            <a:r>
              <a:rPr sz="1700" u="sng" spc="-5" dirty="0">
                <a:solidFill>
                  <a:srgbClr val="0462C1"/>
                </a:solidFill>
                <a:latin typeface="Times New Roman"/>
                <a:cs typeface="Times New Roman"/>
              </a:rPr>
              <a:t>?</a:t>
            </a:r>
            <a:r>
              <a:rPr sz="1700" u="sng" spc="-2" dirty="0">
                <a:solidFill>
                  <a:srgbClr val="0462C1"/>
                </a:solidFill>
                <a:latin typeface="Times New Roman"/>
                <a:cs typeface="Times New Roman"/>
              </a:rPr>
              <a:t>si=</a:t>
            </a:r>
            <a:r>
              <a:rPr sz="1700" u="sng" spc="2" dirty="0">
                <a:solidFill>
                  <a:srgbClr val="0462C1"/>
                </a:solidFill>
                <a:latin typeface="Times New Roman"/>
                <a:cs typeface="Times New Roman"/>
              </a:rPr>
              <a:t>D</a:t>
            </a:r>
            <a:r>
              <a:rPr sz="1700" u="sng" spc="-2" dirty="0">
                <a:solidFill>
                  <a:srgbClr val="0462C1"/>
                </a:solidFill>
                <a:latin typeface="Times New Roman"/>
                <a:cs typeface="Times New Roman"/>
              </a:rPr>
              <a:t>Nu3J</a:t>
            </a:r>
            <a:r>
              <a:rPr sz="1700" u="sng" spc="-5" dirty="0">
                <a:solidFill>
                  <a:srgbClr val="0462C1"/>
                </a:solidFill>
                <a:latin typeface="Times New Roman"/>
                <a:cs typeface="Times New Roman"/>
              </a:rPr>
              <a:t>c</a:t>
            </a:r>
            <a:r>
              <a:rPr sz="1700" u="sng" spc="-2" dirty="0">
                <a:solidFill>
                  <a:srgbClr val="0462C1"/>
                </a:solidFill>
                <a:latin typeface="Times New Roman"/>
                <a:cs typeface="Times New Roman"/>
              </a:rPr>
              <a:t>Y</a:t>
            </a:r>
            <a:r>
              <a:rPr sz="1700" u="sng" spc="2" dirty="0">
                <a:solidFill>
                  <a:srgbClr val="0462C1"/>
                </a:solidFill>
                <a:latin typeface="Times New Roman"/>
                <a:cs typeface="Times New Roman"/>
              </a:rPr>
              <a:t>HY</a:t>
            </a:r>
            <a:r>
              <a:rPr sz="1700" u="sng" dirty="0">
                <a:solidFill>
                  <a:srgbClr val="0462C1"/>
                </a:solidFill>
                <a:latin typeface="Times New Roman"/>
                <a:cs typeface="Times New Roman"/>
              </a:rPr>
              <a:t>23Z</a:t>
            </a:r>
            <a:r>
              <a:rPr sz="1700" u="sng" spc="-2" dirty="0">
                <a:solidFill>
                  <a:srgbClr val="0462C1"/>
                </a:solidFill>
                <a:latin typeface="Times New Roman"/>
                <a:cs typeface="Times New Roman"/>
              </a:rPr>
              <a:t>DJK7</a:t>
            </a:r>
            <a:endParaRPr sz="1700" dirty="0">
              <a:latin typeface="Times New Roman"/>
              <a:cs typeface="Times New Roman"/>
            </a:endParaRPr>
          </a:p>
          <a:p>
            <a:pPr marL="225716" indent="-109651">
              <a:spcBef>
                <a:spcPts val="63"/>
              </a:spcBef>
              <a:buFont typeface="Symbol"/>
              <a:buChar char=""/>
              <a:tabLst>
                <a:tab pos="226022" algn="l"/>
              </a:tabLst>
            </a:pPr>
            <a:r>
              <a:rPr sz="1700" u="sng" spc="-2" dirty="0">
                <a:solidFill>
                  <a:srgbClr val="0462C1"/>
                </a:solidFill>
                <a:latin typeface="Times New Roman"/>
                <a:cs typeface="Times New Roman"/>
              </a:rPr>
              <a:t>https:</a:t>
            </a:r>
            <a:r>
              <a:rPr sz="1700" u="sng" dirty="0">
                <a:solidFill>
                  <a:srgbClr val="0462C1"/>
                </a:solidFill>
                <a:latin typeface="Times New Roman"/>
                <a:cs typeface="Times New Roman"/>
              </a:rPr>
              <a:t>/</a:t>
            </a:r>
            <a:r>
              <a:rPr sz="1700" u="sng" spc="-2" dirty="0">
                <a:solidFill>
                  <a:srgbClr val="0462C1"/>
                </a:solidFill>
                <a:latin typeface="Times New Roman"/>
                <a:cs typeface="Times New Roman"/>
              </a:rPr>
              <a:t>/youtu.b</a:t>
            </a:r>
            <a:r>
              <a:rPr sz="1700" u="sng" spc="-7" dirty="0">
                <a:solidFill>
                  <a:srgbClr val="0462C1"/>
                </a:solidFill>
                <a:latin typeface="Times New Roman"/>
                <a:cs typeface="Times New Roman"/>
              </a:rPr>
              <a:t>e</a:t>
            </a:r>
            <a:r>
              <a:rPr sz="1700" u="sng" dirty="0">
                <a:solidFill>
                  <a:srgbClr val="0462C1"/>
                </a:solidFill>
                <a:latin typeface="Times New Roman"/>
                <a:cs typeface="Times New Roman"/>
              </a:rPr>
              <a:t>/DpMV</a:t>
            </a:r>
            <a:r>
              <a:rPr sz="1700" u="sng" spc="-10" dirty="0">
                <a:solidFill>
                  <a:srgbClr val="0462C1"/>
                </a:solidFill>
                <a:latin typeface="Times New Roman"/>
                <a:cs typeface="Times New Roman"/>
              </a:rPr>
              <a:t>Y</a:t>
            </a:r>
            <a:r>
              <a:rPr sz="1700" u="sng" spc="-5" dirty="0">
                <a:solidFill>
                  <a:srgbClr val="0462C1"/>
                </a:solidFill>
                <a:latin typeface="Times New Roman"/>
                <a:cs typeface="Times New Roman"/>
              </a:rPr>
              <a:t>R</a:t>
            </a:r>
            <a:r>
              <a:rPr sz="1700" u="sng" dirty="0">
                <a:solidFill>
                  <a:srgbClr val="0462C1"/>
                </a:solidFill>
                <a:latin typeface="Times New Roman"/>
                <a:cs typeface="Times New Roman"/>
              </a:rPr>
              <a:t>8</a:t>
            </a:r>
            <a:r>
              <a:rPr sz="1700" u="sng" spc="-5" dirty="0">
                <a:solidFill>
                  <a:srgbClr val="0462C1"/>
                </a:solidFill>
                <a:latin typeface="Times New Roman"/>
                <a:cs typeface="Times New Roman"/>
              </a:rPr>
              <a:t>F</a:t>
            </a:r>
            <a:r>
              <a:rPr sz="1700" u="sng" spc="-7" dirty="0">
                <a:solidFill>
                  <a:srgbClr val="0462C1"/>
                </a:solidFill>
                <a:latin typeface="Times New Roman"/>
                <a:cs typeface="Times New Roman"/>
              </a:rPr>
              <a:t>a</a:t>
            </a:r>
            <a:r>
              <a:rPr sz="1700" u="sng" spc="-5" dirty="0">
                <a:solidFill>
                  <a:srgbClr val="0462C1"/>
                </a:solidFill>
                <a:latin typeface="Times New Roman"/>
                <a:cs typeface="Times New Roman"/>
              </a:rPr>
              <a:t>uE</a:t>
            </a:r>
            <a:r>
              <a:rPr sz="1700" u="sng" spc="-10" dirty="0">
                <a:solidFill>
                  <a:srgbClr val="0462C1"/>
                </a:solidFill>
                <a:latin typeface="Times New Roman"/>
                <a:cs typeface="Times New Roman"/>
              </a:rPr>
              <a:t>?</a:t>
            </a:r>
            <a:r>
              <a:rPr sz="1700" u="sng" spc="-7" dirty="0">
                <a:solidFill>
                  <a:srgbClr val="0462C1"/>
                </a:solidFill>
                <a:latin typeface="Times New Roman"/>
                <a:cs typeface="Times New Roman"/>
              </a:rPr>
              <a:t>si=14MZ</a:t>
            </a:r>
            <a:r>
              <a:rPr sz="1700" u="sng" dirty="0">
                <a:solidFill>
                  <a:srgbClr val="0462C1"/>
                </a:solidFill>
                <a:latin typeface="Times New Roman"/>
                <a:cs typeface="Times New Roman"/>
              </a:rPr>
              <a:t>4f</a:t>
            </a:r>
            <a:r>
              <a:rPr sz="1700" u="sng" spc="-5" dirty="0">
                <a:solidFill>
                  <a:srgbClr val="0462C1"/>
                </a:solidFill>
                <a:latin typeface="Times New Roman"/>
                <a:cs typeface="Times New Roman"/>
              </a:rPr>
              <a:t>fn</a:t>
            </a:r>
            <a:r>
              <a:rPr sz="1700" u="sng" dirty="0">
                <a:solidFill>
                  <a:srgbClr val="0462C1"/>
                </a:solidFill>
                <a:latin typeface="Times New Roman"/>
                <a:cs typeface="Times New Roman"/>
              </a:rPr>
              <a:t>Ch4kG6</a:t>
            </a:r>
            <a:r>
              <a:rPr sz="1700" u="sng" spc="-5" dirty="0">
                <a:solidFill>
                  <a:srgbClr val="0462C1"/>
                </a:solidFill>
                <a:latin typeface="Times New Roman"/>
                <a:cs typeface="Times New Roman"/>
              </a:rPr>
              <a:t>V</a:t>
            </a:r>
            <a:r>
              <a:rPr sz="1700" u="sng" dirty="0">
                <a:solidFill>
                  <a:srgbClr val="0462C1"/>
                </a:solidFill>
                <a:latin typeface="Times New Roman"/>
                <a:cs typeface="Times New Roman"/>
              </a:rPr>
              <a:t>O</a:t>
            </a:r>
            <a:endParaRPr sz="1700" dirty="0">
              <a:latin typeface="Times New Roman"/>
              <a:cs typeface="Times New Roman"/>
            </a:endParaRPr>
          </a:p>
        </p:txBody>
      </p:sp>
    </p:spTree>
    <p:extLst>
      <p:ext uri="{BB962C8B-B14F-4D97-AF65-F5344CB8AC3E}">
        <p14:creationId xmlns:p14="http://schemas.microsoft.com/office/powerpoint/2010/main" val="7540201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TotalTime>
  <Words>1270</Words>
  <Application>Microsoft Office PowerPoint</Application>
  <PresentationFormat>On-screen Show (16:9)</PresentationFormat>
  <Paragraphs>96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2</cp:revision>
  <dcterms:created xsi:type="dcterms:W3CDTF">2024-12-26T11:05:33Z</dcterms:created>
  <dcterms:modified xsi:type="dcterms:W3CDTF">2024-12-26T14:54:29Z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2024-12-26T00:00:00Z</vt:filetime>
  </property>
  <property fmtid="{D5CDD505-2E9C-101B-9397-08002B2CF9AE}" pid="3" name="LastSaved">
    <vt:filetime>2024-12-26T00:00:00Z</vt:filetime>
  </property>
</Properties>
</file>