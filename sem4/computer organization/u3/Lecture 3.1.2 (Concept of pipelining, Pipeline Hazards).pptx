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6.jpg" ContentType="image/jpg"/>
  <Override PartName="/ppt/media/image7.jpg" ContentType="image/jpg"/>
  <Override PartName="/ppt/media/image8.jpg" ContentType="image/jpg"/>
  <Override PartName="/ppt/media/image11.jpg" ContentType="image/jpg"/>
  <Override PartName="/ppt/media/image12.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26"/>
  </p:notesMasterIdLst>
  <p:sldIdLst>
    <p:sldId id="265" r:id="rId2"/>
    <p:sldId id="458" r:id="rId3"/>
    <p:sldId id="465" r:id="rId4"/>
    <p:sldId id="467" r:id="rId5"/>
    <p:sldId id="466" r:id="rId6"/>
    <p:sldId id="468" r:id="rId7"/>
    <p:sldId id="459" r:id="rId8"/>
    <p:sldId id="469" r:id="rId9"/>
    <p:sldId id="460" r:id="rId10"/>
    <p:sldId id="470" r:id="rId11"/>
    <p:sldId id="471" r:id="rId12"/>
    <p:sldId id="472" r:id="rId13"/>
    <p:sldId id="461" r:id="rId14"/>
    <p:sldId id="481" r:id="rId15"/>
    <p:sldId id="482" r:id="rId16"/>
    <p:sldId id="474" r:id="rId17"/>
    <p:sldId id="462" r:id="rId18"/>
    <p:sldId id="475" r:id="rId19"/>
    <p:sldId id="476" r:id="rId20"/>
    <p:sldId id="477" r:id="rId21"/>
    <p:sldId id="478" r:id="rId22"/>
    <p:sldId id="479" r:id="rId23"/>
    <p:sldId id="463" r:id="rId24"/>
    <p:sldId id="480" r:id="rId25"/>
  </p:sldIdLst>
  <p:sldSz cx="9144000" cy="5143500" type="screen16x9"/>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5" userDrawn="1">
          <p15:clr>
            <a:srgbClr val="A4A3A4"/>
          </p15:clr>
        </p15:guide>
        <p15:guide id="2" pos="26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874" y="67"/>
      </p:cViewPr>
      <p:guideLst>
        <p:guide orient="horz" pos="1385"/>
        <p:guide pos="261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541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7791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082762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3068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836602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44856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0546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12/27/2024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13504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1D8BD707-D9CF-40AE-B4C6-C98DA3205C09}" type="datetimeFigureOut">
              <a:rPr lang="en-US" smtClean="0"/>
              <a:t>12/27/2024</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616786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95777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55700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65196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1D8BD707-D9CF-40AE-B4C6-C98DA3205C09}" type="datetimeFigureOut">
              <a:rPr lang="en-US" smtClean="0"/>
              <a:t>12/27/2024</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B6F15528-21DE-4FAA-801E-634DDDAF4B2B}" type="slidenum">
              <a:rPr lang="en-US" smtClean="0"/>
              <a:t>‹#›</a:t>
            </a:fld>
            <a:endParaRPr lang="en-US"/>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164714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jp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jp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8" Type="http://schemas.openxmlformats.org/officeDocument/2006/relationships/hyperlink" Target="http://www.elprocus.com/pipelining-architecture-hazards-advantages-disadvantages/" TargetMode="External"/><Relationship Id="rId3" Type="http://schemas.openxmlformats.org/officeDocument/2006/relationships/image" Target="../media/image3.png"/><Relationship Id="rId7" Type="http://schemas.openxmlformats.org/officeDocument/2006/relationships/hyperlink" Target="http://www.tutorialspoint.com/what-is-pipelining"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www.studytonight.com/computer-architecture/pipelining" TargetMode="Externa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FCF30-EF72-A459-B1F4-E2DD160D29AA}"/>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86354A7-7091-D91A-A7E7-7B5DF5BDC9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67096D5-CA38-0859-FAF8-58F7984BD00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9233E20-ECE4-6406-DB92-ABF9EA9DFD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3" name="TextBox 12">
            <a:extLst>
              <a:ext uri="{FF2B5EF4-FFF2-40B4-BE49-F238E27FC236}">
                <a16:creationId xmlns:a16="http://schemas.microsoft.com/office/drawing/2014/main" id="{0E664002-4AA4-31D1-E101-4DF5A585878C}"/>
              </a:ext>
            </a:extLst>
          </p:cNvPr>
          <p:cNvSpPr txBox="1"/>
          <p:nvPr/>
        </p:nvSpPr>
        <p:spPr>
          <a:xfrm>
            <a:off x="961776" y="1435539"/>
            <a:ext cx="7220448" cy="1897058"/>
          </a:xfrm>
          <a:prstGeom prst="rect">
            <a:avLst/>
          </a:prstGeom>
          <a:noFill/>
        </p:spPr>
        <p:txBody>
          <a:bodyPr wrap="square">
            <a:spAutoFit/>
          </a:bodyPr>
          <a:lstStyle/>
          <a:p>
            <a:pPr algn="ctr" defTabSz="439815">
              <a:defRPr/>
            </a:pPr>
            <a:r>
              <a:rPr lang="en-US" sz="2597" b="1" dirty="0">
                <a:solidFill>
                  <a:prstClr val="black"/>
                </a:solidFill>
                <a:latin typeface="Times New Roman" panose="02020603050405020304" pitchFamily="18" charset="0"/>
                <a:ea typeface="Arial"/>
                <a:cs typeface="Times New Roman" panose="02020603050405020304" pitchFamily="18" charset="0"/>
                <a:sym typeface="Arial"/>
              </a:rPr>
              <a:t>University Institute of Engineering</a:t>
            </a:r>
            <a:endParaRPr lang="en-US" sz="2597"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Department of Computer Science &amp; Engineering</a:t>
            </a:r>
          </a:p>
          <a:p>
            <a:pPr algn="ctr" defTabSz="439815">
              <a:defRPr/>
            </a:pPr>
            <a:endParaRPr lang="en-US" sz="2213" b="1" dirty="0">
              <a:solidFill>
                <a:prstClr val="black"/>
              </a:solidFill>
              <a:latin typeface="Times New Roman" panose="02020603050405020304" pitchFamily="18" charset="0"/>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cs typeface="Times New Roman" panose="02020603050405020304" pitchFamily="18" charset="0"/>
              </a:rPr>
              <a:t>COMPUTER ORGANIZATION &amp; ARCHITECTURE</a:t>
            </a:r>
            <a:endParaRPr lang="en-US" sz="2213" b="1"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lnSpc>
                <a:spcPct val="90000"/>
              </a:lnSpc>
              <a:spcBef>
                <a:spcPts val="606"/>
              </a:spcBef>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(23CST-204/23ITT-204)</a:t>
            </a:r>
          </a:p>
        </p:txBody>
      </p:sp>
      <p:sp>
        <p:nvSpPr>
          <p:cNvPr id="16" name="Subtitle 2">
            <a:extLst>
              <a:ext uri="{FF2B5EF4-FFF2-40B4-BE49-F238E27FC236}">
                <a16:creationId xmlns:a16="http://schemas.microsoft.com/office/drawing/2014/main" id="{F7016100-A7B3-0379-C4B5-D13BB8B70B9B}"/>
              </a:ext>
            </a:extLst>
          </p:cNvPr>
          <p:cNvSpPr txBox="1">
            <a:spLocks/>
          </p:cNvSpPr>
          <p:nvPr/>
        </p:nvSpPr>
        <p:spPr>
          <a:xfrm>
            <a:off x="304801" y="3655678"/>
            <a:ext cx="2364055" cy="1039831"/>
          </a:xfrm>
          <a:prstGeom prst="rect">
            <a:avLst/>
          </a:prstGeom>
        </p:spPr>
        <p:txBody>
          <a:bodyPr vert="horz" lIns="43982" tIns="21991" rIns="43982" bIns="21991"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51" b="1" dirty="0">
                <a:latin typeface="Times New Roman" panose="02020603050405020304" pitchFamily="18" charset="0"/>
                <a:cs typeface="Times New Roman" panose="02020603050405020304" pitchFamily="18" charset="0"/>
              </a:rPr>
              <a:t>ER. SHIKHA ATWAL</a:t>
            </a:r>
          </a:p>
          <a:p>
            <a:pPr algn="l"/>
            <a:r>
              <a:rPr lang="en-US" sz="962" b="1" dirty="0">
                <a:latin typeface="Times New Roman" panose="02020603050405020304" pitchFamily="18" charset="0"/>
                <a:cs typeface="Times New Roman" panose="02020603050405020304" pitchFamily="18" charset="0"/>
              </a:rPr>
              <a:t>E11186</a:t>
            </a:r>
          </a:p>
          <a:p>
            <a:pPr algn="l"/>
            <a:r>
              <a:rPr lang="en-US" sz="962" b="1" dirty="0">
                <a:latin typeface="Times New Roman" panose="02020603050405020304" pitchFamily="18" charset="0"/>
                <a:cs typeface="Times New Roman" panose="02020603050405020304" pitchFamily="18" charset="0"/>
              </a:rPr>
              <a:t>ASSISTANT PROFESSOR</a:t>
            </a:r>
          </a:p>
          <a:p>
            <a:pPr algn="l"/>
            <a:r>
              <a:rPr lang="en-US" sz="962" b="1" dirty="0">
                <a:latin typeface="Times New Roman" panose="02020603050405020304" pitchFamily="18" charset="0"/>
                <a:cs typeface="Times New Roman" panose="02020603050405020304" pitchFamily="18" charset="0"/>
              </a:rPr>
              <a:t>BE-CSE</a:t>
            </a:r>
          </a:p>
        </p:txBody>
      </p:sp>
    </p:spTree>
    <p:extLst>
      <p:ext uri="{BB962C8B-B14F-4D97-AF65-F5344CB8AC3E}">
        <p14:creationId xmlns:p14="http://schemas.microsoft.com/office/powerpoint/2010/main" val="127363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A78CE-2A9C-0653-7068-06531574333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69EE7A-42D6-E877-CFC2-AE82EFCDAAA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1F4AC73A-4827-EC9A-F805-6C9CAE05CF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F1A72345-F3F6-1217-CBBC-64751DE3A7A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8B76F70-21C2-EEEE-289E-1CD9FA058F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90600" y="742950"/>
            <a:ext cx="7239000" cy="2877711"/>
          </a:xfrm>
          <a:prstGeom prst="rect">
            <a:avLst/>
          </a:prstGeom>
        </p:spPr>
        <p:txBody>
          <a:bodyPr vert="horz" wrap="square" lIns="0" tIns="0" rIns="0" bIns="0" rtlCol="0">
            <a:spAutoFit/>
          </a:bodyPr>
          <a:lstStyle/>
          <a:p>
            <a:pPr marL="6109" marR="874155" algn="ctr"/>
            <a:r>
              <a:rPr sz="1700" b="1" spc="-5" dirty="0">
                <a:solidFill>
                  <a:srgbClr val="242424"/>
                </a:solidFill>
                <a:latin typeface="Times New Roman"/>
                <a:cs typeface="Times New Roman"/>
              </a:rPr>
              <a:t>PIPEL</a:t>
            </a:r>
            <a:r>
              <a:rPr sz="1700" b="1" spc="-2" dirty="0">
                <a:solidFill>
                  <a:srgbClr val="242424"/>
                </a:solidFill>
                <a:latin typeface="Times New Roman"/>
                <a:cs typeface="Times New Roman"/>
              </a:rPr>
              <a:t>INING</a:t>
            </a:r>
            <a:endParaRPr sz="1700" dirty="0">
              <a:latin typeface="Times New Roman"/>
              <a:cs typeface="Times New Roman"/>
            </a:endParaRPr>
          </a:p>
          <a:p>
            <a:pPr>
              <a:spcBef>
                <a:spcPts val="17"/>
              </a:spcBef>
            </a:pPr>
            <a:endParaRPr sz="1700" dirty="0">
              <a:latin typeface="Times New Roman"/>
              <a:cs typeface="Times New Roman"/>
            </a:endParaRPr>
          </a:p>
          <a:p>
            <a:pPr marL="291859" marR="2443" indent="-285750" algn="just">
              <a:buFont typeface="Arial" panose="020B0604020202020204" pitchFamily="34" charset="0"/>
              <a:buChar char="•"/>
            </a:pPr>
            <a:r>
              <a:rPr sz="1700" spc="-10" dirty="0">
                <a:solidFill>
                  <a:srgbClr val="242424"/>
                </a:solidFill>
                <a:latin typeface="Times New Roman"/>
                <a:cs typeface="Times New Roman"/>
              </a:rPr>
              <a:t>I</a:t>
            </a:r>
            <a:r>
              <a:rPr sz="1700" dirty="0">
                <a:solidFill>
                  <a:srgbClr val="242424"/>
                </a:solidFill>
                <a:latin typeface="Times New Roman"/>
                <a:cs typeface="Times New Roman"/>
              </a:rPr>
              <a:t>nstr</a:t>
            </a:r>
            <a:r>
              <a:rPr sz="1700" spc="5" dirty="0">
                <a:solidFill>
                  <a:srgbClr val="242424"/>
                </a:solidFill>
                <a:latin typeface="Times New Roman"/>
                <a:cs typeface="Times New Roman"/>
              </a:rPr>
              <a:t>u</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r>
              <a:rPr sz="1700" spc="-29" dirty="0">
                <a:solidFill>
                  <a:srgbClr val="242424"/>
                </a:solidFill>
                <a:latin typeface="Times New Roman"/>
                <a:cs typeface="Times New Roman"/>
              </a:rPr>
              <a:t> </a:t>
            </a:r>
            <a:r>
              <a:rPr sz="1700" spc="-2" dirty="0">
                <a:solidFill>
                  <a:srgbClr val="242424"/>
                </a:solidFill>
                <a:latin typeface="Times New Roman"/>
                <a:cs typeface="Times New Roman"/>
              </a:rPr>
              <a:t>is</a:t>
            </a:r>
            <a:r>
              <a:rPr sz="1700" spc="-29" dirty="0">
                <a:solidFill>
                  <a:srgbClr val="242424"/>
                </a:solidFill>
                <a:latin typeface="Times New Roman"/>
                <a:cs typeface="Times New Roman"/>
              </a:rPr>
              <a:t> </a:t>
            </a:r>
            <a:r>
              <a:rPr sz="1700" spc="-2" dirty="0">
                <a:solidFill>
                  <a:srgbClr val="242424"/>
                </a:solidFill>
                <a:latin typeface="Times New Roman"/>
                <a:cs typeface="Times New Roman"/>
              </a:rPr>
              <a:t>the</a:t>
            </a:r>
            <a:r>
              <a:rPr sz="1700" spc="-31" dirty="0">
                <a:solidFill>
                  <a:srgbClr val="242424"/>
                </a:solidFill>
                <a:latin typeface="Times New Roman"/>
                <a:cs typeface="Times New Roman"/>
              </a:rPr>
              <a:t> </a:t>
            </a:r>
            <a:r>
              <a:rPr sz="1700" spc="-7" dirty="0">
                <a:solidFill>
                  <a:srgbClr val="242424"/>
                </a:solidFill>
                <a:latin typeface="Times New Roman"/>
                <a:cs typeface="Times New Roman"/>
              </a:rPr>
              <a:t>smalles</a:t>
            </a:r>
            <a:r>
              <a:rPr sz="1700" spc="-2" dirty="0">
                <a:solidFill>
                  <a:srgbClr val="242424"/>
                </a:solidFill>
                <a:latin typeface="Times New Roman"/>
                <a:cs typeface="Times New Roman"/>
              </a:rPr>
              <a:t>t</a:t>
            </a:r>
            <a:r>
              <a:rPr sz="1700" spc="-34" dirty="0">
                <a:solidFill>
                  <a:srgbClr val="242424"/>
                </a:solidFill>
                <a:latin typeface="Times New Roman"/>
                <a:cs typeface="Times New Roman"/>
              </a:rPr>
              <a:t>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x</a:t>
            </a:r>
            <a:r>
              <a:rPr sz="1700" spc="-7" dirty="0">
                <a:solidFill>
                  <a:srgbClr val="242424"/>
                </a:solidFill>
                <a:latin typeface="Times New Roman"/>
                <a:cs typeface="Times New Roman"/>
              </a:rPr>
              <a:t>ec</a:t>
            </a:r>
            <a:r>
              <a:rPr sz="1700" spc="-2" dirty="0">
                <a:solidFill>
                  <a:srgbClr val="242424"/>
                </a:solidFill>
                <a:latin typeface="Times New Roman"/>
                <a:cs typeface="Times New Roman"/>
              </a:rPr>
              <a:t>uti</a:t>
            </a:r>
            <a:r>
              <a:rPr sz="1700" dirty="0">
                <a:solidFill>
                  <a:srgbClr val="242424"/>
                </a:solidFill>
                <a:latin typeface="Times New Roman"/>
                <a:cs typeface="Times New Roman"/>
              </a:rPr>
              <a:t>on</a:t>
            </a:r>
            <a:r>
              <a:rPr sz="1700" spc="-29" dirty="0">
                <a:solidFill>
                  <a:srgbClr val="242424"/>
                </a:solidFill>
                <a:latin typeface="Times New Roman"/>
                <a:cs typeface="Times New Roman"/>
              </a:rPr>
              <a:t> </a:t>
            </a:r>
            <a:r>
              <a:rPr sz="1700" spc="-5" dirty="0">
                <a:solidFill>
                  <a:srgbClr val="242424"/>
                </a:solidFill>
                <a:latin typeface="Times New Roman"/>
                <a:cs typeface="Times New Roman"/>
              </a:rPr>
              <a:t>p</a:t>
            </a:r>
            <a:r>
              <a:rPr sz="1700" spc="-7" dirty="0">
                <a:solidFill>
                  <a:srgbClr val="242424"/>
                </a:solidFill>
                <a:latin typeface="Times New Roman"/>
                <a:cs typeface="Times New Roman"/>
              </a:rPr>
              <a:t>ac</a:t>
            </a:r>
            <a:r>
              <a:rPr sz="1700" spc="-5" dirty="0">
                <a:solidFill>
                  <a:srgbClr val="242424"/>
                </a:solidFill>
                <a:latin typeface="Times New Roman"/>
                <a:cs typeface="Times New Roman"/>
              </a:rPr>
              <a:t>k</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t</a:t>
            </a:r>
            <a:r>
              <a:rPr sz="1700" spc="-29" dirty="0">
                <a:solidFill>
                  <a:srgbClr val="242424"/>
                </a:solidFill>
                <a:latin typeface="Times New Roman"/>
                <a:cs typeface="Times New Roman"/>
              </a:rPr>
              <a:t> </a:t>
            </a:r>
            <a:r>
              <a:rPr sz="1700" dirty="0">
                <a:solidFill>
                  <a:srgbClr val="242424"/>
                </a:solidFill>
                <a:latin typeface="Times New Roman"/>
                <a:cs typeface="Times New Roman"/>
              </a:rPr>
              <a:t>of</a:t>
            </a:r>
            <a:r>
              <a:rPr sz="1700" spc="-31" dirty="0">
                <a:solidFill>
                  <a:srgbClr val="242424"/>
                </a:solidFill>
                <a:latin typeface="Times New Roman"/>
                <a:cs typeface="Times New Roman"/>
              </a:rPr>
              <a:t> </a:t>
            </a:r>
            <a:r>
              <a:rPr sz="1700" spc="-5" dirty="0">
                <a:solidFill>
                  <a:srgbClr val="242424"/>
                </a:solidFill>
                <a:latin typeface="Times New Roman"/>
                <a:cs typeface="Times New Roman"/>
              </a:rPr>
              <a:t>a</a:t>
            </a:r>
            <a:r>
              <a:rPr sz="1700" spc="-31" dirty="0">
                <a:solidFill>
                  <a:srgbClr val="242424"/>
                </a:solidFill>
                <a:latin typeface="Times New Roman"/>
                <a:cs typeface="Times New Roman"/>
              </a:rPr>
              <a:t> </a:t>
            </a:r>
            <a:r>
              <a:rPr sz="1700" dirty="0">
                <a:solidFill>
                  <a:srgbClr val="242424"/>
                </a:solidFill>
                <a:latin typeface="Times New Roman"/>
                <a:cs typeface="Times New Roman"/>
              </a:rPr>
              <a:t>pr</a:t>
            </a:r>
            <a:r>
              <a:rPr sz="1700" spc="2" dirty="0">
                <a:solidFill>
                  <a:srgbClr val="242424"/>
                </a:solidFill>
                <a:latin typeface="Times New Roman"/>
                <a:cs typeface="Times New Roman"/>
              </a:rPr>
              <a:t>o</a:t>
            </a:r>
            <a:r>
              <a:rPr sz="1700" spc="-2" dirty="0">
                <a:solidFill>
                  <a:srgbClr val="242424"/>
                </a:solidFill>
                <a:latin typeface="Times New Roman"/>
                <a:cs typeface="Times New Roman"/>
              </a:rPr>
              <a:t>gr</a:t>
            </a:r>
            <a:r>
              <a:rPr sz="1700" spc="-10" dirty="0">
                <a:solidFill>
                  <a:srgbClr val="242424"/>
                </a:solidFill>
                <a:latin typeface="Times New Roman"/>
                <a:cs typeface="Times New Roman"/>
              </a:rPr>
              <a:t>a</a:t>
            </a:r>
            <a:r>
              <a:rPr sz="1700" spc="-5" dirty="0">
                <a:solidFill>
                  <a:srgbClr val="242424"/>
                </a:solidFill>
                <a:latin typeface="Times New Roman"/>
                <a:cs typeface="Times New Roman"/>
              </a:rPr>
              <a:t>m.</a:t>
            </a:r>
            <a:endParaRPr lang="en-US" sz="1700" spc="-29" dirty="0">
              <a:solidFill>
                <a:srgbClr val="242424"/>
              </a:solidFill>
              <a:latin typeface="Times New Roman"/>
              <a:cs typeface="Times New Roman"/>
            </a:endParaRPr>
          </a:p>
          <a:p>
            <a:pPr marL="291859" marR="2443" indent="-285750" algn="just">
              <a:buFont typeface="Arial" panose="020B0604020202020204" pitchFamily="34" charset="0"/>
              <a:buChar char="•"/>
            </a:pPr>
            <a:endParaRPr lang="en-US" sz="1700" spc="-29" dirty="0">
              <a:solidFill>
                <a:srgbClr val="242424"/>
              </a:solidFill>
              <a:latin typeface="Times New Roman"/>
              <a:cs typeface="Times New Roman"/>
            </a:endParaRPr>
          </a:p>
          <a:p>
            <a:pPr marL="291859" marR="2443" indent="-285750" algn="just">
              <a:buFont typeface="Arial" panose="020B0604020202020204" pitchFamily="34" charset="0"/>
              <a:buChar char="•"/>
            </a:pPr>
            <a:r>
              <a:rPr sz="1700" spc="-5" dirty="0">
                <a:solidFill>
                  <a:srgbClr val="242424"/>
                </a:solidFill>
                <a:latin typeface="Times New Roman"/>
                <a:cs typeface="Times New Roman"/>
              </a:rPr>
              <a:t>E</a:t>
            </a:r>
            <a:r>
              <a:rPr sz="1700" spc="-10" dirty="0">
                <a:solidFill>
                  <a:srgbClr val="242424"/>
                </a:solidFill>
                <a:latin typeface="Times New Roman"/>
                <a:cs typeface="Times New Roman"/>
              </a:rPr>
              <a:t>a</a:t>
            </a:r>
            <a:r>
              <a:rPr sz="1700" spc="-7" dirty="0">
                <a:solidFill>
                  <a:srgbClr val="242424"/>
                </a:solidFill>
                <a:latin typeface="Times New Roman"/>
                <a:cs typeface="Times New Roman"/>
              </a:rPr>
              <a:t>c</a:t>
            </a:r>
            <a:r>
              <a:rPr sz="1700" dirty="0">
                <a:solidFill>
                  <a:srgbClr val="242424"/>
                </a:solidFill>
                <a:latin typeface="Times New Roman"/>
                <a:cs typeface="Times New Roman"/>
              </a:rPr>
              <a:t>h</a:t>
            </a:r>
            <a:r>
              <a:rPr sz="1700" spc="-26" dirty="0">
                <a:solidFill>
                  <a:srgbClr val="242424"/>
                </a:solidFill>
                <a:latin typeface="Times New Roman"/>
                <a:cs typeface="Times New Roman"/>
              </a:rPr>
              <a:t>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r>
              <a:rPr sz="1700" spc="-29" dirty="0">
                <a:solidFill>
                  <a:srgbClr val="242424"/>
                </a:solidFill>
                <a:latin typeface="Times New Roman"/>
                <a:cs typeface="Times New Roman"/>
              </a:rPr>
              <a:t> </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o</a:t>
            </a:r>
            <a:r>
              <a:rPr sz="1700" spc="-2" dirty="0">
                <a:solidFill>
                  <a:srgbClr val="242424"/>
                </a:solidFill>
                <a:latin typeface="Times New Roman"/>
                <a:cs typeface="Times New Roman"/>
              </a:rPr>
              <a:t>ntains</a:t>
            </a:r>
            <a:r>
              <a:rPr sz="1700" spc="-29" dirty="0">
                <a:solidFill>
                  <a:srgbClr val="242424"/>
                </a:solidFill>
                <a:latin typeface="Times New Roman"/>
                <a:cs typeface="Times New Roman"/>
              </a:rPr>
              <a:t> </a:t>
            </a:r>
            <a:r>
              <a:rPr sz="1700" spc="-5" dirty="0">
                <a:solidFill>
                  <a:srgbClr val="242424"/>
                </a:solidFill>
                <a:latin typeface="Times New Roman"/>
                <a:cs typeface="Times New Roman"/>
              </a:rPr>
              <a:t>one</a:t>
            </a:r>
            <a:r>
              <a:rPr sz="1700" spc="-31" dirty="0">
                <a:solidFill>
                  <a:srgbClr val="242424"/>
                </a:solidFill>
                <a:latin typeface="Times New Roman"/>
                <a:cs typeface="Times New Roman"/>
              </a:rPr>
              <a:t> </a:t>
            </a:r>
            <a:r>
              <a:rPr sz="1700" dirty="0">
                <a:solidFill>
                  <a:srgbClr val="242424"/>
                </a:solidFill>
                <a:latin typeface="Times New Roman"/>
                <a:cs typeface="Times New Roman"/>
              </a:rPr>
              <a:t>or</a:t>
            </a:r>
            <a:r>
              <a:rPr sz="1700" spc="-31" dirty="0">
                <a:solidFill>
                  <a:srgbClr val="242424"/>
                </a:solidFill>
                <a:latin typeface="Times New Roman"/>
                <a:cs typeface="Times New Roman"/>
              </a:rPr>
              <a:t> </a:t>
            </a:r>
            <a:r>
              <a:rPr sz="1700" spc="-5" dirty="0">
                <a:solidFill>
                  <a:srgbClr val="242424"/>
                </a:solidFill>
                <a:latin typeface="Times New Roman"/>
                <a:cs typeface="Times New Roman"/>
              </a:rPr>
              <a:t>more</a:t>
            </a:r>
            <a:r>
              <a:rPr sz="1700" spc="-2" dirty="0">
                <a:solidFill>
                  <a:srgbClr val="242424"/>
                </a:solidFill>
                <a:latin typeface="Times New Roman"/>
                <a:cs typeface="Times New Roman"/>
              </a:rPr>
              <a:t> </a:t>
            </a:r>
            <a:r>
              <a:rPr sz="1700" spc="-5" dirty="0">
                <a:solidFill>
                  <a:srgbClr val="242424"/>
                </a:solidFill>
                <a:latin typeface="Times New Roman"/>
                <a:cs typeface="Times New Roman"/>
              </a:rPr>
              <a:t>op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spc="-2" dirty="0">
                <a:solidFill>
                  <a:srgbClr val="242424"/>
                </a:solidFill>
                <a:latin typeface="Times New Roman"/>
                <a:cs typeface="Times New Roman"/>
              </a:rPr>
              <a:t>ti</a:t>
            </a:r>
            <a:r>
              <a:rPr sz="1700" dirty="0">
                <a:solidFill>
                  <a:srgbClr val="242424"/>
                </a:solidFill>
                <a:latin typeface="Times New Roman"/>
                <a:cs typeface="Times New Roman"/>
              </a:rPr>
              <a:t>ons.</a:t>
            </a:r>
            <a:endParaRPr lang="en-US" sz="1700" spc="-24" dirty="0">
              <a:solidFill>
                <a:srgbClr val="242424"/>
              </a:solidFill>
              <a:latin typeface="Times New Roman"/>
              <a:cs typeface="Times New Roman"/>
            </a:endParaRPr>
          </a:p>
          <a:p>
            <a:pPr marL="291859" marR="2443" indent="-285750" algn="just">
              <a:buFont typeface="Arial" panose="020B0604020202020204" pitchFamily="34" charset="0"/>
              <a:buChar char="•"/>
            </a:pPr>
            <a:endParaRPr lang="en-US" sz="1700" spc="-24" dirty="0">
              <a:solidFill>
                <a:srgbClr val="242424"/>
              </a:solidFill>
              <a:latin typeface="Times New Roman"/>
              <a:cs typeface="Times New Roman"/>
            </a:endParaRPr>
          </a:p>
          <a:p>
            <a:pPr marL="291859" marR="2443" indent="-285750" algn="just">
              <a:buFont typeface="Arial" panose="020B0604020202020204" pitchFamily="34" charset="0"/>
              <a:buChar char="•"/>
            </a:pPr>
            <a:r>
              <a:rPr sz="1700" dirty="0">
                <a:solidFill>
                  <a:srgbClr val="242424"/>
                </a:solidFill>
                <a:latin typeface="Times New Roman"/>
                <a:cs typeface="Times New Roman"/>
              </a:rPr>
              <a:t>S</a:t>
            </a:r>
            <a:r>
              <a:rPr sz="1700" spc="-5" dirty="0">
                <a:solidFill>
                  <a:srgbClr val="242424"/>
                </a:solidFill>
                <a:latin typeface="Times New Roman"/>
                <a:cs typeface="Times New Roman"/>
              </a:rPr>
              <a:t>imple</a:t>
            </a:r>
            <a:r>
              <a:rPr sz="1700" spc="-24" dirty="0">
                <a:solidFill>
                  <a:srgbClr val="242424"/>
                </a:solidFill>
                <a:latin typeface="Times New Roman"/>
                <a:cs typeface="Times New Roman"/>
              </a:rPr>
              <a:t> </a:t>
            </a:r>
            <a:r>
              <a:rPr sz="1700" spc="-2" dirty="0">
                <a:solidFill>
                  <a:srgbClr val="242424"/>
                </a:solidFill>
                <a:latin typeface="Times New Roman"/>
                <a:cs typeface="Times New Roman"/>
              </a:rPr>
              <a:t>sc</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lar</a:t>
            </a:r>
            <a:r>
              <a:rPr sz="1700" spc="-22" dirty="0">
                <a:solidFill>
                  <a:srgbClr val="242424"/>
                </a:solidFill>
                <a:latin typeface="Times New Roman"/>
                <a:cs typeface="Times New Roman"/>
              </a:rPr>
              <a:t> </a:t>
            </a:r>
            <a:r>
              <a:rPr sz="1700" spc="-5" dirty="0">
                <a:solidFill>
                  <a:srgbClr val="242424"/>
                </a:solidFill>
                <a:latin typeface="Times New Roman"/>
                <a:cs typeface="Times New Roman"/>
              </a:rPr>
              <a:t>pro</a:t>
            </a:r>
            <a:r>
              <a:rPr sz="1700" spc="-10" dirty="0">
                <a:solidFill>
                  <a:srgbClr val="242424"/>
                </a:solidFill>
                <a:latin typeface="Times New Roman"/>
                <a:cs typeface="Times New Roman"/>
              </a:rPr>
              <a:t>c</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ssor</a:t>
            </a:r>
            <a:r>
              <a:rPr sz="1700" dirty="0">
                <a:solidFill>
                  <a:srgbClr val="242424"/>
                </a:solidFill>
                <a:latin typeface="Times New Roman"/>
                <a:cs typeface="Times New Roman"/>
              </a:rPr>
              <a:t>s</a:t>
            </a:r>
            <a:r>
              <a:rPr sz="1700" spc="-17" dirty="0">
                <a:solidFill>
                  <a:srgbClr val="242424"/>
                </a:solidFill>
                <a:latin typeface="Times New Roman"/>
                <a:cs typeface="Times New Roman"/>
              </a:rPr>
              <a:t>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x</a:t>
            </a:r>
            <a:r>
              <a:rPr sz="1700" spc="-7" dirty="0">
                <a:solidFill>
                  <a:srgbClr val="242424"/>
                </a:solidFill>
                <a:latin typeface="Times New Roman"/>
                <a:cs typeface="Times New Roman"/>
              </a:rPr>
              <a:t>ec</a:t>
            </a:r>
            <a:r>
              <a:rPr sz="1700" spc="-5" dirty="0">
                <a:solidFill>
                  <a:srgbClr val="242424"/>
                </a:solidFill>
                <a:latin typeface="Times New Roman"/>
                <a:cs typeface="Times New Roman"/>
              </a:rPr>
              <a:t>u</a:t>
            </a:r>
            <a:r>
              <a:rPr sz="1700" dirty="0">
                <a:solidFill>
                  <a:srgbClr val="242424"/>
                </a:solidFill>
                <a:latin typeface="Times New Roman"/>
                <a:cs typeface="Times New Roman"/>
              </a:rPr>
              <a:t>t</a:t>
            </a:r>
            <a:r>
              <a:rPr sz="1700" spc="-5" dirty="0">
                <a:solidFill>
                  <a:srgbClr val="242424"/>
                </a:solidFill>
                <a:latin typeface="Times New Roman"/>
                <a:cs typeface="Times New Roman"/>
              </a:rPr>
              <a:t>e</a:t>
            </a:r>
            <a:r>
              <a:rPr sz="1700" spc="-26" dirty="0">
                <a:solidFill>
                  <a:srgbClr val="242424"/>
                </a:solidFill>
                <a:latin typeface="Times New Roman"/>
                <a:cs typeface="Times New Roman"/>
              </a:rPr>
              <a:t> </a:t>
            </a:r>
            <a:r>
              <a:rPr sz="1700" spc="-5" dirty="0">
                <a:solidFill>
                  <a:srgbClr val="242424"/>
                </a:solidFill>
                <a:latin typeface="Times New Roman"/>
                <a:cs typeface="Times New Roman"/>
              </a:rPr>
              <a:t>one</a:t>
            </a:r>
            <a:r>
              <a:rPr sz="1700" spc="-26" dirty="0">
                <a:solidFill>
                  <a:srgbClr val="242424"/>
                </a:solidFill>
                <a:latin typeface="Times New Roman"/>
                <a:cs typeface="Times New Roman"/>
              </a:rPr>
              <a:t> </a:t>
            </a:r>
            <a:r>
              <a:rPr sz="1700" dirty="0">
                <a:solidFill>
                  <a:srgbClr val="242424"/>
                </a:solidFill>
                <a:latin typeface="Times New Roman"/>
                <a:cs typeface="Times New Roman"/>
              </a:rPr>
              <a:t>or</a:t>
            </a:r>
            <a:r>
              <a:rPr sz="1700" spc="-22" dirty="0">
                <a:solidFill>
                  <a:srgbClr val="242424"/>
                </a:solidFill>
                <a:latin typeface="Times New Roman"/>
                <a:cs typeface="Times New Roman"/>
              </a:rPr>
              <a:t> </a:t>
            </a:r>
            <a:r>
              <a:rPr sz="1700" spc="-5" dirty="0">
                <a:solidFill>
                  <a:srgbClr val="242424"/>
                </a:solidFill>
                <a:latin typeface="Times New Roman"/>
                <a:cs typeface="Times New Roman"/>
              </a:rPr>
              <a:t>more</a:t>
            </a:r>
            <a:r>
              <a:rPr sz="1700" spc="-26" dirty="0">
                <a:solidFill>
                  <a:srgbClr val="242424"/>
                </a:solidFill>
                <a:latin typeface="Times New Roman"/>
                <a:cs typeface="Times New Roman"/>
              </a:rPr>
              <a:t>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r>
              <a:rPr sz="1700" spc="-24" dirty="0">
                <a:solidFill>
                  <a:srgbClr val="242424"/>
                </a:solidFill>
                <a:latin typeface="Times New Roman"/>
                <a:cs typeface="Times New Roman"/>
              </a:rPr>
              <a:t> </a:t>
            </a:r>
            <a:r>
              <a:rPr sz="1700" spc="-5" dirty="0">
                <a:solidFill>
                  <a:srgbClr val="242424"/>
                </a:solidFill>
                <a:latin typeface="Times New Roman"/>
                <a:cs typeface="Times New Roman"/>
              </a:rPr>
              <a:t>p</a:t>
            </a:r>
            <a:r>
              <a:rPr sz="1700" spc="-7" dirty="0">
                <a:solidFill>
                  <a:srgbClr val="242424"/>
                </a:solidFill>
                <a:latin typeface="Times New Roman"/>
                <a:cs typeface="Times New Roman"/>
              </a:rPr>
              <a:t>e</a:t>
            </a:r>
            <a:r>
              <a:rPr sz="1700" dirty="0">
                <a:solidFill>
                  <a:srgbClr val="242424"/>
                </a:solidFill>
                <a:latin typeface="Times New Roman"/>
                <a:cs typeface="Times New Roman"/>
              </a:rPr>
              <a:t>r</a:t>
            </a:r>
            <a:r>
              <a:rPr sz="1700" spc="-26" dirty="0">
                <a:solidFill>
                  <a:srgbClr val="242424"/>
                </a:solidFill>
                <a:latin typeface="Times New Roman"/>
                <a:cs typeface="Times New Roman"/>
              </a:rPr>
              <a:t> </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l</a:t>
            </a:r>
            <a:r>
              <a:rPr sz="1700" dirty="0">
                <a:solidFill>
                  <a:srgbClr val="242424"/>
                </a:solidFill>
                <a:latin typeface="Times New Roman"/>
                <a:cs typeface="Times New Roman"/>
              </a:rPr>
              <a:t>o</a:t>
            </a:r>
            <a:r>
              <a:rPr sz="1700" spc="-2" dirty="0">
                <a:solidFill>
                  <a:srgbClr val="242424"/>
                </a:solidFill>
                <a:latin typeface="Times New Roman"/>
                <a:cs typeface="Times New Roman"/>
              </a:rPr>
              <a:t>c</a:t>
            </a:r>
            <a:r>
              <a:rPr sz="1700" dirty="0">
                <a:solidFill>
                  <a:srgbClr val="242424"/>
                </a:solidFill>
                <a:latin typeface="Times New Roman"/>
                <a:cs typeface="Times New Roman"/>
              </a:rPr>
              <a:t>k</a:t>
            </a:r>
            <a:r>
              <a:rPr sz="1700" spc="-24" dirty="0">
                <a:solidFill>
                  <a:srgbClr val="242424"/>
                </a:solidFill>
                <a:latin typeface="Times New Roman"/>
                <a:cs typeface="Times New Roman"/>
              </a:rPr>
              <a:t> </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y</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le,</a:t>
            </a:r>
            <a:r>
              <a:rPr sz="1700" spc="-26" dirty="0">
                <a:solidFill>
                  <a:srgbClr val="242424"/>
                </a:solidFill>
                <a:latin typeface="Times New Roman"/>
                <a:cs typeface="Times New Roman"/>
              </a:rPr>
              <a:t> </a:t>
            </a:r>
            <a:r>
              <a:rPr sz="1700" spc="-7" dirty="0">
                <a:solidFill>
                  <a:srgbClr val="242424"/>
                </a:solidFill>
                <a:latin typeface="Times New Roman"/>
                <a:cs typeface="Times New Roman"/>
              </a:rPr>
              <a:t>wit</a:t>
            </a:r>
            <a:r>
              <a:rPr sz="1700" spc="-5" dirty="0">
                <a:solidFill>
                  <a:srgbClr val="242424"/>
                </a:solidFill>
                <a:latin typeface="Times New Roman"/>
                <a:cs typeface="Times New Roman"/>
              </a:rPr>
              <a:t>h</a:t>
            </a:r>
            <a:r>
              <a:rPr sz="1700" spc="-22" dirty="0">
                <a:solidFill>
                  <a:srgbClr val="242424"/>
                </a:solidFill>
                <a:latin typeface="Times New Roman"/>
                <a:cs typeface="Times New Roman"/>
              </a:rPr>
              <a:t> </a:t>
            </a:r>
            <a:r>
              <a:rPr sz="1700" spc="-2" dirty="0">
                <a:solidFill>
                  <a:srgbClr val="242424"/>
                </a:solidFill>
                <a:latin typeface="Times New Roman"/>
                <a:cs typeface="Times New Roman"/>
              </a:rPr>
              <a:t>e</a:t>
            </a:r>
            <a:r>
              <a:rPr sz="1700" spc="-7" dirty="0">
                <a:solidFill>
                  <a:srgbClr val="242424"/>
                </a:solidFill>
                <a:latin typeface="Times New Roman"/>
                <a:cs typeface="Times New Roman"/>
              </a:rPr>
              <a:t>ac</a:t>
            </a:r>
            <a:r>
              <a:rPr sz="1700" dirty="0">
                <a:solidFill>
                  <a:srgbClr val="242424"/>
                </a:solidFill>
                <a:latin typeface="Times New Roman"/>
                <a:cs typeface="Times New Roman"/>
              </a:rPr>
              <a:t>h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 </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ontaining</a:t>
            </a:r>
            <a:r>
              <a:rPr sz="1700" dirty="0">
                <a:solidFill>
                  <a:srgbClr val="242424"/>
                </a:solidFill>
                <a:latin typeface="Times New Roman"/>
                <a:cs typeface="Times New Roman"/>
              </a:rPr>
              <a:t> o</a:t>
            </a:r>
            <a:r>
              <a:rPr sz="1700" spc="-5" dirty="0">
                <a:solidFill>
                  <a:srgbClr val="242424"/>
                </a:solidFill>
                <a:latin typeface="Times New Roman"/>
                <a:cs typeface="Times New Roman"/>
              </a:rPr>
              <a:t>n</a:t>
            </a:r>
            <a:r>
              <a:rPr sz="1700" spc="-2" dirty="0">
                <a:solidFill>
                  <a:srgbClr val="242424"/>
                </a:solidFill>
                <a:latin typeface="Times New Roman"/>
                <a:cs typeface="Times New Roman"/>
              </a:rPr>
              <a:t>ly </a:t>
            </a:r>
            <a:r>
              <a:rPr sz="1700" spc="-5" dirty="0">
                <a:solidFill>
                  <a:srgbClr val="242424"/>
                </a:solidFill>
                <a:latin typeface="Times New Roman"/>
                <a:cs typeface="Times New Roman"/>
              </a:rPr>
              <a:t>one</a:t>
            </a:r>
            <a:r>
              <a:rPr sz="1700" dirty="0">
                <a:solidFill>
                  <a:srgbClr val="242424"/>
                </a:solidFill>
                <a:latin typeface="Times New Roman"/>
                <a:cs typeface="Times New Roman"/>
              </a:rPr>
              <a:t> </a:t>
            </a:r>
            <a:r>
              <a:rPr sz="1700" spc="-5" dirty="0">
                <a:solidFill>
                  <a:srgbClr val="242424"/>
                </a:solidFill>
                <a:latin typeface="Times New Roman"/>
                <a:cs typeface="Times New Roman"/>
              </a:rPr>
              <a:t>op</a:t>
            </a:r>
            <a:r>
              <a:rPr sz="1700" spc="-10"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endParaRPr lang="en-US" sz="1700" dirty="0">
              <a:solidFill>
                <a:srgbClr val="242424"/>
              </a:solidFill>
              <a:latin typeface="Times New Roman"/>
              <a:cs typeface="Times New Roman"/>
            </a:endParaRPr>
          </a:p>
          <a:p>
            <a:pPr marL="291859" marR="2443" indent="-285750" algn="just">
              <a:buFont typeface="Arial" panose="020B0604020202020204" pitchFamily="34" charset="0"/>
              <a:buChar char="•"/>
            </a:pPr>
            <a:endParaRPr lang="en-US" sz="1700" spc="-10" dirty="0">
              <a:solidFill>
                <a:srgbClr val="242424"/>
              </a:solidFill>
              <a:latin typeface="Times New Roman"/>
              <a:cs typeface="Times New Roman"/>
            </a:endParaRPr>
          </a:p>
          <a:p>
            <a:pPr marL="291859" marR="2443" indent="-285750" algn="just">
              <a:buFont typeface="Arial" panose="020B0604020202020204" pitchFamily="34" charset="0"/>
              <a:buChar char="•"/>
            </a:pPr>
            <a:r>
              <a:rPr sz="1700" spc="-10" dirty="0">
                <a:solidFill>
                  <a:srgbClr val="242424"/>
                </a:solidFill>
                <a:latin typeface="Times New Roman"/>
                <a:cs typeface="Times New Roman"/>
              </a:rPr>
              <a:t>I</a:t>
            </a:r>
            <a:r>
              <a:rPr sz="1700" spc="-2" dirty="0">
                <a:solidFill>
                  <a:srgbClr val="242424"/>
                </a:solidFill>
                <a:latin typeface="Times New Roman"/>
                <a:cs typeface="Times New Roman"/>
              </a:rPr>
              <a:t>nstru</a:t>
            </a:r>
            <a:r>
              <a:rPr sz="1700" spc="-7" dirty="0">
                <a:solidFill>
                  <a:srgbClr val="242424"/>
                </a:solidFill>
                <a:latin typeface="Times New Roman"/>
                <a:cs typeface="Times New Roman"/>
              </a:rPr>
              <a:t>c</a:t>
            </a:r>
            <a:r>
              <a:rPr sz="1700" dirty="0">
                <a:solidFill>
                  <a:srgbClr val="242424"/>
                </a:solidFill>
                <a:latin typeface="Times New Roman"/>
                <a:cs typeface="Times New Roman"/>
              </a:rPr>
              <a:t>t</a:t>
            </a:r>
            <a:r>
              <a:rPr sz="1700" spc="-2" dirty="0">
                <a:solidFill>
                  <a:srgbClr val="242424"/>
                </a:solidFill>
                <a:latin typeface="Times New Roman"/>
                <a:cs typeface="Times New Roman"/>
              </a:rPr>
              <a:t>ions </a:t>
            </a:r>
            <a:r>
              <a:rPr sz="1700" spc="-5" dirty="0">
                <a:solidFill>
                  <a:srgbClr val="242424"/>
                </a:solidFill>
                <a:latin typeface="Times New Roman"/>
                <a:cs typeface="Times New Roman"/>
              </a:rPr>
              <a:t>are</a:t>
            </a:r>
            <a:r>
              <a:rPr sz="1700" spc="-2" dirty="0">
                <a:solidFill>
                  <a:srgbClr val="242424"/>
                </a:solidFill>
                <a:latin typeface="Times New Roman"/>
                <a:cs typeface="Times New Roman"/>
              </a:rPr>
              <a:t>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x</a:t>
            </a:r>
            <a:r>
              <a:rPr sz="1700" spc="-7" dirty="0">
                <a:solidFill>
                  <a:srgbClr val="242424"/>
                </a:solidFill>
                <a:latin typeface="Times New Roman"/>
                <a:cs typeface="Times New Roman"/>
              </a:rPr>
              <a:t>ec</a:t>
            </a:r>
            <a:r>
              <a:rPr sz="1700" spc="-5" dirty="0">
                <a:solidFill>
                  <a:srgbClr val="242424"/>
                </a:solidFill>
                <a:latin typeface="Times New Roman"/>
                <a:cs typeface="Times New Roman"/>
              </a:rPr>
              <a:t>uted</a:t>
            </a:r>
            <a:r>
              <a:rPr sz="1700" dirty="0">
                <a:solidFill>
                  <a:srgbClr val="242424"/>
                </a:solidFill>
                <a:latin typeface="Times New Roman"/>
                <a:cs typeface="Times New Roman"/>
              </a:rPr>
              <a:t> </a:t>
            </a:r>
            <a:r>
              <a:rPr sz="1700" spc="-2" dirty="0">
                <a:solidFill>
                  <a:srgbClr val="242424"/>
                </a:solidFill>
                <a:latin typeface="Times New Roman"/>
                <a:cs typeface="Times New Roman"/>
              </a:rPr>
              <a:t>in </a:t>
            </a:r>
            <a:r>
              <a:rPr sz="1700" spc="-5" dirty="0">
                <a:solidFill>
                  <a:srgbClr val="242424"/>
                </a:solidFill>
                <a:latin typeface="Times New Roman"/>
                <a:cs typeface="Times New Roman"/>
              </a:rPr>
              <a:t>a</a:t>
            </a:r>
            <a:r>
              <a:rPr sz="1700" spc="-2" dirty="0">
                <a:solidFill>
                  <a:srgbClr val="242424"/>
                </a:solidFill>
                <a:latin typeface="Times New Roman"/>
                <a:cs typeface="Times New Roman"/>
              </a:rPr>
              <a:t> se</a:t>
            </a:r>
            <a:r>
              <a:rPr sz="1700" spc="5" dirty="0">
                <a:solidFill>
                  <a:srgbClr val="242424"/>
                </a:solidFill>
                <a:latin typeface="Times New Roman"/>
                <a:cs typeface="Times New Roman"/>
              </a:rPr>
              <a:t>q</a:t>
            </a:r>
            <a:r>
              <a:rPr sz="1700" spc="-5" dirty="0">
                <a:solidFill>
                  <a:srgbClr val="242424"/>
                </a:solidFill>
                <a:latin typeface="Times New Roman"/>
                <a:cs typeface="Times New Roman"/>
              </a:rPr>
              <a:t>u</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n</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e</a:t>
            </a:r>
            <a:r>
              <a:rPr sz="1700" spc="-2" dirty="0">
                <a:solidFill>
                  <a:srgbClr val="242424"/>
                </a:solidFill>
                <a:latin typeface="Times New Roman"/>
                <a:cs typeface="Times New Roman"/>
              </a:rPr>
              <a:t> </a:t>
            </a:r>
            <a:r>
              <a:rPr sz="1700" dirty="0">
                <a:solidFill>
                  <a:srgbClr val="242424"/>
                </a:solidFill>
                <a:latin typeface="Times New Roman"/>
                <a:cs typeface="Times New Roman"/>
              </a:rPr>
              <a:t>of p</a:t>
            </a:r>
            <a:r>
              <a:rPr sz="1700" spc="-2" dirty="0">
                <a:solidFill>
                  <a:srgbClr val="242424"/>
                </a:solidFill>
                <a:latin typeface="Times New Roman"/>
                <a:cs typeface="Times New Roman"/>
              </a:rPr>
              <a:t>h</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se</a:t>
            </a:r>
            <a:r>
              <a:rPr sz="1700" dirty="0">
                <a:solidFill>
                  <a:srgbClr val="242424"/>
                </a:solidFill>
                <a:latin typeface="Times New Roman"/>
                <a:cs typeface="Times New Roman"/>
              </a:rPr>
              <a:t>s</a:t>
            </a:r>
            <a:r>
              <a:rPr sz="1700" spc="-2" dirty="0">
                <a:solidFill>
                  <a:srgbClr val="242424"/>
                </a:solidFill>
                <a:latin typeface="Times New Roman"/>
                <a:cs typeface="Times New Roman"/>
              </a:rPr>
              <a:t> to </a:t>
            </a:r>
            <a:r>
              <a:rPr sz="1700" dirty="0">
                <a:solidFill>
                  <a:srgbClr val="242424"/>
                </a:solidFill>
                <a:latin typeface="Times New Roman"/>
                <a:cs typeface="Times New Roman"/>
              </a:rPr>
              <a:t>prod</a:t>
            </a:r>
            <a:r>
              <a:rPr sz="1700" spc="-2" dirty="0">
                <a:solidFill>
                  <a:srgbClr val="242424"/>
                </a:solidFill>
                <a:latin typeface="Times New Roman"/>
                <a:cs typeface="Times New Roman"/>
              </a:rPr>
              <a:t>u</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e</a:t>
            </a:r>
            <a:r>
              <a:rPr sz="1700" spc="-2" dirty="0">
                <a:solidFill>
                  <a:srgbClr val="242424"/>
                </a:solidFill>
                <a:latin typeface="Times New Roman"/>
                <a:cs typeface="Times New Roman"/>
              </a:rPr>
              <a:t> the</a:t>
            </a:r>
            <a:r>
              <a:rPr sz="1700" spc="2" dirty="0">
                <a:solidFill>
                  <a:srgbClr val="242424"/>
                </a:solidFill>
                <a:latin typeface="Times New Roman"/>
                <a:cs typeface="Times New Roman"/>
              </a:rPr>
              <a:t>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xp</a:t>
            </a:r>
            <a:r>
              <a:rPr sz="1700" spc="-7" dirty="0">
                <a:solidFill>
                  <a:srgbClr val="242424"/>
                </a:solidFill>
                <a:latin typeface="Times New Roman"/>
                <a:cs typeface="Times New Roman"/>
              </a:rPr>
              <a:t>ec</a:t>
            </a:r>
            <a:r>
              <a:rPr sz="1700" dirty="0">
                <a:solidFill>
                  <a:srgbClr val="242424"/>
                </a:solidFill>
                <a:latin typeface="Times New Roman"/>
                <a:cs typeface="Times New Roman"/>
              </a:rPr>
              <a:t>t</a:t>
            </a:r>
            <a:r>
              <a:rPr sz="1700" spc="-7" dirty="0">
                <a:solidFill>
                  <a:srgbClr val="242424"/>
                </a:solidFill>
                <a:latin typeface="Times New Roman"/>
                <a:cs typeface="Times New Roman"/>
              </a:rPr>
              <a:t>e</a:t>
            </a:r>
            <a:r>
              <a:rPr sz="1700" dirty="0">
                <a:solidFill>
                  <a:srgbClr val="242424"/>
                </a:solidFill>
                <a:latin typeface="Times New Roman"/>
                <a:cs typeface="Times New Roman"/>
              </a:rPr>
              <a:t>d </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e</a:t>
            </a:r>
            <a:r>
              <a:rPr sz="1700" spc="5" dirty="0">
                <a:solidFill>
                  <a:srgbClr val="242424"/>
                </a:solidFill>
                <a:latin typeface="Times New Roman"/>
                <a:cs typeface="Times New Roman"/>
              </a:rPr>
              <a:t>s</a:t>
            </a:r>
            <a:r>
              <a:rPr sz="1700" spc="-2" dirty="0">
                <a:solidFill>
                  <a:srgbClr val="242424"/>
                </a:solidFill>
                <a:latin typeface="Times New Roman"/>
                <a:cs typeface="Times New Roman"/>
              </a:rPr>
              <a:t>ults</a:t>
            </a:r>
            <a:r>
              <a:rPr sz="1700" dirty="0">
                <a:solidFill>
                  <a:srgbClr val="242424"/>
                </a:solidFill>
                <a:latin typeface="Times New Roman"/>
                <a:cs typeface="Times New Roman"/>
              </a:rPr>
              <a:t>. </a:t>
            </a:r>
            <a:r>
              <a:rPr sz="1700" spc="-2" dirty="0">
                <a:solidFill>
                  <a:srgbClr val="242424"/>
                </a:solidFill>
                <a:latin typeface="Times New Roman"/>
                <a:cs typeface="Times New Roman"/>
              </a:rPr>
              <a:t>This</a:t>
            </a:r>
            <a:r>
              <a:rPr sz="1700" dirty="0">
                <a:solidFill>
                  <a:srgbClr val="242424"/>
                </a:solidFill>
                <a:latin typeface="Times New Roman"/>
                <a:cs typeface="Times New Roman"/>
              </a:rPr>
              <a:t> s</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qu</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n</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e</a:t>
            </a:r>
            <a:r>
              <a:rPr sz="1700" spc="-2" dirty="0">
                <a:solidFill>
                  <a:srgbClr val="242424"/>
                </a:solidFill>
                <a:latin typeface="Times New Roman"/>
                <a:cs typeface="Times New Roman"/>
              </a:rPr>
              <a:t> is </a:t>
            </a:r>
            <a:r>
              <a:rPr sz="1700" spc="-5" dirty="0">
                <a:solidFill>
                  <a:srgbClr val="242424"/>
                </a:solidFill>
                <a:latin typeface="Times New Roman"/>
                <a:cs typeface="Times New Roman"/>
              </a:rPr>
              <a:t>g</a:t>
            </a:r>
            <a:r>
              <a:rPr sz="1700" dirty="0">
                <a:solidFill>
                  <a:srgbClr val="242424"/>
                </a:solidFill>
                <a:latin typeface="Times New Roman"/>
                <a:cs typeface="Times New Roman"/>
              </a:rPr>
              <a:t>i</a:t>
            </a:r>
            <a:r>
              <a:rPr sz="1700" spc="-5" dirty="0">
                <a:solidFill>
                  <a:srgbClr val="242424"/>
                </a:solidFill>
                <a:latin typeface="Times New Roman"/>
                <a:cs typeface="Times New Roman"/>
              </a:rPr>
              <a:t>v</a:t>
            </a:r>
            <a:r>
              <a:rPr sz="1700" spc="-7" dirty="0">
                <a:solidFill>
                  <a:srgbClr val="242424"/>
                </a:solidFill>
                <a:latin typeface="Times New Roman"/>
                <a:cs typeface="Times New Roman"/>
              </a:rPr>
              <a:t>e</a:t>
            </a:r>
            <a:r>
              <a:rPr sz="1700" dirty="0">
                <a:solidFill>
                  <a:srgbClr val="242424"/>
                </a:solidFill>
                <a:latin typeface="Times New Roman"/>
                <a:cs typeface="Times New Roman"/>
              </a:rPr>
              <a:t>n </a:t>
            </a:r>
            <a:r>
              <a:rPr sz="1700" spc="-5" dirty="0">
                <a:solidFill>
                  <a:srgbClr val="242424"/>
                </a:solidFill>
                <a:latin typeface="Times New Roman"/>
                <a:cs typeface="Times New Roman"/>
              </a:rPr>
              <a:t>b</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low:</a:t>
            </a:r>
            <a:endParaRPr sz="1700" dirty="0">
              <a:latin typeface="Times New Roman"/>
              <a:cs typeface="Times New Roman"/>
            </a:endParaRPr>
          </a:p>
        </p:txBody>
      </p:sp>
      <p:sp>
        <p:nvSpPr>
          <p:cNvPr id="11" name="object 5">
            <a:extLst>
              <a:ext uri="{FF2B5EF4-FFF2-40B4-BE49-F238E27FC236}">
                <a16:creationId xmlns:a16="http://schemas.microsoft.com/office/drawing/2014/main" id="{3E7FE7A2-9AEC-D340-FF05-99B1C1DDCF5D}"/>
              </a:ext>
            </a:extLst>
          </p:cNvPr>
          <p:cNvSpPr/>
          <p:nvPr/>
        </p:nvSpPr>
        <p:spPr>
          <a:xfrm>
            <a:off x="2057400" y="3620661"/>
            <a:ext cx="5105400" cy="990600"/>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1178037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39016-93C2-4899-1CBF-05FA1475F3D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E554154-54CA-04B8-3988-508423AEBBD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89F51E41-CA00-2CC4-99D5-0B790235BE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8351F512-5EBE-FBAA-A93D-5A284293DD4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5EA53DA7-74E6-5276-A61F-1399FE2760A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a:extLst>
              <a:ext uri="{FF2B5EF4-FFF2-40B4-BE49-F238E27FC236}">
                <a16:creationId xmlns:a16="http://schemas.microsoft.com/office/drawing/2014/main" id="{83CABAF2-E4CE-5EEC-78BB-BF83C576F0D7}"/>
              </a:ext>
            </a:extLst>
          </p:cNvPr>
          <p:cNvSpPr txBox="1"/>
          <p:nvPr/>
        </p:nvSpPr>
        <p:spPr>
          <a:xfrm>
            <a:off x="1066800" y="942051"/>
            <a:ext cx="7010400" cy="3662541"/>
          </a:xfrm>
          <a:prstGeom prst="rect">
            <a:avLst/>
          </a:prstGeom>
        </p:spPr>
        <p:txBody>
          <a:bodyPr vert="horz" wrap="square" lIns="0" tIns="0" rIns="0" bIns="0" rtlCol="0">
            <a:spAutoFit/>
          </a:bodyPr>
          <a:lstStyle/>
          <a:p>
            <a:pPr marL="401815" indent="-285750">
              <a:buClr>
                <a:srgbClr val="242424"/>
              </a:buClr>
              <a:buSzPct val="83333"/>
              <a:buFont typeface="Arial" panose="020B0604020202020204" pitchFamily="34" charset="0"/>
              <a:buChar char="•"/>
              <a:tabLst>
                <a:tab pos="226022" algn="l"/>
              </a:tabLst>
            </a:pPr>
            <a:r>
              <a:rPr sz="1700" dirty="0">
                <a:solidFill>
                  <a:srgbClr val="242424"/>
                </a:solidFill>
                <a:latin typeface="Times New Roman"/>
                <a:cs typeface="Times New Roman"/>
              </a:rPr>
              <a:t>I</a:t>
            </a:r>
            <a:r>
              <a:rPr sz="1700" spc="-7" dirty="0">
                <a:solidFill>
                  <a:srgbClr val="242424"/>
                </a:solidFill>
                <a:latin typeface="Times New Roman"/>
                <a:cs typeface="Times New Roman"/>
              </a:rPr>
              <a:t>F</a:t>
            </a:r>
            <a:r>
              <a:rPr sz="1700" spc="-2" dirty="0">
                <a:solidFill>
                  <a:srgbClr val="242424"/>
                </a:solidFill>
                <a:latin typeface="Times New Roman"/>
                <a:cs typeface="Times New Roman"/>
              </a:rPr>
              <a:t>:</a:t>
            </a:r>
            <a:r>
              <a:rPr sz="1700" dirty="0">
                <a:solidFill>
                  <a:srgbClr val="242424"/>
                </a:solidFill>
                <a:latin typeface="Times New Roman"/>
                <a:cs typeface="Times New Roman"/>
              </a:rPr>
              <a:t> </a:t>
            </a:r>
            <a:r>
              <a:rPr sz="1700" spc="2" dirty="0">
                <a:solidFill>
                  <a:srgbClr val="242424"/>
                </a:solidFill>
                <a:latin typeface="Times New Roman"/>
                <a:cs typeface="Times New Roman"/>
              </a:rPr>
              <a:t>F</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tch</a:t>
            </a:r>
            <a:r>
              <a:rPr sz="1700" spc="-10" dirty="0">
                <a:solidFill>
                  <a:srgbClr val="242424"/>
                </a:solidFill>
                <a:latin typeface="Times New Roman"/>
                <a:cs typeface="Times New Roman"/>
              </a:rPr>
              <a:t>e</a:t>
            </a:r>
            <a:r>
              <a:rPr sz="1700" dirty="0">
                <a:solidFill>
                  <a:srgbClr val="242424"/>
                </a:solidFill>
                <a:latin typeface="Times New Roman"/>
                <a:cs typeface="Times New Roman"/>
              </a:rPr>
              <a:t>s</a:t>
            </a:r>
            <a:r>
              <a:rPr sz="1700" spc="-2" dirty="0">
                <a:solidFill>
                  <a:srgbClr val="242424"/>
                </a:solidFill>
                <a:latin typeface="Times New Roman"/>
                <a:cs typeface="Times New Roman"/>
              </a:rPr>
              <a:t> the inst</a:t>
            </a:r>
            <a:r>
              <a:rPr sz="1700" dirty="0">
                <a:solidFill>
                  <a:srgbClr val="242424"/>
                </a:solidFill>
                <a:latin typeface="Times New Roman"/>
                <a:cs typeface="Times New Roman"/>
              </a:rPr>
              <a:t>r</a:t>
            </a:r>
            <a:r>
              <a:rPr sz="1700" spc="2" dirty="0">
                <a:solidFill>
                  <a:srgbClr val="242424"/>
                </a:solidFill>
                <a:latin typeface="Times New Roman"/>
                <a:cs typeface="Times New Roman"/>
              </a:rPr>
              <a:t>u</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 </a:t>
            </a:r>
            <a:r>
              <a:rPr sz="1700" spc="-2" dirty="0">
                <a:solidFill>
                  <a:srgbClr val="242424"/>
                </a:solidFill>
                <a:latin typeface="Times New Roman"/>
                <a:cs typeface="Times New Roman"/>
              </a:rPr>
              <a:t>int</a:t>
            </a:r>
            <a:r>
              <a:rPr sz="1700" dirty="0">
                <a:solidFill>
                  <a:srgbClr val="242424"/>
                </a:solidFill>
                <a:latin typeface="Times New Roman"/>
                <a:cs typeface="Times New Roman"/>
              </a:rPr>
              <a:t>o </a:t>
            </a:r>
            <a:r>
              <a:rPr sz="1700" spc="-2" dirty="0">
                <a:solidFill>
                  <a:srgbClr val="242424"/>
                </a:solidFill>
                <a:latin typeface="Times New Roman"/>
                <a:cs typeface="Times New Roman"/>
              </a:rPr>
              <a:t>the 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 </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e</a:t>
            </a:r>
            <a:r>
              <a:rPr sz="1700" spc="-2" dirty="0">
                <a:solidFill>
                  <a:srgbClr val="242424"/>
                </a:solidFill>
                <a:latin typeface="Times New Roman"/>
                <a:cs typeface="Times New Roman"/>
              </a:rPr>
              <a:t>gis</a:t>
            </a:r>
            <a:r>
              <a:rPr sz="1700" dirty="0">
                <a:solidFill>
                  <a:srgbClr val="242424"/>
                </a:solidFill>
                <a:latin typeface="Times New Roman"/>
                <a:cs typeface="Times New Roman"/>
              </a:rPr>
              <a:t>t</a:t>
            </a:r>
            <a:r>
              <a:rPr sz="1700" spc="-7" dirty="0">
                <a:solidFill>
                  <a:srgbClr val="242424"/>
                </a:solidFill>
                <a:latin typeface="Times New Roman"/>
                <a:cs typeface="Times New Roman"/>
              </a:rPr>
              <a:t>e</a:t>
            </a:r>
            <a:r>
              <a:rPr sz="1700" dirty="0">
                <a:solidFill>
                  <a:srgbClr val="242424"/>
                </a:solidFill>
                <a:latin typeface="Times New Roman"/>
                <a:cs typeface="Times New Roman"/>
              </a:rPr>
              <a:t>r.</a:t>
            </a:r>
            <a:endParaRPr sz="1700" dirty="0">
              <a:latin typeface="Times New Roman"/>
              <a:cs typeface="Times New Roman"/>
            </a:endParaRPr>
          </a:p>
          <a:p>
            <a:pPr marL="401815" indent="-285750">
              <a:buClr>
                <a:srgbClr val="242424"/>
              </a:buClr>
              <a:buSzPct val="83333"/>
              <a:buFont typeface="Arial" panose="020B0604020202020204" pitchFamily="34" charset="0"/>
              <a:buChar char="•"/>
              <a:tabLst>
                <a:tab pos="226022" algn="l"/>
              </a:tabLst>
            </a:pPr>
            <a:r>
              <a:rPr sz="1700" dirty="0">
                <a:solidFill>
                  <a:srgbClr val="242424"/>
                </a:solidFill>
                <a:latin typeface="Times New Roman"/>
                <a:cs typeface="Times New Roman"/>
              </a:rPr>
              <a:t>I</a:t>
            </a:r>
            <a:r>
              <a:rPr sz="1700" spc="-5" dirty="0">
                <a:solidFill>
                  <a:srgbClr val="242424"/>
                </a:solidFill>
                <a:latin typeface="Times New Roman"/>
                <a:cs typeface="Times New Roman"/>
              </a:rPr>
              <a:t>D</a:t>
            </a:r>
            <a:r>
              <a:rPr sz="1700" spc="-2" dirty="0">
                <a:solidFill>
                  <a:srgbClr val="242424"/>
                </a:solidFill>
                <a:latin typeface="Times New Roman"/>
                <a:cs typeface="Times New Roman"/>
              </a:rPr>
              <a:t>:</a:t>
            </a:r>
            <a:r>
              <a:rPr sz="1700" spc="5" dirty="0">
                <a:solidFill>
                  <a:srgbClr val="242424"/>
                </a:solidFill>
                <a:latin typeface="Times New Roman"/>
                <a:cs typeface="Times New Roman"/>
              </a:rPr>
              <a:t> </a:t>
            </a:r>
            <a:r>
              <a:rPr sz="1700" spc="-10" dirty="0">
                <a:solidFill>
                  <a:srgbClr val="242424"/>
                </a:solidFill>
                <a:latin typeface="Times New Roman"/>
                <a:cs typeface="Times New Roman"/>
              </a:rPr>
              <a:t>I</a:t>
            </a:r>
            <a:r>
              <a:rPr sz="1700" spc="-2" dirty="0">
                <a:solidFill>
                  <a:srgbClr val="242424"/>
                </a:solidFill>
                <a:latin typeface="Times New Roman"/>
                <a:cs typeface="Times New Roman"/>
              </a:rPr>
              <a:t>nstru</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 </a:t>
            </a:r>
            <a:r>
              <a:rPr sz="1700" spc="-2" dirty="0">
                <a:solidFill>
                  <a:srgbClr val="242424"/>
                </a:solidFill>
                <a:latin typeface="Times New Roman"/>
                <a:cs typeface="Times New Roman"/>
              </a:rPr>
              <a:t>D</a:t>
            </a:r>
            <a:r>
              <a:rPr sz="1700" dirty="0">
                <a:solidFill>
                  <a:srgbClr val="242424"/>
                </a:solidFill>
                <a:latin typeface="Times New Roman"/>
                <a:cs typeface="Times New Roman"/>
              </a:rPr>
              <a:t>e</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od</a:t>
            </a:r>
            <a:r>
              <a:rPr sz="1700" spc="-7" dirty="0">
                <a:solidFill>
                  <a:srgbClr val="242424"/>
                </a:solidFill>
                <a:latin typeface="Times New Roman"/>
                <a:cs typeface="Times New Roman"/>
              </a:rPr>
              <a:t>e</a:t>
            </a:r>
            <a:r>
              <a:rPr sz="1700" dirty="0">
                <a:solidFill>
                  <a:srgbClr val="242424"/>
                </a:solidFill>
                <a:latin typeface="Times New Roman"/>
                <a:cs typeface="Times New Roman"/>
              </a:rPr>
              <a:t>, </a:t>
            </a:r>
            <a:r>
              <a:rPr sz="1700" spc="5" dirty="0">
                <a:solidFill>
                  <a:srgbClr val="242424"/>
                </a:solidFill>
                <a:latin typeface="Times New Roman"/>
                <a:cs typeface="Times New Roman"/>
              </a:rPr>
              <a:t>d</a:t>
            </a:r>
            <a:r>
              <a:rPr sz="1700" spc="-7" dirty="0">
                <a:solidFill>
                  <a:srgbClr val="242424"/>
                </a:solidFill>
                <a:latin typeface="Times New Roman"/>
                <a:cs typeface="Times New Roman"/>
              </a:rPr>
              <a:t>ec</a:t>
            </a:r>
            <a:r>
              <a:rPr sz="1700" spc="-5" dirty="0">
                <a:solidFill>
                  <a:srgbClr val="242424"/>
                </a:solidFill>
                <a:latin typeface="Times New Roman"/>
                <a:cs typeface="Times New Roman"/>
              </a:rPr>
              <a:t>od</a:t>
            </a:r>
            <a:r>
              <a:rPr sz="1700" spc="-7" dirty="0">
                <a:solidFill>
                  <a:srgbClr val="242424"/>
                </a:solidFill>
                <a:latin typeface="Times New Roman"/>
                <a:cs typeface="Times New Roman"/>
              </a:rPr>
              <a:t>e</a:t>
            </a:r>
            <a:r>
              <a:rPr sz="1700" dirty="0">
                <a:solidFill>
                  <a:srgbClr val="242424"/>
                </a:solidFill>
                <a:latin typeface="Times New Roman"/>
                <a:cs typeface="Times New Roman"/>
              </a:rPr>
              <a:t>s</a:t>
            </a:r>
            <a:r>
              <a:rPr sz="1700" spc="-2" dirty="0">
                <a:solidFill>
                  <a:srgbClr val="242424"/>
                </a:solidFill>
                <a:latin typeface="Times New Roman"/>
                <a:cs typeface="Times New Roman"/>
              </a:rPr>
              <a:t> the 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 f</a:t>
            </a:r>
            <a:r>
              <a:rPr sz="1700" spc="2" dirty="0">
                <a:solidFill>
                  <a:srgbClr val="242424"/>
                </a:solidFill>
                <a:latin typeface="Times New Roman"/>
                <a:cs typeface="Times New Roman"/>
              </a:rPr>
              <a:t>o</a:t>
            </a:r>
            <a:r>
              <a:rPr sz="1700" dirty="0">
                <a:solidFill>
                  <a:srgbClr val="242424"/>
                </a:solidFill>
                <a:latin typeface="Times New Roman"/>
                <a:cs typeface="Times New Roman"/>
              </a:rPr>
              <a:t>r</a:t>
            </a:r>
            <a:r>
              <a:rPr sz="1700" spc="2" dirty="0">
                <a:solidFill>
                  <a:srgbClr val="242424"/>
                </a:solidFill>
                <a:latin typeface="Times New Roman"/>
                <a:cs typeface="Times New Roman"/>
              </a:rPr>
              <a:t> </a:t>
            </a:r>
            <a:r>
              <a:rPr sz="1700" spc="-2" dirty="0">
                <a:solidFill>
                  <a:srgbClr val="242424"/>
                </a:solidFill>
                <a:latin typeface="Times New Roman"/>
                <a:cs typeface="Times New Roman"/>
              </a:rPr>
              <a:t>the </a:t>
            </a:r>
            <a:r>
              <a:rPr sz="1700" spc="-5" dirty="0">
                <a:solidFill>
                  <a:srgbClr val="242424"/>
                </a:solidFill>
                <a:latin typeface="Times New Roman"/>
                <a:cs typeface="Times New Roman"/>
              </a:rPr>
              <a:t>op</a:t>
            </a:r>
            <a:r>
              <a:rPr sz="1700" spc="-10" dirty="0">
                <a:solidFill>
                  <a:srgbClr val="242424"/>
                </a:solidFill>
                <a:latin typeface="Times New Roman"/>
                <a:cs typeface="Times New Roman"/>
              </a:rPr>
              <a:t>c</a:t>
            </a:r>
            <a:r>
              <a:rPr sz="1700" spc="-5" dirty="0">
                <a:solidFill>
                  <a:srgbClr val="242424"/>
                </a:solidFill>
                <a:latin typeface="Times New Roman"/>
                <a:cs typeface="Times New Roman"/>
              </a:rPr>
              <a:t>od</a:t>
            </a:r>
            <a:r>
              <a:rPr sz="1700" spc="-7" dirty="0">
                <a:solidFill>
                  <a:srgbClr val="242424"/>
                </a:solidFill>
                <a:latin typeface="Times New Roman"/>
                <a:cs typeface="Times New Roman"/>
              </a:rPr>
              <a:t>e</a:t>
            </a:r>
            <a:r>
              <a:rPr sz="1700" dirty="0">
                <a:solidFill>
                  <a:srgbClr val="242424"/>
                </a:solidFill>
                <a:latin typeface="Times New Roman"/>
                <a:cs typeface="Times New Roman"/>
              </a:rPr>
              <a:t>.</a:t>
            </a:r>
            <a:endParaRPr sz="1700" dirty="0">
              <a:latin typeface="Times New Roman"/>
              <a:cs typeface="Times New Roman"/>
            </a:endParaRPr>
          </a:p>
          <a:p>
            <a:pPr marL="401815" indent="-285750">
              <a:buClr>
                <a:srgbClr val="242424"/>
              </a:buClr>
              <a:buSzPct val="83333"/>
              <a:buFont typeface="Arial" panose="020B0604020202020204" pitchFamily="34" charset="0"/>
              <a:buChar char="•"/>
              <a:tabLst>
                <a:tab pos="226022" algn="l"/>
              </a:tabLst>
            </a:pPr>
            <a:r>
              <a:rPr sz="1700" spc="-2" dirty="0">
                <a:solidFill>
                  <a:srgbClr val="242424"/>
                </a:solidFill>
                <a:latin typeface="Times New Roman"/>
                <a:cs typeface="Times New Roman"/>
              </a:rPr>
              <a:t>AG:</a:t>
            </a:r>
            <a:r>
              <a:rPr sz="1700" dirty="0">
                <a:solidFill>
                  <a:srgbClr val="242424"/>
                </a:solidFill>
                <a:latin typeface="Times New Roman"/>
                <a:cs typeface="Times New Roman"/>
              </a:rPr>
              <a:t> </a:t>
            </a:r>
            <a:r>
              <a:rPr sz="1700" spc="-2" dirty="0">
                <a:solidFill>
                  <a:srgbClr val="242424"/>
                </a:solidFill>
                <a:latin typeface="Times New Roman"/>
                <a:cs typeface="Times New Roman"/>
              </a:rPr>
              <a:t>Addr</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s</a:t>
            </a:r>
            <a:r>
              <a:rPr sz="1700" dirty="0">
                <a:solidFill>
                  <a:srgbClr val="242424"/>
                </a:solidFill>
                <a:latin typeface="Times New Roman"/>
                <a:cs typeface="Times New Roman"/>
              </a:rPr>
              <a:t>s </a:t>
            </a:r>
            <a:r>
              <a:rPr sz="1700" spc="5" dirty="0">
                <a:solidFill>
                  <a:srgbClr val="242424"/>
                </a:solidFill>
                <a:latin typeface="Times New Roman"/>
                <a:cs typeface="Times New Roman"/>
              </a:rPr>
              <a:t>G</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n</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tor,</a:t>
            </a:r>
            <a:r>
              <a:rPr sz="1700" spc="2" dirty="0">
                <a:solidFill>
                  <a:srgbClr val="242424"/>
                </a:solidFill>
                <a:latin typeface="Times New Roman"/>
                <a:cs typeface="Times New Roman"/>
              </a:rPr>
              <a:t> </a:t>
            </a:r>
            <a:r>
              <a:rPr sz="1700" spc="-5" dirty="0">
                <a:solidFill>
                  <a:srgbClr val="242424"/>
                </a:solidFill>
                <a:latin typeface="Times New Roman"/>
                <a:cs typeface="Times New Roman"/>
              </a:rPr>
              <a:t>g</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n</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dirty="0">
                <a:solidFill>
                  <a:srgbClr val="242424"/>
                </a:solidFill>
                <a:latin typeface="Times New Roman"/>
                <a:cs typeface="Times New Roman"/>
              </a:rPr>
              <a:t>t</a:t>
            </a:r>
            <a:r>
              <a:rPr sz="1700" spc="-7" dirty="0">
                <a:solidFill>
                  <a:srgbClr val="242424"/>
                </a:solidFill>
                <a:latin typeface="Times New Roman"/>
                <a:cs typeface="Times New Roman"/>
              </a:rPr>
              <a:t>e</a:t>
            </a:r>
            <a:r>
              <a:rPr sz="1700" dirty="0">
                <a:solidFill>
                  <a:srgbClr val="242424"/>
                </a:solidFill>
                <a:latin typeface="Times New Roman"/>
                <a:cs typeface="Times New Roman"/>
              </a:rPr>
              <a:t>s</a:t>
            </a:r>
            <a:r>
              <a:rPr sz="1700" spc="-2" dirty="0">
                <a:solidFill>
                  <a:srgbClr val="242424"/>
                </a:solidFill>
                <a:latin typeface="Times New Roman"/>
                <a:cs typeface="Times New Roman"/>
              </a:rPr>
              <a:t> the </a:t>
            </a:r>
            <a:r>
              <a:rPr sz="1700" spc="-10" dirty="0">
                <a:solidFill>
                  <a:srgbClr val="242424"/>
                </a:solidFill>
                <a:latin typeface="Times New Roman"/>
                <a:cs typeface="Times New Roman"/>
              </a:rPr>
              <a:t>a</a:t>
            </a:r>
            <a:r>
              <a:rPr sz="1700" dirty="0">
                <a:solidFill>
                  <a:srgbClr val="242424"/>
                </a:solidFill>
                <a:latin typeface="Times New Roman"/>
                <a:cs typeface="Times New Roman"/>
              </a:rPr>
              <a:t>dd</a:t>
            </a:r>
            <a:r>
              <a:rPr sz="1700" spc="2" dirty="0">
                <a:solidFill>
                  <a:srgbClr val="242424"/>
                </a:solidFill>
                <a:latin typeface="Times New Roman"/>
                <a:cs typeface="Times New Roman"/>
              </a:rPr>
              <a:t>r</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ss.</a:t>
            </a:r>
            <a:endParaRPr sz="1700" dirty="0">
              <a:latin typeface="Times New Roman"/>
              <a:cs typeface="Times New Roman"/>
            </a:endParaRPr>
          </a:p>
          <a:p>
            <a:pPr marL="401815" indent="-285750">
              <a:buClr>
                <a:srgbClr val="242424"/>
              </a:buClr>
              <a:buSzPct val="83333"/>
              <a:buFont typeface="Arial" panose="020B0604020202020204" pitchFamily="34" charset="0"/>
              <a:buChar char="•"/>
              <a:tabLst>
                <a:tab pos="226022" algn="l"/>
              </a:tabLst>
            </a:pPr>
            <a:r>
              <a:rPr sz="1700" spc="-2" dirty="0">
                <a:solidFill>
                  <a:srgbClr val="242424"/>
                </a:solidFill>
                <a:latin typeface="Times New Roman"/>
                <a:cs typeface="Times New Roman"/>
              </a:rPr>
              <a:t>D</a:t>
            </a:r>
            <a:r>
              <a:rPr sz="1700" spc="-5" dirty="0">
                <a:solidFill>
                  <a:srgbClr val="242424"/>
                </a:solidFill>
                <a:latin typeface="Times New Roman"/>
                <a:cs typeface="Times New Roman"/>
              </a:rPr>
              <a:t>F</a:t>
            </a:r>
            <a:r>
              <a:rPr sz="1700" spc="-2" dirty="0">
                <a:solidFill>
                  <a:srgbClr val="242424"/>
                </a:solidFill>
                <a:latin typeface="Times New Roman"/>
                <a:cs typeface="Times New Roman"/>
              </a:rPr>
              <a:t>:</a:t>
            </a:r>
            <a:r>
              <a:rPr sz="1700" dirty="0">
                <a:solidFill>
                  <a:srgbClr val="242424"/>
                </a:solidFill>
                <a:latin typeface="Times New Roman"/>
                <a:cs typeface="Times New Roman"/>
              </a:rPr>
              <a:t> </a:t>
            </a:r>
            <a:r>
              <a:rPr sz="1700" spc="-2" dirty="0">
                <a:solidFill>
                  <a:srgbClr val="242424"/>
                </a:solidFill>
                <a:latin typeface="Times New Roman"/>
                <a:cs typeface="Times New Roman"/>
              </a:rPr>
              <a:t>Data</a:t>
            </a:r>
            <a:r>
              <a:rPr sz="1700" spc="2" dirty="0">
                <a:solidFill>
                  <a:srgbClr val="242424"/>
                </a:solidFill>
                <a:latin typeface="Times New Roman"/>
                <a:cs typeface="Times New Roman"/>
              </a:rPr>
              <a:t> </a:t>
            </a:r>
            <a:r>
              <a:rPr sz="1700" spc="-5" dirty="0">
                <a:solidFill>
                  <a:srgbClr val="242424"/>
                </a:solidFill>
                <a:latin typeface="Times New Roman"/>
                <a:cs typeface="Times New Roman"/>
              </a:rPr>
              <a:t>F</a:t>
            </a:r>
            <a:r>
              <a:rPr sz="1700" spc="-7" dirty="0">
                <a:solidFill>
                  <a:srgbClr val="242424"/>
                </a:solidFill>
                <a:latin typeface="Times New Roman"/>
                <a:cs typeface="Times New Roman"/>
              </a:rPr>
              <a:t>e</a:t>
            </a:r>
            <a:r>
              <a:rPr sz="1700" dirty="0">
                <a:solidFill>
                  <a:srgbClr val="242424"/>
                </a:solidFill>
                <a:latin typeface="Times New Roman"/>
                <a:cs typeface="Times New Roman"/>
              </a:rPr>
              <a:t>t</a:t>
            </a:r>
            <a:r>
              <a:rPr sz="1700" spc="-7" dirty="0">
                <a:solidFill>
                  <a:srgbClr val="242424"/>
                </a:solidFill>
                <a:latin typeface="Times New Roman"/>
                <a:cs typeface="Times New Roman"/>
              </a:rPr>
              <a:t>c</a:t>
            </a:r>
            <a:r>
              <a:rPr sz="1700" dirty="0">
                <a:solidFill>
                  <a:srgbClr val="242424"/>
                </a:solidFill>
                <a:latin typeface="Times New Roman"/>
                <a:cs typeface="Times New Roman"/>
              </a:rPr>
              <a:t>h, </a:t>
            </a:r>
            <a:r>
              <a:rPr sz="1700" spc="-2" dirty="0">
                <a:solidFill>
                  <a:srgbClr val="242424"/>
                </a:solidFill>
                <a:latin typeface="Times New Roman"/>
                <a:cs typeface="Times New Roman"/>
              </a:rPr>
              <a:t>f</a:t>
            </a:r>
            <a:r>
              <a:rPr sz="1700" spc="-10" dirty="0">
                <a:solidFill>
                  <a:srgbClr val="242424"/>
                </a:solidFill>
                <a:latin typeface="Times New Roman"/>
                <a:cs typeface="Times New Roman"/>
              </a:rPr>
              <a:t>e</a:t>
            </a:r>
            <a:r>
              <a:rPr sz="1700" spc="-2" dirty="0">
                <a:solidFill>
                  <a:srgbClr val="242424"/>
                </a:solidFill>
                <a:latin typeface="Times New Roman"/>
                <a:cs typeface="Times New Roman"/>
              </a:rPr>
              <a:t>tch</a:t>
            </a:r>
            <a:r>
              <a:rPr sz="1700" spc="-7" dirty="0">
                <a:solidFill>
                  <a:srgbClr val="242424"/>
                </a:solidFill>
                <a:latin typeface="Times New Roman"/>
                <a:cs typeface="Times New Roman"/>
              </a:rPr>
              <a:t>e</a:t>
            </a:r>
            <a:r>
              <a:rPr sz="1700" dirty="0">
                <a:solidFill>
                  <a:srgbClr val="242424"/>
                </a:solidFill>
                <a:latin typeface="Times New Roman"/>
                <a:cs typeface="Times New Roman"/>
              </a:rPr>
              <a:t>s</a:t>
            </a:r>
            <a:r>
              <a:rPr sz="1700" spc="-2" dirty="0">
                <a:solidFill>
                  <a:srgbClr val="242424"/>
                </a:solidFill>
                <a:latin typeface="Times New Roman"/>
                <a:cs typeface="Times New Roman"/>
              </a:rPr>
              <a:t> </a:t>
            </a:r>
            <a:r>
              <a:rPr sz="1700" dirty="0">
                <a:solidFill>
                  <a:srgbClr val="242424"/>
                </a:solidFill>
                <a:latin typeface="Times New Roman"/>
                <a:cs typeface="Times New Roman"/>
              </a:rPr>
              <a:t>t</a:t>
            </a:r>
            <a:r>
              <a:rPr sz="1700" spc="-5" dirty="0">
                <a:solidFill>
                  <a:srgbClr val="242424"/>
                </a:solidFill>
                <a:latin typeface="Times New Roman"/>
                <a:cs typeface="Times New Roman"/>
              </a:rPr>
              <a:t>he</a:t>
            </a:r>
            <a:r>
              <a:rPr sz="1700" spc="-2" dirty="0">
                <a:solidFill>
                  <a:srgbClr val="242424"/>
                </a:solidFill>
                <a:latin typeface="Times New Roman"/>
                <a:cs typeface="Times New Roman"/>
              </a:rPr>
              <a:t> </a:t>
            </a:r>
            <a:r>
              <a:rPr sz="1700" spc="-5" dirty="0">
                <a:solidFill>
                  <a:srgbClr val="242424"/>
                </a:solidFill>
                <a:latin typeface="Times New Roman"/>
                <a:cs typeface="Times New Roman"/>
              </a:rPr>
              <a:t>op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dirty="0">
                <a:solidFill>
                  <a:srgbClr val="242424"/>
                </a:solidFill>
                <a:latin typeface="Times New Roman"/>
                <a:cs typeface="Times New Roman"/>
              </a:rPr>
              <a:t>nds</a:t>
            </a:r>
            <a:r>
              <a:rPr sz="1700" spc="-2" dirty="0">
                <a:solidFill>
                  <a:srgbClr val="242424"/>
                </a:solidFill>
                <a:latin typeface="Times New Roman"/>
                <a:cs typeface="Times New Roman"/>
              </a:rPr>
              <a:t> into</a:t>
            </a:r>
            <a:r>
              <a:rPr sz="1700" dirty="0">
                <a:solidFill>
                  <a:srgbClr val="242424"/>
                </a:solidFill>
                <a:latin typeface="Times New Roman"/>
                <a:cs typeface="Times New Roman"/>
              </a:rPr>
              <a:t> </a:t>
            </a:r>
            <a:r>
              <a:rPr sz="1700" spc="-2" dirty="0">
                <a:solidFill>
                  <a:srgbClr val="242424"/>
                </a:solidFill>
                <a:latin typeface="Times New Roman"/>
                <a:cs typeface="Times New Roman"/>
              </a:rPr>
              <a:t>the </a:t>
            </a:r>
            <a:r>
              <a:rPr sz="1700" spc="5" dirty="0">
                <a:solidFill>
                  <a:srgbClr val="242424"/>
                </a:solidFill>
                <a:latin typeface="Times New Roman"/>
                <a:cs typeface="Times New Roman"/>
              </a:rPr>
              <a:t>d</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ta</a:t>
            </a:r>
            <a:r>
              <a:rPr sz="1700" spc="10" dirty="0">
                <a:solidFill>
                  <a:srgbClr val="242424"/>
                </a:solidFill>
                <a:latin typeface="Times New Roman"/>
                <a:cs typeface="Times New Roman"/>
              </a:rPr>
              <a:t> </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e</a:t>
            </a:r>
            <a:r>
              <a:rPr sz="1700" spc="-2" dirty="0">
                <a:solidFill>
                  <a:srgbClr val="242424"/>
                </a:solidFill>
                <a:latin typeface="Times New Roman"/>
                <a:cs typeface="Times New Roman"/>
              </a:rPr>
              <a:t>gis</a:t>
            </a:r>
            <a:r>
              <a:rPr sz="1700" dirty="0">
                <a:solidFill>
                  <a:srgbClr val="242424"/>
                </a:solidFill>
                <a:latin typeface="Times New Roman"/>
                <a:cs typeface="Times New Roman"/>
              </a:rPr>
              <a:t>t</a:t>
            </a:r>
            <a:r>
              <a:rPr sz="1700" spc="-7" dirty="0">
                <a:solidFill>
                  <a:srgbClr val="242424"/>
                </a:solidFill>
                <a:latin typeface="Times New Roman"/>
                <a:cs typeface="Times New Roman"/>
              </a:rPr>
              <a:t>e</a:t>
            </a:r>
            <a:r>
              <a:rPr sz="1700" dirty="0">
                <a:solidFill>
                  <a:srgbClr val="242424"/>
                </a:solidFill>
                <a:latin typeface="Times New Roman"/>
                <a:cs typeface="Times New Roman"/>
              </a:rPr>
              <a:t>r.</a:t>
            </a:r>
            <a:endParaRPr sz="1700" dirty="0">
              <a:latin typeface="Times New Roman"/>
              <a:cs typeface="Times New Roman"/>
            </a:endParaRPr>
          </a:p>
          <a:p>
            <a:pPr marL="401815" indent="-285750">
              <a:buClr>
                <a:srgbClr val="242424"/>
              </a:buClr>
              <a:buSzPct val="83333"/>
              <a:buFont typeface="Arial" panose="020B0604020202020204" pitchFamily="34" charset="0"/>
              <a:buChar char="•"/>
              <a:tabLst>
                <a:tab pos="226022" algn="l"/>
              </a:tabLst>
            </a:pPr>
            <a:r>
              <a:rPr sz="1700" dirty="0">
                <a:solidFill>
                  <a:srgbClr val="242424"/>
                </a:solidFill>
                <a:latin typeface="Times New Roman"/>
                <a:cs typeface="Times New Roman"/>
              </a:rPr>
              <a:t>E</a:t>
            </a:r>
            <a:r>
              <a:rPr sz="1700" spc="-2" dirty="0">
                <a:solidFill>
                  <a:srgbClr val="242424"/>
                </a:solidFill>
                <a:latin typeface="Times New Roman"/>
                <a:cs typeface="Times New Roman"/>
              </a:rPr>
              <a:t>X:</a:t>
            </a:r>
            <a:r>
              <a:rPr sz="1700" dirty="0">
                <a:solidFill>
                  <a:srgbClr val="242424"/>
                </a:solidFill>
                <a:latin typeface="Times New Roman"/>
                <a:cs typeface="Times New Roman"/>
              </a:rPr>
              <a:t> </a:t>
            </a:r>
            <a:r>
              <a:rPr sz="1700" spc="-5" dirty="0">
                <a:solidFill>
                  <a:srgbClr val="242424"/>
                </a:solidFill>
                <a:latin typeface="Times New Roman"/>
                <a:cs typeface="Times New Roman"/>
              </a:rPr>
              <a:t>Ex</a:t>
            </a:r>
            <a:r>
              <a:rPr sz="1700" spc="-7" dirty="0">
                <a:solidFill>
                  <a:srgbClr val="242424"/>
                </a:solidFill>
                <a:latin typeface="Times New Roman"/>
                <a:cs typeface="Times New Roman"/>
              </a:rPr>
              <a:t>ec</a:t>
            </a:r>
            <a:r>
              <a:rPr sz="1700" spc="-2" dirty="0">
                <a:solidFill>
                  <a:srgbClr val="242424"/>
                </a:solidFill>
                <a:latin typeface="Times New Roman"/>
                <a:cs typeface="Times New Roman"/>
              </a:rPr>
              <a:t>uti</a:t>
            </a:r>
            <a:r>
              <a:rPr sz="1700" dirty="0">
                <a:solidFill>
                  <a:srgbClr val="242424"/>
                </a:solidFill>
                <a:latin typeface="Times New Roman"/>
                <a:cs typeface="Times New Roman"/>
              </a:rPr>
              <a:t>on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x</a:t>
            </a:r>
            <a:r>
              <a:rPr sz="1700" spc="-2" dirty="0">
                <a:solidFill>
                  <a:srgbClr val="242424"/>
                </a:solidFill>
                <a:latin typeface="Times New Roman"/>
                <a:cs typeface="Times New Roman"/>
              </a:rPr>
              <a:t>e</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utes</a:t>
            </a:r>
            <a:r>
              <a:rPr sz="1700" dirty="0">
                <a:solidFill>
                  <a:srgbClr val="242424"/>
                </a:solidFill>
                <a:latin typeface="Times New Roman"/>
                <a:cs typeface="Times New Roman"/>
              </a:rPr>
              <a:t> t</a:t>
            </a:r>
            <a:r>
              <a:rPr sz="1700" spc="-5" dirty="0">
                <a:solidFill>
                  <a:srgbClr val="242424"/>
                </a:solidFill>
                <a:latin typeface="Times New Roman"/>
                <a:cs typeface="Times New Roman"/>
              </a:rPr>
              <a:t>he</a:t>
            </a:r>
            <a:r>
              <a:rPr sz="1700" spc="-2" dirty="0">
                <a:solidFill>
                  <a:srgbClr val="242424"/>
                </a:solidFill>
                <a:latin typeface="Times New Roman"/>
                <a:cs typeface="Times New Roman"/>
              </a:rPr>
              <a:t> spe</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ifi</a:t>
            </a:r>
            <a:r>
              <a:rPr sz="1700" spc="-7" dirty="0">
                <a:solidFill>
                  <a:srgbClr val="242424"/>
                </a:solidFill>
                <a:latin typeface="Times New Roman"/>
                <a:cs typeface="Times New Roman"/>
              </a:rPr>
              <a:t>e</a:t>
            </a:r>
            <a:r>
              <a:rPr sz="1700" dirty="0">
                <a:solidFill>
                  <a:srgbClr val="242424"/>
                </a:solidFill>
                <a:latin typeface="Times New Roman"/>
                <a:cs typeface="Times New Roman"/>
              </a:rPr>
              <a:t>d o</a:t>
            </a:r>
            <a:r>
              <a:rPr sz="1700" spc="5" dirty="0">
                <a:solidFill>
                  <a:srgbClr val="242424"/>
                </a:solidFill>
                <a:latin typeface="Times New Roman"/>
                <a:cs typeface="Times New Roman"/>
              </a:rPr>
              <a:t>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endParaRPr sz="1700" dirty="0">
              <a:latin typeface="Times New Roman"/>
              <a:cs typeface="Times New Roman"/>
            </a:endParaRPr>
          </a:p>
          <a:p>
            <a:pPr marL="401815" indent="-285750">
              <a:buClr>
                <a:srgbClr val="242424"/>
              </a:buClr>
              <a:buSzPct val="83333"/>
              <a:buFont typeface="Arial" panose="020B0604020202020204" pitchFamily="34" charset="0"/>
              <a:buChar char="•"/>
              <a:tabLst>
                <a:tab pos="226022" algn="l"/>
              </a:tabLst>
            </a:pPr>
            <a:r>
              <a:rPr sz="1700" spc="-10" dirty="0">
                <a:solidFill>
                  <a:srgbClr val="242424"/>
                </a:solidFill>
                <a:latin typeface="Times New Roman"/>
                <a:cs typeface="Times New Roman"/>
              </a:rPr>
              <a:t>W</a:t>
            </a:r>
            <a:r>
              <a:rPr sz="1700" spc="-5" dirty="0">
                <a:solidFill>
                  <a:srgbClr val="242424"/>
                </a:solidFill>
                <a:latin typeface="Times New Roman"/>
                <a:cs typeface="Times New Roman"/>
              </a:rPr>
              <a:t>B:</a:t>
            </a:r>
            <a:r>
              <a:rPr sz="1700" dirty="0">
                <a:solidFill>
                  <a:srgbClr val="242424"/>
                </a:solidFill>
                <a:latin typeface="Times New Roman"/>
                <a:cs typeface="Times New Roman"/>
              </a:rPr>
              <a:t> </a:t>
            </a:r>
            <a:r>
              <a:rPr sz="1700" spc="-7" dirty="0">
                <a:solidFill>
                  <a:srgbClr val="242424"/>
                </a:solidFill>
                <a:latin typeface="Times New Roman"/>
                <a:cs typeface="Times New Roman"/>
              </a:rPr>
              <a:t>Wr</a:t>
            </a:r>
            <a:r>
              <a:rPr sz="1700" spc="-2" dirty="0">
                <a:solidFill>
                  <a:srgbClr val="242424"/>
                </a:solidFill>
                <a:latin typeface="Times New Roman"/>
                <a:cs typeface="Times New Roman"/>
              </a:rPr>
              <a:t>ite </a:t>
            </a:r>
            <a:r>
              <a:rPr sz="1700" spc="-5" dirty="0">
                <a:solidFill>
                  <a:srgbClr val="242424"/>
                </a:solidFill>
                <a:latin typeface="Times New Roman"/>
                <a:cs typeface="Times New Roman"/>
              </a:rPr>
              <a:t>b</a:t>
            </a:r>
            <a:r>
              <a:rPr sz="1700" spc="-7" dirty="0">
                <a:solidFill>
                  <a:srgbClr val="242424"/>
                </a:solidFill>
                <a:latin typeface="Times New Roman"/>
                <a:cs typeface="Times New Roman"/>
              </a:rPr>
              <a:t>ac</a:t>
            </a:r>
            <a:r>
              <a:rPr sz="1700" dirty="0">
                <a:solidFill>
                  <a:srgbClr val="242424"/>
                </a:solidFill>
                <a:latin typeface="Times New Roman"/>
                <a:cs typeface="Times New Roman"/>
              </a:rPr>
              <a:t>k,</a:t>
            </a:r>
            <a:r>
              <a:rPr sz="1700" spc="5" dirty="0">
                <a:solidFill>
                  <a:srgbClr val="242424"/>
                </a:solidFill>
                <a:latin typeface="Times New Roman"/>
                <a:cs typeface="Times New Roman"/>
              </a:rPr>
              <a:t> </a:t>
            </a:r>
            <a:r>
              <a:rPr sz="1700" spc="-2" dirty="0">
                <a:solidFill>
                  <a:srgbClr val="242424"/>
                </a:solidFill>
                <a:latin typeface="Times New Roman"/>
                <a:cs typeface="Times New Roman"/>
              </a:rPr>
              <a:t>w</a:t>
            </a:r>
            <a:r>
              <a:rPr sz="1700" spc="-5" dirty="0">
                <a:solidFill>
                  <a:srgbClr val="242424"/>
                </a:solidFill>
                <a:latin typeface="Times New Roman"/>
                <a:cs typeface="Times New Roman"/>
              </a:rPr>
              <a:t>r</a:t>
            </a:r>
            <a:r>
              <a:rPr sz="1700" spc="-2" dirty="0">
                <a:solidFill>
                  <a:srgbClr val="242424"/>
                </a:solidFill>
                <a:latin typeface="Times New Roman"/>
                <a:cs typeface="Times New Roman"/>
              </a:rPr>
              <a:t>it</a:t>
            </a:r>
            <a:r>
              <a:rPr sz="1700" spc="-7" dirty="0">
                <a:solidFill>
                  <a:srgbClr val="242424"/>
                </a:solidFill>
                <a:latin typeface="Times New Roman"/>
                <a:cs typeface="Times New Roman"/>
              </a:rPr>
              <a:t>e</a:t>
            </a:r>
            <a:r>
              <a:rPr sz="1700" dirty="0">
                <a:solidFill>
                  <a:srgbClr val="242424"/>
                </a:solidFill>
                <a:latin typeface="Times New Roman"/>
                <a:cs typeface="Times New Roman"/>
              </a:rPr>
              <a:t>s</a:t>
            </a:r>
            <a:r>
              <a:rPr sz="1700" spc="5" dirty="0">
                <a:solidFill>
                  <a:srgbClr val="242424"/>
                </a:solidFill>
                <a:latin typeface="Times New Roman"/>
                <a:cs typeface="Times New Roman"/>
              </a:rPr>
              <a:t> </a:t>
            </a:r>
            <a:r>
              <a:rPr sz="1700" spc="-5" dirty="0">
                <a:solidFill>
                  <a:srgbClr val="242424"/>
                </a:solidFill>
                <a:latin typeface="Times New Roman"/>
                <a:cs typeface="Times New Roman"/>
              </a:rPr>
              <a:t>b</a:t>
            </a:r>
            <a:r>
              <a:rPr sz="1700" spc="-7" dirty="0">
                <a:solidFill>
                  <a:srgbClr val="242424"/>
                </a:solidFill>
                <a:latin typeface="Times New Roman"/>
                <a:cs typeface="Times New Roman"/>
              </a:rPr>
              <a:t>ac</a:t>
            </a:r>
            <a:r>
              <a:rPr sz="1700" dirty="0">
                <a:solidFill>
                  <a:srgbClr val="242424"/>
                </a:solidFill>
                <a:latin typeface="Times New Roman"/>
                <a:cs typeface="Times New Roman"/>
              </a:rPr>
              <a:t>k </a:t>
            </a:r>
            <a:r>
              <a:rPr sz="1700" spc="-2" dirty="0">
                <a:solidFill>
                  <a:srgbClr val="242424"/>
                </a:solidFill>
                <a:latin typeface="Times New Roman"/>
                <a:cs typeface="Times New Roman"/>
              </a:rPr>
              <a:t>the </a:t>
            </a:r>
            <a:r>
              <a:rPr sz="1700" dirty="0">
                <a:solidFill>
                  <a:srgbClr val="242424"/>
                </a:solidFill>
                <a:latin typeface="Times New Roman"/>
                <a:cs typeface="Times New Roman"/>
              </a:rPr>
              <a:t>r</a:t>
            </a:r>
            <a:r>
              <a:rPr sz="1700" spc="-5" dirty="0">
                <a:solidFill>
                  <a:srgbClr val="242424"/>
                </a:solidFill>
                <a:latin typeface="Times New Roman"/>
                <a:cs typeface="Times New Roman"/>
              </a:rPr>
              <a:t>esul</a:t>
            </a:r>
            <a:r>
              <a:rPr sz="1700" spc="-2" dirty="0">
                <a:solidFill>
                  <a:srgbClr val="242424"/>
                </a:solidFill>
                <a:latin typeface="Times New Roman"/>
                <a:cs typeface="Times New Roman"/>
              </a:rPr>
              <a:t>t</a:t>
            </a:r>
            <a:r>
              <a:rPr sz="1700" spc="2" dirty="0">
                <a:solidFill>
                  <a:srgbClr val="242424"/>
                </a:solidFill>
                <a:latin typeface="Times New Roman"/>
                <a:cs typeface="Times New Roman"/>
              </a:rPr>
              <a:t> </a:t>
            </a:r>
            <a:r>
              <a:rPr sz="1700" spc="-2" dirty="0">
                <a:solidFill>
                  <a:srgbClr val="242424"/>
                </a:solidFill>
                <a:latin typeface="Times New Roman"/>
                <a:cs typeface="Times New Roman"/>
              </a:rPr>
              <a:t>to</a:t>
            </a:r>
            <a:r>
              <a:rPr sz="1700" spc="7" dirty="0">
                <a:solidFill>
                  <a:srgbClr val="242424"/>
                </a:solidFill>
                <a:latin typeface="Times New Roman"/>
                <a:cs typeface="Times New Roman"/>
              </a:rPr>
              <a:t> </a:t>
            </a:r>
            <a:r>
              <a:rPr sz="1700" spc="-2" dirty="0">
                <a:solidFill>
                  <a:srgbClr val="242424"/>
                </a:solidFill>
                <a:latin typeface="Times New Roman"/>
                <a:cs typeface="Times New Roman"/>
              </a:rPr>
              <a:t>the </a:t>
            </a:r>
            <a:r>
              <a:rPr sz="1700" spc="-5" dirty="0">
                <a:solidFill>
                  <a:srgbClr val="242424"/>
                </a:solidFill>
                <a:latin typeface="Times New Roman"/>
                <a:cs typeface="Times New Roman"/>
              </a:rPr>
              <a:t>r</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g</a:t>
            </a:r>
            <a:r>
              <a:rPr sz="1700" dirty="0">
                <a:solidFill>
                  <a:srgbClr val="242424"/>
                </a:solidFill>
                <a:latin typeface="Times New Roman"/>
                <a:cs typeface="Times New Roman"/>
              </a:rPr>
              <a:t>i</a:t>
            </a:r>
            <a:r>
              <a:rPr sz="1700" spc="-5" dirty="0">
                <a:solidFill>
                  <a:srgbClr val="242424"/>
                </a:solidFill>
                <a:latin typeface="Times New Roman"/>
                <a:cs typeface="Times New Roman"/>
              </a:rPr>
              <a:t>ster</a:t>
            </a:r>
            <a:r>
              <a:rPr sz="1700" dirty="0">
                <a:solidFill>
                  <a:srgbClr val="242424"/>
                </a:solidFill>
                <a:latin typeface="Times New Roman"/>
                <a:cs typeface="Times New Roman"/>
              </a:rPr>
              <a:t>.</a:t>
            </a:r>
            <a:endParaRPr sz="1700" dirty="0">
              <a:latin typeface="Times New Roman"/>
              <a:cs typeface="Times New Roman"/>
            </a:endParaRPr>
          </a:p>
          <a:p>
            <a:pPr>
              <a:spcBef>
                <a:spcPts val="11"/>
              </a:spcBef>
            </a:pPr>
            <a:endParaRPr sz="1700" dirty="0">
              <a:latin typeface="Times New Roman"/>
              <a:cs typeface="Times New Roman"/>
            </a:endParaRPr>
          </a:p>
          <a:p>
            <a:pPr marL="291859" marR="2443" indent="-285750" algn="just">
              <a:buFont typeface="Arial" panose="020B0604020202020204" pitchFamily="34" charset="0"/>
              <a:buChar char="•"/>
            </a:pPr>
            <a:r>
              <a:rPr sz="1700" spc="-10" dirty="0">
                <a:solidFill>
                  <a:srgbClr val="242424"/>
                </a:solidFill>
                <a:latin typeface="Times New Roman"/>
                <a:cs typeface="Times New Roman"/>
              </a:rPr>
              <a:t>I</a:t>
            </a:r>
            <a:r>
              <a:rPr sz="1700" dirty="0">
                <a:solidFill>
                  <a:srgbClr val="242424"/>
                </a:solidFill>
                <a:latin typeface="Times New Roman"/>
                <a:cs typeface="Times New Roman"/>
              </a:rPr>
              <a:t>n</a:t>
            </a:r>
            <a:r>
              <a:rPr sz="1700" spc="-19" dirty="0">
                <a:solidFill>
                  <a:srgbClr val="242424"/>
                </a:solidFill>
                <a:latin typeface="Times New Roman"/>
                <a:cs typeface="Times New Roman"/>
              </a:rPr>
              <a:t> </a:t>
            </a:r>
            <a:r>
              <a:rPr sz="1700" spc="-2" dirty="0">
                <a:solidFill>
                  <a:srgbClr val="242424"/>
                </a:solidFill>
                <a:latin typeface="Times New Roman"/>
                <a:cs typeface="Times New Roman"/>
              </a:rPr>
              <a:t>pipelini</a:t>
            </a:r>
            <a:r>
              <a:rPr sz="1700" dirty="0">
                <a:solidFill>
                  <a:srgbClr val="242424"/>
                </a:solidFill>
                <a:latin typeface="Times New Roman"/>
                <a:cs typeface="Times New Roman"/>
              </a:rPr>
              <a:t>ng,</a:t>
            </a:r>
            <a:r>
              <a:rPr sz="1700" spc="-19" dirty="0">
                <a:solidFill>
                  <a:srgbClr val="242424"/>
                </a:solidFill>
                <a:latin typeface="Times New Roman"/>
                <a:cs typeface="Times New Roman"/>
              </a:rPr>
              <a:t> </a:t>
            </a:r>
            <a:r>
              <a:rPr sz="1700" dirty="0">
                <a:solidFill>
                  <a:srgbClr val="242424"/>
                </a:solidFill>
                <a:latin typeface="Times New Roman"/>
                <a:cs typeface="Times New Roman"/>
              </a:rPr>
              <a:t>t</a:t>
            </a:r>
            <a:r>
              <a:rPr sz="1700" spc="-5" dirty="0">
                <a:solidFill>
                  <a:srgbClr val="242424"/>
                </a:solidFill>
                <a:latin typeface="Times New Roman"/>
                <a:cs typeface="Times New Roman"/>
              </a:rPr>
              <a:t>h</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s</a:t>
            </a:r>
            <a:r>
              <a:rPr sz="1700" dirty="0">
                <a:solidFill>
                  <a:srgbClr val="242424"/>
                </a:solidFill>
                <a:latin typeface="Times New Roman"/>
                <a:cs typeface="Times New Roman"/>
              </a:rPr>
              <a:t>e</a:t>
            </a:r>
            <a:r>
              <a:rPr sz="1700" spc="-19" dirty="0">
                <a:solidFill>
                  <a:srgbClr val="242424"/>
                </a:solidFill>
                <a:latin typeface="Times New Roman"/>
                <a:cs typeface="Times New Roman"/>
              </a:rPr>
              <a:t> </a:t>
            </a:r>
            <a:r>
              <a:rPr sz="1700" spc="-2" dirty="0">
                <a:solidFill>
                  <a:srgbClr val="242424"/>
                </a:solidFill>
                <a:latin typeface="Times New Roman"/>
                <a:cs typeface="Times New Roman"/>
              </a:rPr>
              <a:t>dif</a:t>
            </a:r>
            <a:r>
              <a:rPr sz="1700" dirty="0">
                <a:solidFill>
                  <a:srgbClr val="242424"/>
                </a:solidFill>
                <a:latin typeface="Times New Roman"/>
                <a:cs typeface="Times New Roman"/>
              </a:rPr>
              <a:t>f</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e</a:t>
            </a:r>
            <a:r>
              <a:rPr sz="1700" spc="-2" dirty="0">
                <a:solidFill>
                  <a:srgbClr val="242424"/>
                </a:solidFill>
                <a:latin typeface="Times New Roman"/>
                <a:cs typeface="Times New Roman"/>
              </a:rPr>
              <a:t>nt</a:t>
            </a:r>
            <a:r>
              <a:rPr sz="1700" spc="-12" dirty="0">
                <a:solidFill>
                  <a:srgbClr val="242424"/>
                </a:solidFill>
                <a:latin typeface="Times New Roman"/>
                <a:cs typeface="Times New Roman"/>
              </a:rPr>
              <a:t> </a:t>
            </a:r>
            <a:r>
              <a:rPr sz="1700" spc="-5" dirty="0">
                <a:solidFill>
                  <a:srgbClr val="242424"/>
                </a:solidFill>
                <a:latin typeface="Times New Roman"/>
                <a:cs typeface="Times New Roman"/>
              </a:rPr>
              <a:t>ph</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se</a:t>
            </a:r>
            <a:r>
              <a:rPr sz="1700" dirty="0">
                <a:solidFill>
                  <a:srgbClr val="242424"/>
                </a:solidFill>
                <a:latin typeface="Times New Roman"/>
                <a:cs typeface="Times New Roman"/>
              </a:rPr>
              <a:t>s</a:t>
            </a:r>
            <a:r>
              <a:rPr sz="1700" spc="-12" dirty="0">
                <a:solidFill>
                  <a:srgbClr val="242424"/>
                </a:solidFill>
                <a:latin typeface="Times New Roman"/>
                <a:cs typeface="Times New Roman"/>
              </a:rPr>
              <a:t> </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r</a:t>
            </a:r>
            <a:r>
              <a:rPr sz="1700" spc="-5" dirty="0">
                <a:solidFill>
                  <a:srgbClr val="242424"/>
                </a:solidFill>
                <a:latin typeface="Times New Roman"/>
                <a:cs typeface="Times New Roman"/>
              </a:rPr>
              <a:t>e</a:t>
            </a:r>
            <a:r>
              <a:rPr sz="1700" spc="-14" dirty="0">
                <a:solidFill>
                  <a:srgbClr val="242424"/>
                </a:solidFill>
                <a:latin typeface="Times New Roman"/>
                <a:cs typeface="Times New Roman"/>
              </a:rPr>
              <a:t> </a:t>
            </a:r>
            <a:r>
              <a:rPr sz="1700" spc="-5" dirty="0">
                <a:solidFill>
                  <a:srgbClr val="242424"/>
                </a:solidFill>
                <a:latin typeface="Times New Roman"/>
                <a:cs typeface="Times New Roman"/>
              </a:rPr>
              <a:t>p</a:t>
            </a:r>
            <a:r>
              <a:rPr sz="1700" spc="-7" dirty="0">
                <a:solidFill>
                  <a:srgbClr val="242424"/>
                </a:solidFill>
                <a:latin typeface="Times New Roman"/>
                <a:cs typeface="Times New Roman"/>
              </a:rPr>
              <a:t>e</a:t>
            </a:r>
            <a:r>
              <a:rPr sz="1700" dirty="0">
                <a:solidFill>
                  <a:srgbClr val="242424"/>
                </a:solidFill>
                <a:latin typeface="Times New Roman"/>
                <a:cs typeface="Times New Roman"/>
              </a:rPr>
              <a:t>r</a:t>
            </a:r>
            <a:r>
              <a:rPr sz="1700" spc="-5" dirty="0">
                <a:solidFill>
                  <a:srgbClr val="242424"/>
                </a:solidFill>
                <a:latin typeface="Times New Roman"/>
                <a:cs typeface="Times New Roman"/>
              </a:rPr>
              <a:t>form</a:t>
            </a:r>
            <a:r>
              <a:rPr sz="1700" spc="-10" dirty="0">
                <a:solidFill>
                  <a:srgbClr val="242424"/>
                </a:solidFill>
                <a:latin typeface="Times New Roman"/>
                <a:cs typeface="Times New Roman"/>
              </a:rPr>
              <a:t>e</a:t>
            </a:r>
            <a:r>
              <a:rPr sz="1700" dirty="0">
                <a:solidFill>
                  <a:srgbClr val="242424"/>
                </a:solidFill>
                <a:latin typeface="Times New Roman"/>
                <a:cs typeface="Times New Roman"/>
              </a:rPr>
              <a:t>d</a:t>
            </a:r>
            <a:r>
              <a:rPr sz="1700" spc="-14" dirty="0">
                <a:solidFill>
                  <a:srgbClr val="242424"/>
                </a:solidFill>
                <a:latin typeface="Times New Roman"/>
                <a:cs typeface="Times New Roman"/>
              </a:rPr>
              <a:t> </a:t>
            </a:r>
            <a:r>
              <a:rPr sz="1700" spc="-7" dirty="0">
                <a:solidFill>
                  <a:srgbClr val="242424"/>
                </a:solidFill>
                <a:latin typeface="Times New Roman"/>
                <a:cs typeface="Times New Roman"/>
              </a:rPr>
              <a:t>c</a:t>
            </a:r>
            <a:r>
              <a:rPr sz="1700" dirty="0">
                <a:solidFill>
                  <a:srgbClr val="242424"/>
                </a:solidFill>
                <a:latin typeface="Times New Roman"/>
                <a:cs typeface="Times New Roman"/>
              </a:rPr>
              <a:t>o</a:t>
            </a:r>
            <a:r>
              <a:rPr sz="1700" spc="5" dirty="0">
                <a:solidFill>
                  <a:srgbClr val="242424"/>
                </a:solidFill>
                <a:latin typeface="Times New Roman"/>
                <a:cs typeface="Times New Roman"/>
              </a:rPr>
              <a:t>n</a:t>
            </a:r>
            <a:r>
              <a:rPr sz="1700" spc="-7" dirty="0">
                <a:solidFill>
                  <a:srgbClr val="242424"/>
                </a:solidFill>
                <a:latin typeface="Times New Roman"/>
                <a:cs typeface="Times New Roman"/>
              </a:rPr>
              <a:t>c</a:t>
            </a:r>
            <a:r>
              <a:rPr sz="1700" dirty="0">
                <a:solidFill>
                  <a:srgbClr val="242424"/>
                </a:solidFill>
                <a:latin typeface="Times New Roman"/>
                <a:cs typeface="Times New Roman"/>
              </a:rPr>
              <a:t>urr</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ntl</a:t>
            </a:r>
            <a:r>
              <a:rPr sz="1700" dirty="0">
                <a:solidFill>
                  <a:srgbClr val="242424"/>
                </a:solidFill>
                <a:latin typeface="Times New Roman"/>
                <a:cs typeface="Times New Roman"/>
              </a:rPr>
              <a:t>y.</a:t>
            </a:r>
            <a:endParaRPr lang="en-US" sz="1700" dirty="0">
              <a:solidFill>
                <a:srgbClr val="242424"/>
              </a:solidFill>
              <a:latin typeface="Times New Roman"/>
              <a:cs typeface="Times New Roman"/>
            </a:endParaRPr>
          </a:p>
          <a:p>
            <a:pPr marL="6109" marR="2443" algn="just"/>
            <a:endParaRPr lang="en-US" sz="1700" spc="-19"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19" dirty="0">
                <a:solidFill>
                  <a:srgbClr val="242424"/>
                </a:solidFill>
                <a:latin typeface="Times New Roman"/>
                <a:cs typeface="Times New Roman"/>
              </a:rPr>
              <a:t>T</a:t>
            </a:r>
            <a:r>
              <a:rPr sz="1700" spc="-2" dirty="0">
                <a:solidFill>
                  <a:srgbClr val="242424"/>
                </a:solidFill>
                <a:latin typeface="Times New Roman"/>
                <a:cs typeface="Times New Roman"/>
              </a:rPr>
              <a:t>hese </a:t>
            </a:r>
            <a:r>
              <a:rPr sz="1700" spc="-5" dirty="0">
                <a:solidFill>
                  <a:srgbClr val="242424"/>
                </a:solidFill>
                <a:latin typeface="Times New Roman"/>
                <a:cs typeface="Times New Roman"/>
              </a:rPr>
              <a:t>ph</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se</a:t>
            </a:r>
            <a:r>
              <a:rPr sz="1700" dirty="0">
                <a:solidFill>
                  <a:srgbClr val="242424"/>
                </a:solidFill>
                <a:latin typeface="Times New Roman"/>
                <a:cs typeface="Times New Roman"/>
              </a:rPr>
              <a:t>s</a:t>
            </a:r>
            <a:r>
              <a:rPr sz="1700" spc="5" dirty="0">
                <a:solidFill>
                  <a:srgbClr val="242424"/>
                </a:solidFill>
                <a:latin typeface="Times New Roman"/>
                <a:cs typeface="Times New Roman"/>
              </a:rPr>
              <a:t> </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r</a:t>
            </a:r>
            <a:r>
              <a:rPr sz="1700" spc="-5" dirty="0">
                <a:solidFill>
                  <a:srgbClr val="242424"/>
                </a:solidFill>
                <a:latin typeface="Times New Roman"/>
                <a:cs typeface="Times New Roman"/>
              </a:rPr>
              <a:t>e</a:t>
            </a:r>
            <a:r>
              <a:rPr sz="1700" spc="2" dirty="0">
                <a:solidFill>
                  <a:srgbClr val="242424"/>
                </a:solidFill>
                <a:latin typeface="Times New Roman"/>
                <a:cs typeface="Times New Roman"/>
              </a:rPr>
              <a:t> </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onsid</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7" dirty="0">
                <a:solidFill>
                  <a:srgbClr val="242424"/>
                </a:solidFill>
                <a:latin typeface="Times New Roman"/>
                <a:cs typeface="Times New Roman"/>
              </a:rPr>
              <a:t>e</a:t>
            </a:r>
            <a:r>
              <a:rPr sz="1700" dirty="0">
                <a:solidFill>
                  <a:srgbClr val="242424"/>
                </a:solidFill>
                <a:latin typeface="Times New Roman"/>
                <a:cs typeface="Times New Roman"/>
              </a:rPr>
              <a:t>d</a:t>
            </a:r>
            <a:r>
              <a:rPr sz="1700" spc="5" dirty="0">
                <a:solidFill>
                  <a:srgbClr val="242424"/>
                </a:solidFill>
                <a:latin typeface="Times New Roman"/>
                <a:cs typeface="Times New Roman"/>
              </a:rPr>
              <a:t> </a:t>
            </a:r>
            <a:r>
              <a:rPr sz="1700" spc="-5" dirty="0">
                <a:solidFill>
                  <a:srgbClr val="242424"/>
                </a:solidFill>
                <a:latin typeface="Times New Roman"/>
                <a:cs typeface="Times New Roman"/>
              </a:rPr>
              <a:t>indep</a:t>
            </a:r>
            <a:r>
              <a:rPr sz="1700" spc="-10" dirty="0">
                <a:solidFill>
                  <a:srgbClr val="242424"/>
                </a:solidFill>
                <a:latin typeface="Times New Roman"/>
                <a:cs typeface="Times New Roman"/>
              </a:rPr>
              <a:t>e</a:t>
            </a:r>
            <a:r>
              <a:rPr sz="1700" spc="-5" dirty="0">
                <a:solidFill>
                  <a:srgbClr val="242424"/>
                </a:solidFill>
                <a:latin typeface="Times New Roman"/>
                <a:cs typeface="Times New Roman"/>
              </a:rPr>
              <a:t>nd</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nt</a:t>
            </a:r>
            <a:r>
              <a:rPr sz="1700" spc="5" dirty="0">
                <a:solidFill>
                  <a:srgbClr val="242424"/>
                </a:solidFill>
                <a:latin typeface="Times New Roman"/>
                <a:cs typeface="Times New Roman"/>
              </a:rPr>
              <a:t> </a:t>
            </a:r>
            <a:r>
              <a:rPr sz="1700" spc="-5" dirty="0">
                <a:solidFill>
                  <a:srgbClr val="242424"/>
                </a:solidFill>
                <a:latin typeface="Times New Roman"/>
                <a:cs typeface="Times New Roman"/>
              </a:rPr>
              <a:t>b</a:t>
            </a:r>
            <a:r>
              <a:rPr sz="1700" spc="-7" dirty="0">
                <a:solidFill>
                  <a:srgbClr val="242424"/>
                </a:solidFill>
                <a:latin typeface="Times New Roman"/>
                <a:cs typeface="Times New Roman"/>
              </a:rPr>
              <a:t>e</a:t>
            </a:r>
            <a:r>
              <a:rPr sz="1700" dirty="0">
                <a:solidFill>
                  <a:srgbClr val="242424"/>
                </a:solidFill>
                <a:latin typeface="Times New Roman"/>
                <a:cs typeface="Times New Roman"/>
              </a:rPr>
              <a:t>t</a:t>
            </a:r>
            <a:r>
              <a:rPr sz="1700" spc="5" dirty="0">
                <a:solidFill>
                  <a:srgbClr val="242424"/>
                </a:solidFill>
                <a:latin typeface="Times New Roman"/>
                <a:cs typeface="Times New Roman"/>
              </a:rPr>
              <a:t>w</a:t>
            </a:r>
            <a:r>
              <a:rPr sz="1700" spc="-7" dirty="0">
                <a:solidFill>
                  <a:srgbClr val="242424"/>
                </a:solidFill>
                <a:latin typeface="Times New Roman"/>
                <a:cs typeface="Times New Roman"/>
              </a:rPr>
              <a:t>ee</a:t>
            </a:r>
            <a:r>
              <a:rPr sz="1700" dirty="0">
                <a:solidFill>
                  <a:srgbClr val="242424"/>
                </a:solidFill>
                <a:latin typeface="Times New Roman"/>
                <a:cs typeface="Times New Roman"/>
              </a:rPr>
              <a:t>n</a:t>
            </a:r>
            <a:r>
              <a:rPr sz="1700" spc="5" dirty="0">
                <a:solidFill>
                  <a:srgbClr val="242424"/>
                </a:solidFill>
                <a:latin typeface="Times New Roman"/>
                <a:cs typeface="Times New Roman"/>
              </a:rPr>
              <a:t> </a:t>
            </a:r>
            <a:r>
              <a:rPr sz="1700" spc="-2" dirty="0">
                <a:solidFill>
                  <a:srgbClr val="242424"/>
                </a:solidFill>
                <a:latin typeface="Times New Roman"/>
                <a:cs typeface="Times New Roman"/>
              </a:rPr>
              <a:t>dif</a:t>
            </a:r>
            <a:r>
              <a:rPr sz="1700" dirty="0">
                <a:solidFill>
                  <a:srgbClr val="242424"/>
                </a:solidFill>
                <a:latin typeface="Times New Roman"/>
                <a:cs typeface="Times New Roman"/>
              </a:rPr>
              <a:t>f</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nt</a:t>
            </a:r>
            <a:r>
              <a:rPr sz="1700" spc="5" dirty="0">
                <a:solidFill>
                  <a:srgbClr val="242424"/>
                </a:solidFill>
                <a:latin typeface="Times New Roman"/>
                <a:cs typeface="Times New Roman"/>
              </a:rPr>
              <a:t> </a:t>
            </a:r>
            <a:r>
              <a:rPr sz="1700" spc="-5" dirty="0">
                <a:solidFill>
                  <a:srgbClr val="242424"/>
                </a:solidFill>
                <a:latin typeface="Times New Roman"/>
                <a:cs typeface="Times New Roman"/>
              </a:rPr>
              <a:t>op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spc="-2" dirty="0">
                <a:solidFill>
                  <a:srgbClr val="242424"/>
                </a:solidFill>
                <a:latin typeface="Times New Roman"/>
                <a:cs typeface="Times New Roman"/>
              </a:rPr>
              <a:t>ti</a:t>
            </a:r>
            <a:r>
              <a:rPr sz="1700" spc="10" dirty="0">
                <a:solidFill>
                  <a:srgbClr val="242424"/>
                </a:solidFill>
                <a:latin typeface="Times New Roman"/>
                <a:cs typeface="Times New Roman"/>
              </a:rPr>
              <a:t>o</a:t>
            </a:r>
            <a:r>
              <a:rPr sz="1700" dirty="0">
                <a:solidFill>
                  <a:srgbClr val="242424"/>
                </a:solidFill>
                <a:latin typeface="Times New Roman"/>
                <a:cs typeface="Times New Roman"/>
              </a:rPr>
              <a:t>ns</a:t>
            </a:r>
            <a:r>
              <a:rPr sz="1700" spc="5" dirty="0">
                <a:solidFill>
                  <a:srgbClr val="242424"/>
                </a:solidFill>
                <a:latin typeface="Times New Roman"/>
                <a:cs typeface="Times New Roman"/>
              </a:rPr>
              <a:t> </a:t>
            </a:r>
            <a:r>
              <a:rPr sz="1700" spc="-7" dirty="0">
                <a:solidFill>
                  <a:srgbClr val="242424"/>
                </a:solidFill>
                <a:latin typeface="Times New Roman"/>
                <a:cs typeface="Times New Roman"/>
              </a:rPr>
              <a:t>a</a:t>
            </a:r>
            <a:r>
              <a:rPr sz="1700" dirty="0">
                <a:solidFill>
                  <a:srgbClr val="242424"/>
                </a:solidFill>
                <a:latin typeface="Times New Roman"/>
                <a:cs typeface="Times New Roman"/>
              </a:rPr>
              <a:t>nd</a:t>
            </a:r>
            <a:r>
              <a:rPr sz="1700" spc="5" dirty="0">
                <a:solidFill>
                  <a:srgbClr val="242424"/>
                </a:solidFill>
                <a:latin typeface="Times New Roman"/>
                <a:cs typeface="Times New Roman"/>
              </a:rPr>
              <a:t> </a:t>
            </a:r>
            <a:r>
              <a:rPr sz="1700" spc="-2" dirty="0">
                <a:solidFill>
                  <a:srgbClr val="242424"/>
                </a:solidFill>
                <a:latin typeface="Times New Roman"/>
                <a:cs typeface="Times New Roman"/>
              </a:rPr>
              <a:t>c</a:t>
            </a:r>
            <a:r>
              <a:rPr sz="1700" spc="-7" dirty="0">
                <a:solidFill>
                  <a:srgbClr val="242424"/>
                </a:solidFill>
                <a:latin typeface="Times New Roman"/>
                <a:cs typeface="Times New Roman"/>
              </a:rPr>
              <a:t>a</a:t>
            </a:r>
            <a:r>
              <a:rPr sz="1700" dirty="0">
                <a:solidFill>
                  <a:srgbClr val="242424"/>
                </a:solidFill>
                <a:latin typeface="Times New Roman"/>
                <a:cs typeface="Times New Roman"/>
              </a:rPr>
              <a:t>n</a:t>
            </a:r>
            <a:r>
              <a:rPr sz="1700" spc="5" dirty="0">
                <a:solidFill>
                  <a:srgbClr val="242424"/>
                </a:solidFill>
                <a:latin typeface="Times New Roman"/>
                <a:cs typeface="Times New Roman"/>
              </a:rPr>
              <a:t> </a:t>
            </a:r>
            <a:r>
              <a:rPr sz="1700" spc="-5" dirty="0">
                <a:solidFill>
                  <a:srgbClr val="242424"/>
                </a:solidFill>
                <a:latin typeface="Times New Roman"/>
                <a:cs typeface="Times New Roman"/>
              </a:rPr>
              <a:t>be</a:t>
            </a:r>
            <a:r>
              <a:rPr sz="1700" spc="7" dirty="0">
                <a:solidFill>
                  <a:srgbClr val="242424"/>
                </a:solidFill>
                <a:latin typeface="Times New Roman"/>
                <a:cs typeface="Times New Roman"/>
              </a:rPr>
              <a:t> </a:t>
            </a:r>
            <a:r>
              <a:rPr sz="1700" spc="-5" dirty="0">
                <a:solidFill>
                  <a:srgbClr val="242424"/>
                </a:solidFill>
                <a:latin typeface="Times New Roman"/>
                <a:cs typeface="Times New Roman"/>
              </a:rPr>
              <a:t>ov</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rl</a:t>
            </a:r>
            <a:r>
              <a:rPr sz="1700" spc="-10" dirty="0">
                <a:solidFill>
                  <a:srgbClr val="242424"/>
                </a:solidFill>
                <a:latin typeface="Times New Roman"/>
                <a:cs typeface="Times New Roman"/>
              </a:rPr>
              <a:t>a</a:t>
            </a:r>
            <a:r>
              <a:rPr sz="1700" spc="-5" dirty="0">
                <a:solidFill>
                  <a:srgbClr val="242424"/>
                </a:solidFill>
                <a:latin typeface="Times New Roman"/>
                <a:cs typeface="Times New Roman"/>
              </a:rPr>
              <a:t>pp</a:t>
            </a:r>
            <a:r>
              <a:rPr sz="1700" spc="-7" dirty="0">
                <a:solidFill>
                  <a:srgbClr val="242424"/>
                </a:solidFill>
                <a:latin typeface="Times New Roman"/>
                <a:cs typeface="Times New Roman"/>
              </a:rPr>
              <a:t>e</a:t>
            </a:r>
            <a:r>
              <a:rPr sz="1700" dirty="0">
                <a:solidFill>
                  <a:srgbClr val="242424"/>
                </a:solidFill>
                <a:latin typeface="Times New Roman"/>
                <a:cs typeface="Times New Roman"/>
              </a:rPr>
              <a:t>d.</a:t>
            </a:r>
            <a:endParaRPr lang="en-US" sz="1700" spc="5" dirty="0">
              <a:solidFill>
                <a:srgbClr val="242424"/>
              </a:solidFill>
              <a:latin typeface="Times New Roman"/>
              <a:cs typeface="Times New Roman"/>
            </a:endParaRPr>
          </a:p>
          <a:p>
            <a:pPr marL="6109" marR="2443" algn="just"/>
            <a:endParaRPr lang="en-US" sz="1700" spc="5" dirty="0">
              <a:solidFill>
                <a:srgbClr val="242424"/>
              </a:solidFill>
              <a:latin typeface="Times New Roman"/>
              <a:cs typeface="Times New Roman"/>
            </a:endParaRPr>
          </a:p>
          <a:p>
            <a:pPr marL="291859" marR="2443" indent="-285750" algn="just">
              <a:buFont typeface="Arial" panose="020B0604020202020204" pitchFamily="34" charset="0"/>
              <a:buChar char="•"/>
            </a:pPr>
            <a:r>
              <a:rPr sz="1700" dirty="0">
                <a:solidFill>
                  <a:srgbClr val="242424"/>
                </a:solidFill>
                <a:latin typeface="Times New Roman"/>
                <a:cs typeface="Times New Roman"/>
              </a:rPr>
              <a:t>Thus, </a:t>
            </a:r>
            <a:r>
              <a:rPr sz="1700" spc="-2" dirty="0">
                <a:solidFill>
                  <a:srgbClr val="242424"/>
                </a:solidFill>
                <a:latin typeface="Times New Roman"/>
                <a:cs typeface="Times New Roman"/>
              </a:rPr>
              <a:t>multiple</a:t>
            </a:r>
            <a:r>
              <a:rPr sz="1700" dirty="0">
                <a:solidFill>
                  <a:srgbClr val="242424"/>
                </a:solidFill>
                <a:latin typeface="Times New Roman"/>
                <a:cs typeface="Times New Roman"/>
              </a:rPr>
              <a:t> </a:t>
            </a:r>
            <a:r>
              <a:rPr sz="1700" spc="-55" dirty="0">
                <a:solidFill>
                  <a:srgbClr val="242424"/>
                </a:solidFill>
                <a:latin typeface="Times New Roman"/>
                <a:cs typeface="Times New Roman"/>
              </a:rPr>
              <a:t> </a:t>
            </a:r>
            <a:r>
              <a:rPr sz="1700" spc="-5" dirty="0">
                <a:solidFill>
                  <a:srgbClr val="242424"/>
                </a:solidFill>
                <a:latin typeface="Times New Roman"/>
                <a:cs typeface="Times New Roman"/>
              </a:rPr>
              <a:t>op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spc="-2" dirty="0">
                <a:solidFill>
                  <a:srgbClr val="242424"/>
                </a:solidFill>
                <a:latin typeface="Times New Roman"/>
                <a:cs typeface="Times New Roman"/>
              </a:rPr>
              <a:t>ti</a:t>
            </a:r>
            <a:r>
              <a:rPr sz="1700" dirty="0">
                <a:solidFill>
                  <a:srgbClr val="242424"/>
                </a:solidFill>
                <a:latin typeface="Times New Roman"/>
                <a:cs typeface="Times New Roman"/>
              </a:rPr>
              <a:t>ons </a:t>
            </a:r>
            <a:r>
              <a:rPr sz="1700" spc="-53" dirty="0">
                <a:solidFill>
                  <a:srgbClr val="242424"/>
                </a:solidFill>
                <a:latin typeface="Times New Roman"/>
                <a:cs typeface="Times New Roman"/>
              </a:rPr>
              <a:t> </a:t>
            </a:r>
            <a:r>
              <a:rPr sz="1700" spc="-7" dirty="0">
                <a:solidFill>
                  <a:srgbClr val="242424"/>
                </a:solidFill>
                <a:latin typeface="Times New Roman"/>
                <a:cs typeface="Times New Roman"/>
              </a:rPr>
              <a:t>ca</a:t>
            </a:r>
            <a:r>
              <a:rPr sz="1700" dirty="0">
                <a:solidFill>
                  <a:srgbClr val="242424"/>
                </a:solidFill>
                <a:latin typeface="Times New Roman"/>
                <a:cs typeface="Times New Roman"/>
              </a:rPr>
              <a:t>n </a:t>
            </a:r>
            <a:r>
              <a:rPr sz="1700" spc="-48" dirty="0">
                <a:solidFill>
                  <a:srgbClr val="242424"/>
                </a:solidFill>
                <a:latin typeface="Times New Roman"/>
                <a:cs typeface="Times New Roman"/>
              </a:rPr>
              <a:t> </a:t>
            </a:r>
            <a:r>
              <a:rPr sz="1700" spc="-5" dirty="0">
                <a:solidFill>
                  <a:srgbClr val="242424"/>
                </a:solidFill>
                <a:latin typeface="Times New Roman"/>
                <a:cs typeface="Times New Roman"/>
              </a:rPr>
              <a:t>be</a:t>
            </a:r>
            <a:r>
              <a:rPr sz="1700" dirty="0">
                <a:solidFill>
                  <a:srgbClr val="242424"/>
                </a:solidFill>
                <a:latin typeface="Times New Roman"/>
                <a:cs typeface="Times New Roman"/>
              </a:rPr>
              <a:t> </a:t>
            </a:r>
            <a:r>
              <a:rPr sz="1700" spc="-55" dirty="0">
                <a:solidFill>
                  <a:srgbClr val="242424"/>
                </a:solidFill>
                <a:latin typeface="Times New Roman"/>
                <a:cs typeface="Times New Roman"/>
              </a:rPr>
              <a:t> </a:t>
            </a:r>
            <a:r>
              <a:rPr sz="1700" spc="-5" dirty="0">
                <a:solidFill>
                  <a:srgbClr val="242424"/>
                </a:solidFill>
                <a:latin typeface="Times New Roman"/>
                <a:cs typeface="Times New Roman"/>
              </a:rPr>
              <a:t>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dirty="0">
                <a:solidFill>
                  <a:srgbClr val="242424"/>
                </a:solidFill>
                <a:latin typeface="Times New Roman"/>
                <a:cs typeface="Times New Roman"/>
              </a:rPr>
              <a:t>fo</a:t>
            </a:r>
            <a:r>
              <a:rPr sz="1700" spc="-5" dirty="0">
                <a:solidFill>
                  <a:srgbClr val="242424"/>
                </a:solidFill>
                <a:latin typeface="Times New Roman"/>
                <a:cs typeface="Times New Roman"/>
              </a:rPr>
              <a:t>rmed</a:t>
            </a:r>
            <a:r>
              <a:rPr sz="1700" dirty="0">
                <a:solidFill>
                  <a:srgbClr val="242424"/>
                </a:solidFill>
                <a:latin typeface="Times New Roman"/>
                <a:cs typeface="Times New Roman"/>
              </a:rPr>
              <a:t> </a:t>
            </a:r>
            <a:r>
              <a:rPr sz="1700" spc="-55" dirty="0">
                <a:solidFill>
                  <a:srgbClr val="242424"/>
                </a:solidFill>
                <a:latin typeface="Times New Roman"/>
                <a:cs typeface="Times New Roman"/>
              </a:rPr>
              <a:t> </a:t>
            </a:r>
            <a:r>
              <a:rPr sz="1700" spc="-5" dirty="0">
                <a:solidFill>
                  <a:srgbClr val="242424"/>
                </a:solidFill>
                <a:latin typeface="Times New Roman"/>
                <a:cs typeface="Times New Roman"/>
              </a:rPr>
              <a:t>si</a:t>
            </a:r>
            <a:r>
              <a:rPr sz="1700" spc="-2" dirty="0">
                <a:solidFill>
                  <a:srgbClr val="242424"/>
                </a:solidFill>
                <a:latin typeface="Times New Roman"/>
                <a:cs typeface="Times New Roman"/>
              </a:rPr>
              <a:t>mult</a:t>
            </a:r>
            <a:r>
              <a:rPr sz="1700" spc="-7" dirty="0">
                <a:solidFill>
                  <a:srgbClr val="242424"/>
                </a:solidFill>
                <a:latin typeface="Times New Roman"/>
                <a:cs typeface="Times New Roman"/>
              </a:rPr>
              <a:t>a</a:t>
            </a:r>
            <a:r>
              <a:rPr sz="1700" spc="-5" dirty="0">
                <a:solidFill>
                  <a:srgbClr val="242424"/>
                </a:solidFill>
                <a:latin typeface="Times New Roman"/>
                <a:cs typeface="Times New Roman"/>
              </a:rPr>
              <a:t>n</a:t>
            </a:r>
            <a:r>
              <a:rPr sz="1700" spc="-2" dirty="0">
                <a:solidFill>
                  <a:srgbClr val="242424"/>
                </a:solidFill>
                <a:latin typeface="Times New Roman"/>
                <a:cs typeface="Times New Roman"/>
              </a:rPr>
              <a:t>eousl</a:t>
            </a:r>
            <a:r>
              <a:rPr sz="1700" dirty="0">
                <a:solidFill>
                  <a:srgbClr val="242424"/>
                </a:solidFill>
                <a:latin typeface="Times New Roman"/>
                <a:cs typeface="Times New Roman"/>
              </a:rPr>
              <a:t>y, </a:t>
            </a:r>
            <a:r>
              <a:rPr sz="1700" spc="-53" dirty="0">
                <a:solidFill>
                  <a:srgbClr val="242424"/>
                </a:solidFill>
                <a:latin typeface="Times New Roman"/>
                <a:cs typeface="Times New Roman"/>
              </a:rPr>
              <a:t> </a:t>
            </a:r>
            <a:r>
              <a:rPr sz="1700" spc="-7" dirty="0">
                <a:solidFill>
                  <a:srgbClr val="242424"/>
                </a:solidFill>
                <a:latin typeface="Times New Roman"/>
                <a:cs typeface="Times New Roman"/>
              </a:rPr>
              <a:t>wit</a:t>
            </a:r>
            <a:r>
              <a:rPr sz="1700" spc="-5" dirty="0">
                <a:solidFill>
                  <a:srgbClr val="242424"/>
                </a:solidFill>
                <a:latin typeface="Times New Roman"/>
                <a:cs typeface="Times New Roman"/>
              </a:rPr>
              <a:t>h</a:t>
            </a:r>
            <a:r>
              <a:rPr sz="1700" dirty="0">
                <a:solidFill>
                  <a:srgbClr val="242424"/>
                </a:solidFill>
                <a:latin typeface="Times New Roman"/>
                <a:cs typeface="Times New Roman"/>
              </a:rPr>
              <a:t> </a:t>
            </a:r>
            <a:r>
              <a:rPr sz="1700" spc="-53" dirty="0">
                <a:solidFill>
                  <a:srgbClr val="242424"/>
                </a:solidFill>
                <a:latin typeface="Times New Roman"/>
                <a:cs typeface="Times New Roman"/>
              </a:rPr>
              <a:t> </a:t>
            </a:r>
            <a:r>
              <a:rPr sz="1700" spc="-7" dirty="0">
                <a:solidFill>
                  <a:srgbClr val="242424"/>
                </a:solidFill>
                <a:latin typeface="Times New Roman"/>
                <a:cs typeface="Times New Roman"/>
              </a:rPr>
              <a:t>eac</a:t>
            </a:r>
            <a:r>
              <a:rPr sz="1700" dirty="0">
                <a:solidFill>
                  <a:srgbClr val="242424"/>
                </a:solidFill>
                <a:latin typeface="Times New Roman"/>
                <a:cs typeface="Times New Roman"/>
              </a:rPr>
              <a:t>h </a:t>
            </a:r>
            <a:r>
              <a:rPr sz="1700" spc="-53" dirty="0">
                <a:solidFill>
                  <a:srgbClr val="242424"/>
                </a:solidFill>
                <a:latin typeface="Times New Roman"/>
                <a:cs typeface="Times New Roman"/>
              </a:rPr>
              <a:t> </a:t>
            </a:r>
            <a:r>
              <a:rPr sz="1700" dirty="0">
                <a:solidFill>
                  <a:srgbClr val="242424"/>
                </a:solidFill>
                <a:latin typeface="Times New Roman"/>
                <a:cs typeface="Times New Roman"/>
              </a:rPr>
              <a:t>o</a:t>
            </a:r>
            <a:r>
              <a:rPr sz="1700" spc="5" dirty="0">
                <a:solidFill>
                  <a:srgbClr val="242424"/>
                </a:solidFill>
                <a:latin typeface="Times New Roman"/>
                <a:cs typeface="Times New Roman"/>
              </a:rPr>
              <a:t>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spc="-2" dirty="0">
                <a:solidFill>
                  <a:srgbClr val="242424"/>
                </a:solidFill>
                <a:latin typeface="Times New Roman"/>
                <a:cs typeface="Times New Roman"/>
              </a:rPr>
              <a:t>t</a:t>
            </a:r>
            <a:r>
              <a:rPr sz="1700" spc="2" dirty="0">
                <a:solidFill>
                  <a:srgbClr val="242424"/>
                </a:solidFill>
                <a:latin typeface="Times New Roman"/>
                <a:cs typeface="Times New Roman"/>
              </a:rPr>
              <a:t>i</a:t>
            </a:r>
            <a:r>
              <a:rPr sz="1700" dirty="0">
                <a:solidFill>
                  <a:srgbClr val="242424"/>
                </a:solidFill>
                <a:latin typeface="Times New Roman"/>
                <a:cs typeface="Times New Roman"/>
              </a:rPr>
              <a:t>on </a:t>
            </a:r>
            <a:r>
              <a:rPr sz="1700" spc="-53" dirty="0">
                <a:solidFill>
                  <a:srgbClr val="242424"/>
                </a:solidFill>
                <a:latin typeface="Times New Roman"/>
                <a:cs typeface="Times New Roman"/>
              </a:rPr>
              <a:t> </a:t>
            </a:r>
            <a:r>
              <a:rPr sz="1700" spc="-5" dirty="0">
                <a:solidFill>
                  <a:srgbClr val="242424"/>
                </a:solidFill>
                <a:latin typeface="Times New Roman"/>
                <a:cs typeface="Times New Roman"/>
              </a:rPr>
              <a:t>h</a:t>
            </a:r>
            <a:r>
              <a:rPr sz="1700" spc="-7" dirty="0">
                <a:solidFill>
                  <a:srgbClr val="242424"/>
                </a:solidFill>
                <a:latin typeface="Times New Roman"/>
                <a:cs typeface="Times New Roman"/>
              </a:rPr>
              <a:t>a</a:t>
            </a:r>
            <a:r>
              <a:rPr sz="1700" spc="-5" dirty="0">
                <a:solidFill>
                  <a:srgbClr val="242424"/>
                </a:solidFill>
                <a:latin typeface="Times New Roman"/>
                <a:cs typeface="Times New Roman"/>
              </a:rPr>
              <a:t>ving</a:t>
            </a:r>
            <a:r>
              <a:rPr sz="1700" dirty="0">
                <a:solidFill>
                  <a:srgbClr val="242424"/>
                </a:solidFill>
                <a:latin typeface="Times New Roman"/>
                <a:cs typeface="Times New Roman"/>
              </a:rPr>
              <a:t> </a:t>
            </a:r>
            <a:r>
              <a:rPr sz="1700" spc="-53" dirty="0">
                <a:solidFill>
                  <a:srgbClr val="242424"/>
                </a:solidFill>
                <a:latin typeface="Times New Roman"/>
                <a:cs typeface="Times New Roman"/>
              </a:rPr>
              <a:t> </a:t>
            </a:r>
            <a:r>
              <a:rPr sz="1700" spc="-2" dirty="0">
                <a:solidFill>
                  <a:srgbClr val="242424"/>
                </a:solidFill>
                <a:latin typeface="Times New Roman"/>
                <a:cs typeface="Times New Roman"/>
              </a:rPr>
              <a:t>it</a:t>
            </a:r>
            <a:r>
              <a:rPr sz="1700" dirty="0">
                <a:solidFill>
                  <a:srgbClr val="242424"/>
                </a:solidFill>
                <a:latin typeface="Times New Roman"/>
                <a:cs typeface="Times New Roman"/>
              </a:rPr>
              <a:t>s </a:t>
            </a:r>
            <a:r>
              <a:rPr sz="1700" spc="-53" dirty="0">
                <a:solidFill>
                  <a:srgbClr val="242424"/>
                </a:solidFill>
                <a:latin typeface="Times New Roman"/>
                <a:cs typeface="Times New Roman"/>
              </a:rPr>
              <a:t> </a:t>
            </a:r>
            <a:r>
              <a:rPr sz="1700" dirty="0">
                <a:solidFill>
                  <a:srgbClr val="242424"/>
                </a:solidFill>
                <a:latin typeface="Times New Roman"/>
                <a:cs typeface="Times New Roman"/>
              </a:rPr>
              <a:t>own </a:t>
            </a:r>
            <a:r>
              <a:rPr sz="1700" spc="-5" dirty="0">
                <a:solidFill>
                  <a:srgbClr val="242424"/>
                </a:solidFill>
                <a:latin typeface="Times New Roman"/>
                <a:cs typeface="Times New Roman"/>
              </a:rPr>
              <a:t>indep</a:t>
            </a:r>
            <a:r>
              <a:rPr sz="1700" spc="-10" dirty="0">
                <a:solidFill>
                  <a:srgbClr val="242424"/>
                </a:solidFill>
                <a:latin typeface="Times New Roman"/>
                <a:cs typeface="Times New Roman"/>
              </a:rPr>
              <a:t>e</a:t>
            </a:r>
            <a:r>
              <a:rPr sz="1700" spc="-5" dirty="0">
                <a:solidFill>
                  <a:srgbClr val="242424"/>
                </a:solidFill>
                <a:latin typeface="Times New Roman"/>
                <a:cs typeface="Times New Roman"/>
              </a:rPr>
              <a:t>nd</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nt</a:t>
            </a:r>
            <a:r>
              <a:rPr sz="1700" dirty="0">
                <a:solidFill>
                  <a:srgbClr val="242424"/>
                </a:solidFill>
                <a:latin typeface="Times New Roman"/>
                <a:cs typeface="Times New Roman"/>
              </a:rPr>
              <a:t> </a:t>
            </a:r>
            <a:r>
              <a:rPr sz="1700" spc="-5" dirty="0">
                <a:solidFill>
                  <a:srgbClr val="242424"/>
                </a:solidFill>
                <a:latin typeface="Times New Roman"/>
                <a:cs typeface="Times New Roman"/>
              </a:rPr>
              <a:t>phas</a:t>
            </a:r>
            <a:r>
              <a:rPr sz="1700" spc="-10" dirty="0">
                <a:solidFill>
                  <a:srgbClr val="242424"/>
                </a:solidFill>
                <a:latin typeface="Times New Roman"/>
                <a:cs typeface="Times New Roman"/>
              </a:rPr>
              <a:t>e</a:t>
            </a:r>
            <a:r>
              <a:rPr sz="1700" dirty="0">
                <a:solidFill>
                  <a:srgbClr val="242424"/>
                </a:solidFill>
                <a:latin typeface="Times New Roman"/>
                <a:cs typeface="Times New Roman"/>
              </a:rPr>
              <a:t>.</a:t>
            </a:r>
            <a:endParaRPr sz="1700" dirty="0">
              <a:latin typeface="Times New Roman"/>
              <a:cs typeface="Times New Roman"/>
            </a:endParaRPr>
          </a:p>
        </p:txBody>
      </p:sp>
    </p:spTree>
    <p:extLst>
      <p:ext uri="{BB962C8B-B14F-4D97-AF65-F5344CB8AC3E}">
        <p14:creationId xmlns:p14="http://schemas.microsoft.com/office/powerpoint/2010/main" val="44099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7022-E461-CC93-99F2-F031D50F560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0F8707F-F394-2341-119E-3CF6B3B0DAA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C5B6398C-E08D-040B-8DF3-7C500848B0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4877D2D-56D5-7925-74F1-2C5530FA84C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C546EF3-01FD-524E-AE95-D7003762037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a:extLst>
              <a:ext uri="{FF2B5EF4-FFF2-40B4-BE49-F238E27FC236}">
                <a16:creationId xmlns:a16="http://schemas.microsoft.com/office/drawing/2014/main" id="{8509728C-A711-BB55-97F9-E9CE8732638F}"/>
              </a:ext>
            </a:extLst>
          </p:cNvPr>
          <p:cNvSpPr txBox="1"/>
          <p:nvPr/>
        </p:nvSpPr>
        <p:spPr>
          <a:xfrm>
            <a:off x="1066800" y="942051"/>
            <a:ext cx="7010400" cy="784830"/>
          </a:xfrm>
          <a:prstGeom prst="rect">
            <a:avLst/>
          </a:prstGeom>
        </p:spPr>
        <p:txBody>
          <a:bodyPr vert="horz" wrap="square" lIns="0" tIns="0" rIns="0" bIns="0" rtlCol="0">
            <a:spAutoFit/>
          </a:bodyPr>
          <a:lstStyle/>
          <a:p>
            <a:pPr marL="6109" algn="just"/>
            <a:r>
              <a:rPr sz="1700" b="1" spc="-2" dirty="0">
                <a:solidFill>
                  <a:srgbClr val="242424"/>
                </a:solidFill>
                <a:latin typeface="Times New Roman"/>
                <a:cs typeface="Times New Roman"/>
              </a:rPr>
              <a:t>I</a:t>
            </a:r>
            <a:r>
              <a:rPr sz="1700" b="1" dirty="0">
                <a:solidFill>
                  <a:srgbClr val="242424"/>
                </a:solidFill>
                <a:latin typeface="Times New Roman"/>
                <a:cs typeface="Times New Roman"/>
              </a:rPr>
              <a:t>n</a:t>
            </a:r>
            <a:r>
              <a:rPr sz="1700" b="1" spc="-2" dirty="0">
                <a:solidFill>
                  <a:srgbClr val="242424"/>
                </a:solidFill>
                <a:latin typeface="Times New Roman"/>
                <a:cs typeface="Times New Roman"/>
              </a:rPr>
              <a:t>st</a:t>
            </a:r>
            <a:r>
              <a:rPr sz="1700" b="1" spc="-5" dirty="0">
                <a:solidFill>
                  <a:srgbClr val="242424"/>
                </a:solidFill>
                <a:latin typeface="Times New Roman"/>
                <a:cs typeface="Times New Roman"/>
              </a:rPr>
              <a:t>r</a:t>
            </a:r>
            <a:r>
              <a:rPr sz="1700" b="1" dirty="0">
                <a:solidFill>
                  <a:srgbClr val="242424"/>
                </a:solidFill>
                <a:latin typeface="Times New Roman"/>
                <a:cs typeface="Times New Roman"/>
              </a:rPr>
              <a:t>u</a:t>
            </a:r>
            <a:r>
              <a:rPr sz="1700" b="1" spc="-7" dirty="0">
                <a:solidFill>
                  <a:srgbClr val="242424"/>
                </a:solidFill>
                <a:latin typeface="Times New Roman"/>
                <a:cs typeface="Times New Roman"/>
              </a:rPr>
              <a:t>c</a:t>
            </a:r>
            <a:r>
              <a:rPr sz="1700" b="1" spc="-2" dirty="0">
                <a:solidFill>
                  <a:srgbClr val="242424"/>
                </a:solidFill>
                <a:latin typeface="Times New Roman"/>
                <a:cs typeface="Times New Roman"/>
              </a:rPr>
              <a:t>tion</a:t>
            </a:r>
            <a:r>
              <a:rPr sz="1700" b="1" dirty="0">
                <a:solidFill>
                  <a:srgbClr val="242424"/>
                </a:solidFill>
                <a:latin typeface="Times New Roman"/>
                <a:cs typeface="Times New Roman"/>
              </a:rPr>
              <a:t> </a:t>
            </a:r>
            <a:r>
              <a:rPr sz="1700" b="1" spc="-5" dirty="0">
                <a:solidFill>
                  <a:srgbClr val="242424"/>
                </a:solidFill>
                <a:latin typeface="Times New Roman"/>
                <a:cs typeface="Times New Roman"/>
              </a:rPr>
              <a:t>Pip</a:t>
            </a:r>
            <a:r>
              <a:rPr sz="1700" b="1" spc="-7" dirty="0">
                <a:solidFill>
                  <a:srgbClr val="242424"/>
                </a:solidFill>
                <a:latin typeface="Times New Roman"/>
                <a:cs typeface="Times New Roman"/>
              </a:rPr>
              <a:t>e</a:t>
            </a:r>
            <a:r>
              <a:rPr sz="1700" b="1" spc="-2" dirty="0">
                <a:solidFill>
                  <a:srgbClr val="242424"/>
                </a:solidFill>
                <a:latin typeface="Times New Roman"/>
                <a:cs typeface="Times New Roman"/>
              </a:rPr>
              <a:t>li</a:t>
            </a:r>
            <a:r>
              <a:rPr sz="1700" b="1" dirty="0">
                <a:solidFill>
                  <a:srgbClr val="242424"/>
                </a:solidFill>
                <a:latin typeface="Times New Roman"/>
                <a:cs typeface="Times New Roman"/>
              </a:rPr>
              <a:t>n</a:t>
            </a:r>
            <a:r>
              <a:rPr sz="1700" b="1" spc="-7" dirty="0">
                <a:solidFill>
                  <a:srgbClr val="242424"/>
                </a:solidFill>
                <a:latin typeface="Times New Roman"/>
                <a:cs typeface="Times New Roman"/>
              </a:rPr>
              <a:t>i</a:t>
            </a:r>
            <a:r>
              <a:rPr sz="1700" b="1" dirty="0">
                <a:solidFill>
                  <a:srgbClr val="242424"/>
                </a:solidFill>
                <a:latin typeface="Times New Roman"/>
                <a:cs typeface="Times New Roman"/>
              </a:rPr>
              <a:t>ng</a:t>
            </a:r>
            <a:endParaRPr sz="1700" dirty="0">
              <a:latin typeface="Times New Roman"/>
              <a:cs typeface="Times New Roman"/>
            </a:endParaRPr>
          </a:p>
          <a:p>
            <a:pPr>
              <a:spcBef>
                <a:spcPts val="23"/>
              </a:spcBef>
            </a:pPr>
            <a:endParaRPr sz="1700" dirty="0">
              <a:latin typeface="Times New Roman"/>
              <a:cs typeface="Times New Roman"/>
            </a:endParaRPr>
          </a:p>
          <a:p>
            <a:pPr marL="6109" marR="35125" algn="just"/>
            <a:r>
              <a:rPr sz="1700" spc="-5" dirty="0">
                <a:solidFill>
                  <a:srgbClr val="242424"/>
                </a:solidFill>
                <a:latin typeface="Times New Roman"/>
                <a:cs typeface="Times New Roman"/>
              </a:rPr>
              <a:t>L</a:t>
            </a:r>
            <a:r>
              <a:rPr sz="1700" spc="-10" dirty="0">
                <a:solidFill>
                  <a:srgbClr val="242424"/>
                </a:solidFill>
                <a:latin typeface="Times New Roman"/>
                <a:cs typeface="Times New Roman"/>
              </a:rPr>
              <a:t>e</a:t>
            </a:r>
            <a:r>
              <a:rPr sz="1700" spc="-2" dirty="0">
                <a:solidFill>
                  <a:srgbClr val="242424"/>
                </a:solidFill>
                <a:latin typeface="Times New Roman"/>
                <a:cs typeface="Times New Roman"/>
              </a:rPr>
              <a:t>t</a:t>
            </a:r>
            <a:r>
              <a:rPr sz="1700" dirty="0">
                <a:solidFill>
                  <a:srgbClr val="242424"/>
                </a:solidFill>
                <a:latin typeface="Times New Roman"/>
                <a:cs typeface="Times New Roman"/>
              </a:rPr>
              <a:t> us</a:t>
            </a:r>
            <a:r>
              <a:rPr sz="1700" spc="-2" dirty="0">
                <a:solidFill>
                  <a:srgbClr val="242424"/>
                </a:solidFill>
                <a:latin typeface="Times New Roman"/>
                <a:cs typeface="Times New Roman"/>
              </a:rPr>
              <a:t> </a:t>
            </a:r>
            <a:r>
              <a:rPr sz="1700" dirty="0">
                <a:solidFill>
                  <a:srgbClr val="242424"/>
                </a:solidFill>
                <a:latin typeface="Times New Roman"/>
                <a:cs typeface="Times New Roman"/>
              </a:rPr>
              <a:t>look </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t</a:t>
            </a:r>
            <a:r>
              <a:rPr sz="1700" dirty="0">
                <a:solidFill>
                  <a:srgbClr val="242424"/>
                </a:solidFill>
                <a:latin typeface="Times New Roman"/>
                <a:cs typeface="Times New Roman"/>
              </a:rPr>
              <a:t> </a:t>
            </a:r>
            <a:r>
              <a:rPr sz="1700" spc="-2" dirty="0">
                <a:solidFill>
                  <a:srgbClr val="242424"/>
                </a:solidFill>
                <a:latin typeface="Times New Roman"/>
                <a:cs typeface="Times New Roman"/>
              </a:rPr>
              <a:t>the w</a:t>
            </a:r>
            <a:r>
              <a:rPr sz="1700" spc="-5" dirty="0">
                <a:solidFill>
                  <a:srgbClr val="242424"/>
                </a:solidFill>
                <a:latin typeface="Times New Roman"/>
                <a:cs typeface="Times New Roman"/>
              </a:rPr>
              <a:t>a</a:t>
            </a:r>
            <a:r>
              <a:rPr sz="1700" dirty="0">
                <a:solidFill>
                  <a:srgbClr val="242424"/>
                </a:solidFill>
                <a:latin typeface="Times New Roman"/>
                <a:cs typeface="Times New Roman"/>
              </a:rPr>
              <a:t>y </a:t>
            </a:r>
            <a:r>
              <a:rPr sz="1700" spc="-2" dirty="0">
                <a:solidFill>
                  <a:srgbClr val="242424"/>
                </a:solidFill>
                <a:latin typeface="Times New Roman"/>
                <a:cs typeface="Times New Roman"/>
              </a:rPr>
              <a:t>i</a:t>
            </a:r>
            <a:r>
              <a:rPr sz="1700" dirty="0">
                <a:solidFill>
                  <a:srgbClr val="242424"/>
                </a:solidFill>
                <a:latin typeface="Times New Roman"/>
                <a:cs typeface="Times New Roman"/>
              </a:rPr>
              <a:t>n</a:t>
            </a:r>
            <a:r>
              <a:rPr sz="1700" spc="-5" dirty="0">
                <a:solidFill>
                  <a:srgbClr val="242424"/>
                </a:solidFill>
                <a:latin typeface="Times New Roman"/>
                <a:cs typeface="Times New Roman"/>
              </a:rPr>
              <a:t>struc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ons</a:t>
            </a:r>
            <a:r>
              <a:rPr sz="1700" spc="-2" dirty="0">
                <a:solidFill>
                  <a:srgbClr val="242424"/>
                </a:solidFill>
                <a:latin typeface="Times New Roman"/>
                <a:cs typeface="Times New Roman"/>
              </a:rPr>
              <a:t> </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re</a:t>
            </a:r>
            <a:r>
              <a:rPr sz="1700" spc="-5" dirty="0">
                <a:solidFill>
                  <a:srgbClr val="242424"/>
                </a:solidFill>
                <a:latin typeface="Times New Roman"/>
                <a:cs typeface="Times New Roman"/>
              </a:rPr>
              <a:t> </a:t>
            </a:r>
            <a:r>
              <a:rPr sz="1700" dirty="0">
                <a:solidFill>
                  <a:srgbClr val="242424"/>
                </a:solidFill>
                <a:latin typeface="Times New Roman"/>
                <a:cs typeface="Times New Roman"/>
              </a:rPr>
              <a:t>pr</a:t>
            </a:r>
            <a:r>
              <a:rPr sz="1700" spc="2" dirty="0">
                <a:solidFill>
                  <a:srgbClr val="242424"/>
                </a:solidFill>
                <a:latin typeface="Times New Roman"/>
                <a:cs typeface="Times New Roman"/>
              </a:rPr>
              <a:t>o</a:t>
            </a:r>
            <a:r>
              <a:rPr sz="1700" spc="-7" dirty="0">
                <a:solidFill>
                  <a:srgbClr val="242424"/>
                </a:solidFill>
                <a:latin typeface="Times New Roman"/>
                <a:cs typeface="Times New Roman"/>
              </a:rPr>
              <a:t>ce</a:t>
            </a:r>
            <a:r>
              <a:rPr sz="1700" spc="-2" dirty="0">
                <a:solidFill>
                  <a:srgbClr val="242424"/>
                </a:solidFill>
                <a:latin typeface="Times New Roman"/>
                <a:cs typeface="Times New Roman"/>
              </a:rPr>
              <a:t>sse</a:t>
            </a:r>
            <a:r>
              <a:rPr sz="1700" dirty="0">
                <a:solidFill>
                  <a:srgbClr val="242424"/>
                </a:solidFill>
                <a:latin typeface="Times New Roman"/>
                <a:cs typeface="Times New Roman"/>
              </a:rPr>
              <a:t>d in </a:t>
            </a:r>
            <a:r>
              <a:rPr sz="1700" spc="-2" dirty="0">
                <a:solidFill>
                  <a:srgbClr val="242424"/>
                </a:solidFill>
                <a:latin typeface="Times New Roman"/>
                <a:cs typeface="Times New Roman"/>
              </a:rPr>
              <a:t>pipelini</a:t>
            </a:r>
            <a:r>
              <a:rPr sz="1700" dirty="0">
                <a:solidFill>
                  <a:srgbClr val="242424"/>
                </a:solidFill>
                <a:latin typeface="Times New Roman"/>
                <a:cs typeface="Times New Roman"/>
              </a:rPr>
              <a:t>ng.</a:t>
            </a:r>
            <a:endParaRPr sz="1700" dirty="0">
              <a:latin typeface="Times New Roman"/>
              <a:cs typeface="Times New Roman"/>
            </a:endParaRPr>
          </a:p>
        </p:txBody>
      </p:sp>
      <p:sp>
        <p:nvSpPr>
          <p:cNvPr id="10" name="object 6">
            <a:extLst>
              <a:ext uri="{FF2B5EF4-FFF2-40B4-BE49-F238E27FC236}">
                <a16:creationId xmlns:a16="http://schemas.microsoft.com/office/drawing/2014/main" id="{831E73D8-61B3-E079-C558-23851FA12DEE}"/>
              </a:ext>
            </a:extLst>
          </p:cNvPr>
          <p:cNvSpPr/>
          <p:nvPr/>
        </p:nvSpPr>
        <p:spPr>
          <a:xfrm>
            <a:off x="1097280" y="2007248"/>
            <a:ext cx="6675120" cy="2455847"/>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2164882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B33DB-BD06-7D80-4AAE-807ADCC8F8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3E20795-B2DE-8B8E-78CE-F2A6213D1F0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F88356D-E2B7-8FE9-7CDE-4F6942081D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92BBF84B-3DB8-F10E-131B-6096DDA87D5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16E4DEA-93E1-9D85-3EDB-F370921419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5" name="object 4">
            <a:extLst>
              <a:ext uri="{FF2B5EF4-FFF2-40B4-BE49-F238E27FC236}">
                <a16:creationId xmlns:a16="http://schemas.microsoft.com/office/drawing/2014/main" id="{11C6677A-3DB9-2F51-1608-4E98EBB16DA0}"/>
              </a:ext>
            </a:extLst>
          </p:cNvPr>
          <p:cNvSpPr txBox="1"/>
          <p:nvPr/>
        </p:nvSpPr>
        <p:spPr>
          <a:xfrm>
            <a:off x="990600" y="819150"/>
            <a:ext cx="7086600" cy="2877711"/>
          </a:xfrm>
          <a:prstGeom prst="rect">
            <a:avLst/>
          </a:prstGeom>
        </p:spPr>
        <p:txBody>
          <a:bodyPr vert="horz" wrap="square" lIns="0" tIns="0" rIns="0" bIns="0" rtlCol="0">
            <a:spAutoFit/>
          </a:bodyPr>
          <a:lstStyle/>
          <a:p>
            <a:pPr marL="291859" marR="2443" indent="-285750" algn="just">
              <a:buFont typeface="Arial" panose="020B0604020202020204" pitchFamily="34" charset="0"/>
              <a:buChar char="•"/>
            </a:pPr>
            <a:r>
              <a:rPr lang="en-US" sz="1700" spc="-10" dirty="0">
                <a:solidFill>
                  <a:srgbClr val="242424"/>
                </a:solidFill>
                <a:latin typeface="Times New Roman"/>
                <a:cs typeface="Times New Roman"/>
              </a:rPr>
              <a:t>I</a:t>
            </a:r>
            <a:r>
              <a:rPr lang="en-US" sz="1700" dirty="0">
                <a:solidFill>
                  <a:srgbClr val="242424"/>
                </a:solidFill>
                <a:latin typeface="Times New Roman"/>
                <a:cs typeface="Times New Roman"/>
              </a:rPr>
              <a:t>n</a:t>
            </a:r>
            <a:r>
              <a:rPr lang="en-US" sz="1700" spc="43" dirty="0">
                <a:solidFill>
                  <a:srgbClr val="242424"/>
                </a:solidFill>
                <a:latin typeface="Times New Roman"/>
                <a:cs typeface="Times New Roman"/>
              </a:rPr>
              <a:t> </a:t>
            </a:r>
            <a:r>
              <a:rPr lang="en-US" sz="1700" spc="-5" dirty="0">
                <a:solidFill>
                  <a:srgbClr val="242424"/>
                </a:solidFill>
                <a:latin typeface="Times New Roman"/>
                <a:cs typeface="Times New Roman"/>
              </a:rPr>
              <a:t>a</a:t>
            </a:r>
            <a:r>
              <a:rPr lang="en-US" sz="1700" spc="36" dirty="0">
                <a:solidFill>
                  <a:srgbClr val="242424"/>
                </a:solidFill>
                <a:latin typeface="Times New Roman"/>
                <a:cs typeface="Times New Roman"/>
              </a:rPr>
              <a:t> </a:t>
            </a:r>
            <a:r>
              <a:rPr lang="en-US" sz="1700" spc="-5" dirty="0">
                <a:solidFill>
                  <a:srgbClr val="242424"/>
                </a:solidFill>
                <a:latin typeface="Times New Roman"/>
                <a:cs typeface="Times New Roman"/>
              </a:rPr>
              <a:t>si</a:t>
            </a:r>
            <a:r>
              <a:rPr lang="en-US" sz="1700" spc="-2" dirty="0">
                <a:solidFill>
                  <a:srgbClr val="242424"/>
                </a:solidFill>
                <a:latin typeface="Times New Roman"/>
                <a:cs typeface="Times New Roman"/>
              </a:rPr>
              <a:t>mple</a:t>
            </a:r>
            <a:r>
              <a:rPr lang="en-US" sz="1700" spc="38" dirty="0">
                <a:solidFill>
                  <a:srgbClr val="242424"/>
                </a:solidFill>
                <a:latin typeface="Times New Roman"/>
                <a:cs typeface="Times New Roman"/>
              </a:rPr>
              <a:t> </a:t>
            </a:r>
            <a:r>
              <a:rPr lang="en-US" sz="1700" spc="-2" dirty="0">
                <a:solidFill>
                  <a:srgbClr val="242424"/>
                </a:solidFill>
                <a:latin typeface="Times New Roman"/>
                <a:cs typeface="Times New Roman"/>
              </a:rPr>
              <a:t>pipelini</a:t>
            </a:r>
            <a:r>
              <a:rPr lang="en-US" sz="1700" dirty="0">
                <a:solidFill>
                  <a:srgbClr val="242424"/>
                </a:solidFill>
                <a:latin typeface="Times New Roman"/>
                <a:cs typeface="Times New Roman"/>
              </a:rPr>
              <a:t>ng</a:t>
            </a:r>
            <a:r>
              <a:rPr lang="en-US" sz="1700" spc="38" dirty="0">
                <a:solidFill>
                  <a:srgbClr val="242424"/>
                </a:solidFill>
                <a:latin typeface="Times New Roman"/>
                <a:cs typeface="Times New Roman"/>
              </a:rPr>
              <a:t> </a:t>
            </a:r>
            <a:r>
              <a:rPr lang="en-US" sz="1700" spc="-5" dirty="0">
                <a:solidFill>
                  <a:srgbClr val="242424"/>
                </a:solidFill>
                <a:latin typeface="Times New Roman"/>
                <a:cs typeface="Times New Roman"/>
              </a:rPr>
              <a:t>proc</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ssor</a:t>
            </a:r>
            <a:r>
              <a:rPr lang="en-US" sz="1700" dirty="0">
                <a:solidFill>
                  <a:srgbClr val="242424"/>
                </a:solidFill>
                <a:latin typeface="Times New Roman"/>
                <a:cs typeface="Times New Roman"/>
              </a:rPr>
              <a:t>,</a:t>
            </a:r>
            <a:r>
              <a:rPr lang="en-US" sz="1700" spc="38"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t</a:t>
            </a:r>
            <a:r>
              <a:rPr lang="en-US" sz="1700" spc="41"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ny</a:t>
            </a:r>
            <a:r>
              <a:rPr lang="en-US" sz="1700" spc="38" dirty="0">
                <a:solidFill>
                  <a:srgbClr val="242424"/>
                </a:solidFill>
                <a:latin typeface="Times New Roman"/>
                <a:cs typeface="Times New Roman"/>
              </a:rPr>
              <a:t> </a:t>
            </a:r>
            <a:r>
              <a:rPr lang="en-US" sz="1700" spc="-2" dirty="0">
                <a:solidFill>
                  <a:srgbClr val="242424"/>
                </a:solidFill>
                <a:latin typeface="Times New Roman"/>
                <a:cs typeface="Times New Roman"/>
              </a:rPr>
              <a:t>gi</a:t>
            </a:r>
            <a:r>
              <a:rPr lang="en-US" sz="1700" dirty="0">
                <a:solidFill>
                  <a:srgbClr val="242424"/>
                </a:solidFill>
                <a:latin typeface="Times New Roman"/>
                <a:cs typeface="Times New Roman"/>
              </a:rPr>
              <a:t>v</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n </a:t>
            </a:r>
            <a:r>
              <a:rPr lang="en-US" sz="1700" spc="-2" dirty="0">
                <a:solidFill>
                  <a:srgbClr val="242424"/>
                </a:solidFill>
                <a:latin typeface="Times New Roman"/>
                <a:cs typeface="Times New Roman"/>
              </a:rPr>
              <a:t>time,</a:t>
            </a:r>
            <a:r>
              <a:rPr lang="en-US" sz="1700" spc="19"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7" dirty="0">
                <a:solidFill>
                  <a:srgbClr val="242424"/>
                </a:solidFill>
                <a:latin typeface="Times New Roman"/>
                <a:cs typeface="Times New Roman"/>
              </a:rPr>
              <a:t>r</a:t>
            </a:r>
            <a:r>
              <a:rPr lang="en-US" sz="1700" spc="-5" dirty="0">
                <a:solidFill>
                  <a:srgbClr val="242424"/>
                </a:solidFill>
                <a:latin typeface="Times New Roman"/>
                <a:cs typeface="Times New Roman"/>
              </a:rPr>
              <a:t>e</a:t>
            </a:r>
            <a:r>
              <a:rPr lang="en-US" sz="1700" spc="19" dirty="0">
                <a:solidFill>
                  <a:srgbClr val="242424"/>
                </a:solidFill>
                <a:latin typeface="Times New Roman"/>
                <a:cs typeface="Times New Roman"/>
              </a:rPr>
              <a:t> </a:t>
            </a:r>
            <a:r>
              <a:rPr lang="en-US" sz="1700" spc="-2" dirty="0">
                <a:solidFill>
                  <a:srgbClr val="242424"/>
                </a:solidFill>
                <a:latin typeface="Times New Roman"/>
                <a:cs typeface="Times New Roman"/>
              </a:rPr>
              <a:t>is</a:t>
            </a:r>
            <a:r>
              <a:rPr lang="en-US" sz="1700" spc="24" dirty="0">
                <a:solidFill>
                  <a:srgbClr val="242424"/>
                </a:solidFill>
                <a:latin typeface="Times New Roman"/>
                <a:cs typeface="Times New Roman"/>
              </a:rPr>
              <a:t> </a:t>
            </a:r>
            <a:r>
              <a:rPr lang="en-US" sz="1700" spc="-5" dirty="0">
                <a:solidFill>
                  <a:srgbClr val="242424"/>
                </a:solidFill>
                <a:latin typeface="Times New Roman"/>
                <a:cs typeface="Times New Roman"/>
              </a:rPr>
              <a:t>only</a:t>
            </a:r>
            <a:r>
              <a:rPr lang="en-US" sz="1700" spc="29" dirty="0">
                <a:solidFill>
                  <a:srgbClr val="242424"/>
                </a:solidFill>
                <a:latin typeface="Times New Roman"/>
                <a:cs typeface="Times New Roman"/>
              </a:rPr>
              <a:t> </a:t>
            </a:r>
            <a:r>
              <a:rPr lang="en-US" sz="1700" spc="-5" dirty="0">
                <a:solidFill>
                  <a:srgbClr val="242424"/>
                </a:solidFill>
                <a:latin typeface="Times New Roman"/>
                <a:cs typeface="Times New Roman"/>
              </a:rPr>
              <a:t>one</a:t>
            </a:r>
            <a:r>
              <a:rPr lang="en-US" sz="1700" spc="19" dirty="0">
                <a:solidFill>
                  <a:srgbClr val="242424"/>
                </a:solidFill>
                <a:latin typeface="Times New Roman"/>
                <a:cs typeface="Times New Roman"/>
              </a:rPr>
              <a:t> </a:t>
            </a:r>
            <a:r>
              <a:rPr lang="en-US" sz="1700" spc="5" dirty="0">
                <a:solidFill>
                  <a:srgbClr val="242424"/>
                </a:solidFill>
                <a:latin typeface="Times New Roman"/>
                <a:cs typeface="Times New Roman"/>
              </a:rPr>
              <a:t>o</a:t>
            </a:r>
            <a:r>
              <a:rPr lang="en-US" sz="1700" spc="-5" dirty="0">
                <a:solidFill>
                  <a:srgbClr val="242424"/>
                </a:solidFill>
                <a:latin typeface="Times New Roman"/>
                <a:cs typeface="Times New Roman"/>
              </a:rPr>
              <a:t>p</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22" dirty="0">
                <a:solidFill>
                  <a:srgbClr val="242424"/>
                </a:solidFill>
                <a:latin typeface="Times New Roman"/>
                <a:cs typeface="Times New Roman"/>
              </a:rPr>
              <a:t> </a:t>
            </a:r>
            <a:r>
              <a:rPr lang="en-US" sz="1700" spc="-2" dirty="0">
                <a:solidFill>
                  <a:srgbClr val="242424"/>
                </a:solidFill>
                <a:latin typeface="Times New Roman"/>
                <a:cs typeface="Times New Roman"/>
              </a:rPr>
              <a:t>in</a:t>
            </a:r>
            <a:r>
              <a:rPr lang="en-US" sz="1700" spc="29" dirty="0">
                <a:solidFill>
                  <a:srgbClr val="242424"/>
                </a:solidFill>
                <a:latin typeface="Times New Roman"/>
                <a:cs typeface="Times New Roman"/>
              </a:rPr>
              <a:t> </a:t>
            </a:r>
            <a:r>
              <a:rPr lang="en-US" sz="1700" spc="-7" dirty="0">
                <a:solidFill>
                  <a:srgbClr val="242424"/>
                </a:solidFill>
                <a:latin typeface="Times New Roman"/>
                <a:cs typeface="Times New Roman"/>
              </a:rPr>
              <a:t>eac</a:t>
            </a:r>
            <a:r>
              <a:rPr lang="en-US" sz="1700" dirty="0">
                <a:solidFill>
                  <a:srgbClr val="242424"/>
                </a:solidFill>
                <a:latin typeface="Times New Roman"/>
                <a:cs typeface="Times New Roman"/>
              </a:rPr>
              <a:t>h</a:t>
            </a:r>
            <a:r>
              <a:rPr lang="en-US" sz="1700" spc="26" dirty="0">
                <a:solidFill>
                  <a:srgbClr val="242424"/>
                </a:solidFill>
                <a:latin typeface="Times New Roman"/>
                <a:cs typeface="Times New Roman"/>
              </a:rPr>
              <a:t> </a:t>
            </a:r>
            <a:r>
              <a:rPr lang="en-US" sz="1700" spc="-5" dirty="0">
                <a:solidFill>
                  <a:srgbClr val="242424"/>
                </a:solidFill>
                <a:latin typeface="Times New Roman"/>
                <a:cs typeface="Times New Roman"/>
              </a:rPr>
              <a:t>ph</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se</a:t>
            </a:r>
            <a:r>
              <a:rPr lang="en-US" sz="1700" dirty="0">
                <a:solidFill>
                  <a:srgbClr val="242424"/>
                </a:solidFill>
                <a:latin typeface="Times New Roman"/>
                <a:cs typeface="Times New Roman"/>
              </a:rPr>
              <a:t>.</a:t>
            </a:r>
            <a:endParaRPr lang="en-US" sz="1700" spc="26" dirty="0">
              <a:solidFill>
                <a:srgbClr val="242424"/>
              </a:solidFill>
              <a:latin typeface="Times New Roman"/>
              <a:cs typeface="Times New Roman"/>
            </a:endParaRPr>
          </a:p>
          <a:p>
            <a:pPr marL="291859" marR="2443" indent="-285750" algn="just">
              <a:buFont typeface="Arial" panose="020B0604020202020204" pitchFamily="34" charset="0"/>
              <a:buChar char="•"/>
            </a:pPr>
            <a:endParaRPr lang="en-US" sz="1700" spc="-2"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2" dirty="0">
                <a:solidFill>
                  <a:srgbClr val="242424"/>
                </a:solidFill>
                <a:latin typeface="Times New Roman"/>
                <a:cs typeface="Times New Roman"/>
              </a:rPr>
              <a:t>In</a:t>
            </a:r>
            <a:r>
              <a:rPr lang="en-US" sz="1700" spc="19" dirty="0">
                <a:solidFill>
                  <a:srgbClr val="242424"/>
                </a:solidFill>
                <a:latin typeface="Times New Roman"/>
                <a:cs typeface="Times New Roman"/>
              </a:rPr>
              <a:t> </a:t>
            </a:r>
            <a:r>
              <a:rPr lang="en-US" sz="1700" spc="-2" dirty="0">
                <a:solidFill>
                  <a:srgbClr val="242424"/>
                </a:solidFill>
                <a:latin typeface="Times New Roman"/>
                <a:cs typeface="Times New Roman"/>
              </a:rPr>
              <a:t>initi</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l</a:t>
            </a:r>
            <a:r>
              <a:rPr lang="en-US" sz="1700" spc="22" dirty="0">
                <a:solidFill>
                  <a:srgbClr val="242424"/>
                </a:solidFill>
                <a:latin typeface="Times New Roman"/>
                <a:cs typeface="Times New Roman"/>
              </a:rPr>
              <a:t> </a:t>
            </a:r>
            <a:r>
              <a:rPr lang="en-US" sz="1700" dirty="0">
                <a:solidFill>
                  <a:srgbClr val="242424"/>
                </a:solidFill>
                <a:latin typeface="Times New Roman"/>
                <a:cs typeface="Times New Roman"/>
              </a:rPr>
              <a:t>IF</a:t>
            </a:r>
            <a:r>
              <a:rPr lang="en-US" sz="1700" spc="22" dirty="0">
                <a:solidFill>
                  <a:srgbClr val="242424"/>
                </a:solidFill>
                <a:latin typeface="Times New Roman"/>
                <a:cs typeface="Times New Roman"/>
              </a:rPr>
              <a:t> </a:t>
            </a:r>
            <a:r>
              <a:rPr lang="en-US" sz="1700" spc="-5" dirty="0">
                <a:solidFill>
                  <a:srgbClr val="242424"/>
                </a:solidFill>
                <a:latin typeface="Times New Roman"/>
                <a:cs typeface="Times New Roman"/>
              </a:rPr>
              <a:t>ph</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se,</a:t>
            </a:r>
            <a:r>
              <a:rPr lang="en-US" sz="1700" dirty="0">
                <a:solidFill>
                  <a:srgbClr val="242424"/>
                </a:solidFill>
                <a:latin typeface="Times New Roman"/>
                <a:cs typeface="Times New Roman"/>
              </a:rPr>
              <a:t> </a:t>
            </a:r>
            <a:r>
              <a:rPr lang="en-US" sz="1700" spc="-5" dirty="0">
                <a:solidFill>
                  <a:srgbClr val="242424"/>
                </a:solidFill>
                <a:latin typeface="Times New Roman"/>
                <a:cs typeface="Times New Roman"/>
              </a:rPr>
              <a:t>one</a:t>
            </a:r>
            <a:r>
              <a:rPr lang="en-US" sz="1700" spc="31" dirty="0">
                <a:solidFill>
                  <a:srgbClr val="242424"/>
                </a:solidFill>
                <a:latin typeface="Times New Roman"/>
                <a:cs typeface="Times New Roman"/>
              </a:rPr>
              <a:t> </a:t>
            </a:r>
            <a:r>
              <a:rPr lang="en-US" sz="1700" spc="-5" dirty="0">
                <a:solidFill>
                  <a:srgbClr val="242424"/>
                </a:solidFill>
                <a:latin typeface="Times New Roman"/>
                <a:cs typeface="Times New Roman"/>
              </a:rPr>
              <a:t>op</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is</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f</a:t>
            </a:r>
            <a:r>
              <a:rPr lang="en-US" sz="1700" spc="-10" dirty="0">
                <a:solidFill>
                  <a:srgbClr val="242424"/>
                </a:solidFill>
                <a:latin typeface="Times New Roman"/>
                <a:cs typeface="Times New Roman"/>
              </a:rPr>
              <a:t>e</a:t>
            </a:r>
            <a:r>
              <a:rPr lang="en-US" sz="1700" dirty="0">
                <a:solidFill>
                  <a:srgbClr val="242424"/>
                </a:solidFill>
                <a:latin typeface="Times New Roman"/>
                <a:cs typeface="Times New Roman"/>
              </a:rPr>
              <a:t>t</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d</a:t>
            </a:r>
            <a:r>
              <a:rPr lang="en-US" sz="1700" spc="38" dirty="0">
                <a:solidFill>
                  <a:srgbClr val="242424"/>
                </a:solidFill>
                <a:latin typeface="Times New Roman"/>
                <a:cs typeface="Times New Roman"/>
              </a:rPr>
              <a:t> </a:t>
            </a:r>
            <a:r>
              <a:rPr lang="en-US" sz="1700" dirty="0">
                <a:solidFill>
                  <a:srgbClr val="242424"/>
                </a:solidFill>
                <a:latin typeface="Times New Roman"/>
                <a:cs typeface="Times New Roman"/>
              </a:rPr>
              <a:t>on</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31" dirty="0">
                <a:solidFill>
                  <a:srgbClr val="242424"/>
                </a:solidFill>
                <a:latin typeface="Times New Roman"/>
                <a:cs typeface="Times New Roman"/>
              </a:rPr>
              <a:t> </a:t>
            </a:r>
            <a:r>
              <a:rPr lang="en-US" sz="1700" spc="-2" dirty="0">
                <a:solidFill>
                  <a:srgbClr val="242424"/>
                </a:solidFill>
                <a:latin typeface="Times New Roman"/>
                <a:cs typeface="Times New Roman"/>
              </a:rPr>
              <a:t>fi</a:t>
            </a:r>
            <a:r>
              <a:rPr lang="en-US" sz="1700" spc="-5" dirty="0">
                <a:solidFill>
                  <a:srgbClr val="242424"/>
                </a:solidFill>
                <a:latin typeface="Times New Roman"/>
                <a:cs typeface="Times New Roman"/>
              </a:rPr>
              <a:t>rs</a:t>
            </a:r>
            <a:r>
              <a:rPr lang="en-US" sz="1700" spc="-2" dirty="0">
                <a:solidFill>
                  <a:srgbClr val="242424"/>
                </a:solidFill>
                <a:latin typeface="Times New Roman"/>
                <a:cs typeface="Times New Roman"/>
              </a:rPr>
              <a:t>t</a:t>
            </a:r>
            <a:r>
              <a:rPr lang="en-US" sz="1700" spc="41"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lock</a:t>
            </a:r>
            <a:r>
              <a:rPr lang="en-US" sz="1700" spc="36"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y</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le.</a:t>
            </a:r>
            <a:endParaRPr lang="en-US" sz="1700" spc="38" dirty="0">
              <a:solidFill>
                <a:srgbClr val="242424"/>
              </a:solidFill>
              <a:latin typeface="Times New Roman"/>
              <a:cs typeface="Times New Roman"/>
            </a:endParaRPr>
          </a:p>
          <a:p>
            <a:pPr marL="291859" marR="2443" indent="-285750" algn="just">
              <a:buFont typeface="Arial" panose="020B0604020202020204" pitchFamily="34" charset="0"/>
              <a:buChar char="•"/>
            </a:pPr>
            <a:endParaRPr lang="en-US" sz="1700" spc="-10"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10" dirty="0">
                <a:solidFill>
                  <a:srgbClr val="242424"/>
                </a:solidFill>
                <a:latin typeface="Times New Roman"/>
                <a:cs typeface="Times New Roman"/>
              </a:rPr>
              <a:t>W</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n</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36" dirty="0">
                <a:solidFill>
                  <a:srgbClr val="242424"/>
                </a:solidFill>
                <a:latin typeface="Times New Roman"/>
                <a:cs typeface="Times New Roman"/>
              </a:rPr>
              <a:t> </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xt</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c</a:t>
            </a:r>
            <a:r>
              <a:rPr lang="en-US" sz="1700" spc="-2" dirty="0">
                <a:solidFill>
                  <a:srgbClr val="242424"/>
                </a:solidFill>
                <a:latin typeface="Times New Roman"/>
                <a:cs typeface="Times New Roman"/>
              </a:rPr>
              <a:t>l</a:t>
            </a:r>
            <a:r>
              <a:rPr lang="en-US" sz="1700" dirty="0">
                <a:solidFill>
                  <a:srgbClr val="242424"/>
                </a:solidFill>
                <a:latin typeface="Times New Roman"/>
                <a:cs typeface="Times New Roman"/>
              </a:rPr>
              <a:t>o</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k</a:t>
            </a:r>
            <a:r>
              <a:rPr lang="en-US" sz="1700" spc="34" dirty="0">
                <a:solidFill>
                  <a:srgbClr val="242424"/>
                </a:solidFill>
                <a:latin typeface="Times New Roman"/>
                <a:cs typeface="Times New Roman"/>
              </a:rPr>
              <a:t> </a:t>
            </a:r>
            <a:r>
              <a:rPr lang="en-US" sz="1700" spc="-5" dirty="0">
                <a:solidFill>
                  <a:srgbClr val="242424"/>
                </a:solidFill>
                <a:latin typeface="Times New Roman"/>
                <a:cs typeface="Times New Roman"/>
              </a:rPr>
              <a:t>pu</a:t>
            </a:r>
            <a:r>
              <a:rPr lang="en-US" sz="1700" dirty="0">
                <a:solidFill>
                  <a:srgbClr val="242424"/>
                </a:solidFill>
                <a:latin typeface="Times New Roman"/>
                <a:cs typeface="Times New Roman"/>
              </a:rPr>
              <a:t>l</a:t>
            </a:r>
            <a:r>
              <a:rPr lang="en-US" sz="1700" spc="-2" dirty="0">
                <a:solidFill>
                  <a:srgbClr val="242424"/>
                </a:solidFill>
                <a:latin typeface="Times New Roman"/>
                <a:cs typeface="Times New Roman"/>
              </a:rPr>
              <a:t>s</a:t>
            </a:r>
            <a:r>
              <a:rPr lang="en-US" sz="1700" dirty="0">
                <a:solidFill>
                  <a:srgbClr val="242424"/>
                </a:solidFill>
                <a:latin typeface="Times New Roman"/>
                <a:cs typeface="Times New Roman"/>
              </a:rPr>
              <a:t>e</a:t>
            </a:r>
            <a:r>
              <a:rPr lang="en-US" sz="1700" spc="31"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a:t>
            </a:r>
            <a:r>
              <a:rPr lang="en-US" sz="1700" spc="-2" dirty="0">
                <a:solidFill>
                  <a:srgbClr val="242424"/>
                </a:solidFill>
                <a:latin typeface="Times New Roman"/>
                <a:cs typeface="Times New Roman"/>
              </a:rPr>
              <a:t>riv</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s</a:t>
            </a:r>
            <a:r>
              <a:rPr lang="en-US" sz="1700" dirty="0">
                <a:solidFill>
                  <a:srgbClr val="242424"/>
                </a:solidFill>
                <a:latin typeface="Times New Roman"/>
                <a:cs typeface="Times New Roman"/>
              </a:rPr>
              <a:t>,</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36" dirty="0">
                <a:solidFill>
                  <a:srgbClr val="242424"/>
                </a:solidFill>
                <a:latin typeface="Times New Roman"/>
                <a:cs typeface="Times New Roman"/>
              </a:rPr>
              <a:t> </a:t>
            </a:r>
            <a:r>
              <a:rPr lang="en-US" sz="1700" spc="-2" dirty="0">
                <a:solidFill>
                  <a:srgbClr val="242424"/>
                </a:solidFill>
                <a:latin typeface="Times New Roman"/>
                <a:cs typeface="Times New Roman"/>
              </a:rPr>
              <a:t>fi</a:t>
            </a:r>
            <a:r>
              <a:rPr lang="en-US" sz="1700" spc="-5" dirty="0">
                <a:solidFill>
                  <a:srgbClr val="242424"/>
                </a:solidFill>
                <a:latin typeface="Times New Roman"/>
                <a:cs typeface="Times New Roman"/>
              </a:rPr>
              <a:t>rst operation  goes  into  the  ID  phase,  leaving  the  IF  phase  empty.</a:t>
            </a:r>
          </a:p>
          <a:p>
            <a:pPr marL="291859" marR="2443" indent="-285750" algn="just">
              <a:buFont typeface="Arial" panose="020B0604020202020204" pitchFamily="34" charset="0"/>
              <a:buChar char="•"/>
            </a:pPr>
            <a:endParaRPr lang="en-US" sz="1700" spc="-5"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5" dirty="0">
                <a:solidFill>
                  <a:srgbClr val="242424"/>
                </a:solidFill>
                <a:latin typeface="Times New Roman"/>
                <a:cs typeface="Times New Roman"/>
              </a:rPr>
              <a:t>Now,  this  empty  phase  is allocated to the next operation. So, during the second clock pulse, the first operation is in the ID phase, and the second operation is in the IF phase.</a:t>
            </a:r>
          </a:p>
        </p:txBody>
      </p:sp>
    </p:spTree>
    <p:extLst>
      <p:ext uri="{BB962C8B-B14F-4D97-AF65-F5344CB8AC3E}">
        <p14:creationId xmlns:p14="http://schemas.microsoft.com/office/powerpoint/2010/main" val="258563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BA907-D70D-AD6C-3EE7-4E9FD14C60F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E0D95C-FB87-667D-2220-1D9E3D21758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D1BD0B62-7F99-213F-475E-7DCDBC7ED4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71CC325-1359-F260-AB6B-F0BBEFE13FB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32A1716C-5F09-A8B9-F7EE-B8B4FBC7846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5" name="object 4">
            <a:extLst>
              <a:ext uri="{FF2B5EF4-FFF2-40B4-BE49-F238E27FC236}">
                <a16:creationId xmlns:a16="http://schemas.microsoft.com/office/drawing/2014/main" id="{F10060DE-5C2C-98BA-C897-F57BFFE9A78A}"/>
              </a:ext>
            </a:extLst>
          </p:cNvPr>
          <p:cNvSpPr txBox="1"/>
          <p:nvPr/>
        </p:nvSpPr>
        <p:spPr>
          <a:xfrm>
            <a:off x="1028700" y="1047750"/>
            <a:ext cx="7086600" cy="3400931"/>
          </a:xfrm>
          <a:prstGeom prst="rect">
            <a:avLst/>
          </a:prstGeom>
        </p:spPr>
        <p:txBody>
          <a:bodyPr vert="horz" wrap="square" lIns="0" tIns="0" rIns="0" bIns="0" rtlCol="0">
            <a:spAutoFit/>
          </a:bodyPr>
          <a:lstStyle/>
          <a:p>
            <a:pPr marL="291859" marR="2443" indent="-285750" algn="just">
              <a:buFont typeface="Arial" panose="020B0604020202020204" pitchFamily="34" charset="0"/>
              <a:buChar char="•"/>
            </a:pPr>
            <a:r>
              <a:rPr lang="en-US" sz="1700" spc="-5" dirty="0">
                <a:solidFill>
                  <a:srgbClr val="242424"/>
                </a:solidFill>
                <a:latin typeface="Times New Roman"/>
                <a:cs typeface="Times New Roman"/>
              </a:rPr>
              <a:t>For the third cycle, the first operation will be in the AG phase, the second operation will be in the  ID  phase,  and  the  third  operation  will  be  in  the  IF phase. </a:t>
            </a:r>
          </a:p>
          <a:p>
            <a:pPr marL="291859" marR="2443" indent="-285750" algn="just">
              <a:buFont typeface="Arial" panose="020B0604020202020204" pitchFamily="34" charset="0"/>
              <a:buChar char="•"/>
            </a:pPr>
            <a:endParaRPr lang="en-US" sz="1700" spc="-5"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5" dirty="0">
                <a:solidFill>
                  <a:srgbClr val="242424"/>
                </a:solidFill>
                <a:latin typeface="Times New Roman"/>
                <a:cs typeface="Times New Roman"/>
              </a:rPr>
              <a:t>In  this  way,  instructions  are executed concurrently, and after six cycles, the processor will output a completely executed instruction per clock cycle.</a:t>
            </a:r>
          </a:p>
          <a:p>
            <a:pPr marL="291859" marR="2443" indent="-285750" algn="just">
              <a:buFont typeface="Arial" panose="020B0604020202020204" pitchFamily="34" charset="0"/>
              <a:buChar char="•"/>
            </a:pPr>
            <a:endParaRPr lang="en-US" sz="1700" spc="-5"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5" dirty="0">
                <a:solidFill>
                  <a:srgbClr val="242424"/>
                </a:solidFill>
                <a:latin typeface="Times New Roman"/>
                <a:cs typeface="Times New Roman"/>
              </a:rPr>
              <a:t>For execution of each instruction, the processor would require six clock cycles.</a:t>
            </a:r>
          </a:p>
          <a:p>
            <a:pPr marL="291859" marR="2443" indent="-285750" algn="just">
              <a:buFont typeface="Arial" panose="020B0604020202020204" pitchFamily="34" charset="0"/>
              <a:buChar char="•"/>
            </a:pPr>
            <a:endParaRPr lang="en-US" sz="1700" spc="-5"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5" dirty="0">
                <a:solidFill>
                  <a:srgbClr val="242424"/>
                </a:solidFill>
                <a:latin typeface="Times New Roman"/>
                <a:cs typeface="Times New Roman"/>
              </a:rPr>
              <a:t>But in a pipelined processor, as the execution of instructions takes place concurrently, only the initial instruction requires six cycles, and all the remaining instructions  are  executed  as  one  per  cycle,  thereby  reducing  the  time  of  execution  and increasing the speed of the processor.</a:t>
            </a:r>
          </a:p>
        </p:txBody>
      </p:sp>
    </p:spTree>
    <p:extLst>
      <p:ext uri="{BB962C8B-B14F-4D97-AF65-F5344CB8AC3E}">
        <p14:creationId xmlns:p14="http://schemas.microsoft.com/office/powerpoint/2010/main" val="1365291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A78CE-2A9C-0653-7068-06531574333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69EE7A-42D6-E877-CFC2-AE82EFCDAAA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1F4AC73A-4827-EC9A-F805-6C9CAE05CF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F1A72345-F3F6-1217-CBBC-64751DE3A7A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8B76F70-21C2-EEEE-289E-1CD9FA058F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13394" y="722416"/>
            <a:ext cx="6911406" cy="1985159"/>
          </a:xfrm>
          <a:prstGeom prst="rect">
            <a:avLst/>
          </a:prstGeom>
        </p:spPr>
        <p:txBody>
          <a:bodyPr vert="horz" wrap="square" lIns="0" tIns="0" rIns="0" bIns="0" rtlCol="0">
            <a:spAutoFit/>
          </a:bodyPr>
          <a:lstStyle/>
          <a:p>
            <a:pPr marL="6109" algn="ctr">
              <a:spcBef>
                <a:spcPts val="358"/>
              </a:spcBef>
            </a:pPr>
            <a:r>
              <a:rPr lang="en-US" sz="1700" b="1" spc="-5" dirty="0">
                <a:solidFill>
                  <a:srgbClr val="242424"/>
                </a:solidFill>
                <a:latin typeface="Times New Roman"/>
                <a:cs typeface="Times New Roman"/>
              </a:rPr>
              <a:t>Pip</a:t>
            </a:r>
            <a:r>
              <a:rPr lang="en-US" sz="1700" b="1" spc="-7" dirty="0">
                <a:solidFill>
                  <a:srgbClr val="242424"/>
                </a:solidFill>
                <a:latin typeface="Times New Roman"/>
                <a:cs typeface="Times New Roman"/>
              </a:rPr>
              <a:t>e</a:t>
            </a:r>
            <a:r>
              <a:rPr lang="en-US" sz="1700" b="1" spc="-2" dirty="0">
                <a:solidFill>
                  <a:srgbClr val="242424"/>
                </a:solidFill>
                <a:latin typeface="Times New Roman"/>
                <a:cs typeface="Times New Roman"/>
              </a:rPr>
              <a:t>li</a:t>
            </a:r>
            <a:r>
              <a:rPr lang="en-US" sz="1700" b="1" dirty="0">
                <a:solidFill>
                  <a:srgbClr val="242424"/>
                </a:solidFill>
                <a:latin typeface="Times New Roman"/>
                <a:cs typeface="Times New Roman"/>
              </a:rPr>
              <a:t>n</a:t>
            </a:r>
            <a:r>
              <a:rPr lang="en-US" sz="1700" b="1" spc="-7" dirty="0">
                <a:solidFill>
                  <a:srgbClr val="242424"/>
                </a:solidFill>
                <a:latin typeface="Times New Roman"/>
                <a:cs typeface="Times New Roman"/>
              </a:rPr>
              <a:t>i</a:t>
            </a:r>
            <a:r>
              <a:rPr lang="en-US" sz="1700" b="1" dirty="0">
                <a:solidFill>
                  <a:srgbClr val="242424"/>
                </a:solidFill>
                <a:latin typeface="Times New Roman"/>
                <a:cs typeface="Times New Roman"/>
              </a:rPr>
              <a:t>ng </a:t>
            </a:r>
            <a:r>
              <a:rPr lang="en-US" sz="1700" b="1" spc="-2" dirty="0">
                <a:solidFill>
                  <a:srgbClr val="242424"/>
                </a:solidFill>
                <a:latin typeface="Times New Roman"/>
                <a:cs typeface="Times New Roman"/>
              </a:rPr>
              <a:t>A</a:t>
            </a:r>
            <a:r>
              <a:rPr lang="en-US" sz="1700" b="1" spc="-5" dirty="0">
                <a:solidFill>
                  <a:srgbClr val="242424"/>
                </a:solidFill>
                <a:latin typeface="Times New Roman"/>
                <a:cs typeface="Times New Roman"/>
              </a:rPr>
              <a:t>r</a:t>
            </a:r>
            <a:r>
              <a:rPr lang="en-US" sz="1700" b="1" spc="-7" dirty="0">
                <a:solidFill>
                  <a:srgbClr val="242424"/>
                </a:solidFill>
                <a:latin typeface="Times New Roman"/>
                <a:cs typeface="Times New Roman"/>
              </a:rPr>
              <a:t>c</a:t>
            </a:r>
            <a:r>
              <a:rPr lang="en-US" sz="1700" b="1" dirty="0">
                <a:solidFill>
                  <a:srgbClr val="242424"/>
                </a:solidFill>
                <a:latin typeface="Times New Roman"/>
                <a:cs typeface="Times New Roman"/>
              </a:rPr>
              <a:t>h</a:t>
            </a:r>
            <a:r>
              <a:rPr lang="en-US" sz="1700" b="1" spc="-2" dirty="0">
                <a:solidFill>
                  <a:srgbClr val="242424"/>
                </a:solidFill>
                <a:latin typeface="Times New Roman"/>
                <a:cs typeface="Times New Roman"/>
              </a:rPr>
              <a:t>it</a:t>
            </a:r>
            <a:r>
              <a:rPr lang="en-US" sz="1700" b="1" spc="-10" dirty="0">
                <a:solidFill>
                  <a:srgbClr val="242424"/>
                </a:solidFill>
                <a:latin typeface="Times New Roman"/>
                <a:cs typeface="Times New Roman"/>
              </a:rPr>
              <a:t>e</a:t>
            </a:r>
            <a:r>
              <a:rPr lang="en-US" sz="1700" b="1" spc="-7" dirty="0">
                <a:solidFill>
                  <a:srgbClr val="242424"/>
                </a:solidFill>
                <a:latin typeface="Times New Roman"/>
                <a:cs typeface="Times New Roman"/>
              </a:rPr>
              <a:t>c</a:t>
            </a:r>
            <a:r>
              <a:rPr lang="en-US" sz="1700" b="1" dirty="0">
                <a:solidFill>
                  <a:srgbClr val="242424"/>
                </a:solidFill>
                <a:latin typeface="Times New Roman"/>
                <a:cs typeface="Times New Roman"/>
              </a:rPr>
              <a:t>tu</a:t>
            </a:r>
            <a:r>
              <a:rPr lang="en-US" sz="1700" b="1" spc="2" dirty="0">
                <a:solidFill>
                  <a:srgbClr val="242424"/>
                </a:solidFill>
                <a:latin typeface="Times New Roman"/>
                <a:cs typeface="Times New Roman"/>
              </a:rPr>
              <a:t>r</a:t>
            </a:r>
            <a:r>
              <a:rPr lang="en-US" sz="1700" b="1" spc="-5" dirty="0">
                <a:solidFill>
                  <a:srgbClr val="242424"/>
                </a:solidFill>
                <a:latin typeface="Times New Roman"/>
                <a:cs typeface="Times New Roman"/>
              </a:rPr>
              <a:t>e</a:t>
            </a:r>
            <a:endParaRPr lang="en-US" sz="1700" dirty="0">
              <a:latin typeface="Times New Roman"/>
              <a:cs typeface="Times New Roman"/>
            </a:endParaRPr>
          </a:p>
          <a:p>
            <a:pPr marL="6109" marR="3971" algn="just">
              <a:spcBef>
                <a:spcPts val="387"/>
              </a:spcBef>
            </a:pPr>
            <a:endParaRPr lang="en-US" sz="1700" dirty="0">
              <a:solidFill>
                <a:srgbClr val="242424"/>
              </a:solidFill>
              <a:latin typeface="Times New Roman"/>
              <a:cs typeface="Times New Roman"/>
            </a:endParaRPr>
          </a:p>
          <a:p>
            <a:pPr marL="291859" marR="3971" indent="-285750" algn="just">
              <a:spcBef>
                <a:spcPts val="387"/>
              </a:spcBef>
              <a:buFont typeface="Arial" panose="020B0604020202020204" pitchFamily="34" charset="0"/>
              <a:buChar char="•"/>
            </a:pPr>
            <a:r>
              <a:rPr lang="en-US" sz="1700" dirty="0">
                <a:solidFill>
                  <a:srgbClr val="242424"/>
                </a:solidFill>
                <a:latin typeface="Times New Roman"/>
                <a:cs typeface="Times New Roman"/>
              </a:rPr>
              <a:t>P</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ll</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li</a:t>
            </a:r>
            <a:r>
              <a:rPr lang="en-US" sz="1700" spc="-5" dirty="0">
                <a:solidFill>
                  <a:srgbClr val="242424"/>
                </a:solidFill>
                <a:latin typeface="Times New Roman"/>
                <a:cs typeface="Times New Roman"/>
              </a:rPr>
              <a:t>sm</a:t>
            </a:r>
            <a:r>
              <a:rPr lang="en-US" sz="1700" spc="-10" dirty="0">
                <a:solidFill>
                  <a:srgbClr val="242424"/>
                </a:solidFill>
                <a:latin typeface="Times New Roman"/>
                <a:cs typeface="Times New Roman"/>
              </a:rPr>
              <a:t> </a:t>
            </a:r>
            <a:r>
              <a:rPr lang="en-US" sz="1700" spc="-7" dirty="0">
                <a:solidFill>
                  <a:srgbClr val="242424"/>
                </a:solidFill>
                <a:latin typeface="Times New Roman"/>
                <a:cs typeface="Times New Roman"/>
              </a:rPr>
              <a:t>ca</a:t>
            </a:r>
            <a:r>
              <a:rPr lang="en-US" sz="1700" dirty="0">
                <a:solidFill>
                  <a:srgbClr val="242424"/>
                </a:solidFill>
                <a:latin typeface="Times New Roman"/>
                <a:cs typeface="Times New Roman"/>
              </a:rPr>
              <a:t>n</a:t>
            </a:r>
            <a:r>
              <a:rPr lang="en-US" sz="1700" spc="-12" dirty="0">
                <a:solidFill>
                  <a:srgbClr val="242424"/>
                </a:solidFill>
                <a:latin typeface="Times New Roman"/>
                <a:cs typeface="Times New Roman"/>
              </a:rPr>
              <a:t> </a:t>
            </a:r>
            <a:r>
              <a:rPr lang="en-US" sz="1700" spc="-5" dirty="0">
                <a:solidFill>
                  <a:srgbClr val="242424"/>
                </a:solidFill>
                <a:latin typeface="Times New Roman"/>
                <a:cs typeface="Times New Roman"/>
              </a:rPr>
              <a:t>be</a:t>
            </a:r>
            <a:r>
              <a:rPr lang="en-US" sz="1700" spc="-10" dirty="0">
                <a:solidFill>
                  <a:srgbClr val="242424"/>
                </a:solidFill>
                <a:latin typeface="Times New Roman"/>
                <a:cs typeface="Times New Roman"/>
              </a:rPr>
              <a:t> </a:t>
            </a:r>
            <a:r>
              <a:rPr lang="en-US" sz="1700" spc="-7" dirty="0">
                <a:solidFill>
                  <a:srgbClr val="242424"/>
                </a:solidFill>
                <a:latin typeface="Times New Roman"/>
                <a:cs typeface="Times New Roman"/>
              </a:rPr>
              <a:t>ac</a:t>
            </a:r>
            <a:r>
              <a:rPr lang="en-US" sz="1700" spc="-2" dirty="0">
                <a:solidFill>
                  <a:srgbClr val="242424"/>
                </a:solidFill>
                <a:latin typeface="Times New Roman"/>
                <a:cs typeface="Times New Roman"/>
              </a:rPr>
              <a:t>hiev</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d</a:t>
            </a:r>
            <a:r>
              <a:rPr lang="en-US" sz="1700" spc="-12" dirty="0">
                <a:solidFill>
                  <a:srgbClr val="242424"/>
                </a:solidFill>
                <a:latin typeface="Times New Roman"/>
                <a:cs typeface="Times New Roman"/>
              </a:rPr>
              <a:t> </a:t>
            </a:r>
            <a:r>
              <a:rPr lang="en-US" sz="1700" spc="-7" dirty="0">
                <a:solidFill>
                  <a:srgbClr val="242424"/>
                </a:solidFill>
                <a:latin typeface="Times New Roman"/>
                <a:cs typeface="Times New Roman"/>
              </a:rPr>
              <a:t>wit</a:t>
            </a:r>
            <a:r>
              <a:rPr lang="en-US" sz="1700" spc="-5" dirty="0">
                <a:solidFill>
                  <a:srgbClr val="242424"/>
                </a:solidFill>
                <a:latin typeface="Times New Roman"/>
                <a:cs typeface="Times New Roman"/>
              </a:rPr>
              <a:t>h</a:t>
            </a:r>
            <a:r>
              <a:rPr lang="en-US" sz="1700" spc="-12" dirty="0">
                <a:solidFill>
                  <a:srgbClr val="242424"/>
                </a:solidFill>
                <a:latin typeface="Times New Roman"/>
                <a:cs typeface="Times New Roman"/>
              </a:rPr>
              <a:t> </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rdw</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dirty="0">
                <a:solidFill>
                  <a:srgbClr val="242424"/>
                </a:solidFill>
                <a:latin typeface="Times New Roman"/>
                <a:cs typeface="Times New Roman"/>
              </a:rPr>
              <a:t>,</a:t>
            </a:r>
            <a:r>
              <a:rPr lang="en-US" sz="1700" spc="-7" dirty="0">
                <a:solidFill>
                  <a:srgbClr val="242424"/>
                </a:solidFill>
                <a:latin typeface="Times New Roman"/>
                <a:cs typeface="Times New Roman"/>
              </a:rPr>
              <a:t> c</a:t>
            </a:r>
            <a:r>
              <a:rPr lang="en-US" sz="1700" spc="-5" dirty="0">
                <a:solidFill>
                  <a:srgbClr val="242424"/>
                </a:solidFill>
                <a:latin typeface="Times New Roman"/>
                <a:cs typeface="Times New Roman"/>
              </a:rPr>
              <a:t>ompile</a:t>
            </a:r>
            <a:r>
              <a:rPr lang="en-US" sz="1700" spc="-7" dirty="0">
                <a:solidFill>
                  <a:srgbClr val="242424"/>
                </a:solidFill>
                <a:latin typeface="Times New Roman"/>
                <a:cs typeface="Times New Roman"/>
              </a:rPr>
              <a:t>r</a:t>
            </a:r>
            <a:r>
              <a:rPr lang="en-US" sz="1700" spc="-2" dirty="0">
                <a:solidFill>
                  <a:srgbClr val="242424"/>
                </a:solidFill>
                <a:latin typeface="Times New Roman"/>
                <a:cs typeface="Times New Roman"/>
              </a:rPr>
              <a:t>s</a:t>
            </a:r>
            <a:r>
              <a:rPr lang="en-US" sz="1700" dirty="0">
                <a:solidFill>
                  <a:srgbClr val="242424"/>
                </a:solidFill>
                <a:latin typeface="Times New Roman"/>
                <a:cs typeface="Times New Roman"/>
              </a:rPr>
              <a:t>,</a:t>
            </a:r>
            <a:r>
              <a:rPr lang="en-US" sz="1700" spc="-12"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nd</a:t>
            </a:r>
            <a:r>
              <a:rPr lang="en-US" sz="1700" spc="-12" dirty="0">
                <a:solidFill>
                  <a:srgbClr val="242424"/>
                </a:solidFill>
                <a:latin typeface="Times New Roman"/>
                <a:cs typeface="Times New Roman"/>
              </a:rPr>
              <a:t> </a:t>
            </a:r>
            <a:r>
              <a:rPr lang="en-US" sz="1700" spc="-2" dirty="0">
                <a:solidFill>
                  <a:srgbClr val="242424"/>
                </a:solidFill>
                <a:latin typeface="Times New Roman"/>
                <a:cs typeface="Times New Roman"/>
              </a:rPr>
              <a:t>soft</a:t>
            </a:r>
            <a:r>
              <a:rPr lang="en-US" sz="1700" spc="2" dirty="0">
                <a:solidFill>
                  <a:srgbClr val="242424"/>
                </a:solidFill>
                <a:latin typeface="Times New Roman"/>
                <a:cs typeface="Times New Roman"/>
              </a:rPr>
              <a:t>w</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re</a:t>
            </a:r>
            <a:r>
              <a:rPr lang="en-US" sz="1700" spc="-17" dirty="0">
                <a:solidFill>
                  <a:srgbClr val="242424"/>
                </a:solidFill>
                <a:latin typeface="Times New Roman"/>
                <a:cs typeface="Times New Roman"/>
              </a:rPr>
              <a:t> </a:t>
            </a:r>
            <a:r>
              <a:rPr lang="en-US" sz="1700" dirty="0">
                <a:solidFill>
                  <a:srgbClr val="242424"/>
                </a:solidFill>
                <a:latin typeface="Times New Roman"/>
                <a:cs typeface="Times New Roman"/>
              </a:rPr>
              <a:t>t</a:t>
            </a:r>
            <a:r>
              <a:rPr lang="en-US" sz="1700" spc="-7" dirty="0">
                <a:solidFill>
                  <a:srgbClr val="242424"/>
                </a:solidFill>
                <a:latin typeface="Times New Roman"/>
                <a:cs typeface="Times New Roman"/>
              </a:rPr>
              <a:t>ec</a:t>
            </a:r>
            <a:r>
              <a:rPr lang="en-US" sz="1700" spc="-5" dirty="0">
                <a:solidFill>
                  <a:srgbClr val="242424"/>
                </a:solidFill>
                <a:latin typeface="Times New Roman"/>
                <a:cs typeface="Times New Roman"/>
              </a:rPr>
              <a:t>hni</a:t>
            </a:r>
            <a:r>
              <a:rPr lang="en-US" sz="1700" dirty="0">
                <a:solidFill>
                  <a:srgbClr val="242424"/>
                </a:solidFill>
                <a:latin typeface="Times New Roman"/>
                <a:cs typeface="Times New Roman"/>
              </a:rPr>
              <a:t>q</a:t>
            </a:r>
            <a:r>
              <a:rPr lang="en-US" sz="1700" spc="-5" dirty="0">
                <a:solidFill>
                  <a:srgbClr val="242424"/>
                </a:solidFill>
                <a:latin typeface="Times New Roman"/>
                <a:cs typeface="Times New Roman"/>
              </a:rPr>
              <a:t>u</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a:t>
            </a:r>
            <a:r>
              <a:rPr lang="en-US" sz="1700" dirty="0">
                <a:solidFill>
                  <a:srgbClr val="242424"/>
                </a:solidFill>
                <a:latin typeface="Times New Roman"/>
                <a:cs typeface="Times New Roman"/>
              </a:rPr>
              <a:t>.</a:t>
            </a:r>
          </a:p>
          <a:p>
            <a:pPr marL="291859" marR="3971" indent="-285750" algn="just">
              <a:spcBef>
                <a:spcPts val="387"/>
              </a:spcBef>
              <a:buFont typeface="Arial" panose="020B0604020202020204" pitchFamily="34" charset="0"/>
              <a:buChar char="•"/>
            </a:pPr>
            <a:r>
              <a:rPr lang="en-US" sz="1700" spc="-5" dirty="0">
                <a:solidFill>
                  <a:srgbClr val="242424"/>
                </a:solidFill>
                <a:latin typeface="Times New Roman"/>
                <a:cs typeface="Times New Roman"/>
              </a:rPr>
              <a:t>M</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ny</a:t>
            </a:r>
            <a:r>
              <a:rPr lang="en-US" sz="1700" spc="38" dirty="0">
                <a:solidFill>
                  <a:srgbClr val="242424"/>
                </a:solidFill>
                <a:latin typeface="Times New Roman"/>
                <a:cs typeface="Times New Roman"/>
              </a:rPr>
              <a:t> </a:t>
            </a:r>
            <a:r>
              <a:rPr lang="en-US" sz="1700" spc="-5" dirty="0">
                <a:solidFill>
                  <a:srgbClr val="242424"/>
                </a:solidFill>
                <a:latin typeface="Times New Roman"/>
                <a:cs typeface="Times New Roman"/>
              </a:rPr>
              <a:t>proc</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sso</a:t>
            </a:r>
            <a:r>
              <a:rPr lang="en-US" sz="1700" dirty="0">
                <a:solidFill>
                  <a:srgbClr val="242424"/>
                </a:solidFill>
                <a:latin typeface="Times New Roman"/>
                <a:cs typeface="Times New Roman"/>
              </a:rPr>
              <a:t>r</a:t>
            </a:r>
            <a:r>
              <a:rPr lang="en-US" sz="1700" spc="38" dirty="0">
                <a:solidFill>
                  <a:srgbClr val="242424"/>
                </a:solidFill>
                <a:latin typeface="Times New Roman"/>
                <a:cs typeface="Times New Roman"/>
              </a:rPr>
              <a:t> </a:t>
            </a:r>
            <a:r>
              <a:rPr lang="en-US" sz="1700" spc="-2" dirty="0">
                <a:solidFill>
                  <a:srgbClr val="242424"/>
                </a:solidFill>
                <a:latin typeface="Times New Roman"/>
                <a:cs typeface="Times New Roman"/>
              </a:rPr>
              <a:t>unit</a:t>
            </a:r>
            <a:r>
              <a:rPr lang="en-US" sz="1700" dirty="0">
                <a:solidFill>
                  <a:srgbClr val="242424"/>
                </a:solidFill>
                <a:latin typeface="Times New Roman"/>
                <a:cs typeface="Times New Roman"/>
              </a:rPr>
              <a:t>s</a:t>
            </a:r>
            <a:r>
              <a:rPr lang="en-US" sz="1700" spc="38"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a:t>
            </a:r>
            <a:r>
              <a:rPr lang="en-US" sz="1700" spc="-5" dirty="0">
                <a:solidFill>
                  <a:srgbClr val="242424"/>
                </a:solidFill>
                <a:latin typeface="Times New Roman"/>
                <a:cs typeface="Times New Roman"/>
              </a:rPr>
              <a:t>e</a:t>
            </a:r>
            <a:r>
              <a:rPr lang="en-US" sz="1700" spc="36" dirty="0">
                <a:solidFill>
                  <a:srgbClr val="242424"/>
                </a:solidFill>
                <a:latin typeface="Times New Roman"/>
                <a:cs typeface="Times New Roman"/>
              </a:rPr>
              <a:t> </a:t>
            </a:r>
            <a:r>
              <a:rPr lang="en-US" sz="1700" dirty="0">
                <a:solidFill>
                  <a:srgbClr val="242424"/>
                </a:solidFill>
                <a:latin typeface="Times New Roman"/>
                <a:cs typeface="Times New Roman"/>
              </a:rPr>
              <a:t>i</a:t>
            </a:r>
            <a:r>
              <a:rPr lang="en-US" sz="1700" spc="-2" dirty="0">
                <a:solidFill>
                  <a:srgbClr val="242424"/>
                </a:solidFill>
                <a:latin typeface="Times New Roman"/>
                <a:cs typeface="Times New Roman"/>
              </a:rPr>
              <a:t>nte</a:t>
            </a:r>
            <a:r>
              <a:rPr lang="en-US" sz="1700" spc="-7" dirty="0">
                <a:solidFill>
                  <a:srgbClr val="242424"/>
                </a:solidFill>
                <a:latin typeface="Times New Roman"/>
                <a:cs typeface="Times New Roman"/>
              </a:rPr>
              <a:t>rc</a:t>
            </a:r>
            <a:r>
              <a:rPr lang="en-US" sz="1700" spc="-5" dirty="0">
                <a:solidFill>
                  <a:srgbClr val="242424"/>
                </a:solidFill>
                <a:latin typeface="Times New Roman"/>
                <a:cs typeface="Times New Roman"/>
              </a:rPr>
              <a:t>onn</a:t>
            </a:r>
            <a:r>
              <a:rPr lang="en-US" sz="1700" spc="-2" dirty="0">
                <a:solidFill>
                  <a:srgbClr val="242424"/>
                </a:solidFill>
                <a:latin typeface="Times New Roman"/>
                <a:cs typeface="Times New Roman"/>
              </a:rPr>
              <a:t>e</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ted</a:t>
            </a:r>
            <a:r>
              <a:rPr lang="en-US" sz="1700" spc="38"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nd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re</a:t>
            </a:r>
            <a:r>
              <a:rPr lang="en-US" sz="1700" dirty="0">
                <a:solidFill>
                  <a:srgbClr val="242424"/>
                </a:solidFill>
                <a:latin typeface="Times New Roman"/>
                <a:cs typeface="Times New Roman"/>
              </a:rPr>
              <a:t> </a:t>
            </a:r>
            <a:r>
              <a:rPr lang="en-US" sz="1700" spc="41" dirty="0">
                <a:solidFill>
                  <a:srgbClr val="242424"/>
                </a:solidFill>
                <a:latin typeface="Times New Roman"/>
                <a:cs typeface="Times New Roman"/>
              </a:rPr>
              <a:t> </a:t>
            </a:r>
            <a:r>
              <a:rPr lang="en-US" sz="1700" spc="-5" dirty="0">
                <a:solidFill>
                  <a:srgbClr val="242424"/>
                </a:solidFill>
                <a:latin typeface="Times New Roman"/>
                <a:cs typeface="Times New Roman"/>
              </a:rPr>
              <a:t>fun</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tion</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d </a:t>
            </a:r>
            <a:r>
              <a:rPr lang="en-US" sz="1700" spc="43"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on</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u</a:t>
            </a:r>
            <a:r>
              <a:rPr lang="en-US" sz="1700" dirty="0">
                <a:solidFill>
                  <a:srgbClr val="242424"/>
                </a:solidFill>
                <a:latin typeface="Times New Roman"/>
                <a:cs typeface="Times New Roman"/>
              </a:rPr>
              <a:t>r</a:t>
            </a:r>
            <a:r>
              <a:rPr lang="en-US" sz="1700" spc="-5" dirty="0">
                <a:solidFill>
                  <a:srgbClr val="242424"/>
                </a:solidFill>
                <a:latin typeface="Times New Roman"/>
                <a:cs typeface="Times New Roman"/>
              </a:rPr>
              <a:t>r</a:t>
            </a:r>
            <a:r>
              <a:rPr lang="en-US" sz="1700" spc="-2" dirty="0">
                <a:solidFill>
                  <a:srgbClr val="242424"/>
                </a:solidFill>
                <a:latin typeface="Times New Roman"/>
                <a:cs typeface="Times New Roman"/>
              </a:rPr>
              <a:t>entl</a:t>
            </a:r>
            <a:r>
              <a:rPr lang="en-US" sz="1700" dirty="0">
                <a:solidFill>
                  <a:srgbClr val="242424"/>
                </a:solidFill>
                <a:latin typeface="Times New Roman"/>
                <a:cs typeface="Times New Roman"/>
              </a:rPr>
              <a:t>y. </a:t>
            </a:r>
            <a:r>
              <a:rPr lang="en-US" sz="1700" spc="38" dirty="0">
                <a:solidFill>
                  <a:srgbClr val="242424"/>
                </a:solidFill>
                <a:latin typeface="Times New Roman"/>
                <a:cs typeface="Times New Roman"/>
              </a:rPr>
              <a:t> </a:t>
            </a:r>
            <a:r>
              <a:rPr lang="en-US" sz="1700" spc="-10" dirty="0">
                <a:solidFill>
                  <a:srgbClr val="242424"/>
                </a:solidFill>
                <a:latin typeface="Times New Roman"/>
                <a:cs typeface="Times New Roman"/>
              </a:rPr>
              <a:t>I</a:t>
            </a:r>
            <a:r>
              <a:rPr lang="en-US" sz="1700" dirty="0">
                <a:solidFill>
                  <a:srgbClr val="242424"/>
                </a:solidFill>
                <a:latin typeface="Times New Roman"/>
                <a:cs typeface="Times New Roman"/>
              </a:rPr>
              <a:t>n </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dirty="0">
                <a:solidFill>
                  <a:srgbClr val="242424"/>
                </a:solidFill>
                <a:latin typeface="Times New Roman"/>
                <a:cs typeface="Times New Roman"/>
              </a:rPr>
              <a:t> </a:t>
            </a:r>
            <a:r>
              <a:rPr lang="en-US" sz="1700" spc="38" dirty="0">
                <a:solidFill>
                  <a:srgbClr val="242424"/>
                </a:solidFill>
                <a:latin typeface="Times New Roman"/>
                <a:cs typeface="Times New Roman"/>
              </a:rPr>
              <a:t> </a:t>
            </a:r>
            <a:r>
              <a:rPr lang="en-US" sz="1700" spc="-2" dirty="0">
                <a:solidFill>
                  <a:srgbClr val="242424"/>
                </a:solidFill>
                <a:latin typeface="Times New Roman"/>
                <a:cs typeface="Times New Roman"/>
              </a:rPr>
              <a:t>pipelined</a:t>
            </a:r>
            <a:r>
              <a:rPr lang="en-US" sz="1700" dirty="0">
                <a:solidFill>
                  <a:srgbClr val="242424"/>
                </a:solidFill>
                <a:latin typeface="Times New Roman"/>
                <a:cs typeface="Times New Roman"/>
              </a:rPr>
              <a:t> </a:t>
            </a:r>
            <a:r>
              <a:rPr lang="en-US" sz="1700" spc="48" dirty="0">
                <a:solidFill>
                  <a:srgbClr val="242424"/>
                </a:solidFill>
                <a:latin typeface="Times New Roman"/>
                <a:cs typeface="Times New Roman"/>
              </a:rPr>
              <a:t> </a:t>
            </a:r>
            <a:r>
              <a:rPr lang="en-US" sz="1700" spc="-5" dirty="0">
                <a:solidFill>
                  <a:srgbClr val="242424"/>
                </a:solidFill>
                <a:latin typeface="Times New Roman"/>
                <a:cs typeface="Times New Roman"/>
              </a:rPr>
              <a:t>pro</a:t>
            </a:r>
            <a:r>
              <a:rPr lang="en-US" sz="1700" spc="-10" dirty="0">
                <a:solidFill>
                  <a:srgbClr val="242424"/>
                </a:solidFill>
                <a:latin typeface="Times New Roman"/>
                <a:cs typeface="Times New Roman"/>
              </a:rPr>
              <a:t>c</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sso</a:t>
            </a:r>
            <a:r>
              <a:rPr lang="en-US" sz="1700" dirty="0">
                <a:solidFill>
                  <a:srgbClr val="242424"/>
                </a:solidFill>
                <a:latin typeface="Times New Roman"/>
                <a:cs typeface="Times New Roman"/>
              </a:rPr>
              <a:t>r </a:t>
            </a:r>
            <a:r>
              <a:rPr lang="en-US" sz="1700" spc="43"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hit</a:t>
            </a:r>
            <a:r>
              <a:rPr lang="en-US" sz="1700" spc="-7" dirty="0">
                <a:solidFill>
                  <a:srgbClr val="242424"/>
                </a:solidFill>
                <a:latin typeface="Times New Roman"/>
                <a:cs typeface="Times New Roman"/>
              </a:rPr>
              <a:t>ec</a:t>
            </a:r>
            <a:r>
              <a:rPr lang="en-US" sz="1700" spc="-2" dirty="0">
                <a:solidFill>
                  <a:srgbClr val="242424"/>
                </a:solidFill>
                <a:latin typeface="Times New Roman"/>
                <a:cs typeface="Times New Roman"/>
              </a:rPr>
              <a:t>tu</a:t>
            </a:r>
            <a:r>
              <a:rPr lang="en-US" sz="1700" dirty="0">
                <a:solidFill>
                  <a:srgbClr val="242424"/>
                </a:solidFill>
                <a:latin typeface="Times New Roman"/>
                <a:cs typeface="Times New Roman"/>
              </a:rPr>
              <a:t>r</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 </a:t>
            </a:r>
            <a:r>
              <a:rPr lang="en-US" sz="1700" spc="53" dirty="0">
                <a:solidFill>
                  <a:srgbClr val="242424"/>
                </a:solidFill>
                <a:latin typeface="Times New Roman"/>
                <a:cs typeface="Times New Roman"/>
              </a:rPr>
              <a:t> </a:t>
            </a:r>
            <a:r>
              <a:rPr lang="en-US" sz="1700" dirty="0">
                <a:solidFill>
                  <a:srgbClr val="242424"/>
                </a:solidFill>
                <a:latin typeface="Times New Roman"/>
                <a:cs typeface="Times New Roman"/>
              </a:rPr>
              <a:t>t</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re</a:t>
            </a:r>
            <a:r>
              <a:rPr lang="en-US" sz="1700" dirty="0">
                <a:solidFill>
                  <a:srgbClr val="242424"/>
                </a:solidFill>
                <a:latin typeface="Times New Roman"/>
                <a:cs typeface="Times New Roman"/>
              </a:rPr>
              <a:t> </a:t>
            </a:r>
            <a:r>
              <a:rPr lang="en-US" sz="1700" spc="41"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a:t>
            </a:r>
            <a:r>
              <a:rPr lang="en-US" sz="1700" spc="-5" dirty="0">
                <a:solidFill>
                  <a:srgbClr val="242424"/>
                </a:solidFill>
                <a:latin typeface="Times New Roman"/>
                <a:cs typeface="Times New Roman"/>
              </a:rPr>
              <a:t>e</a:t>
            </a:r>
            <a:r>
              <a:rPr lang="en-US" sz="1700" dirty="0">
                <a:solidFill>
                  <a:srgbClr val="242424"/>
                </a:solidFill>
                <a:latin typeface="Times New Roman"/>
                <a:cs typeface="Times New Roman"/>
              </a:rPr>
              <a:t> </a:t>
            </a:r>
            <a:r>
              <a:rPr lang="en-US" sz="1700" spc="36" dirty="0">
                <a:solidFill>
                  <a:srgbClr val="242424"/>
                </a:solidFill>
                <a:latin typeface="Times New Roman"/>
                <a:cs typeface="Times New Roman"/>
              </a:rPr>
              <a:t> </a:t>
            </a:r>
            <a:r>
              <a:rPr lang="en-US" sz="1700" spc="-2" dirty="0">
                <a:solidFill>
                  <a:srgbClr val="242424"/>
                </a:solidFill>
                <a:latin typeface="Times New Roman"/>
                <a:cs typeface="Times New Roman"/>
              </a:rPr>
              <a:t>se</a:t>
            </a:r>
            <a:r>
              <a:rPr lang="en-US" sz="1700" spc="5" dirty="0">
                <a:solidFill>
                  <a:srgbClr val="242424"/>
                </a:solidFill>
                <a:latin typeface="Times New Roman"/>
                <a:cs typeface="Times New Roman"/>
              </a:rPr>
              <a:t>p</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te </a:t>
            </a:r>
            <a:r>
              <a:rPr lang="en-US" sz="1700" spc="-5" dirty="0">
                <a:solidFill>
                  <a:srgbClr val="242424"/>
                </a:solidFill>
                <a:latin typeface="Times New Roman"/>
                <a:cs typeface="Times New Roman"/>
              </a:rPr>
              <a:t>pro</a:t>
            </a:r>
            <a:r>
              <a:rPr lang="en-US" sz="1700" spc="-10" dirty="0">
                <a:solidFill>
                  <a:srgbClr val="242424"/>
                </a:solidFill>
                <a:latin typeface="Times New Roman"/>
                <a:cs typeface="Times New Roman"/>
              </a:rPr>
              <a:t>c</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ss</a:t>
            </a:r>
            <a:r>
              <a:rPr lang="en-US" sz="1700" dirty="0">
                <a:solidFill>
                  <a:srgbClr val="242424"/>
                </a:solidFill>
                <a:latin typeface="Times New Roman"/>
                <a:cs typeface="Times New Roman"/>
              </a:rPr>
              <a:t>ing</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unit</a:t>
            </a:r>
            <a:r>
              <a:rPr lang="en-US" sz="1700" dirty="0">
                <a:solidFill>
                  <a:srgbClr val="242424"/>
                </a:solidFill>
                <a:latin typeface="Times New Roman"/>
                <a:cs typeface="Times New Roman"/>
              </a:rPr>
              <a:t>s</a:t>
            </a:r>
            <a:r>
              <a:rPr lang="en-US" sz="1700" spc="46" dirty="0">
                <a:solidFill>
                  <a:srgbClr val="242424"/>
                </a:solidFill>
                <a:latin typeface="Times New Roman"/>
                <a:cs typeface="Times New Roman"/>
              </a:rPr>
              <a:t> </a:t>
            </a:r>
            <a:r>
              <a:rPr lang="en-US" sz="1700" spc="-5" dirty="0">
                <a:solidFill>
                  <a:srgbClr val="242424"/>
                </a:solidFill>
                <a:latin typeface="Times New Roman"/>
                <a:cs typeface="Times New Roman"/>
              </a:rPr>
              <a:t>provid</a:t>
            </a:r>
            <a:r>
              <a:rPr lang="en-US" sz="1700" spc="-2" dirty="0">
                <a:solidFill>
                  <a:srgbClr val="242424"/>
                </a:solidFill>
                <a:latin typeface="Times New Roman"/>
                <a:cs typeface="Times New Roman"/>
              </a:rPr>
              <a:t>e</a:t>
            </a:r>
            <a:r>
              <a:rPr lang="en-US" sz="1700" dirty="0">
                <a:solidFill>
                  <a:srgbClr val="242424"/>
                </a:solidFill>
                <a:latin typeface="Times New Roman"/>
                <a:cs typeface="Times New Roman"/>
              </a:rPr>
              <a:t>d</a:t>
            </a:r>
            <a:r>
              <a:rPr lang="en-US" sz="1700" spc="43" dirty="0">
                <a:solidFill>
                  <a:srgbClr val="242424"/>
                </a:solidFill>
                <a:latin typeface="Times New Roman"/>
                <a:cs typeface="Times New Roman"/>
              </a:rPr>
              <a:t> </a:t>
            </a:r>
            <a:r>
              <a:rPr lang="en-US" sz="1700" dirty="0">
                <a:solidFill>
                  <a:srgbClr val="242424"/>
                </a:solidFill>
                <a:latin typeface="Times New Roman"/>
                <a:cs typeface="Times New Roman"/>
              </a:rPr>
              <a:t>for</a:t>
            </a:r>
            <a:r>
              <a:rPr lang="en-US" sz="1700" spc="41" dirty="0">
                <a:solidFill>
                  <a:srgbClr val="242424"/>
                </a:solidFill>
                <a:latin typeface="Times New Roman"/>
                <a:cs typeface="Times New Roman"/>
              </a:rPr>
              <a:t> </a:t>
            </a:r>
            <a:r>
              <a:rPr lang="en-US" sz="1700" spc="-2" dirty="0">
                <a:solidFill>
                  <a:srgbClr val="242424"/>
                </a:solidFill>
                <a:latin typeface="Times New Roman"/>
                <a:cs typeface="Times New Roman"/>
              </a:rPr>
              <a:t>int</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g</a:t>
            </a:r>
            <a:r>
              <a:rPr lang="en-US" sz="1700" spc="-2" dirty="0">
                <a:solidFill>
                  <a:srgbClr val="242424"/>
                </a:solidFill>
                <a:latin typeface="Times New Roman"/>
                <a:cs typeface="Times New Roman"/>
              </a:rPr>
              <a:t>e</a:t>
            </a:r>
            <a:r>
              <a:rPr lang="en-US" sz="1700" dirty="0">
                <a:solidFill>
                  <a:srgbClr val="242424"/>
                </a:solidFill>
                <a:latin typeface="Times New Roman"/>
                <a:cs typeface="Times New Roman"/>
              </a:rPr>
              <a:t>rs</a:t>
            </a:r>
            <a:r>
              <a:rPr lang="en-US" sz="1700" spc="43"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nd</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flo</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n</a:t>
            </a:r>
            <a:r>
              <a:rPr lang="en-US" sz="1700" spc="10" dirty="0">
                <a:solidFill>
                  <a:srgbClr val="242424"/>
                </a:solidFill>
                <a:latin typeface="Times New Roman"/>
                <a:cs typeface="Times New Roman"/>
              </a:rPr>
              <a:t>g</a:t>
            </a:r>
            <a:r>
              <a:rPr lang="en-US" sz="1700" spc="-2" dirty="0">
                <a:solidFill>
                  <a:srgbClr val="242424"/>
                </a:solidFill>
                <a:latin typeface="Times New Roman"/>
                <a:cs typeface="Times New Roman"/>
              </a:rPr>
              <a:t>-point</a:t>
            </a:r>
            <a:r>
              <a:rPr lang="en-US" sz="1700" spc="46"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a:t>
            </a:r>
            <a:endParaRPr lang="en-US" sz="1700" dirty="0">
              <a:latin typeface="Times New Roman"/>
              <a:cs typeface="Times New Roman"/>
            </a:endParaRPr>
          </a:p>
        </p:txBody>
      </p:sp>
      <p:sp>
        <p:nvSpPr>
          <p:cNvPr id="5" name="object 4"/>
          <p:cNvSpPr/>
          <p:nvPr/>
        </p:nvSpPr>
        <p:spPr>
          <a:xfrm>
            <a:off x="2667000" y="2767956"/>
            <a:ext cx="3429000" cy="1752600"/>
          </a:xfrm>
          <a:prstGeom prst="rect">
            <a:avLst/>
          </a:prstGeom>
          <a:blipFill>
            <a:blip r:embed="rId6" cstate="print"/>
            <a:stretch>
              <a:fillRect/>
            </a:stretch>
          </a:blipFill>
        </p:spPr>
        <p:txBody>
          <a:bodyPr wrap="square" lIns="0" tIns="0" rIns="0" bIns="0" rtlCol="0"/>
          <a:lstStyle/>
          <a:p>
            <a:endParaRPr sz="866"/>
          </a:p>
        </p:txBody>
      </p:sp>
      <p:sp>
        <p:nvSpPr>
          <p:cNvPr id="10" name="TextBox 9">
            <a:extLst>
              <a:ext uri="{FF2B5EF4-FFF2-40B4-BE49-F238E27FC236}">
                <a16:creationId xmlns:a16="http://schemas.microsoft.com/office/drawing/2014/main" id="{D15823AB-EC32-5856-78CE-EB5D585378C4}"/>
              </a:ext>
            </a:extLst>
          </p:cNvPr>
          <p:cNvSpPr txBox="1"/>
          <p:nvPr/>
        </p:nvSpPr>
        <p:spPr>
          <a:xfrm>
            <a:off x="6172200" y="3867150"/>
            <a:ext cx="1752600" cy="261610"/>
          </a:xfrm>
          <a:prstGeom prst="rect">
            <a:avLst/>
          </a:prstGeom>
          <a:noFill/>
        </p:spPr>
        <p:txBody>
          <a:bodyPr wrap="square">
            <a:spAutoFit/>
          </a:bodyPr>
          <a:lstStyle/>
          <a:p>
            <a:r>
              <a:rPr lang="en-US" sz="1100" i="1" dirty="0">
                <a:solidFill>
                  <a:srgbClr val="252525"/>
                </a:solidFill>
                <a:latin typeface="Times New Roman"/>
                <a:cs typeface="Times New Roman"/>
              </a:rPr>
              <a:t>Pip</a:t>
            </a:r>
            <a:r>
              <a:rPr lang="en-US" sz="1100" i="1" spc="-5" dirty="0">
                <a:solidFill>
                  <a:srgbClr val="252525"/>
                </a:solidFill>
                <a:latin typeface="Times New Roman"/>
                <a:cs typeface="Times New Roman"/>
              </a:rPr>
              <a:t>e</a:t>
            </a:r>
            <a:r>
              <a:rPr lang="en-US" sz="1100" i="1" dirty="0">
                <a:solidFill>
                  <a:srgbClr val="252525"/>
                </a:solidFill>
                <a:latin typeface="Times New Roman"/>
                <a:cs typeface="Times New Roman"/>
              </a:rPr>
              <a:t>li</a:t>
            </a:r>
            <a:r>
              <a:rPr lang="en-US" sz="1100" i="1" spc="-7" dirty="0">
                <a:solidFill>
                  <a:srgbClr val="252525"/>
                </a:solidFill>
                <a:latin typeface="Times New Roman"/>
                <a:cs typeface="Times New Roman"/>
              </a:rPr>
              <a:t>n</a:t>
            </a:r>
            <a:r>
              <a:rPr lang="en-US" sz="1100" i="1" dirty="0">
                <a:solidFill>
                  <a:srgbClr val="252525"/>
                </a:solidFill>
                <a:latin typeface="Times New Roman"/>
                <a:cs typeface="Times New Roman"/>
              </a:rPr>
              <a:t>ed Pr</a:t>
            </a:r>
            <a:r>
              <a:rPr lang="en-US" sz="1100" i="1" spc="-7" dirty="0">
                <a:solidFill>
                  <a:srgbClr val="252525"/>
                </a:solidFill>
                <a:latin typeface="Times New Roman"/>
                <a:cs typeface="Times New Roman"/>
              </a:rPr>
              <a:t>o</a:t>
            </a:r>
            <a:r>
              <a:rPr lang="en-US" sz="1100" i="1" dirty="0">
                <a:solidFill>
                  <a:srgbClr val="252525"/>
                </a:solidFill>
                <a:latin typeface="Times New Roman"/>
                <a:cs typeface="Times New Roman"/>
              </a:rPr>
              <a:t>ce</a:t>
            </a:r>
            <a:r>
              <a:rPr lang="en-US" sz="1100" i="1" spc="-7" dirty="0">
                <a:solidFill>
                  <a:srgbClr val="252525"/>
                </a:solidFill>
                <a:latin typeface="Times New Roman"/>
                <a:cs typeface="Times New Roman"/>
              </a:rPr>
              <a:t>s</a:t>
            </a:r>
            <a:r>
              <a:rPr lang="en-US" sz="1100" i="1" spc="-2" dirty="0">
                <a:solidFill>
                  <a:srgbClr val="252525"/>
                </a:solidFill>
                <a:latin typeface="Times New Roman"/>
                <a:cs typeface="Times New Roman"/>
              </a:rPr>
              <a:t>so</a:t>
            </a:r>
            <a:r>
              <a:rPr lang="en-US" sz="1100" i="1" dirty="0">
                <a:solidFill>
                  <a:srgbClr val="252525"/>
                </a:solidFill>
                <a:latin typeface="Times New Roman"/>
                <a:cs typeface="Times New Roman"/>
              </a:rPr>
              <a:t>r</a:t>
            </a:r>
            <a:r>
              <a:rPr lang="en-US" sz="1100" i="1" spc="2" dirty="0">
                <a:solidFill>
                  <a:srgbClr val="252525"/>
                </a:solidFill>
                <a:latin typeface="Times New Roman"/>
                <a:cs typeface="Times New Roman"/>
              </a:rPr>
              <a:t> </a:t>
            </a:r>
            <a:r>
              <a:rPr lang="en-US" sz="1100" i="1" spc="-5" dirty="0">
                <a:solidFill>
                  <a:srgbClr val="252525"/>
                </a:solidFill>
                <a:latin typeface="Times New Roman"/>
                <a:cs typeface="Times New Roman"/>
              </a:rPr>
              <a:t>U</a:t>
            </a:r>
            <a:r>
              <a:rPr lang="en-US" sz="1100" i="1" spc="-7" dirty="0">
                <a:solidFill>
                  <a:srgbClr val="252525"/>
                </a:solidFill>
                <a:latin typeface="Times New Roman"/>
                <a:cs typeface="Times New Roman"/>
              </a:rPr>
              <a:t>n</a:t>
            </a:r>
            <a:r>
              <a:rPr lang="en-US" sz="1100" i="1" dirty="0">
                <a:solidFill>
                  <a:srgbClr val="252525"/>
                </a:solidFill>
                <a:latin typeface="Times New Roman"/>
                <a:cs typeface="Times New Roman"/>
              </a:rPr>
              <a:t>it</a:t>
            </a:r>
            <a:endParaRPr lang="en-US" sz="1100" dirty="0">
              <a:latin typeface="Times New Roman"/>
              <a:cs typeface="Times New Roman"/>
            </a:endParaRPr>
          </a:p>
        </p:txBody>
      </p:sp>
    </p:spTree>
    <p:extLst>
      <p:ext uri="{BB962C8B-B14F-4D97-AF65-F5344CB8AC3E}">
        <p14:creationId xmlns:p14="http://schemas.microsoft.com/office/powerpoint/2010/main" val="3863724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F195A-3AC9-55F0-CA15-96AD0EE685A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26223D2-D4BF-57B2-63D2-634C061C040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58DBC13-EBC5-7A49-48C0-451E39CC32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9CA0994-F65D-E19C-396A-42815FA7FCC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E62D3736-D1C1-257C-4C79-E6FB5DBAC6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3D0DDC2E-5EF7-3A61-41D2-F37E839D9802}"/>
              </a:ext>
            </a:extLst>
          </p:cNvPr>
          <p:cNvSpPr txBox="1"/>
          <p:nvPr/>
        </p:nvSpPr>
        <p:spPr>
          <a:xfrm>
            <a:off x="1013394" y="722416"/>
            <a:ext cx="6911406" cy="3816429"/>
          </a:xfrm>
          <a:prstGeom prst="rect">
            <a:avLst/>
          </a:prstGeom>
        </p:spPr>
        <p:txBody>
          <a:bodyPr vert="horz" wrap="square" lIns="0" tIns="0" rIns="0" bIns="0" rtlCol="0">
            <a:spAutoFit/>
          </a:bodyPr>
          <a:lstStyle/>
          <a:p>
            <a:pPr marL="6109" marR="3971" algn="just">
              <a:spcBef>
                <a:spcPts val="387"/>
              </a:spcBef>
            </a:pPr>
            <a:r>
              <a:rPr lang="en-US" sz="1700" dirty="0">
                <a:latin typeface="Times New Roman"/>
                <a:cs typeface="Times New Roman"/>
              </a:rPr>
              <a:t>In </a:t>
            </a:r>
            <a:r>
              <a:rPr lang="en-US" sz="1700" b="1" dirty="0">
                <a:latin typeface="Times New Roman"/>
                <a:cs typeface="Times New Roman"/>
              </a:rPr>
              <a:t>static</a:t>
            </a:r>
            <a:r>
              <a:rPr lang="en-US" sz="1700" dirty="0">
                <a:latin typeface="Times New Roman"/>
                <a:cs typeface="Times New Roman"/>
              </a:rPr>
              <a:t> pipelining, the processor should pass the instruction through all phases of the pipeline, regardless of the requirement of the instruction.</a:t>
            </a:r>
          </a:p>
          <a:p>
            <a:pPr marL="6109" marR="3971" algn="just">
              <a:spcBef>
                <a:spcPts val="387"/>
              </a:spcBef>
            </a:pPr>
            <a:r>
              <a:rPr lang="en-US" sz="1700" dirty="0">
                <a:latin typeface="Times New Roman"/>
                <a:cs typeface="Times New Roman"/>
              </a:rPr>
              <a:t>In </a:t>
            </a:r>
            <a:r>
              <a:rPr lang="en-US" sz="1700" b="1" dirty="0">
                <a:latin typeface="Times New Roman"/>
                <a:cs typeface="Times New Roman"/>
              </a:rPr>
              <a:t>dynamic</a:t>
            </a:r>
            <a:r>
              <a:rPr lang="en-US" sz="1700" dirty="0">
                <a:latin typeface="Times New Roman"/>
                <a:cs typeface="Times New Roman"/>
              </a:rPr>
              <a:t> pipeline processor, an instruction can bypass the phases depending on its requirement but has to move in sequential order.</a:t>
            </a:r>
          </a:p>
          <a:p>
            <a:pPr marL="6109" marR="3971" algn="just">
              <a:spcBef>
                <a:spcPts val="387"/>
              </a:spcBef>
            </a:pPr>
            <a:r>
              <a:rPr lang="en-US" sz="1700" dirty="0">
                <a:latin typeface="Times New Roman"/>
                <a:cs typeface="Times New Roman"/>
              </a:rPr>
              <a:t>In </a:t>
            </a:r>
            <a:r>
              <a:rPr lang="en-US" sz="1700" b="1" dirty="0">
                <a:latin typeface="Times New Roman"/>
                <a:cs typeface="Times New Roman"/>
              </a:rPr>
              <a:t>complex dynamic</a:t>
            </a:r>
            <a:r>
              <a:rPr lang="en-US" sz="1700" dirty="0">
                <a:latin typeface="Times New Roman"/>
                <a:cs typeface="Times New Roman"/>
              </a:rPr>
              <a:t> pipeline processor, the instruction can bypass the phases as well as choose the phases out of order.</a:t>
            </a:r>
          </a:p>
          <a:p>
            <a:pPr marL="6109" marR="3971" algn="just">
              <a:spcBef>
                <a:spcPts val="387"/>
              </a:spcBef>
            </a:pPr>
            <a:endParaRPr lang="en-US" sz="1700" dirty="0">
              <a:latin typeface="Times New Roman"/>
              <a:cs typeface="Times New Roman"/>
            </a:endParaRPr>
          </a:p>
          <a:p>
            <a:pPr marL="6109" algn="just"/>
            <a:r>
              <a:rPr lang="en-US" sz="1700" b="1" spc="-2" dirty="0">
                <a:solidFill>
                  <a:srgbClr val="242424"/>
                </a:solidFill>
                <a:latin typeface="Times New Roman"/>
                <a:cs typeface="Times New Roman"/>
              </a:rPr>
              <a:t>Class</a:t>
            </a:r>
            <a:r>
              <a:rPr lang="en-US" sz="1700" b="1" dirty="0">
                <a:solidFill>
                  <a:srgbClr val="242424"/>
                </a:solidFill>
                <a:latin typeface="Times New Roman"/>
                <a:cs typeface="Times New Roman"/>
              </a:rPr>
              <a:t>i</a:t>
            </a:r>
            <a:r>
              <a:rPr lang="en-US" sz="1700" b="1" spc="-2" dirty="0">
                <a:solidFill>
                  <a:srgbClr val="242424"/>
                </a:solidFill>
                <a:latin typeface="Times New Roman"/>
                <a:cs typeface="Times New Roman"/>
              </a:rPr>
              <a:t>fi</a:t>
            </a:r>
            <a:r>
              <a:rPr lang="en-US" sz="1700" b="1" spc="-10" dirty="0">
                <a:solidFill>
                  <a:srgbClr val="242424"/>
                </a:solidFill>
                <a:latin typeface="Times New Roman"/>
                <a:cs typeface="Times New Roman"/>
              </a:rPr>
              <a:t>c</a:t>
            </a:r>
            <a:r>
              <a:rPr lang="en-US" sz="1700" b="1" spc="-5" dirty="0">
                <a:solidFill>
                  <a:srgbClr val="242424"/>
                </a:solidFill>
                <a:latin typeface="Times New Roman"/>
                <a:cs typeface="Times New Roman"/>
              </a:rPr>
              <a:t>ation</a:t>
            </a:r>
            <a:r>
              <a:rPr lang="en-US" sz="1700" b="1" dirty="0">
                <a:solidFill>
                  <a:srgbClr val="242424"/>
                </a:solidFill>
                <a:latin typeface="Times New Roman"/>
                <a:cs typeface="Times New Roman"/>
              </a:rPr>
              <a:t> of </a:t>
            </a:r>
            <a:r>
              <a:rPr lang="en-US" sz="1700" b="1" spc="-7" dirty="0">
                <a:solidFill>
                  <a:srgbClr val="242424"/>
                </a:solidFill>
                <a:latin typeface="Times New Roman"/>
                <a:cs typeface="Times New Roman"/>
              </a:rPr>
              <a:t>p</a:t>
            </a:r>
            <a:r>
              <a:rPr lang="en-US" sz="1700" b="1" spc="-2" dirty="0">
                <a:solidFill>
                  <a:srgbClr val="242424"/>
                </a:solidFill>
                <a:latin typeface="Times New Roman"/>
                <a:cs typeface="Times New Roman"/>
              </a:rPr>
              <a:t>i</a:t>
            </a:r>
            <a:r>
              <a:rPr lang="en-US" sz="1700" b="1" dirty="0">
                <a:solidFill>
                  <a:srgbClr val="242424"/>
                </a:solidFill>
                <a:latin typeface="Times New Roman"/>
                <a:cs typeface="Times New Roman"/>
              </a:rPr>
              <a:t>p</a:t>
            </a:r>
            <a:r>
              <a:rPr lang="en-US" sz="1700" b="1" spc="-7" dirty="0">
                <a:solidFill>
                  <a:srgbClr val="242424"/>
                </a:solidFill>
                <a:latin typeface="Times New Roman"/>
                <a:cs typeface="Times New Roman"/>
              </a:rPr>
              <a:t>e</a:t>
            </a:r>
            <a:r>
              <a:rPr lang="en-US" sz="1700" b="1" spc="-2" dirty="0">
                <a:solidFill>
                  <a:srgbClr val="242424"/>
                </a:solidFill>
                <a:latin typeface="Times New Roman"/>
                <a:cs typeface="Times New Roman"/>
              </a:rPr>
              <a:t>li</a:t>
            </a:r>
            <a:r>
              <a:rPr lang="en-US" sz="1700" b="1" spc="-5" dirty="0">
                <a:solidFill>
                  <a:srgbClr val="242424"/>
                </a:solidFill>
                <a:latin typeface="Times New Roman"/>
                <a:cs typeface="Times New Roman"/>
              </a:rPr>
              <a:t>ne</a:t>
            </a:r>
            <a:r>
              <a:rPr lang="en-US" sz="1700" b="1" spc="-2" dirty="0">
                <a:solidFill>
                  <a:srgbClr val="242424"/>
                </a:solidFill>
                <a:latin typeface="Times New Roman"/>
                <a:cs typeface="Times New Roman"/>
              </a:rPr>
              <a:t> </a:t>
            </a:r>
            <a:r>
              <a:rPr lang="en-US" sz="1700" b="1" dirty="0">
                <a:solidFill>
                  <a:srgbClr val="242424"/>
                </a:solidFill>
                <a:latin typeface="Times New Roman"/>
                <a:cs typeface="Times New Roman"/>
              </a:rPr>
              <a:t>p</a:t>
            </a:r>
            <a:r>
              <a:rPr lang="en-US" sz="1700" b="1" spc="-7" dirty="0">
                <a:solidFill>
                  <a:srgbClr val="242424"/>
                </a:solidFill>
                <a:latin typeface="Times New Roman"/>
                <a:cs typeface="Times New Roman"/>
              </a:rPr>
              <a:t>r</a:t>
            </a:r>
            <a:r>
              <a:rPr lang="en-US" sz="1700" b="1" spc="-5" dirty="0">
                <a:solidFill>
                  <a:srgbClr val="242424"/>
                </a:solidFill>
                <a:latin typeface="Times New Roman"/>
                <a:cs typeface="Times New Roman"/>
              </a:rPr>
              <a:t>o</a:t>
            </a:r>
            <a:r>
              <a:rPr lang="en-US" sz="1700" b="1" spc="-7" dirty="0">
                <a:solidFill>
                  <a:srgbClr val="242424"/>
                </a:solidFill>
                <a:latin typeface="Times New Roman"/>
                <a:cs typeface="Times New Roman"/>
              </a:rPr>
              <a:t>ce</a:t>
            </a:r>
            <a:r>
              <a:rPr lang="en-US" sz="1700" b="1" spc="-2" dirty="0">
                <a:solidFill>
                  <a:srgbClr val="242424"/>
                </a:solidFill>
                <a:latin typeface="Times New Roman"/>
                <a:cs typeface="Times New Roman"/>
              </a:rPr>
              <a:t>ssor</a:t>
            </a:r>
            <a:endParaRPr lang="en-US" sz="1700" dirty="0">
              <a:latin typeface="Times New Roman"/>
              <a:cs typeface="Times New Roman"/>
            </a:endParaRPr>
          </a:p>
          <a:p>
            <a:pPr>
              <a:spcBef>
                <a:spcPts val="10"/>
              </a:spcBef>
            </a:pPr>
            <a:endParaRPr lang="en-US" sz="1700" dirty="0">
              <a:latin typeface="Times New Roman"/>
              <a:cs typeface="Times New Roman"/>
            </a:endParaRPr>
          </a:p>
          <a:p>
            <a:pPr marL="6109" algn="just"/>
            <a:r>
              <a:rPr lang="en-US" sz="1700" dirty="0">
                <a:solidFill>
                  <a:srgbClr val="242424"/>
                </a:solidFill>
                <a:latin typeface="Times New Roman"/>
                <a:cs typeface="Times New Roman"/>
              </a:rPr>
              <a:t>P</a:t>
            </a:r>
            <a:r>
              <a:rPr lang="en-US" sz="1700" spc="-2" dirty="0">
                <a:solidFill>
                  <a:srgbClr val="242424"/>
                </a:solidFill>
                <a:latin typeface="Times New Roman"/>
                <a:cs typeface="Times New Roman"/>
              </a:rPr>
              <a:t>ipeline </a:t>
            </a:r>
            <a:r>
              <a:rPr lang="en-US" sz="1700" dirty="0">
                <a:solidFill>
                  <a:srgbClr val="242424"/>
                </a:solidFill>
                <a:latin typeface="Times New Roman"/>
                <a:cs typeface="Times New Roman"/>
              </a:rPr>
              <a:t>p</a:t>
            </a:r>
            <a:r>
              <a:rPr lang="en-US" sz="1700" spc="-5" dirty="0">
                <a:solidFill>
                  <a:srgbClr val="242424"/>
                </a:solidFill>
                <a:latin typeface="Times New Roman"/>
                <a:cs typeface="Times New Roman"/>
              </a:rPr>
              <a:t>ro</a:t>
            </a:r>
            <a:r>
              <a:rPr lang="en-US" sz="1700" spc="-7" dirty="0">
                <a:solidFill>
                  <a:srgbClr val="242424"/>
                </a:solidFill>
                <a:latin typeface="Times New Roman"/>
                <a:cs typeface="Times New Roman"/>
              </a:rPr>
              <a:t>ce</a:t>
            </a:r>
            <a:r>
              <a:rPr lang="en-US" sz="1700" spc="-2" dirty="0">
                <a:solidFill>
                  <a:srgbClr val="242424"/>
                </a:solidFill>
                <a:latin typeface="Times New Roman"/>
                <a:cs typeface="Times New Roman"/>
              </a:rPr>
              <a:t>ssor</a:t>
            </a:r>
            <a:r>
              <a:rPr lang="en-US" sz="1700" dirty="0">
                <a:solidFill>
                  <a:srgbClr val="242424"/>
                </a:solidFill>
                <a:latin typeface="Times New Roman"/>
                <a:cs typeface="Times New Roman"/>
              </a:rPr>
              <a:t>s </a:t>
            </a:r>
            <a:r>
              <a:rPr lang="en-US" sz="1700" spc="-2" dirty="0">
                <a:solidFill>
                  <a:srgbClr val="242424"/>
                </a:solidFill>
                <a:latin typeface="Times New Roman"/>
                <a:cs typeface="Times New Roman"/>
              </a:rPr>
              <a:t>are</a:t>
            </a:r>
            <a:r>
              <a:rPr lang="en-US" sz="1700" spc="-5"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l</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ss</a:t>
            </a:r>
            <a:r>
              <a:rPr lang="en-US" sz="1700" dirty="0">
                <a:solidFill>
                  <a:srgbClr val="242424"/>
                </a:solidFill>
                <a:latin typeface="Times New Roman"/>
                <a:cs typeface="Times New Roman"/>
              </a:rPr>
              <a:t>i</a:t>
            </a:r>
            <a:r>
              <a:rPr lang="en-US" sz="1700" spc="-2" dirty="0">
                <a:solidFill>
                  <a:srgbClr val="242424"/>
                </a:solidFill>
                <a:latin typeface="Times New Roman"/>
                <a:cs typeface="Times New Roman"/>
              </a:rPr>
              <a:t>fi</a:t>
            </a:r>
            <a:r>
              <a:rPr lang="en-US" sz="1700" spc="-10" dirty="0">
                <a:solidFill>
                  <a:srgbClr val="242424"/>
                </a:solidFill>
                <a:latin typeface="Times New Roman"/>
                <a:cs typeface="Times New Roman"/>
              </a:rPr>
              <a:t>e</a:t>
            </a:r>
            <a:r>
              <a:rPr lang="en-US" sz="1700" dirty="0">
                <a:solidFill>
                  <a:srgbClr val="242424"/>
                </a:solidFill>
                <a:latin typeface="Times New Roman"/>
                <a:cs typeface="Times New Roman"/>
              </a:rPr>
              <a:t>d </a:t>
            </a:r>
            <a:r>
              <a:rPr lang="en-US" sz="1700" spc="-5" dirty="0">
                <a:solidFill>
                  <a:srgbClr val="242424"/>
                </a:solidFill>
                <a:latin typeface="Times New Roman"/>
                <a:cs typeface="Times New Roman"/>
              </a:rPr>
              <a:t>as:</a:t>
            </a:r>
            <a:endParaRPr lang="en-US" sz="1700" dirty="0">
              <a:latin typeface="Times New Roman"/>
              <a:cs typeface="Times New Roman"/>
            </a:endParaRPr>
          </a:p>
          <a:p>
            <a:pPr marL="116065">
              <a:buClr>
                <a:srgbClr val="242424"/>
              </a:buClr>
              <a:tabLst>
                <a:tab pos="226022" algn="l"/>
              </a:tabLst>
            </a:pPr>
            <a:endParaRPr lang="en-US" sz="1700" spc="-2" dirty="0">
              <a:solidFill>
                <a:srgbClr val="242424"/>
              </a:solidFill>
              <a:latin typeface="Times New Roman"/>
              <a:cs typeface="Times New Roman"/>
            </a:endParaRPr>
          </a:p>
          <a:p>
            <a:pPr marL="225716" indent="-109651">
              <a:buClr>
                <a:srgbClr val="242424"/>
              </a:buClr>
              <a:buFont typeface="Times New Roman"/>
              <a:buAutoNum type="arabicPeriod"/>
              <a:tabLst>
                <a:tab pos="226022" algn="l"/>
              </a:tabLst>
            </a:pPr>
            <a:r>
              <a:rPr lang="en-US" sz="1700" spc="-2" dirty="0">
                <a:solidFill>
                  <a:srgbClr val="242424"/>
                </a:solidFill>
                <a:latin typeface="Times New Roman"/>
                <a:cs typeface="Times New Roman"/>
              </a:rPr>
              <a:t>A</a:t>
            </a:r>
            <a:r>
              <a:rPr lang="en-US" sz="1700" spc="-5" dirty="0">
                <a:solidFill>
                  <a:srgbClr val="242424"/>
                </a:solidFill>
                <a:latin typeface="Times New Roman"/>
                <a:cs typeface="Times New Roman"/>
              </a:rPr>
              <a:t>r</a:t>
            </a:r>
            <a:r>
              <a:rPr lang="en-US" sz="1700" spc="-2" dirty="0">
                <a:solidFill>
                  <a:srgbClr val="242424"/>
                </a:solidFill>
                <a:latin typeface="Times New Roman"/>
                <a:cs typeface="Times New Roman"/>
              </a:rPr>
              <a:t>ithmetic</a:t>
            </a:r>
            <a:r>
              <a:rPr lang="en-US" sz="1700" dirty="0">
                <a:solidFill>
                  <a:srgbClr val="242424"/>
                </a:solidFill>
                <a:latin typeface="Times New Roman"/>
                <a:cs typeface="Times New Roman"/>
              </a:rPr>
              <a:t> </a:t>
            </a:r>
            <a:r>
              <a:rPr lang="en-US" sz="1700" spc="-5" dirty="0">
                <a:solidFill>
                  <a:srgbClr val="242424"/>
                </a:solidFill>
                <a:latin typeface="Times New Roman"/>
                <a:cs typeface="Times New Roman"/>
              </a:rPr>
              <a:t>pip</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line</a:t>
            </a:r>
            <a:endParaRPr lang="en-US" sz="1700" dirty="0">
              <a:latin typeface="Times New Roman"/>
              <a:cs typeface="Times New Roman"/>
            </a:endParaRPr>
          </a:p>
          <a:p>
            <a:pPr marL="225716" indent="-109651">
              <a:buClr>
                <a:srgbClr val="242424"/>
              </a:buClr>
              <a:buFont typeface="Times New Roman"/>
              <a:buAutoNum type="arabicPeriod"/>
              <a:tabLst>
                <a:tab pos="226022" algn="l"/>
              </a:tabLst>
            </a:pPr>
            <a:r>
              <a:rPr lang="en-US" sz="1700" spc="-10" dirty="0">
                <a:solidFill>
                  <a:srgbClr val="242424"/>
                </a:solidFill>
                <a:latin typeface="Times New Roman"/>
                <a:cs typeface="Times New Roman"/>
              </a:rPr>
              <a:t>I</a:t>
            </a:r>
            <a:r>
              <a:rPr lang="en-US" sz="1700" dirty="0">
                <a:solidFill>
                  <a:srgbClr val="242424"/>
                </a:solidFill>
                <a:latin typeface="Times New Roman"/>
                <a:cs typeface="Times New Roman"/>
              </a:rPr>
              <a:t>nstr</a:t>
            </a:r>
            <a:r>
              <a:rPr lang="en-US" sz="1700" spc="5" dirty="0">
                <a:solidFill>
                  <a:srgbClr val="242424"/>
                </a:solidFill>
                <a:latin typeface="Times New Roman"/>
                <a:cs typeface="Times New Roman"/>
              </a:rPr>
              <a:t>u</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 </a:t>
            </a:r>
            <a:r>
              <a:rPr lang="en-US" sz="1700" spc="-2" dirty="0">
                <a:solidFill>
                  <a:srgbClr val="242424"/>
                </a:solidFill>
                <a:latin typeface="Times New Roman"/>
                <a:cs typeface="Times New Roman"/>
              </a:rPr>
              <a:t>pipeline</a:t>
            </a:r>
            <a:endParaRPr lang="en-US" sz="1700" dirty="0">
              <a:latin typeface="Times New Roman"/>
              <a:cs typeface="Times New Roman"/>
            </a:endParaRPr>
          </a:p>
          <a:p>
            <a:pPr marL="225716" indent="-109651">
              <a:buClr>
                <a:srgbClr val="242424"/>
              </a:buClr>
              <a:buFont typeface="Times New Roman"/>
              <a:buAutoNum type="arabicPeriod"/>
              <a:tabLst>
                <a:tab pos="226022" algn="l"/>
              </a:tabLst>
            </a:pPr>
            <a:r>
              <a:rPr lang="en-US" sz="1700" dirty="0">
                <a:solidFill>
                  <a:srgbClr val="242424"/>
                </a:solidFill>
                <a:latin typeface="Times New Roman"/>
                <a:cs typeface="Times New Roman"/>
              </a:rPr>
              <a:t>P</a:t>
            </a:r>
            <a:r>
              <a:rPr lang="en-US" sz="1700" spc="-2" dirty="0">
                <a:solidFill>
                  <a:srgbClr val="242424"/>
                </a:solidFill>
                <a:latin typeface="Times New Roman"/>
                <a:cs typeface="Times New Roman"/>
              </a:rPr>
              <a:t>ro</a:t>
            </a:r>
            <a:r>
              <a:rPr lang="en-US" sz="1700" spc="-10" dirty="0">
                <a:solidFill>
                  <a:srgbClr val="242424"/>
                </a:solidFill>
                <a:latin typeface="Times New Roman"/>
                <a:cs typeface="Times New Roman"/>
              </a:rPr>
              <a:t>c</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sso</a:t>
            </a:r>
            <a:r>
              <a:rPr lang="en-US" sz="1700" dirty="0">
                <a:solidFill>
                  <a:srgbClr val="242424"/>
                </a:solidFill>
                <a:latin typeface="Times New Roman"/>
                <a:cs typeface="Times New Roman"/>
              </a:rPr>
              <a:t>r </a:t>
            </a:r>
            <a:r>
              <a:rPr lang="en-US" sz="1700" spc="-2" dirty="0">
                <a:solidFill>
                  <a:srgbClr val="242424"/>
                </a:solidFill>
                <a:latin typeface="Times New Roman"/>
                <a:cs typeface="Times New Roman"/>
              </a:rPr>
              <a:t>pipeline</a:t>
            </a:r>
            <a:endParaRPr lang="en-US" sz="1700" dirty="0">
              <a:latin typeface="Times New Roman"/>
              <a:cs typeface="Times New Roman"/>
            </a:endParaRPr>
          </a:p>
        </p:txBody>
      </p:sp>
    </p:spTree>
    <p:extLst>
      <p:ext uri="{BB962C8B-B14F-4D97-AF65-F5344CB8AC3E}">
        <p14:creationId xmlns:p14="http://schemas.microsoft.com/office/powerpoint/2010/main" val="2564807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A78CE-2A9C-0653-7068-06531574333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69EE7A-42D6-E877-CFC2-AE82EFCDAAA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1F4AC73A-4827-EC9A-F805-6C9CAE05CF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F1A72345-F3F6-1217-CBBC-64751DE3A7A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8B76F70-21C2-EEEE-289E-1CD9FA058F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14400" y="742950"/>
            <a:ext cx="7086600" cy="2092881"/>
          </a:xfrm>
          <a:prstGeom prst="rect">
            <a:avLst/>
          </a:prstGeom>
        </p:spPr>
        <p:txBody>
          <a:bodyPr vert="horz" wrap="square" lIns="0" tIns="0" rIns="0" bIns="0" rtlCol="0">
            <a:spAutoFit/>
          </a:bodyPr>
          <a:lstStyle/>
          <a:p>
            <a:pPr marL="6109" algn="ctr"/>
            <a:r>
              <a:rPr sz="1700" b="1" spc="-2" dirty="0">
                <a:solidFill>
                  <a:srgbClr val="242424"/>
                </a:solidFill>
                <a:latin typeface="Times New Roman"/>
                <a:cs typeface="Times New Roman"/>
              </a:rPr>
              <a:t>A</a:t>
            </a:r>
            <a:r>
              <a:rPr sz="1700" b="1" spc="-5" dirty="0">
                <a:solidFill>
                  <a:srgbClr val="242424"/>
                </a:solidFill>
                <a:latin typeface="Times New Roman"/>
                <a:cs typeface="Times New Roman"/>
              </a:rPr>
              <a:t>r</a:t>
            </a:r>
            <a:r>
              <a:rPr sz="1700" b="1" spc="-2" dirty="0">
                <a:solidFill>
                  <a:srgbClr val="242424"/>
                </a:solidFill>
                <a:latin typeface="Times New Roman"/>
                <a:cs typeface="Times New Roman"/>
              </a:rPr>
              <a:t>ith</a:t>
            </a:r>
            <a:r>
              <a:rPr sz="1700" b="1" spc="2" dirty="0">
                <a:solidFill>
                  <a:srgbClr val="242424"/>
                </a:solidFill>
                <a:latin typeface="Times New Roman"/>
                <a:cs typeface="Times New Roman"/>
              </a:rPr>
              <a:t>m</a:t>
            </a:r>
            <a:r>
              <a:rPr sz="1700" b="1" spc="-7" dirty="0">
                <a:solidFill>
                  <a:srgbClr val="242424"/>
                </a:solidFill>
                <a:latin typeface="Times New Roman"/>
                <a:cs typeface="Times New Roman"/>
              </a:rPr>
              <a:t>e</a:t>
            </a:r>
            <a:r>
              <a:rPr sz="1700" b="1" spc="-2" dirty="0">
                <a:solidFill>
                  <a:srgbClr val="242424"/>
                </a:solidFill>
                <a:latin typeface="Times New Roman"/>
                <a:cs typeface="Times New Roman"/>
              </a:rPr>
              <a:t>tic</a:t>
            </a:r>
            <a:r>
              <a:rPr sz="1700" b="1" spc="-5" dirty="0">
                <a:solidFill>
                  <a:srgbClr val="242424"/>
                </a:solidFill>
                <a:latin typeface="Times New Roman"/>
                <a:cs typeface="Times New Roman"/>
              </a:rPr>
              <a:t> </a:t>
            </a:r>
            <a:r>
              <a:rPr sz="1700" b="1" dirty="0">
                <a:solidFill>
                  <a:srgbClr val="242424"/>
                </a:solidFill>
                <a:latin typeface="Times New Roman"/>
                <a:cs typeface="Times New Roman"/>
              </a:rPr>
              <a:t>p</a:t>
            </a:r>
            <a:r>
              <a:rPr sz="1700" b="1" spc="-2" dirty="0">
                <a:solidFill>
                  <a:srgbClr val="242424"/>
                </a:solidFill>
                <a:latin typeface="Times New Roman"/>
                <a:cs typeface="Times New Roman"/>
              </a:rPr>
              <a:t>ip</a:t>
            </a:r>
            <a:r>
              <a:rPr sz="1700" b="1" spc="-7" dirty="0">
                <a:solidFill>
                  <a:srgbClr val="242424"/>
                </a:solidFill>
                <a:latin typeface="Times New Roman"/>
                <a:cs typeface="Times New Roman"/>
              </a:rPr>
              <a:t>e</a:t>
            </a:r>
            <a:r>
              <a:rPr sz="1700" b="1" spc="-2" dirty="0">
                <a:solidFill>
                  <a:srgbClr val="242424"/>
                </a:solidFill>
                <a:latin typeface="Times New Roman"/>
                <a:cs typeface="Times New Roman"/>
              </a:rPr>
              <a:t>li</a:t>
            </a:r>
            <a:r>
              <a:rPr sz="1700" b="1" dirty="0">
                <a:solidFill>
                  <a:srgbClr val="242424"/>
                </a:solidFill>
                <a:latin typeface="Times New Roman"/>
                <a:cs typeface="Times New Roman"/>
              </a:rPr>
              <a:t>n</a:t>
            </a:r>
            <a:r>
              <a:rPr sz="1700" b="1" spc="-5" dirty="0">
                <a:solidFill>
                  <a:srgbClr val="242424"/>
                </a:solidFill>
                <a:latin typeface="Times New Roman"/>
                <a:cs typeface="Times New Roman"/>
              </a:rPr>
              <a:t>e</a:t>
            </a:r>
            <a:endParaRPr sz="1700" dirty="0">
              <a:latin typeface="Times New Roman"/>
              <a:cs typeface="Times New Roman"/>
            </a:endParaRPr>
          </a:p>
          <a:p>
            <a:pPr>
              <a:spcBef>
                <a:spcPts val="4"/>
              </a:spcBef>
            </a:pPr>
            <a:endParaRPr sz="1700" dirty="0">
              <a:latin typeface="Times New Roman"/>
              <a:cs typeface="Times New Roman"/>
            </a:endParaRPr>
          </a:p>
          <a:p>
            <a:pPr marL="6109" algn="just"/>
            <a:r>
              <a:rPr sz="1700" spc="-2" dirty="0">
                <a:solidFill>
                  <a:srgbClr val="242424"/>
                </a:solidFill>
                <a:latin typeface="Times New Roman"/>
                <a:cs typeface="Times New Roman"/>
              </a:rPr>
              <a:t>A</a:t>
            </a:r>
            <a:r>
              <a:rPr sz="1700" dirty="0">
                <a:solidFill>
                  <a:srgbClr val="242424"/>
                </a:solidFill>
                <a:latin typeface="Times New Roman"/>
                <a:cs typeface="Times New Roman"/>
              </a:rPr>
              <a:t>n </a:t>
            </a:r>
            <a:r>
              <a:rPr sz="1700" i="1" spc="-2" dirty="0">
                <a:solidFill>
                  <a:srgbClr val="242424"/>
                </a:solidFill>
                <a:latin typeface="Times New Roman"/>
                <a:cs typeface="Times New Roman"/>
              </a:rPr>
              <a:t>ari</a:t>
            </a:r>
            <a:r>
              <a:rPr sz="1700" i="1" dirty="0">
                <a:solidFill>
                  <a:srgbClr val="242424"/>
                </a:solidFill>
                <a:latin typeface="Times New Roman"/>
                <a:cs typeface="Times New Roman"/>
              </a:rPr>
              <a:t>thm</a:t>
            </a:r>
            <a:r>
              <a:rPr sz="1700" i="1" spc="-5" dirty="0">
                <a:solidFill>
                  <a:srgbClr val="242424"/>
                </a:solidFill>
                <a:latin typeface="Times New Roman"/>
                <a:cs typeface="Times New Roman"/>
              </a:rPr>
              <a:t>e</a:t>
            </a:r>
            <a:r>
              <a:rPr sz="1700" i="1" spc="-2" dirty="0">
                <a:solidFill>
                  <a:srgbClr val="242424"/>
                </a:solidFill>
                <a:latin typeface="Times New Roman"/>
                <a:cs typeface="Times New Roman"/>
              </a:rPr>
              <a:t>tic pipeline</a:t>
            </a:r>
            <a:r>
              <a:rPr sz="1700" i="1" dirty="0">
                <a:solidFill>
                  <a:srgbClr val="242424"/>
                </a:solidFill>
                <a:latin typeface="Times New Roman"/>
                <a:cs typeface="Times New Roman"/>
              </a:rPr>
              <a:t> </a:t>
            </a:r>
            <a:r>
              <a:rPr sz="1700" spc="-5" dirty="0">
                <a:solidFill>
                  <a:srgbClr val="242424"/>
                </a:solidFill>
                <a:latin typeface="Times New Roman"/>
                <a:cs typeface="Times New Roman"/>
              </a:rPr>
              <a:t>g</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n</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spc="-2" dirty="0">
                <a:solidFill>
                  <a:srgbClr val="242424"/>
                </a:solidFill>
                <a:latin typeface="Times New Roman"/>
                <a:cs typeface="Times New Roman"/>
              </a:rPr>
              <a:t>ll</a:t>
            </a:r>
            <a:r>
              <a:rPr sz="1700" dirty="0">
                <a:solidFill>
                  <a:srgbClr val="242424"/>
                </a:solidFill>
                <a:latin typeface="Times New Roman"/>
                <a:cs typeface="Times New Roman"/>
              </a:rPr>
              <a:t>y b</a:t>
            </a:r>
            <a:r>
              <a:rPr sz="1700" spc="2" dirty="0">
                <a:solidFill>
                  <a:srgbClr val="242424"/>
                </a:solidFill>
                <a:latin typeface="Times New Roman"/>
                <a:cs typeface="Times New Roman"/>
              </a:rPr>
              <a:t>r</a:t>
            </a:r>
            <a:r>
              <a:rPr sz="1700" spc="-7" dirty="0">
                <a:solidFill>
                  <a:srgbClr val="242424"/>
                </a:solidFill>
                <a:latin typeface="Times New Roman"/>
                <a:cs typeface="Times New Roman"/>
              </a:rPr>
              <a:t>ea</a:t>
            </a:r>
            <a:r>
              <a:rPr sz="1700" dirty="0">
                <a:solidFill>
                  <a:srgbClr val="242424"/>
                </a:solidFill>
                <a:latin typeface="Times New Roman"/>
                <a:cs typeface="Times New Roman"/>
              </a:rPr>
              <a:t>ks</a:t>
            </a:r>
            <a:r>
              <a:rPr sz="1700" spc="-2" dirty="0">
                <a:solidFill>
                  <a:srgbClr val="242424"/>
                </a:solidFill>
                <a:latin typeface="Times New Roman"/>
                <a:cs typeface="Times New Roman"/>
              </a:rPr>
              <a:t> </a:t>
            </a:r>
            <a:r>
              <a:rPr sz="1700" spc="-7" dirty="0">
                <a:solidFill>
                  <a:srgbClr val="242424"/>
                </a:solidFill>
                <a:latin typeface="Times New Roman"/>
                <a:cs typeface="Times New Roman"/>
              </a:rPr>
              <a:t>a</a:t>
            </a:r>
            <a:r>
              <a:rPr sz="1700" dirty="0">
                <a:solidFill>
                  <a:srgbClr val="242424"/>
                </a:solidFill>
                <a:latin typeface="Times New Roman"/>
                <a:cs typeface="Times New Roman"/>
              </a:rPr>
              <a:t>n</a:t>
            </a:r>
            <a:r>
              <a:rPr sz="1700" spc="5" dirty="0">
                <a:solidFill>
                  <a:srgbClr val="242424"/>
                </a:solidFill>
                <a:latin typeface="Times New Roman"/>
                <a:cs typeface="Times New Roman"/>
              </a:rPr>
              <a:t> </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rith</a:t>
            </a:r>
            <a:r>
              <a:rPr sz="1700" dirty="0">
                <a:solidFill>
                  <a:srgbClr val="242424"/>
                </a:solidFill>
                <a:latin typeface="Times New Roman"/>
                <a:cs typeface="Times New Roman"/>
              </a:rPr>
              <a:t>m</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tic </a:t>
            </a:r>
            <a:r>
              <a:rPr sz="1700" spc="-5" dirty="0">
                <a:solidFill>
                  <a:srgbClr val="242424"/>
                </a:solidFill>
                <a:latin typeface="Times New Roman"/>
                <a:cs typeface="Times New Roman"/>
              </a:rPr>
              <a:t>op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spc="-2" dirty="0">
                <a:solidFill>
                  <a:srgbClr val="242424"/>
                </a:solidFill>
                <a:latin typeface="Times New Roman"/>
                <a:cs typeface="Times New Roman"/>
              </a:rPr>
              <a:t>ti</a:t>
            </a:r>
            <a:r>
              <a:rPr sz="1700" dirty="0">
                <a:solidFill>
                  <a:srgbClr val="242424"/>
                </a:solidFill>
                <a:latin typeface="Times New Roman"/>
                <a:cs typeface="Times New Roman"/>
              </a:rPr>
              <a:t>on </a:t>
            </a:r>
            <a:r>
              <a:rPr sz="1700" spc="-2" dirty="0">
                <a:solidFill>
                  <a:srgbClr val="242424"/>
                </a:solidFill>
                <a:latin typeface="Times New Roman"/>
                <a:cs typeface="Times New Roman"/>
              </a:rPr>
              <a:t>int</a:t>
            </a:r>
            <a:r>
              <a:rPr sz="1700" dirty="0">
                <a:solidFill>
                  <a:srgbClr val="242424"/>
                </a:solidFill>
                <a:latin typeface="Times New Roman"/>
                <a:cs typeface="Times New Roman"/>
              </a:rPr>
              <a:t>o </a:t>
            </a:r>
            <a:r>
              <a:rPr sz="1700" spc="-2" dirty="0">
                <a:solidFill>
                  <a:srgbClr val="242424"/>
                </a:solidFill>
                <a:latin typeface="Times New Roman"/>
                <a:cs typeface="Times New Roman"/>
              </a:rPr>
              <a:t>multiple</a:t>
            </a:r>
            <a:r>
              <a:rPr sz="1700" dirty="0">
                <a:solidFill>
                  <a:srgbClr val="242424"/>
                </a:solidFill>
                <a:latin typeface="Times New Roman"/>
                <a:cs typeface="Times New Roman"/>
              </a:rPr>
              <a:t> </a:t>
            </a:r>
            <a:r>
              <a:rPr sz="1700" spc="-10" dirty="0">
                <a:solidFill>
                  <a:srgbClr val="242424"/>
                </a:solidFill>
                <a:latin typeface="Times New Roman"/>
                <a:cs typeface="Times New Roman"/>
              </a:rPr>
              <a:t>a</a:t>
            </a:r>
            <a:r>
              <a:rPr sz="1700" spc="-5" dirty="0">
                <a:solidFill>
                  <a:srgbClr val="242424"/>
                </a:solidFill>
                <a:latin typeface="Times New Roman"/>
                <a:cs typeface="Times New Roman"/>
              </a:rPr>
              <a:t>rithm</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tic steps.</a:t>
            </a:r>
            <a:endParaRPr sz="1700" dirty="0">
              <a:latin typeface="Times New Roman"/>
              <a:cs typeface="Times New Roman"/>
            </a:endParaRPr>
          </a:p>
          <a:p>
            <a:pPr>
              <a:spcBef>
                <a:spcPts val="1"/>
              </a:spcBef>
            </a:pPr>
            <a:endParaRPr sz="1700" dirty="0">
              <a:latin typeface="Times New Roman"/>
              <a:cs typeface="Times New Roman"/>
            </a:endParaRPr>
          </a:p>
          <a:p>
            <a:pPr marL="6109" marR="10996" algn="just"/>
            <a:r>
              <a:rPr sz="1700" dirty="0">
                <a:solidFill>
                  <a:srgbClr val="242424"/>
                </a:solidFill>
                <a:latin typeface="Times New Roman"/>
                <a:cs typeface="Times New Roman"/>
              </a:rPr>
              <a:t>So, </a:t>
            </a:r>
            <a:r>
              <a:rPr sz="1700" spc="-2" dirty="0">
                <a:solidFill>
                  <a:srgbClr val="242424"/>
                </a:solidFill>
                <a:latin typeface="Times New Roman"/>
                <a:cs typeface="Times New Roman"/>
              </a:rPr>
              <a:t>in </a:t>
            </a:r>
            <a:r>
              <a:rPr sz="1700" spc="-5" dirty="0">
                <a:solidFill>
                  <a:srgbClr val="242424"/>
                </a:solidFill>
                <a:latin typeface="Times New Roman"/>
                <a:cs typeface="Times New Roman"/>
              </a:rPr>
              <a:t>an</a:t>
            </a:r>
            <a:r>
              <a:rPr sz="1700" spc="-2" dirty="0">
                <a:solidFill>
                  <a:srgbClr val="242424"/>
                </a:solidFill>
                <a:latin typeface="Times New Roman"/>
                <a:cs typeface="Times New Roman"/>
              </a:rPr>
              <a:t> </a:t>
            </a:r>
            <a:r>
              <a:rPr sz="1700" spc="-10" dirty="0">
                <a:solidFill>
                  <a:srgbClr val="242424"/>
                </a:solidFill>
                <a:latin typeface="Times New Roman"/>
                <a:cs typeface="Times New Roman"/>
              </a:rPr>
              <a:t>a</a:t>
            </a:r>
            <a:r>
              <a:rPr sz="1700" spc="-5" dirty="0">
                <a:solidFill>
                  <a:srgbClr val="242424"/>
                </a:solidFill>
                <a:latin typeface="Times New Roman"/>
                <a:cs typeface="Times New Roman"/>
              </a:rPr>
              <a:t>rithm</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tic pipeline,</a:t>
            </a:r>
            <a:r>
              <a:rPr sz="1700" dirty="0">
                <a:solidFill>
                  <a:srgbClr val="242424"/>
                </a:solidFill>
                <a:latin typeface="Times New Roman"/>
                <a:cs typeface="Times New Roman"/>
              </a:rPr>
              <a:t> </a:t>
            </a:r>
            <a:r>
              <a:rPr sz="1700" spc="-10" dirty="0">
                <a:solidFill>
                  <a:srgbClr val="242424"/>
                </a:solidFill>
                <a:latin typeface="Times New Roman"/>
                <a:cs typeface="Times New Roman"/>
              </a:rPr>
              <a:t>a</a:t>
            </a:r>
            <a:r>
              <a:rPr sz="1700" dirty="0">
                <a:solidFill>
                  <a:srgbClr val="242424"/>
                </a:solidFill>
                <a:latin typeface="Times New Roman"/>
                <a:cs typeface="Times New Roman"/>
              </a:rPr>
              <a:t>n </a:t>
            </a:r>
            <a:r>
              <a:rPr sz="1700" spc="-7" dirty="0">
                <a:solidFill>
                  <a:srgbClr val="242424"/>
                </a:solidFill>
                <a:latin typeface="Times New Roman"/>
                <a:cs typeface="Times New Roman"/>
              </a:rPr>
              <a:t>a</a:t>
            </a:r>
            <a:r>
              <a:rPr sz="1700" spc="-5" dirty="0">
                <a:solidFill>
                  <a:srgbClr val="242424"/>
                </a:solidFill>
                <a:latin typeface="Times New Roman"/>
                <a:cs typeface="Times New Roman"/>
              </a:rPr>
              <a:t>rithm</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tic </a:t>
            </a:r>
            <a:r>
              <a:rPr sz="1700" spc="-5" dirty="0">
                <a:solidFill>
                  <a:srgbClr val="242424"/>
                </a:solidFill>
                <a:latin typeface="Times New Roman"/>
                <a:cs typeface="Times New Roman"/>
              </a:rPr>
              <a:t>op</a:t>
            </a:r>
            <a:r>
              <a:rPr sz="1700" spc="-2" dirty="0">
                <a:solidFill>
                  <a:srgbClr val="242424"/>
                </a:solidFill>
                <a:latin typeface="Times New Roman"/>
                <a:cs typeface="Times New Roman"/>
              </a:rPr>
              <a:t>er</a:t>
            </a:r>
            <a:r>
              <a:rPr sz="1700" spc="-10" dirty="0">
                <a:solidFill>
                  <a:srgbClr val="242424"/>
                </a:solidFill>
                <a:latin typeface="Times New Roman"/>
                <a:cs typeface="Times New Roman"/>
              </a:rPr>
              <a:t>a</a:t>
            </a:r>
            <a:r>
              <a:rPr sz="1700" spc="-2" dirty="0">
                <a:solidFill>
                  <a:srgbClr val="242424"/>
                </a:solidFill>
                <a:latin typeface="Times New Roman"/>
                <a:cs typeface="Times New Roman"/>
              </a:rPr>
              <a:t>t</a:t>
            </a:r>
            <a:r>
              <a:rPr sz="1700" spc="2" dirty="0">
                <a:solidFill>
                  <a:srgbClr val="242424"/>
                </a:solidFill>
                <a:latin typeface="Times New Roman"/>
                <a:cs typeface="Times New Roman"/>
              </a:rPr>
              <a:t>i</a:t>
            </a:r>
            <a:r>
              <a:rPr sz="1700" dirty="0">
                <a:solidFill>
                  <a:srgbClr val="242424"/>
                </a:solidFill>
                <a:latin typeface="Times New Roman"/>
                <a:cs typeface="Times New Roman"/>
              </a:rPr>
              <a:t>on </a:t>
            </a:r>
            <a:r>
              <a:rPr sz="1700" spc="-2" dirty="0">
                <a:solidFill>
                  <a:srgbClr val="242424"/>
                </a:solidFill>
                <a:latin typeface="Times New Roman"/>
                <a:cs typeface="Times New Roman"/>
              </a:rPr>
              <a:t>like multipli</a:t>
            </a:r>
            <a:r>
              <a:rPr sz="1700" spc="-7" dirty="0">
                <a:solidFill>
                  <a:srgbClr val="242424"/>
                </a:solidFill>
                <a:latin typeface="Times New Roman"/>
                <a:cs typeface="Times New Roman"/>
              </a:rPr>
              <a:t>ca</a:t>
            </a:r>
            <a:r>
              <a:rPr sz="1700" spc="-2" dirty="0">
                <a:solidFill>
                  <a:srgbClr val="242424"/>
                </a:solidFill>
                <a:latin typeface="Times New Roman"/>
                <a:cs typeface="Times New Roman"/>
              </a:rPr>
              <a:t>ti</a:t>
            </a:r>
            <a:r>
              <a:rPr sz="1700" dirty="0">
                <a:solidFill>
                  <a:srgbClr val="242424"/>
                </a:solidFill>
                <a:latin typeface="Times New Roman"/>
                <a:cs typeface="Times New Roman"/>
              </a:rPr>
              <a:t>on, </a:t>
            </a:r>
            <a:r>
              <a:rPr sz="1700" spc="-7" dirty="0">
                <a:solidFill>
                  <a:srgbClr val="242424"/>
                </a:solidFill>
                <a:latin typeface="Times New Roman"/>
                <a:cs typeface="Times New Roman"/>
              </a:rPr>
              <a:t>ad</a:t>
            </a:r>
            <a:r>
              <a:rPr sz="1700" spc="-2" dirty="0">
                <a:solidFill>
                  <a:srgbClr val="242424"/>
                </a:solidFill>
                <a:latin typeface="Times New Roman"/>
                <a:cs typeface="Times New Roman"/>
              </a:rPr>
              <a:t>dition, et</a:t>
            </a:r>
            <a:r>
              <a:rPr sz="1700" spc="-7" dirty="0">
                <a:solidFill>
                  <a:srgbClr val="242424"/>
                </a:solidFill>
                <a:latin typeface="Times New Roman"/>
                <a:cs typeface="Times New Roman"/>
              </a:rPr>
              <a:t>c</a:t>
            </a:r>
            <a:r>
              <a:rPr sz="1700" dirty="0">
                <a:solidFill>
                  <a:srgbClr val="242424"/>
                </a:solidFill>
                <a:latin typeface="Times New Roman"/>
                <a:cs typeface="Times New Roman"/>
              </a:rPr>
              <a:t>. </a:t>
            </a:r>
            <a:r>
              <a:rPr sz="1700" spc="-7" dirty="0">
                <a:solidFill>
                  <a:srgbClr val="242424"/>
                </a:solidFill>
                <a:latin typeface="Times New Roman"/>
                <a:cs typeface="Times New Roman"/>
              </a:rPr>
              <a:t>ca</a:t>
            </a:r>
            <a:r>
              <a:rPr sz="1700" dirty="0">
                <a:solidFill>
                  <a:srgbClr val="242424"/>
                </a:solidFill>
                <a:latin typeface="Times New Roman"/>
                <a:cs typeface="Times New Roman"/>
              </a:rPr>
              <a:t>n </a:t>
            </a:r>
            <a:r>
              <a:rPr sz="1700" spc="-5" dirty="0">
                <a:solidFill>
                  <a:srgbClr val="242424"/>
                </a:solidFill>
                <a:latin typeface="Times New Roman"/>
                <a:cs typeface="Times New Roman"/>
              </a:rPr>
              <a:t>be</a:t>
            </a:r>
            <a:r>
              <a:rPr sz="1700" spc="-2" dirty="0">
                <a:solidFill>
                  <a:srgbClr val="242424"/>
                </a:solidFill>
                <a:latin typeface="Times New Roman"/>
                <a:cs typeface="Times New Roman"/>
              </a:rPr>
              <a:t> divid</a:t>
            </a:r>
            <a:r>
              <a:rPr sz="1700" spc="-7" dirty="0">
                <a:solidFill>
                  <a:srgbClr val="242424"/>
                </a:solidFill>
                <a:latin typeface="Times New Roman"/>
                <a:cs typeface="Times New Roman"/>
              </a:rPr>
              <a:t>e</a:t>
            </a:r>
            <a:r>
              <a:rPr sz="1700" dirty="0">
                <a:solidFill>
                  <a:srgbClr val="242424"/>
                </a:solidFill>
                <a:latin typeface="Times New Roman"/>
                <a:cs typeface="Times New Roman"/>
              </a:rPr>
              <a:t>d </a:t>
            </a:r>
            <a:r>
              <a:rPr sz="1700" spc="-2" dirty="0">
                <a:solidFill>
                  <a:srgbClr val="242424"/>
                </a:solidFill>
                <a:latin typeface="Times New Roman"/>
                <a:cs typeface="Times New Roman"/>
              </a:rPr>
              <a:t>int</a:t>
            </a:r>
            <a:r>
              <a:rPr sz="1700" dirty="0">
                <a:solidFill>
                  <a:srgbClr val="242424"/>
                </a:solidFill>
                <a:latin typeface="Times New Roman"/>
                <a:cs typeface="Times New Roman"/>
              </a:rPr>
              <a:t>o </a:t>
            </a:r>
            <a:r>
              <a:rPr sz="1700" spc="-5" dirty="0">
                <a:solidFill>
                  <a:srgbClr val="242424"/>
                </a:solidFill>
                <a:latin typeface="Times New Roman"/>
                <a:cs typeface="Times New Roman"/>
              </a:rPr>
              <a:t>a</a:t>
            </a:r>
            <a:r>
              <a:rPr sz="1700" spc="-2" dirty="0">
                <a:solidFill>
                  <a:srgbClr val="242424"/>
                </a:solidFill>
                <a:latin typeface="Times New Roman"/>
                <a:cs typeface="Times New Roman"/>
              </a:rPr>
              <a:t> seri</a:t>
            </a:r>
            <a:r>
              <a:rPr sz="1700" spc="-10" dirty="0">
                <a:solidFill>
                  <a:srgbClr val="242424"/>
                </a:solidFill>
                <a:latin typeface="Times New Roman"/>
                <a:cs typeface="Times New Roman"/>
              </a:rPr>
              <a:t>e</a:t>
            </a:r>
            <a:r>
              <a:rPr sz="1700" dirty="0">
                <a:solidFill>
                  <a:srgbClr val="242424"/>
                </a:solidFill>
                <a:latin typeface="Times New Roman"/>
                <a:cs typeface="Times New Roman"/>
              </a:rPr>
              <a:t>s</a:t>
            </a:r>
            <a:r>
              <a:rPr sz="1700" spc="-2" dirty="0">
                <a:solidFill>
                  <a:srgbClr val="242424"/>
                </a:solidFill>
                <a:latin typeface="Times New Roman"/>
                <a:cs typeface="Times New Roman"/>
              </a:rPr>
              <a:t> </a:t>
            </a:r>
            <a:r>
              <a:rPr sz="1700" dirty="0">
                <a:solidFill>
                  <a:srgbClr val="242424"/>
                </a:solidFill>
                <a:latin typeface="Times New Roman"/>
                <a:cs typeface="Times New Roman"/>
              </a:rPr>
              <a:t>of </a:t>
            </a:r>
            <a:r>
              <a:rPr sz="1700" spc="-5" dirty="0">
                <a:solidFill>
                  <a:srgbClr val="242424"/>
                </a:solidFill>
                <a:latin typeface="Times New Roman"/>
                <a:cs typeface="Times New Roman"/>
              </a:rPr>
              <a:t>s</a:t>
            </a:r>
            <a:r>
              <a:rPr sz="1700" dirty="0">
                <a:solidFill>
                  <a:srgbClr val="242424"/>
                </a:solidFill>
                <a:latin typeface="Times New Roman"/>
                <a:cs typeface="Times New Roman"/>
              </a:rPr>
              <a:t>t</a:t>
            </a:r>
            <a:r>
              <a:rPr sz="1700" spc="-7" dirty="0">
                <a:solidFill>
                  <a:srgbClr val="242424"/>
                </a:solidFill>
                <a:latin typeface="Times New Roman"/>
                <a:cs typeface="Times New Roman"/>
              </a:rPr>
              <a:t>e</a:t>
            </a:r>
            <a:r>
              <a:rPr sz="1700" dirty="0">
                <a:solidFill>
                  <a:srgbClr val="242424"/>
                </a:solidFill>
                <a:latin typeface="Times New Roman"/>
                <a:cs typeface="Times New Roman"/>
              </a:rPr>
              <a:t>ps</a:t>
            </a:r>
            <a:r>
              <a:rPr sz="1700" spc="-2" dirty="0">
                <a:solidFill>
                  <a:srgbClr val="242424"/>
                </a:solidFill>
                <a:latin typeface="Times New Roman"/>
                <a:cs typeface="Times New Roman"/>
              </a:rPr>
              <a:t> th</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t</a:t>
            </a:r>
            <a:r>
              <a:rPr sz="1700" dirty="0">
                <a:solidFill>
                  <a:srgbClr val="242424"/>
                </a:solidFill>
                <a:latin typeface="Times New Roman"/>
                <a:cs typeface="Times New Roman"/>
              </a:rPr>
              <a:t> </a:t>
            </a:r>
            <a:r>
              <a:rPr sz="1700" spc="-5" dirty="0">
                <a:solidFill>
                  <a:srgbClr val="242424"/>
                </a:solidFill>
                <a:latin typeface="Times New Roman"/>
                <a:cs typeface="Times New Roman"/>
              </a:rPr>
              <a:t>c</a:t>
            </a:r>
            <a:r>
              <a:rPr sz="1700" spc="-10" dirty="0">
                <a:solidFill>
                  <a:srgbClr val="242424"/>
                </a:solidFill>
                <a:latin typeface="Times New Roman"/>
                <a:cs typeface="Times New Roman"/>
              </a:rPr>
              <a:t>a</a:t>
            </a:r>
            <a:r>
              <a:rPr sz="1700" dirty="0">
                <a:solidFill>
                  <a:srgbClr val="242424"/>
                </a:solidFill>
                <a:latin typeface="Times New Roman"/>
                <a:cs typeface="Times New Roman"/>
              </a:rPr>
              <a:t>n </a:t>
            </a:r>
            <a:r>
              <a:rPr sz="1700" spc="-5" dirty="0">
                <a:solidFill>
                  <a:srgbClr val="242424"/>
                </a:solidFill>
                <a:latin typeface="Times New Roman"/>
                <a:cs typeface="Times New Roman"/>
              </a:rPr>
              <a:t>be</a:t>
            </a:r>
            <a:r>
              <a:rPr sz="1700" spc="2" dirty="0">
                <a:solidFill>
                  <a:srgbClr val="242424"/>
                </a:solidFill>
                <a:latin typeface="Times New Roman"/>
                <a:cs typeface="Times New Roman"/>
              </a:rPr>
              <a:t>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x</a:t>
            </a:r>
            <a:r>
              <a:rPr sz="1700" spc="-2" dirty="0">
                <a:solidFill>
                  <a:srgbClr val="242424"/>
                </a:solidFill>
                <a:latin typeface="Times New Roman"/>
                <a:cs typeface="Times New Roman"/>
              </a:rPr>
              <a:t>e</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uted</a:t>
            </a:r>
            <a:r>
              <a:rPr sz="1700" spc="2" dirty="0">
                <a:solidFill>
                  <a:srgbClr val="242424"/>
                </a:solidFill>
                <a:latin typeface="Times New Roman"/>
                <a:cs typeface="Times New Roman"/>
              </a:rPr>
              <a:t> </a:t>
            </a:r>
            <a:r>
              <a:rPr sz="1700" spc="-5" dirty="0">
                <a:solidFill>
                  <a:srgbClr val="242424"/>
                </a:solidFill>
                <a:latin typeface="Times New Roman"/>
                <a:cs typeface="Times New Roman"/>
              </a:rPr>
              <a:t>one</a:t>
            </a:r>
            <a:r>
              <a:rPr sz="1700" spc="-2" dirty="0">
                <a:solidFill>
                  <a:srgbClr val="242424"/>
                </a:solidFill>
                <a:latin typeface="Times New Roman"/>
                <a:cs typeface="Times New Roman"/>
              </a:rPr>
              <a:t> </a:t>
            </a:r>
            <a:r>
              <a:rPr sz="1700" dirty="0">
                <a:solidFill>
                  <a:srgbClr val="242424"/>
                </a:solidFill>
                <a:latin typeface="Times New Roman"/>
                <a:cs typeface="Times New Roman"/>
              </a:rPr>
              <a:t>by </a:t>
            </a:r>
            <a:r>
              <a:rPr sz="1700" spc="-5" dirty="0">
                <a:solidFill>
                  <a:srgbClr val="242424"/>
                </a:solidFill>
                <a:latin typeface="Times New Roman"/>
                <a:cs typeface="Times New Roman"/>
              </a:rPr>
              <a:t>one</a:t>
            </a:r>
            <a:r>
              <a:rPr sz="1700" spc="-2" dirty="0">
                <a:solidFill>
                  <a:srgbClr val="242424"/>
                </a:solidFill>
                <a:latin typeface="Times New Roman"/>
                <a:cs typeface="Times New Roman"/>
              </a:rPr>
              <a:t> in </a:t>
            </a:r>
            <a:r>
              <a:rPr sz="1700" spc="-5" dirty="0">
                <a:solidFill>
                  <a:srgbClr val="242424"/>
                </a:solidFill>
                <a:latin typeface="Times New Roman"/>
                <a:cs typeface="Times New Roman"/>
              </a:rPr>
              <a:t>s</a:t>
            </a:r>
            <a:r>
              <a:rPr sz="1700" dirty="0">
                <a:solidFill>
                  <a:srgbClr val="242424"/>
                </a:solidFill>
                <a:latin typeface="Times New Roman"/>
                <a:cs typeface="Times New Roman"/>
              </a:rPr>
              <a:t>t</a:t>
            </a:r>
            <a:r>
              <a:rPr sz="1700" spc="-7" dirty="0">
                <a:solidFill>
                  <a:srgbClr val="242424"/>
                </a:solidFill>
                <a:latin typeface="Times New Roman"/>
                <a:cs typeface="Times New Roman"/>
              </a:rPr>
              <a:t>a</a:t>
            </a:r>
            <a:r>
              <a:rPr sz="1700" spc="-5" dirty="0">
                <a:solidFill>
                  <a:srgbClr val="242424"/>
                </a:solidFill>
                <a:latin typeface="Times New Roman"/>
                <a:cs typeface="Times New Roman"/>
              </a:rPr>
              <a:t>g</a:t>
            </a:r>
            <a:r>
              <a:rPr sz="1700" spc="-7" dirty="0">
                <a:solidFill>
                  <a:srgbClr val="242424"/>
                </a:solidFill>
                <a:latin typeface="Times New Roman"/>
                <a:cs typeface="Times New Roman"/>
              </a:rPr>
              <a:t>e</a:t>
            </a:r>
            <a:r>
              <a:rPr sz="1700" dirty="0">
                <a:solidFill>
                  <a:srgbClr val="242424"/>
                </a:solidFill>
                <a:latin typeface="Times New Roman"/>
                <a:cs typeface="Times New Roman"/>
              </a:rPr>
              <a:t>s</a:t>
            </a:r>
            <a:r>
              <a:rPr sz="1700" spc="-2" dirty="0">
                <a:solidFill>
                  <a:srgbClr val="242424"/>
                </a:solidFill>
                <a:latin typeface="Times New Roman"/>
                <a:cs typeface="Times New Roman"/>
              </a:rPr>
              <a:t> in a</a:t>
            </a:r>
            <a:r>
              <a:rPr sz="1700" dirty="0">
                <a:solidFill>
                  <a:srgbClr val="242424"/>
                </a:solidFill>
                <a:latin typeface="Times New Roman"/>
                <a:cs typeface="Times New Roman"/>
              </a:rPr>
              <a:t>n </a:t>
            </a:r>
            <a:r>
              <a:rPr sz="1700" spc="-2" dirty="0">
                <a:solidFill>
                  <a:srgbClr val="242424"/>
                </a:solidFill>
                <a:latin typeface="Times New Roman"/>
                <a:cs typeface="Times New Roman"/>
              </a:rPr>
              <a:t>A</a:t>
            </a:r>
            <a:r>
              <a:rPr sz="1700" spc="-5" dirty="0">
                <a:solidFill>
                  <a:srgbClr val="242424"/>
                </a:solidFill>
                <a:latin typeface="Times New Roman"/>
                <a:cs typeface="Times New Roman"/>
              </a:rPr>
              <a:t>r</a:t>
            </a:r>
            <a:r>
              <a:rPr sz="1700" spc="-2" dirty="0">
                <a:solidFill>
                  <a:srgbClr val="242424"/>
                </a:solidFill>
                <a:latin typeface="Times New Roman"/>
                <a:cs typeface="Times New Roman"/>
              </a:rPr>
              <a:t>ithmetic</a:t>
            </a:r>
            <a:r>
              <a:rPr sz="1700" dirty="0">
                <a:solidFill>
                  <a:srgbClr val="242424"/>
                </a:solidFill>
                <a:latin typeface="Times New Roman"/>
                <a:cs typeface="Times New Roman"/>
              </a:rPr>
              <a:t> </a:t>
            </a:r>
            <a:r>
              <a:rPr sz="1700" spc="-7" dirty="0">
                <a:solidFill>
                  <a:srgbClr val="242424"/>
                </a:solidFill>
                <a:latin typeface="Times New Roman"/>
                <a:cs typeface="Times New Roman"/>
              </a:rPr>
              <a:t>L</a:t>
            </a:r>
            <a:r>
              <a:rPr sz="1700" spc="-5" dirty="0">
                <a:solidFill>
                  <a:srgbClr val="242424"/>
                </a:solidFill>
                <a:latin typeface="Times New Roman"/>
                <a:cs typeface="Times New Roman"/>
              </a:rPr>
              <a:t>ogic</a:t>
            </a:r>
            <a:r>
              <a:rPr sz="1700" spc="-2" dirty="0">
                <a:solidFill>
                  <a:srgbClr val="242424"/>
                </a:solidFill>
                <a:latin typeface="Times New Roman"/>
                <a:cs typeface="Times New Roman"/>
              </a:rPr>
              <a:t> </a:t>
            </a:r>
            <a:r>
              <a:rPr sz="1700" spc="-7" dirty="0">
                <a:solidFill>
                  <a:srgbClr val="242424"/>
                </a:solidFill>
                <a:latin typeface="Times New Roman"/>
                <a:cs typeface="Times New Roman"/>
              </a:rPr>
              <a:t>Uni</a:t>
            </a:r>
            <a:r>
              <a:rPr sz="1700" spc="-2" dirty="0">
                <a:solidFill>
                  <a:srgbClr val="242424"/>
                </a:solidFill>
                <a:latin typeface="Times New Roman"/>
                <a:cs typeface="Times New Roman"/>
              </a:rPr>
              <a:t>t</a:t>
            </a:r>
            <a:r>
              <a:rPr sz="1700" dirty="0">
                <a:solidFill>
                  <a:srgbClr val="242424"/>
                </a:solidFill>
                <a:latin typeface="Times New Roman"/>
                <a:cs typeface="Times New Roman"/>
              </a:rPr>
              <a:t> (A</a:t>
            </a:r>
            <a:r>
              <a:rPr sz="1700" spc="-2" dirty="0">
                <a:solidFill>
                  <a:srgbClr val="242424"/>
                </a:solidFill>
                <a:latin typeface="Times New Roman"/>
                <a:cs typeface="Times New Roman"/>
              </a:rPr>
              <a:t>LU</a:t>
            </a:r>
            <a:r>
              <a:rPr sz="1700" spc="-5" dirty="0">
                <a:solidFill>
                  <a:srgbClr val="242424"/>
                </a:solidFill>
                <a:latin typeface="Times New Roman"/>
                <a:cs typeface="Times New Roman"/>
              </a:rPr>
              <a:t>)</a:t>
            </a:r>
            <a:r>
              <a:rPr sz="1700" dirty="0">
                <a:solidFill>
                  <a:srgbClr val="242424"/>
                </a:solidFill>
                <a:latin typeface="Times New Roman"/>
                <a:cs typeface="Times New Roman"/>
              </a:rPr>
              <a:t>.</a:t>
            </a:r>
            <a:endParaRPr sz="1700" dirty="0">
              <a:latin typeface="Times New Roman"/>
              <a:cs typeface="Times New Roman"/>
            </a:endParaRPr>
          </a:p>
        </p:txBody>
      </p:sp>
      <p:pic>
        <p:nvPicPr>
          <p:cNvPr id="5" name="Picture 4">
            <a:extLst>
              <a:ext uri="{FF2B5EF4-FFF2-40B4-BE49-F238E27FC236}">
                <a16:creationId xmlns:a16="http://schemas.microsoft.com/office/drawing/2014/main" id="{EB2897A1-7D3B-D623-5CF4-B2F8F205C42A}"/>
              </a:ext>
            </a:extLst>
          </p:cNvPr>
          <p:cNvPicPr>
            <a:picLocks noChangeAspect="1"/>
          </p:cNvPicPr>
          <p:nvPr/>
        </p:nvPicPr>
        <p:blipFill>
          <a:blip r:embed="rId6"/>
          <a:stretch>
            <a:fillRect/>
          </a:stretch>
        </p:blipFill>
        <p:spPr>
          <a:xfrm>
            <a:off x="1306830" y="3162074"/>
            <a:ext cx="6686550" cy="1066800"/>
          </a:xfrm>
          <a:prstGeom prst="rect">
            <a:avLst/>
          </a:prstGeom>
        </p:spPr>
      </p:pic>
    </p:spTree>
    <p:extLst>
      <p:ext uri="{BB962C8B-B14F-4D97-AF65-F5344CB8AC3E}">
        <p14:creationId xmlns:p14="http://schemas.microsoft.com/office/powerpoint/2010/main" val="1519492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B813D-ACAA-944D-BF83-12B4CE312AE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E48B0A-D29D-D601-2574-E536213F9D3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2735CB9D-7B7E-2C38-DA49-26B99BAEE9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1A8544E-6584-6EFB-65E6-20DAF96F908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B445175-36B4-43D1-0BDF-EB7369A760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0DB8348A-7809-D620-20F9-161003724263}"/>
              </a:ext>
            </a:extLst>
          </p:cNvPr>
          <p:cNvSpPr txBox="1"/>
          <p:nvPr/>
        </p:nvSpPr>
        <p:spPr>
          <a:xfrm>
            <a:off x="914400" y="742950"/>
            <a:ext cx="7086600" cy="2616101"/>
          </a:xfrm>
          <a:prstGeom prst="rect">
            <a:avLst/>
          </a:prstGeom>
        </p:spPr>
        <p:txBody>
          <a:bodyPr vert="horz" wrap="square" lIns="0" tIns="0" rIns="0" bIns="0" rtlCol="0">
            <a:spAutoFit/>
          </a:bodyPr>
          <a:lstStyle/>
          <a:p>
            <a:pPr marL="6109" algn="ctr"/>
            <a:r>
              <a:rPr sz="1700" b="1" spc="-2" dirty="0">
                <a:solidFill>
                  <a:srgbClr val="242424"/>
                </a:solidFill>
                <a:latin typeface="Times New Roman"/>
                <a:cs typeface="Times New Roman"/>
              </a:rPr>
              <a:t>I</a:t>
            </a:r>
            <a:r>
              <a:rPr sz="1700" b="1" dirty="0">
                <a:solidFill>
                  <a:srgbClr val="242424"/>
                </a:solidFill>
                <a:latin typeface="Times New Roman"/>
                <a:cs typeface="Times New Roman"/>
              </a:rPr>
              <a:t>n</a:t>
            </a:r>
            <a:r>
              <a:rPr sz="1700" b="1" spc="-2" dirty="0">
                <a:solidFill>
                  <a:srgbClr val="242424"/>
                </a:solidFill>
                <a:latin typeface="Times New Roman"/>
                <a:cs typeface="Times New Roman"/>
              </a:rPr>
              <a:t>st</a:t>
            </a:r>
            <a:r>
              <a:rPr sz="1700" b="1" spc="-5" dirty="0">
                <a:solidFill>
                  <a:srgbClr val="242424"/>
                </a:solidFill>
                <a:latin typeface="Times New Roman"/>
                <a:cs typeface="Times New Roman"/>
              </a:rPr>
              <a:t>r</a:t>
            </a:r>
            <a:r>
              <a:rPr sz="1700" b="1" dirty="0">
                <a:solidFill>
                  <a:srgbClr val="242424"/>
                </a:solidFill>
                <a:latin typeface="Times New Roman"/>
                <a:cs typeface="Times New Roman"/>
              </a:rPr>
              <a:t>u</a:t>
            </a:r>
            <a:r>
              <a:rPr sz="1700" b="1" spc="-7" dirty="0">
                <a:solidFill>
                  <a:srgbClr val="242424"/>
                </a:solidFill>
                <a:latin typeface="Times New Roman"/>
                <a:cs typeface="Times New Roman"/>
              </a:rPr>
              <a:t>c</a:t>
            </a:r>
            <a:r>
              <a:rPr sz="1700" b="1" spc="-2" dirty="0">
                <a:solidFill>
                  <a:srgbClr val="242424"/>
                </a:solidFill>
                <a:latin typeface="Times New Roman"/>
                <a:cs typeface="Times New Roman"/>
              </a:rPr>
              <a:t>tion</a:t>
            </a:r>
            <a:r>
              <a:rPr sz="1700" b="1" spc="2" dirty="0">
                <a:solidFill>
                  <a:srgbClr val="242424"/>
                </a:solidFill>
                <a:latin typeface="Times New Roman"/>
                <a:cs typeface="Times New Roman"/>
              </a:rPr>
              <a:t> </a:t>
            </a:r>
            <a:r>
              <a:rPr sz="1700" b="1" dirty="0">
                <a:solidFill>
                  <a:srgbClr val="242424"/>
                </a:solidFill>
                <a:latin typeface="Times New Roman"/>
                <a:cs typeface="Times New Roman"/>
              </a:rPr>
              <a:t>p</a:t>
            </a:r>
            <a:r>
              <a:rPr sz="1700" b="1" spc="-2" dirty="0">
                <a:solidFill>
                  <a:srgbClr val="242424"/>
                </a:solidFill>
                <a:latin typeface="Times New Roman"/>
                <a:cs typeface="Times New Roman"/>
              </a:rPr>
              <a:t>ip</a:t>
            </a:r>
            <a:r>
              <a:rPr sz="1700" b="1" spc="-7" dirty="0">
                <a:solidFill>
                  <a:srgbClr val="242424"/>
                </a:solidFill>
                <a:latin typeface="Times New Roman"/>
                <a:cs typeface="Times New Roman"/>
              </a:rPr>
              <a:t>e</a:t>
            </a:r>
            <a:r>
              <a:rPr sz="1700" b="1" spc="-2" dirty="0">
                <a:solidFill>
                  <a:srgbClr val="242424"/>
                </a:solidFill>
                <a:latin typeface="Times New Roman"/>
                <a:cs typeface="Times New Roman"/>
              </a:rPr>
              <a:t>l</a:t>
            </a:r>
            <a:r>
              <a:rPr sz="1700" b="1" spc="-7" dirty="0">
                <a:solidFill>
                  <a:srgbClr val="242424"/>
                </a:solidFill>
                <a:latin typeface="Times New Roman"/>
                <a:cs typeface="Times New Roman"/>
              </a:rPr>
              <a:t>i</a:t>
            </a:r>
            <a:r>
              <a:rPr sz="1700" b="1" dirty="0">
                <a:solidFill>
                  <a:srgbClr val="242424"/>
                </a:solidFill>
                <a:latin typeface="Times New Roman"/>
                <a:cs typeface="Times New Roman"/>
              </a:rPr>
              <a:t>n</a:t>
            </a:r>
            <a:r>
              <a:rPr sz="1700" b="1" spc="-5" dirty="0">
                <a:solidFill>
                  <a:srgbClr val="242424"/>
                </a:solidFill>
                <a:latin typeface="Times New Roman"/>
                <a:cs typeface="Times New Roman"/>
              </a:rPr>
              <a:t>e</a:t>
            </a:r>
            <a:endParaRPr sz="1700" dirty="0">
              <a:latin typeface="Times New Roman"/>
              <a:cs typeface="Times New Roman"/>
            </a:endParaRPr>
          </a:p>
          <a:p>
            <a:pPr>
              <a:spcBef>
                <a:spcPts val="23"/>
              </a:spcBef>
            </a:pPr>
            <a:endParaRPr sz="1700" dirty="0">
              <a:latin typeface="Times New Roman"/>
              <a:cs typeface="Times New Roman"/>
            </a:endParaRPr>
          </a:p>
          <a:p>
            <a:pPr marL="6109" marR="2443" algn="just"/>
            <a:r>
              <a:rPr sz="1700" spc="-10" dirty="0">
                <a:solidFill>
                  <a:srgbClr val="242424"/>
                </a:solidFill>
                <a:latin typeface="Times New Roman"/>
                <a:cs typeface="Times New Roman"/>
              </a:rPr>
              <a:t>I</a:t>
            </a:r>
            <a:r>
              <a:rPr sz="1700" dirty="0">
                <a:solidFill>
                  <a:srgbClr val="242424"/>
                </a:solidFill>
                <a:latin typeface="Times New Roman"/>
                <a:cs typeface="Times New Roman"/>
              </a:rPr>
              <a:t>n</a:t>
            </a:r>
            <a:r>
              <a:rPr sz="1700" spc="5" dirty="0">
                <a:solidFill>
                  <a:srgbClr val="242424"/>
                </a:solidFill>
                <a:latin typeface="Times New Roman"/>
                <a:cs typeface="Times New Roman"/>
              </a:rPr>
              <a:t> </a:t>
            </a:r>
            <a:r>
              <a:rPr sz="1700" spc="-7" dirty="0">
                <a:solidFill>
                  <a:srgbClr val="242424"/>
                </a:solidFill>
                <a:latin typeface="Times New Roman"/>
                <a:cs typeface="Times New Roman"/>
              </a:rPr>
              <a:t>a</a:t>
            </a:r>
            <a:r>
              <a:rPr sz="1700" dirty="0">
                <a:solidFill>
                  <a:srgbClr val="242424"/>
                </a:solidFill>
                <a:latin typeface="Times New Roman"/>
                <a:cs typeface="Times New Roman"/>
              </a:rPr>
              <a:t>n</a:t>
            </a:r>
            <a:r>
              <a:rPr sz="1700" spc="5" dirty="0">
                <a:solidFill>
                  <a:srgbClr val="242424"/>
                </a:solidFill>
                <a:latin typeface="Times New Roman"/>
                <a:cs typeface="Times New Roman"/>
              </a:rPr>
              <a:t> </a:t>
            </a:r>
            <a:r>
              <a:rPr sz="1700" i="1" spc="-2" dirty="0">
                <a:solidFill>
                  <a:srgbClr val="242424"/>
                </a:solidFill>
                <a:latin typeface="Times New Roman"/>
                <a:cs typeface="Times New Roman"/>
              </a:rPr>
              <a:t>instructi</a:t>
            </a:r>
            <a:r>
              <a:rPr sz="1700" i="1" dirty="0">
                <a:solidFill>
                  <a:srgbClr val="242424"/>
                </a:solidFill>
                <a:latin typeface="Times New Roman"/>
                <a:cs typeface="Times New Roman"/>
              </a:rPr>
              <a:t>on</a:t>
            </a:r>
            <a:r>
              <a:rPr sz="1700" i="1" spc="5" dirty="0">
                <a:solidFill>
                  <a:srgbClr val="242424"/>
                </a:solidFill>
                <a:latin typeface="Times New Roman"/>
                <a:cs typeface="Times New Roman"/>
              </a:rPr>
              <a:t> </a:t>
            </a:r>
            <a:r>
              <a:rPr sz="1700" i="1" spc="-2" dirty="0">
                <a:solidFill>
                  <a:srgbClr val="242424"/>
                </a:solidFill>
                <a:latin typeface="Times New Roman"/>
                <a:cs typeface="Times New Roman"/>
              </a:rPr>
              <a:t>pipeline</a:t>
            </a:r>
            <a:r>
              <a:rPr sz="1700" i="1" spc="7" dirty="0">
                <a:solidFill>
                  <a:srgbClr val="242424"/>
                </a:solidFill>
                <a:latin typeface="Times New Roman"/>
                <a:cs typeface="Times New Roman"/>
              </a:rPr>
              <a:t> </a:t>
            </a:r>
            <a:r>
              <a:rPr sz="1700" spc="-5" dirty="0">
                <a:solidFill>
                  <a:srgbClr val="242424"/>
                </a:solidFill>
                <a:latin typeface="Times New Roman"/>
                <a:cs typeface="Times New Roman"/>
              </a:rPr>
              <a:t>pro</a:t>
            </a:r>
            <a:r>
              <a:rPr sz="1700" spc="-10" dirty="0">
                <a:solidFill>
                  <a:srgbClr val="242424"/>
                </a:solidFill>
                <a:latin typeface="Times New Roman"/>
                <a:cs typeface="Times New Roman"/>
              </a:rPr>
              <a:t>c</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ssor</a:t>
            </a:r>
            <a:r>
              <a:rPr sz="1700" dirty="0">
                <a:solidFill>
                  <a:srgbClr val="242424"/>
                </a:solidFill>
                <a:latin typeface="Times New Roman"/>
                <a:cs typeface="Times New Roman"/>
              </a:rPr>
              <a:t>,</a:t>
            </a:r>
            <a:r>
              <a:rPr sz="1700" spc="5" dirty="0">
                <a:solidFill>
                  <a:srgbClr val="242424"/>
                </a:solidFill>
                <a:latin typeface="Times New Roman"/>
                <a:cs typeface="Times New Roman"/>
              </a:rPr>
              <a:t> </a:t>
            </a:r>
            <a:r>
              <a:rPr sz="1700" spc="-2" dirty="0">
                <a:solidFill>
                  <a:srgbClr val="242424"/>
                </a:solidFill>
                <a:latin typeface="Times New Roman"/>
                <a:cs typeface="Times New Roman"/>
              </a:rPr>
              <a:t>the</a:t>
            </a:r>
            <a:r>
              <a:rPr sz="1700" spc="2" dirty="0">
                <a:solidFill>
                  <a:srgbClr val="242424"/>
                </a:solidFill>
                <a:latin typeface="Times New Roman"/>
                <a:cs typeface="Times New Roman"/>
              </a:rPr>
              <a:t>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x</a:t>
            </a:r>
            <a:r>
              <a:rPr sz="1700" spc="-2" dirty="0">
                <a:solidFill>
                  <a:srgbClr val="242424"/>
                </a:solidFill>
                <a:latin typeface="Times New Roman"/>
                <a:cs typeface="Times New Roman"/>
              </a:rPr>
              <a:t>e</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uti</a:t>
            </a:r>
            <a:r>
              <a:rPr sz="1700" dirty="0">
                <a:solidFill>
                  <a:srgbClr val="242424"/>
                </a:solidFill>
                <a:latin typeface="Times New Roman"/>
                <a:cs typeface="Times New Roman"/>
              </a:rPr>
              <a:t>on</a:t>
            </a:r>
            <a:r>
              <a:rPr sz="1700" spc="5" dirty="0">
                <a:solidFill>
                  <a:srgbClr val="242424"/>
                </a:solidFill>
                <a:latin typeface="Times New Roman"/>
                <a:cs typeface="Times New Roman"/>
              </a:rPr>
              <a:t> </a:t>
            </a:r>
            <a:r>
              <a:rPr sz="1700" dirty="0">
                <a:solidFill>
                  <a:srgbClr val="242424"/>
                </a:solidFill>
                <a:latin typeface="Times New Roman"/>
                <a:cs typeface="Times New Roman"/>
              </a:rPr>
              <a:t>of</a:t>
            </a:r>
            <a:r>
              <a:rPr sz="1700" spc="2" dirty="0">
                <a:solidFill>
                  <a:srgbClr val="242424"/>
                </a:solidFill>
                <a:latin typeface="Times New Roman"/>
                <a:cs typeface="Times New Roman"/>
              </a:rPr>
              <a:t> </a:t>
            </a:r>
            <a:r>
              <a:rPr sz="1700" spc="-5" dirty="0">
                <a:solidFill>
                  <a:srgbClr val="242424"/>
                </a:solidFill>
                <a:latin typeface="Times New Roman"/>
                <a:cs typeface="Times New Roman"/>
              </a:rPr>
              <a:t>a</a:t>
            </a:r>
            <a:r>
              <a:rPr sz="1700" spc="2" dirty="0">
                <a:solidFill>
                  <a:srgbClr val="242424"/>
                </a:solidFill>
                <a:latin typeface="Times New Roman"/>
                <a:cs typeface="Times New Roman"/>
              </a:rPr>
              <a:t> </a:t>
            </a:r>
            <a:r>
              <a:rPr sz="1700" spc="-5" dirty="0">
                <a:solidFill>
                  <a:srgbClr val="242424"/>
                </a:solidFill>
                <a:latin typeface="Times New Roman"/>
                <a:cs typeface="Times New Roman"/>
              </a:rPr>
              <a:t>stream</a:t>
            </a:r>
            <a:r>
              <a:rPr sz="1700" spc="5" dirty="0">
                <a:solidFill>
                  <a:srgbClr val="242424"/>
                </a:solidFill>
                <a:latin typeface="Times New Roman"/>
                <a:cs typeface="Times New Roman"/>
              </a:rPr>
              <a:t> </a:t>
            </a:r>
            <a:r>
              <a:rPr sz="1700" dirty="0">
                <a:solidFill>
                  <a:srgbClr val="242424"/>
                </a:solidFill>
                <a:latin typeface="Times New Roman"/>
                <a:cs typeface="Times New Roman"/>
              </a:rPr>
              <a:t>of</a:t>
            </a:r>
            <a:r>
              <a:rPr sz="1700" spc="2" dirty="0">
                <a:solidFill>
                  <a:srgbClr val="242424"/>
                </a:solidFill>
                <a:latin typeface="Times New Roman"/>
                <a:cs typeface="Times New Roman"/>
              </a:rPr>
              <a:t>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ons</a:t>
            </a:r>
            <a:r>
              <a:rPr sz="1700" spc="5" dirty="0">
                <a:solidFill>
                  <a:srgbClr val="242424"/>
                </a:solidFill>
                <a:latin typeface="Times New Roman"/>
                <a:cs typeface="Times New Roman"/>
              </a:rPr>
              <a:t> </a:t>
            </a:r>
            <a:r>
              <a:rPr sz="1700" spc="-7" dirty="0">
                <a:solidFill>
                  <a:srgbClr val="242424"/>
                </a:solidFill>
                <a:latin typeface="Times New Roman"/>
                <a:cs typeface="Times New Roman"/>
              </a:rPr>
              <a:t>ca</a:t>
            </a:r>
            <a:r>
              <a:rPr sz="1700" dirty="0">
                <a:solidFill>
                  <a:srgbClr val="242424"/>
                </a:solidFill>
                <a:latin typeface="Times New Roman"/>
                <a:cs typeface="Times New Roman"/>
              </a:rPr>
              <a:t>n</a:t>
            </a:r>
            <a:r>
              <a:rPr sz="1700" spc="5" dirty="0">
                <a:solidFill>
                  <a:srgbClr val="242424"/>
                </a:solidFill>
                <a:latin typeface="Times New Roman"/>
                <a:cs typeface="Times New Roman"/>
              </a:rPr>
              <a:t> </a:t>
            </a:r>
            <a:r>
              <a:rPr sz="1700" spc="-5" dirty="0">
                <a:solidFill>
                  <a:srgbClr val="242424"/>
                </a:solidFill>
                <a:latin typeface="Times New Roman"/>
                <a:cs typeface="Times New Roman"/>
              </a:rPr>
              <a:t>be</a:t>
            </a:r>
            <a:r>
              <a:rPr sz="1700" spc="2" dirty="0">
                <a:solidFill>
                  <a:srgbClr val="242424"/>
                </a:solidFill>
                <a:latin typeface="Times New Roman"/>
                <a:cs typeface="Times New Roman"/>
              </a:rPr>
              <a:t> </a:t>
            </a:r>
            <a:r>
              <a:rPr sz="1700" spc="-2" dirty="0">
                <a:solidFill>
                  <a:srgbClr val="242424"/>
                </a:solidFill>
                <a:latin typeface="Times New Roman"/>
                <a:cs typeface="Times New Roman"/>
              </a:rPr>
              <a:t>pipelined </a:t>
            </a:r>
            <a:r>
              <a:rPr sz="1700" dirty="0">
                <a:solidFill>
                  <a:srgbClr val="242424"/>
                </a:solidFill>
                <a:latin typeface="Times New Roman"/>
                <a:cs typeface="Times New Roman"/>
              </a:rPr>
              <a:t>by</a:t>
            </a:r>
            <a:r>
              <a:rPr sz="1700" spc="55" dirty="0">
                <a:solidFill>
                  <a:srgbClr val="242424"/>
                </a:solidFill>
                <a:latin typeface="Times New Roman"/>
                <a:cs typeface="Times New Roman"/>
              </a:rPr>
              <a:t> </a:t>
            </a:r>
            <a:r>
              <a:rPr sz="1700" spc="-5" dirty="0">
                <a:solidFill>
                  <a:srgbClr val="242424"/>
                </a:solidFill>
                <a:latin typeface="Times New Roman"/>
                <a:cs typeface="Times New Roman"/>
              </a:rPr>
              <a:t>ov</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rl</a:t>
            </a:r>
            <a:r>
              <a:rPr sz="1700" spc="-10" dirty="0">
                <a:solidFill>
                  <a:srgbClr val="242424"/>
                </a:solidFill>
                <a:latin typeface="Times New Roman"/>
                <a:cs typeface="Times New Roman"/>
              </a:rPr>
              <a:t>a</a:t>
            </a:r>
            <a:r>
              <a:rPr sz="1700" spc="-5" dirty="0">
                <a:solidFill>
                  <a:srgbClr val="242424"/>
                </a:solidFill>
                <a:latin typeface="Times New Roman"/>
                <a:cs typeface="Times New Roman"/>
              </a:rPr>
              <a:t>pping</a:t>
            </a:r>
            <a:r>
              <a:rPr sz="1700" spc="58" dirty="0">
                <a:solidFill>
                  <a:srgbClr val="242424"/>
                </a:solidFill>
                <a:latin typeface="Times New Roman"/>
                <a:cs typeface="Times New Roman"/>
              </a:rPr>
              <a:t> </a:t>
            </a:r>
            <a:r>
              <a:rPr sz="1700" spc="-2" dirty="0">
                <a:solidFill>
                  <a:srgbClr val="242424"/>
                </a:solidFill>
                <a:latin typeface="Times New Roman"/>
                <a:cs typeface="Times New Roman"/>
              </a:rPr>
              <a:t>the</a:t>
            </a:r>
            <a:r>
              <a:rPr sz="1700" spc="60" dirty="0">
                <a:solidFill>
                  <a:srgbClr val="242424"/>
                </a:solidFill>
                <a:latin typeface="Times New Roman"/>
                <a:cs typeface="Times New Roman"/>
              </a:rPr>
              <a:t>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x</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cuti</a:t>
            </a:r>
            <a:r>
              <a:rPr sz="1700" dirty="0">
                <a:solidFill>
                  <a:srgbClr val="242424"/>
                </a:solidFill>
                <a:latin typeface="Times New Roman"/>
                <a:cs typeface="Times New Roman"/>
              </a:rPr>
              <a:t>on</a:t>
            </a:r>
            <a:r>
              <a:rPr sz="1700" spc="55" dirty="0">
                <a:solidFill>
                  <a:srgbClr val="242424"/>
                </a:solidFill>
                <a:latin typeface="Times New Roman"/>
                <a:cs typeface="Times New Roman"/>
              </a:rPr>
              <a:t> </a:t>
            </a:r>
            <a:r>
              <a:rPr sz="1700" dirty="0">
                <a:solidFill>
                  <a:srgbClr val="242424"/>
                </a:solidFill>
                <a:latin typeface="Times New Roman"/>
                <a:cs typeface="Times New Roman"/>
              </a:rPr>
              <a:t>of</a:t>
            </a:r>
            <a:r>
              <a:rPr sz="1700" spc="55" dirty="0">
                <a:solidFill>
                  <a:srgbClr val="242424"/>
                </a:solidFill>
                <a:latin typeface="Times New Roman"/>
                <a:cs typeface="Times New Roman"/>
              </a:rPr>
              <a:t> </a:t>
            </a:r>
            <a:r>
              <a:rPr sz="1700" spc="-2" dirty="0">
                <a:solidFill>
                  <a:srgbClr val="242424"/>
                </a:solidFill>
                <a:latin typeface="Times New Roman"/>
                <a:cs typeface="Times New Roman"/>
              </a:rPr>
              <a:t>the</a:t>
            </a:r>
            <a:r>
              <a:rPr sz="1700" spc="55" dirty="0">
                <a:solidFill>
                  <a:srgbClr val="242424"/>
                </a:solidFill>
                <a:latin typeface="Times New Roman"/>
                <a:cs typeface="Times New Roman"/>
              </a:rPr>
              <a:t> </a:t>
            </a:r>
            <a:r>
              <a:rPr sz="1700" spc="-7" dirty="0">
                <a:solidFill>
                  <a:srgbClr val="242424"/>
                </a:solidFill>
                <a:latin typeface="Times New Roman"/>
                <a:cs typeface="Times New Roman"/>
              </a:rPr>
              <a:t>c</a:t>
            </a:r>
            <a:r>
              <a:rPr sz="1700" dirty="0">
                <a:solidFill>
                  <a:srgbClr val="242424"/>
                </a:solidFill>
                <a:latin typeface="Times New Roman"/>
                <a:cs typeface="Times New Roman"/>
              </a:rPr>
              <a:t>urr</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nt</a:t>
            </a:r>
            <a:r>
              <a:rPr sz="1700" spc="58" dirty="0">
                <a:solidFill>
                  <a:srgbClr val="242424"/>
                </a:solidFill>
                <a:latin typeface="Times New Roman"/>
                <a:cs typeface="Times New Roman"/>
              </a:rPr>
              <a:t> </a:t>
            </a:r>
            <a:r>
              <a:rPr sz="1700" spc="-2" dirty="0">
                <a:solidFill>
                  <a:srgbClr val="242424"/>
                </a:solidFill>
                <a:latin typeface="Times New Roman"/>
                <a:cs typeface="Times New Roman"/>
              </a:rPr>
              <a:t>inst</a:t>
            </a:r>
            <a:r>
              <a:rPr sz="1700" spc="2" dirty="0">
                <a:solidFill>
                  <a:srgbClr val="242424"/>
                </a:solidFill>
                <a:latin typeface="Times New Roman"/>
                <a:cs typeface="Times New Roman"/>
              </a:rPr>
              <a:t>r</a:t>
            </a:r>
            <a:r>
              <a:rPr sz="1700" spc="-5" dirty="0">
                <a:solidFill>
                  <a:srgbClr val="242424"/>
                </a:solidFill>
                <a:latin typeface="Times New Roman"/>
                <a:cs typeface="Times New Roman"/>
              </a:rPr>
              <a:t>u</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r>
              <a:rPr sz="1700" spc="55" dirty="0">
                <a:solidFill>
                  <a:srgbClr val="242424"/>
                </a:solidFill>
                <a:latin typeface="Times New Roman"/>
                <a:cs typeface="Times New Roman"/>
              </a:rPr>
              <a:t> </a:t>
            </a:r>
            <a:r>
              <a:rPr sz="1700" spc="-7" dirty="0">
                <a:solidFill>
                  <a:srgbClr val="242424"/>
                </a:solidFill>
                <a:latin typeface="Times New Roman"/>
                <a:cs typeface="Times New Roman"/>
              </a:rPr>
              <a:t>wit</a:t>
            </a:r>
            <a:r>
              <a:rPr sz="1700" spc="-5" dirty="0">
                <a:solidFill>
                  <a:srgbClr val="242424"/>
                </a:solidFill>
                <a:latin typeface="Times New Roman"/>
                <a:cs typeface="Times New Roman"/>
              </a:rPr>
              <a:t>h</a:t>
            </a:r>
            <a:r>
              <a:rPr sz="1700" spc="58" dirty="0">
                <a:solidFill>
                  <a:srgbClr val="242424"/>
                </a:solidFill>
                <a:latin typeface="Times New Roman"/>
                <a:cs typeface="Times New Roman"/>
              </a:rPr>
              <a:t> </a:t>
            </a:r>
            <a:r>
              <a:rPr sz="1700" spc="-2" dirty="0">
                <a:solidFill>
                  <a:srgbClr val="242424"/>
                </a:solidFill>
                <a:latin typeface="Times New Roman"/>
                <a:cs typeface="Times New Roman"/>
              </a:rPr>
              <a:t>the</a:t>
            </a:r>
            <a:r>
              <a:rPr sz="1700" spc="55" dirty="0">
                <a:solidFill>
                  <a:srgbClr val="242424"/>
                </a:solidFill>
                <a:latin typeface="Times New Roman"/>
                <a:cs typeface="Times New Roman"/>
              </a:rPr>
              <a:t> </a:t>
            </a:r>
            <a:r>
              <a:rPr sz="1700" spc="-2" dirty="0">
                <a:solidFill>
                  <a:srgbClr val="242424"/>
                </a:solidFill>
                <a:latin typeface="Times New Roman"/>
                <a:cs typeface="Times New Roman"/>
              </a:rPr>
              <a:t>f</a:t>
            </a:r>
            <a:r>
              <a:rPr sz="1700" spc="-10" dirty="0">
                <a:solidFill>
                  <a:srgbClr val="242424"/>
                </a:solidFill>
                <a:latin typeface="Times New Roman"/>
                <a:cs typeface="Times New Roman"/>
              </a:rPr>
              <a:t>e</a:t>
            </a:r>
            <a:r>
              <a:rPr sz="1700" spc="-2" dirty="0">
                <a:solidFill>
                  <a:srgbClr val="242424"/>
                </a:solidFill>
                <a:latin typeface="Times New Roman"/>
                <a:cs typeface="Times New Roman"/>
              </a:rPr>
              <a:t>tch,</a:t>
            </a:r>
            <a:r>
              <a:rPr sz="1700" spc="55" dirty="0">
                <a:solidFill>
                  <a:srgbClr val="242424"/>
                </a:solidFill>
                <a:latin typeface="Times New Roman"/>
                <a:cs typeface="Times New Roman"/>
              </a:rPr>
              <a:t> </a:t>
            </a:r>
            <a:r>
              <a:rPr sz="1700" spc="5" dirty="0">
                <a:solidFill>
                  <a:srgbClr val="242424"/>
                </a:solidFill>
                <a:latin typeface="Times New Roman"/>
                <a:cs typeface="Times New Roman"/>
              </a:rPr>
              <a:t>d</a:t>
            </a:r>
            <a:r>
              <a:rPr sz="1700" spc="-2" dirty="0">
                <a:solidFill>
                  <a:srgbClr val="242424"/>
                </a:solidFill>
                <a:latin typeface="Times New Roman"/>
                <a:cs typeface="Times New Roman"/>
              </a:rPr>
              <a:t>e</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od</a:t>
            </a:r>
            <a:r>
              <a:rPr sz="1700" spc="-7" dirty="0">
                <a:solidFill>
                  <a:srgbClr val="242424"/>
                </a:solidFill>
                <a:latin typeface="Times New Roman"/>
                <a:cs typeface="Times New Roman"/>
              </a:rPr>
              <a:t>e</a:t>
            </a:r>
            <a:r>
              <a:rPr sz="1700" dirty="0">
                <a:solidFill>
                  <a:srgbClr val="242424"/>
                </a:solidFill>
                <a:latin typeface="Times New Roman"/>
                <a:cs typeface="Times New Roman"/>
              </a:rPr>
              <a:t>,</a:t>
            </a:r>
            <a:r>
              <a:rPr sz="1700" spc="55" dirty="0">
                <a:solidFill>
                  <a:srgbClr val="242424"/>
                </a:solidFill>
                <a:latin typeface="Times New Roman"/>
                <a:cs typeface="Times New Roman"/>
              </a:rPr>
              <a:t> </a:t>
            </a:r>
            <a:r>
              <a:rPr sz="1700" spc="-7" dirty="0">
                <a:solidFill>
                  <a:srgbClr val="242424"/>
                </a:solidFill>
                <a:latin typeface="Times New Roman"/>
                <a:cs typeface="Times New Roman"/>
              </a:rPr>
              <a:t>a</a:t>
            </a:r>
            <a:r>
              <a:rPr sz="1700" dirty="0">
                <a:solidFill>
                  <a:srgbClr val="242424"/>
                </a:solidFill>
                <a:latin typeface="Times New Roman"/>
                <a:cs typeface="Times New Roman"/>
              </a:rPr>
              <a:t>nd</a:t>
            </a:r>
            <a:r>
              <a:rPr sz="1700" spc="55" dirty="0">
                <a:solidFill>
                  <a:srgbClr val="242424"/>
                </a:solidFill>
                <a:latin typeface="Times New Roman"/>
                <a:cs typeface="Times New Roman"/>
              </a:rPr>
              <a:t> </a:t>
            </a:r>
            <a:r>
              <a:rPr sz="1700" dirty="0">
                <a:solidFill>
                  <a:srgbClr val="242424"/>
                </a:solidFill>
                <a:latin typeface="Times New Roman"/>
                <a:cs typeface="Times New Roman"/>
              </a:rPr>
              <a:t>o</a:t>
            </a:r>
            <a:r>
              <a:rPr sz="1700" spc="5" dirty="0">
                <a:solidFill>
                  <a:srgbClr val="242424"/>
                </a:solidFill>
                <a:latin typeface="Times New Roman"/>
                <a:cs typeface="Times New Roman"/>
              </a:rPr>
              <a:t>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7" dirty="0">
                <a:solidFill>
                  <a:srgbClr val="242424"/>
                </a:solidFill>
                <a:latin typeface="Times New Roman"/>
                <a:cs typeface="Times New Roman"/>
              </a:rPr>
              <a:t>a</a:t>
            </a:r>
            <a:r>
              <a:rPr sz="1700" dirty="0">
                <a:solidFill>
                  <a:srgbClr val="242424"/>
                </a:solidFill>
                <a:latin typeface="Times New Roman"/>
                <a:cs typeface="Times New Roman"/>
              </a:rPr>
              <a:t>nd </a:t>
            </a:r>
            <a:r>
              <a:rPr sz="1700" spc="-2" dirty="0">
                <a:solidFill>
                  <a:srgbClr val="242424"/>
                </a:solidFill>
                <a:latin typeface="Times New Roman"/>
                <a:cs typeface="Times New Roman"/>
              </a:rPr>
              <a:t>f</a:t>
            </a:r>
            <a:r>
              <a:rPr sz="1700" spc="-10" dirty="0">
                <a:solidFill>
                  <a:srgbClr val="242424"/>
                </a:solidFill>
                <a:latin typeface="Times New Roman"/>
                <a:cs typeface="Times New Roman"/>
              </a:rPr>
              <a:t>e</a:t>
            </a:r>
            <a:r>
              <a:rPr sz="1700" spc="-2" dirty="0">
                <a:solidFill>
                  <a:srgbClr val="242424"/>
                </a:solidFill>
                <a:latin typeface="Times New Roman"/>
                <a:cs typeface="Times New Roman"/>
              </a:rPr>
              <a:t>tch </a:t>
            </a:r>
            <a:r>
              <a:rPr sz="1700" dirty="0">
                <a:solidFill>
                  <a:srgbClr val="242424"/>
                </a:solidFill>
                <a:latin typeface="Times New Roman"/>
                <a:cs typeface="Times New Roman"/>
              </a:rPr>
              <a:t>of</a:t>
            </a:r>
            <a:r>
              <a:rPr sz="1700" spc="-5" dirty="0">
                <a:solidFill>
                  <a:srgbClr val="242424"/>
                </a:solidFill>
                <a:latin typeface="Times New Roman"/>
                <a:cs typeface="Times New Roman"/>
              </a:rPr>
              <a:t> </a:t>
            </a:r>
            <a:r>
              <a:rPr sz="1700" spc="-2" dirty="0">
                <a:solidFill>
                  <a:srgbClr val="242424"/>
                </a:solidFill>
                <a:latin typeface="Times New Roman"/>
                <a:cs typeface="Times New Roman"/>
              </a:rPr>
              <a:t>subseq</a:t>
            </a:r>
            <a:r>
              <a:rPr sz="1700" spc="2" dirty="0">
                <a:solidFill>
                  <a:srgbClr val="242424"/>
                </a:solidFill>
                <a:latin typeface="Times New Roman"/>
                <a:cs typeface="Times New Roman"/>
              </a:rPr>
              <a:t>u</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nt</a:t>
            </a:r>
            <a:r>
              <a:rPr sz="1700" dirty="0">
                <a:solidFill>
                  <a:srgbClr val="242424"/>
                </a:solidFill>
                <a:latin typeface="Times New Roman"/>
                <a:cs typeface="Times New Roman"/>
              </a:rPr>
              <a:t> </a:t>
            </a:r>
            <a:r>
              <a:rPr sz="1700" spc="-2" dirty="0">
                <a:solidFill>
                  <a:srgbClr val="242424"/>
                </a:solidFill>
                <a:latin typeface="Times New Roman"/>
                <a:cs typeface="Times New Roman"/>
              </a:rPr>
              <a:t>instru</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ons.</a:t>
            </a:r>
            <a:endParaRPr sz="1700" dirty="0">
              <a:latin typeface="Times New Roman"/>
              <a:cs typeface="Times New Roman"/>
            </a:endParaRPr>
          </a:p>
          <a:p>
            <a:pPr>
              <a:spcBef>
                <a:spcPts val="21"/>
              </a:spcBef>
            </a:pPr>
            <a:endParaRPr sz="1700" dirty="0">
              <a:latin typeface="Times New Roman"/>
              <a:cs typeface="Times New Roman"/>
            </a:endParaRPr>
          </a:p>
          <a:p>
            <a:pPr marL="6109" algn="just"/>
            <a:r>
              <a:rPr sz="1700" u="sng" spc="-5" dirty="0">
                <a:solidFill>
                  <a:srgbClr val="242424"/>
                </a:solidFill>
                <a:latin typeface="Times New Roman"/>
                <a:cs typeface="Times New Roman"/>
              </a:rPr>
              <a:t>Ex</a:t>
            </a:r>
            <a:r>
              <a:rPr sz="1700" u="sng" spc="-10" dirty="0">
                <a:solidFill>
                  <a:srgbClr val="242424"/>
                </a:solidFill>
                <a:latin typeface="Times New Roman"/>
                <a:cs typeface="Times New Roman"/>
              </a:rPr>
              <a:t>a</a:t>
            </a:r>
            <a:r>
              <a:rPr sz="1700" u="sng" spc="-5" dirty="0">
                <a:solidFill>
                  <a:srgbClr val="242424"/>
                </a:solidFill>
                <a:latin typeface="Times New Roman"/>
                <a:cs typeface="Times New Roman"/>
              </a:rPr>
              <a:t>mple</a:t>
            </a:r>
            <a:r>
              <a:rPr sz="1700" u="sng" spc="-2" dirty="0">
                <a:solidFill>
                  <a:srgbClr val="242424"/>
                </a:solidFill>
                <a:latin typeface="Times New Roman"/>
                <a:cs typeface="Times New Roman"/>
              </a:rPr>
              <a:t> </a:t>
            </a:r>
            <a:r>
              <a:rPr sz="1700" u="sng" dirty="0">
                <a:solidFill>
                  <a:srgbClr val="242424"/>
                </a:solidFill>
                <a:latin typeface="Times New Roman"/>
                <a:cs typeface="Times New Roman"/>
              </a:rPr>
              <a:t>of </a:t>
            </a:r>
            <a:r>
              <a:rPr sz="1700" u="sng" spc="-10" dirty="0">
                <a:solidFill>
                  <a:srgbClr val="242424"/>
                </a:solidFill>
                <a:latin typeface="Times New Roman"/>
                <a:cs typeface="Times New Roman"/>
              </a:rPr>
              <a:t>a</a:t>
            </a:r>
            <a:r>
              <a:rPr sz="1700" u="sng" dirty="0">
                <a:solidFill>
                  <a:srgbClr val="242424"/>
                </a:solidFill>
                <a:latin typeface="Times New Roman"/>
                <a:cs typeface="Times New Roman"/>
              </a:rPr>
              <a:t>n</a:t>
            </a:r>
            <a:r>
              <a:rPr sz="1700" u="sng" spc="5" dirty="0">
                <a:solidFill>
                  <a:srgbClr val="242424"/>
                </a:solidFill>
                <a:latin typeface="Times New Roman"/>
                <a:cs typeface="Times New Roman"/>
              </a:rPr>
              <a:t> </a:t>
            </a:r>
            <a:r>
              <a:rPr sz="1700" u="sng" spc="-10" dirty="0">
                <a:solidFill>
                  <a:srgbClr val="242424"/>
                </a:solidFill>
                <a:latin typeface="Times New Roman"/>
                <a:cs typeface="Times New Roman"/>
              </a:rPr>
              <a:t>I</a:t>
            </a:r>
            <a:r>
              <a:rPr sz="1700" u="sng" dirty="0">
                <a:solidFill>
                  <a:srgbClr val="242424"/>
                </a:solidFill>
                <a:latin typeface="Times New Roman"/>
                <a:cs typeface="Times New Roman"/>
              </a:rPr>
              <a:t>nstr</a:t>
            </a:r>
            <a:r>
              <a:rPr sz="1700" u="sng" spc="5" dirty="0">
                <a:solidFill>
                  <a:srgbClr val="242424"/>
                </a:solidFill>
                <a:latin typeface="Times New Roman"/>
                <a:cs typeface="Times New Roman"/>
              </a:rPr>
              <a:t>u</a:t>
            </a:r>
            <a:r>
              <a:rPr sz="1700" u="sng" spc="-7" dirty="0">
                <a:solidFill>
                  <a:srgbClr val="242424"/>
                </a:solidFill>
                <a:latin typeface="Times New Roman"/>
                <a:cs typeface="Times New Roman"/>
              </a:rPr>
              <a:t>c</a:t>
            </a:r>
            <a:r>
              <a:rPr sz="1700" u="sng" spc="-2" dirty="0">
                <a:solidFill>
                  <a:srgbClr val="242424"/>
                </a:solidFill>
                <a:latin typeface="Times New Roman"/>
                <a:cs typeface="Times New Roman"/>
              </a:rPr>
              <a:t>ti</a:t>
            </a:r>
            <a:r>
              <a:rPr sz="1700" u="sng" dirty="0">
                <a:solidFill>
                  <a:srgbClr val="242424"/>
                </a:solidFill>
                <a:latin typeface="Times New Roman"/>
                <a:cs typeface="Times New Roman"/>
              </a:rPr>
              <a:t>on P</a:t>
            </a:r>
            <a:r>
              <a:rPr sz="1700" u="sng" spc="-2" dirty="0">
                <a:solidFill>
                  <a:srgbClr val="242424"/>
                </a:solidFill>
                <a:latin typeface="Times New Roman"/>
                <a:cs typeface="Times New Roman"/>
              </a:rPr>
              <a:t>ipeline</a:t>
            </a:r>
            <a:endParaRPr sz="1700" dirty="0">
              <a:latin typeface="Times New Roman"/>
              <a:cs typeface="Times New Roman"/>
            </a:endParaRPr>
          </a:p>
          <a:p>
            <a:pPr>
              <a:spcBef>
                <a:spcPts val="24"/>
              </a:spcBef>
            </a:pPr>
            <a:endParaRPr sz="1700" dirty="0">
              <a:latin typeface="Times New Roman"/>
              <a:cs typeface="Times New Roman"/>
            </a:endParaRPr>
          </a:p>
          <a:p>
            <a:pPr marL="6109" marR="262063" algn="just"/>
            <a:r>
              <a:rPr sz="1700" spc="-7" dirty="0">
                <a:solidFill>
                  <a:srgbClr val="242424"/>
                </a:solidFill>
                <a:latin typeface="Times New Roman"/>
                <a:cs typeface="Times New Roman"/>
              </a:rPr>
              <a:t>Al</a:t>
            </a:r>
            <a:r>
              <a:rPr sz="1700" spc="-2" dirty="0">
                <a:solidFill>
                  <a:srgbClr val="242424"/>
                </a:solidFill>
                <a:latin typeface="Times New Roman"/>
                <a:cs typeface="Times New Roman"/>
              </a:rPr>
              <a:t>l</a:t>
            </a:r>
            <a:r>
              <a:rPr sz="1700" dirty="0">
                <a:solidFill>
                  <a:srgbClr val="242424"/>
                </a:solidFill>
                <a:latin typeface="Times New Roman"/>
                <a:cs typeface="Times New Roman"/>
              </a:rPr>
              <a:t> </a:t>
            </a:r>
            <a:r>
              <a:rPr sz="1700" spc="-2" dirty="0">
                <a:solidFill>
                  <a:srgbClr val="242424"/>
                </a:solidFill>
                <a:latin typeface="Times New Roman"/>
                <a:cs typeface="Times New Roman"/>
              </a:rPr>
              <a:t>hi</a:t>
            </a:r>
            <a:r>
              <a:rPr sz="1700" dirty="0">
                <a:solidFill>
                  <a:srgbClr val="242424"/>
                </a:solidFill>
                <a:latin typeface="Times New Roman"/>
                <a:cs typeface="Times New Roman"/>
              </a:rPr>
              <a:t>gh</a:t>
            </a:r>
            <a:r>
              <a:rPr sz="1700" spc="-2" dirty="0">
                <a:solidFill>
                  <a:srgbClr val="242424"/>
                </a:solidFill>
                <a:latin typeface="Times New Roman"/>
                <a:cs typeface="Times New Roman"/>
              </a:rPr>
              <a:t>-</a:t>
            </a:r>
            <a:r>
              <a:rPr sz="1700" spc="-5" dirty="0">
                <a:solidFill>
                  <a:srgbClr val="242424"/>
                </a:solidFill>
                <a:latin typeface="Times New Roman"/>
                <a:cs typeface="Times New Roman"/>
              </a:rPr>
              <a:t>p</a:t>
            </a:r>
            <a:r>
              <a:rPr sz="1700" spc="-7" dirty="0">
                <a:solidFill>
                  <a:srgbClr val="242424"/>
                </a:solidFill>
                <a:latin typeface="Times New Roman"/>
                <a:cs typeface="Times New Roman"/>
              </a:rPr>
              <a:t>e</a:t>
            </a:r>
            <a:r>
              <a:rPr sz="1700" dirty="0">
                <a:solidFill>
                  <a:srgbClr val="242424"/>
                </a:solidFill>
                <a:latin typeface="Times New Roman"/>
                <a:cs typeface="Times New Roman"/>
              </a:rPr>
              <a:t>r</a:t>
            </a:r>
            <a:r>
              <a:rPr sz="1700" spc="-5" dirty="0">
                <a:solidFill>
                  <a:srgbClr val="242424"/>
                </a:solidFill>
                <a:latin typeface="Times New Roman"/>
                <a:cs typeface="Times New Roman"/>
              </a:rPr>
              <a:t>form</a:t>
            </a:r>
            <a:r>
              <a:rPr sz="1700" spc="-10" dirty="0">
                <a:solidFill>
                  <a:srgbClr val="242424"/>
                </a:solidFill>
                <a:latin typeface="Times New Roman"/>
                <a:cs typeface="Times New Roman"/>
              </a:rPr>
              <a:t>a</a:t>
            </a:r>
            <a:r>
              <a:rPr sz="1700" spc="5" dirty="0">
                <a:solidFill>
                  <a:srgbClr val="242424"/>
                </a:solidFill>
                <a:latin typeface="Times New Roman"/>
                <a:cs typeface="Times New Roman"/>
              </a:rPr>
              <a:t>n</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e</a:t>
            </a:r>
            <a:r>
              <a:rPr sz="1700" spc="2" dirty="0">
                <a:solidFill>
                  <a:srgbClr val="242424"/>
                </a:solidFill>
                <a:latin typeface="Times New Roman"/>
                <a:cs typeface="Times New Roman"/>
              </a:rPr>
              <a:t> </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o</a:t>
            </a:r>
            <a:r>
              <a:rPr sz="1700" spc="-5" dirty="0">
                <a:solidFill>
                  <a:srgbClr val="242424"/>
                </a:solidFill>
                <a:latin typeface="Times New Roman"/>
                <a:cs typeface="Times New Roman"/>
              </a:rPr>
              <a:t>mput</a:t>
            </a:r>
            <a:r>
              <a:rPr sz="1700" spc="-7" dirty="0">
                <a:solidFill>
                  <a:srgbClr val="242424"/>
                </a:solidFill>
                <a:latin typeface="Times New Roman"/>
                <a:cs typeface="Times New Roman"/>
              </a:rPr>
              <a:t>e</a:t>
            </a:r>
            <a:r>
              <a:rPr sz="1700" dirty="0">
                <a:solidFill>
                  <a:srgbClr val="242424"/>
                </a:solidFill>
                <a:latin typeface="Times New Roman"/>
                <a:cs typeface="Times New Roman"/>
              </a:rPr>
              <a:t>rs</a:t>
            </a:r>
            <a:r>
              <a:rPr sz="1700" spc="-2" dirty="0">
                <a:solidFill>
                  <a:srgbClr val="242424"/>
                </a:solidFill>
                <a:latin typeface="Times New Roman"/>
                <a:cs typeface="Times New Roman"/>
              </a:rPr>
              <a:t> </a:t>
            </a:r>
            <a:r>
              <a:rPr sz="1700" dirty="0">
                <a:solidFill>
                  <a:srgbClr val="242424"/>
                </a:solidFill>
                <a:latin typeface="Times New Roman"/>
                <a:cs typeface="Times New Roman"/>
              </a:rPr>
              <a:t>no</a:t>
            </a:r>
            <a:r>
              <a:rPr sz="1700" spc="-2" dirty="0">
                <a:solidFill>
                  <a:srgbClr val="242424"/>
                </a:solidFill>
                <a:latin typeface="Times New Roman"/>
                <a:cs typeface="Times New Roman"/>
              </a:rPr>
              <a:t>w</a:t>
            </a:r>
            <a:r>
              <a:rPr sz="1700" spc="-7" dirty="0">
                <a:solidFill>
                  <a:srgbClr val="242424"/>
                </a:solidFill>
                <a:latin typeface="Times New Roman"/>
                <a:cs typeface="Times New Roman"/>
              </a:rPr>
              <a:t>a</a:t>
            </a:r>
            <a:r>
              <a:rPr sz="1700" spc="-5" dirty="0">
                <a:solidFill>
                  <a:srgbClr val="242424"/>
                </a:solidFill>
                <a:latin typeface="Times New Roman"/>
                <a:cs typeface="Times New Roman"/>
              </a:rPr>
              <a:t>d</a:t>
            </a:r>
            <a:r>
              <a:rPr sz="1700" spc="-7" dirty="0">
                <a:solidFill>
                  <a:srgbClr val="242424"/>
                </a:solidFill>
                <a:latin typeface="Times New Roman"/>
                <a:cs typeface="Times New Roman"/>
              </a:rPr>
              <a:t>a</a:t>
            </a:r>
            <a:r>
              <a:rPr sz="1700" dirty="0">
                <a:solidFill>
                  <a:srgbClr val="242424"/>
                </a:solidFill>
                <a:latin typeface="Times New Roman"/>
                <a:cs typeface="Times New Roman"/>
              </a:rPr>
              <a:t>ys</a:t>
            </a:r>
            <a:r>
              <a:rPr sz="1700" spc="5" dirty="0">
                <a:solidFill>
                  <a:srgbClr val="242424"/>
                </a:solidFill>
                <a:latin typeface="Times New Roman"/>
                <a:cs typeface="Times New Roman"/>
              </a:rPr>
              <a:t> </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re</a:t>
            </a:r>
            <a:r>
              <a:rPr sz="1700" dirty="0">
                <a:solidFill>
                  <a:srgbClr val="242424"/>
                </a:solidFill>
                <a:latin typeface="Times New Roman"/>
                <a:cs typeface="Times New Roman"/>
              </a:rPr>
              <a:t>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q</a:t>
            </a:r>
            <a:r>
              <a:rPr sz="1700" spc="-5" dirty="0">
                <a:solidFill>
                  <a:srgbClr val="242424"/>
                </a:solidFill>
                <a:latin typeface="Times New Roman"/>
                <a:cs typeface="Times New Roman"/>
              </a:rPr>
              <a:t>uipped</a:t>
            </a:r>
            <a:r>
              <a:rPr sz="1700" dirty="0">
                <a:solidFill>
                  <a:srgbClr val="242424"/>
                </a:solidFill>
                <a:latin typeface="Times New Roman"/>
                <a:cs typeface="Times New Roman"/>
              </a:rPr>
              <a:t> </a:t>
            </a:r>
            <a:r>
              <a:rPr sz="1700" spc="-2" dirty="0">
                <a:solidFill>
                  <a:srgbClr val="242424"/>
                </a:solidFill>
                <a:latin typeface="Times New Roman"/>
                <a:cs typeface="Times New Roman"/>
              </a:rPr>
              <a:t>wit</a:t>
            </a:r>
            <a:r>
              <a:rPr sz="1700" dirty="0">
                <a:solidFill>
                  <a:srgbClr val="242424"/>
                </a:solidFill>
                <a:latin typeface="Times New Roman"/>
                <a:cs typeface="Times New Roman"/>
              </a:rPr>
              <a:t>h </a:t>
            </a:r>
            <a:r>
              <a:rPr sz="1700" spc="-7" dirty="0">
                <a:solidFill>
                  <a:srgbClr val="242424"/>
                </a:solidFill>
                <a:latin typeface="Times New Roman"/>
                <a:cs typeface="Times New Roman"/>
              </a:rPr>
              <a:t>a</a:t>
            </a:r>
            <a:r>
              <a:rPr sz="1700" dirty="0">
                <a:solidFill>
                  <a:srgbClr val="242424"/>
                </a:solidFill>
                <a:latin typeface="Times New Roman"/>
                <a:cs typeface="Times New Roman"/>
              </a:rPr>
              <a:t>n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a:t>
            </a:r>
            <a:r>
              <a:rPr sz="1700" spc="10" dirty="0">
                <a:solidFill>
                  <a:srgbClr val="242424"/>
                </a:solidFill>
                <a:latin typeface="Times New Roman"/>
                <a:cs typeface="Times New Roman"/>
              </a:rPr>
              <a:t>n</a:t>
            </a:r>
            <a:r>
              <a:rPr sz="1700" spc="-2" dirty="0">
                <a:solidFill>
                  <a:srgbClr val="242424"/>
                </a:solidFill>
                <a:latin typeface="Times New Roman"/>
                <a:cs typeface="Times New Roman"/>
              </a:rPr>
              <a:t>-pipeline </a:t>
            </a:r>
            <a:r>
              <a:rPr sz="1700" spc="-5" dirty="0">
                <a:solidFill>
                  <a:srgbClr val="242424"/>
                </a:solidFill>
                <a:latin typeface="Times New Roman"/>
                <a:cs typeface="Times New Roman"/>
              </a:rPr>
              <a:t>pro</a:t>
            </a:r>
            <a:r>
              <a:rPr sz="1700" spc="-10" dirty="0">
                <a:solidFill>
                  <a:srgbClr val="242424"/>
                </a:solidFill>
                <a:latin typeface="Times New Roman"/>
                <a:cs typeface="Times New Roman"/>
              </a:rPr>
              <a:t>c</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ssor.</a:t>
            </a:r>
            <a:endParaRPr sz="1700" dirty="0">
              <a:latin typeface="Times New Roman"/>
              <a:cs typeface="Times New Roman"/>
            </a:endParaRPr>
          </a:p>
        </p:txBody>
      </p:sp>
      <p:pic>
        <p:nvPicPr>
          <p:cNvPr id="5" name="Picture 4">
            <a:extLst>
              <a:ext uri="{FF2B5EF4-FFF2-40B4-BE49-F238E27FC236}">
                <a16:creationId xmlns:a16="http://schemas.microsoft.com/office/drawing/2014/main" id="{5914C0A0-C02A-F3F1-9380-4CF8C8D78F23}"/>
              </a:ext>
            </a:extLst>
          </p:cNvPr>
          <p:cNvPicPr>
            <a:picLocks noChangeAspect="1"/>
          </p:cNvPicPr>
          <p:nvPr/>
        </p:nvPicPr>
        <p:blipFill>
          <a:blip r:embed="rId6"/>
          <a:stretch>
            <a:fillRect/>
          </a:stretch>
        </p:blipFill>
        <p:spPr>
          <a:xfrm>
            <a:off x="1876425" y="3509459"/>
            <a:ext cx="5391150" cy="857250"/>
          </a:xfrm>
          <a:prstGeom prst="rect">
            <a:avLst/>
          </a:prstGeom>
        </p:spPr>
      </p:pic>
    </p:spTree>
    <p:extLst>
      <p:ext uri="{BB962C8B-B14F-4D97-AF65-F5344CB8AC3E}">
        <p14:creationId xmlns:p14="http://schemas.microsoft.com/office/powerpoint/2010/main" val="315017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2DCE9-9046-6615-AE7F-18BCE3AB8C1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1C252C8-D0F4-D779-C053-E16D33D1AE2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7BF125E-ED03-D2C1-0688-FD62584893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CC97F86-0982-0ADC-736C-3EA1900B685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8283C4FC-AD32-E1FD-EE14-FD38E9ED506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66FEB9E7-C5C9-0057-7E78-B2438EC823F8}"/>
              </a:ext>
            </a:extLst>
          </p:cNvPr>
          <p:cNvSpPr txBox="1"/>
          <p:nvPr/>
        </p:nvSpPr>
        <p:spPr>
          <a:xfrm>
            <a:off x="914400" y="1352550"/>
            <a:ext cx="7086600" cy="1831271"/>
          </a:xfrm>
          <a:prstGeom prst="rect">
            <a:avLst/>
          </a:prstGeom>
        </p:spPr>
        <p:txBody>
          <a:bodyPr vert="horz" wrap="square" lIns="0" tIns="0" rIns="0" bIns="0" rtlCol="0">
            <a:spAutoFit/>
          </a:bodyPr>
          <a:lstStyle/>
          <a:p>
            <a:pPr marL="6109" algn="ctr"/>
            <a:r>
              <a:rPr sz="1700" b="1" spc="-5" dirty="0">
                <a:solidFill>
                  <a:srgbClr val="242424"/>
                </a:solidFill>
                <a:latin typeface="Times New Roman"/>
                <a:cs typeface="Times New Roman"/>
              </a:rPr>
              <a:t>P</a:t>
            </a:r>
            <a:r>
              <a:rPr sz="1700" b="1" spc="-10" dirty="0">
                <a:solidFill>
                  <a:srgbClr val="242424"/>
                </a:solidFill>
                <a:latin typeface="Times New Roman"/>
                <a:cs typeface="Times New Roman"/>
              </a:rPr>
              <a:t>r</a:t>
            </a:r>
            <a:r>
              <a:rPr sz="1700" b="1" spc="-5" dirty="0">
                <a:solidFill>
                  <a:srgbClr val="242424"/>
                </a:solidFill>
                <a:latin typeface="Times New Roman"/>
                <a:cs typeface="Times New Roman"/>
              </a:rPr>
              <a:t>o</a:t>
            </a:r>
            <a:r>
              <a:rPr sz="1700" b="1" spc="-7" dirty="0">
                <a:solidFill>
                  <a:srgbClr val="242424"/>
                </a:solidFill>
                <a:latin typeface="Times New Roman"/>
                <a:cs typeface="Times New Roman"/>
              </a:rPr>
              <a:t>ce</a:t>
            </a:r>
            <a:r>
              <a:rPr sz="1700" b="1" spc="-2" dirty="0">
                <a:solidFill>
                  <a:srgbClr val="242424"/>
                </a:solidFill>
                <a:latin typeface="Times New Roman"/>
                <a:cs typeface="Times New Roman"/>
              </a:rPr>
              <a:t>sso</a:t>
            </a:r>
            <a:r>
              <a:rPr sz="1700" b="1" dirty="0">
                <a:solidFill>
                  <a:srgbClr val="242424"/>
                </a:solidFill>
                <a:latin typeface="Times New Roman"/>
                <a:cs typeface="Times New Roman"/>
              </a:rPr>
              <a:t>r </a:t>
            </a:r>
            <a:r>
              <a:rPr sz="1700" b="1" spc="-7" dirty="0">
                <a:solidFill>
                  <a:srgbClr val="242424"/>
                </a:solidFill>
                <a:latin typeface="Times New Roman"/>
                <a:cs typeface="Times New Roman"/>
              </a:rPr>
              <a:t>p</a:t>
            </a:r>
            <a:r>
              <a:rPr sz="1700" b="1" spc="-2" dirty="0">
                <a:solidFill>
                  <a:srgbClr val="242424"/>
                </a:solidFill>
                <a:latin typeface="Times New Roman"/>
                <a:cs typeface="Times New Roman"/>
              </a:rPr>
              <a:t>i</a:t>
            </a:r>
            <a:r>
              <a:rPr sz="1700" b="1" dirty="0">
                <a:solidFill>
                  <a:srgbClr val="242424"/>
                </a:solidFill>
                <a:latin typeface="Times New Roman"/>
                <a:cs typeface="Times New Roman"/>
              </a:rPr>
              <a:t>p</a:t>
            </a:r>
            <a:r>
              <a:rPr sz="1700" b="1" spc="-7" dirty="0">
                <a:solidFill>
                  <a:srgbClr val="242424"/>
                </a:solidFill>
                <a:latin typeface="Times New Roman"/>
                <a:cs typeface="Times New Roman"/>
              </a:rPr>
              <a:t>e</a:t>
            </a:r>
            <a:r>
              <a:rPr sz="1700" b="1" spc="-2" dirty="0">
                <a:solidFill>
                  <a:srgbClr val="242424"/>
                </a:solidFill>
                <a:latin typeface="Times New Roman"/>
                <a:cs typeface="Times New Roman"/>
              </a:rPr>
              <a:t>li</a:t>
            </a:r>
            <a:r>
              <a:rPr sz="1700" b="1" dirty="0">
                <a:solidFill>
                  <a:srgbClr val="242424"/>
                </a:solidFill>
                <a:latin typeface="Times New Roman"/>
                <a:cs typeface="Times New Roman"/>
              </a:rPr>
              <a:t>n</a:t>
            </a:r>
            <a:r>
              <a:rPr sz="1700" b="1" spc="-5" dirty="0">
                <a:solidFill>
                  <a:srgbClr val="242424"/>
                </a:solidFill>
                <a:latin typeface="Times New Roman"/>
                <a:cs typeface="Times New Roman"/>
              </a:rPr>
              <a:t>e</a:t>
            </a:r>
            <a:endParaRPr sz="1700" dirty="0">
              <a:latin typeface="Times New Roman"/>
              <a:cs typeface="Times New Roman"/>
            </a:endParaRPr>
          </a:p>
          <a:p>
            <a:pPr marL="6109" marR="2749" algn="just">
              <a:spcBef>
                <a:spcPts val="5"/>
              </a:spcBef>
            </a:pPr>
            <a:endParaRPr lang="en-US" sz="1700" spc="-10" dirty="0">
              <a:solidFill>
                <a:srgbClr val="242424"/>
              </a:solidFill>
              <a:latin typeface="Times New Roman"/>
              <a:cs typeface="Times New Roman"/>
            </a:endParaRPr>
          </a:p>
          <a:p>
            <a:pPr marL="6109" marR="2749" algn="just">
              <a:spcBef>
                <a:spcPts val="5"/>
              </a:spcBef>
            </a:pPr>
            <a:r>
              <a:rPr sz="1700" spc="-10" dirty="0">
                <a:solidFill>
                  <a:srgbClr val="242424"/>
                </a:solidFill>
                <a:latin typeface="Times New Roman"/>
                <a:cs typeface="Times New Roman"/>
              </a:rPr>
              <a:t>I</a:t>
            </a:r>
            <a:r>
              <a:rPr sz="1700" dirty="0">
                <a:solidFill>
                  <a:srgbClr val="242424"/>
                </a:solidFill>
                <a:latin typeface="Times New Roman"/>
                <a:cs typeface="Times New Roman"/>
              </a:rPr>
              <a:t>n</a:t>
            </a:r>
            <a:r>
              <a:rPr sz="1700" spc="-7" dirty="0">
                <a:solidFill>
                  <a:srgbClr val="242424"/>
                </a:solidFill>
                <a:latin typeface="Times New Roman"/>
                <a:cs typeface="Times New Roman"/>
              </a:rPr>
              <a:t> </a:t>
            </a:r>
            <a:r>
              <a:rPr sz="1700" spc="-5" dirty="0">
                <a:solidFill>
                  <a:srgbClr val="242424"/>
                </a:solidFill>
                <a:latin typeface="Times New Roman"/>
                <a:cs typeface="Times New Roman"/>
              </a:rPr>
              <a:t>a</a:t>
            </a:r>
            <a:r>
              <a:rPr sz="1700" spc="-14" dirty="0">
                <a:solidFill>
                  <a:srgbClr val="242424"/>
                </a:solidFill>
                <a:latin typeface="Times New Roman"/>
                <a:cs typeface="Times New Roman"/>
              </a:rPr>
              <a:t> </a:t>
            </a:r>
            <a:r>
              <a:rPr sz="1700" i="1" dirty="0">
                <a:solidFill>
                  <a:srgbClr val="242424"/>
                </a:solidFill>
                <a:latin typeface="Times New Roman"/>
                <a:cs typeface="Times New Roman"/>
              </a:rPr>
              <a:t>pro</a:t>
            </a:r>
            <a:r>
              <a:rPr sz="1700" i="1" spc="2" dirty="0">
                <a:solidFill>
                  <a:srgbClr val="242424"/>
                </a:solidFill>
                <a:latin typeface="Times New Roman"/>
                <a:cs typeface="Times New Roman"/>
              </a:rPr>
              <a:t>c</a:t>
            </a:r>
            <a:r>
              <a:rPr sz="1700" i="1" spc="-7" dirty="0">
                <a:solidFill>
                  <a:srgbClr val="242424"/>
                </a:solidFill>
                <a:latin typeface="Times New Roman"/>
                <a:cs typeface="Times New Roman"/>
              </a:rPr>
              <a:t>e</a:t>
            </a:r>
            <a:r>
              <a:rPr sz="1700" i="1" spc="-2" dirty="0">
                <a:solidFill>
                  <a:srgbClr val="242424"/>
                </a:solidFill>
                <a:latin typeface="Times New Roman"/>
                <a:cs typeface="Times New Roman"/>
              </a:rPr>
              <a:t>sso</a:t>
            </a:r>
            <a:r>
              <a:rPr sz="1700" i="1" dirty="0">
                <a:solidFill>
                  <a:srgbClr val="242424"/>
                </a:solidFill>
                <a:latin typeface="Times New Roman"/>
                <a:cs typeface="Times New Roman"/>
              </a:rPr>
              <a:t>r</a:t>
            </a:r>
            <a:r>
              <a:rPr sz="1700" i="1" spc="-10" dirty="0">
                <a:solidFill>
                  <a:srgbClr val="242424"/>
                </a:solidFill>
                <a:latin typeface="Times New Roman"/>
                <a:cs typeface="Times New Roman"/>
              </a:rPr>
              <a:t> </a:t>
            </a:r>
            <a:r>
              <a:rPr sz="1700" i="1" spc="-2" dirty="0">
                <a:solidFill>
                  <a:srgbClr val="242424"/>
                </a:solidFill>
                <a:latin typeface="Times New Roman"/>
                <a:cs typeface="Times New Roman"/>
              </a:rPr>
              <a:t>pipeline,</a:t>
            </a:r>
            <a:r>
              <a:rPr sz="1700" i="1" dirty="0">
                <a:solidFill>
                  <a:srgbClr val="242424"/>
                </a:solidFill>
                <a:latin typeface="Times New Roman"/>
                <a:cs typeface="Times New Roman"/>
              </a:rPr>
              <a:t> </a:t>
            </a:r>
            <a:r>
              <a:rPr sz="1700" spc="5" dirty="0">
                <a:solidFill>
                  <a:srgbClr val="242424"/>
                </a:solidFill>
                <a:latin typeface="Times New Roman"/>
                <a:cs typeface="Times New Roman"/>
              </a:rPr>
              <a:t>p</a:t>
            </a:r>
            <a:r>
              <a:rPr sz="1700" spc="-2" dirty="0">
                <a:solidFill>
                  <a:srgbClr val="242424"/>
                </a:solidFill>
                <a:latin typeface="Times New Roman"/>
                <a:cs typeface="Times New Roman"/>
              </a:rPr>
              <a:t>ro</a:t>
            </a:r>
            <a:r>
              <a:rPr sz="1700" spc="-10" dirty="0">
                <a:solidFill>
                  <a:srgbClr val="242424"/>
                </a:solidFill>
                <a:latin typeface="Times New Roman"/>
                <a:cs typeface="Times New Roman"/>
              </a:rPr>
              <a:t>c</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ss</a:t>
            </a:r>
            <a:r>
              <a:rPr sz="1700" dirty="0">
                <a:solidFill>
                  <a:srgbClr val="242424"/>
                </a:solidFill>
                <a:latin typeface="Times New Roman"/>
                <a:cs typeface="Times New Roman"/>
              </a:rPr>
              <a:t>ing</a:t>
            </a:r>
            <a:r>
              <a:rPr sz="1700" spc="-12" dirty="0">
                <a:solidFill>
                  <a:srgbClr val="242424"/>
                </a:solidFill>
                <a:latin typeface="Times New Roman"/>
                <a:cs typeface="Times New Roman"/>
              </a:rPr>
              <a:t> </a:t>
            </a:r>
            <a:r>
              <a:rPr sz="1700" dirty="0">
                <a:solidFill>
                  <a:srgbClr val="242424"/>
                </a:solidFill>
                <a:latin typeface="Times New Roman"/>
                <a:cs typeface="Times New Roman"/>
              </a:rPr>
              <a:t>of</a:t>
            </a:r>
            <a:r>
              <a:rPr sz="1700" spc="-14" dirty="0">
                <a:solidFill>
                  <a:srgbClr val="242424"/>
                </a:solidFill>
                <a:latin typeface="Times New Roman"/>
                <a:cs typeface="Times New Roman"/>
              </a:rPr>
              <a:t> </a:t>
            </a:r>
            <a:r>
              <a:rPr sz="1700" spc="-2" dirty="0">
                <a:solidFill>
                  <a:srgbClr val="242424"/>
                </a:solidFill>
                <a:latin typeface="Times New Roman"/>
                <a:cs typeface="Times New Roman"/>
              </a:rPr>
              <a:t>t</a:t>
            </a:r>
            <a:r>
              <a:rPr sz="1700" dirty="0">
                <a:solidFill>
                  <a:srgbClr val="242424"/>
                </a:solidFill>
                <a:latin typeface="Times New Roman"/>
                <a:cs typeface="Times New Roman"/>
              </a:rPr>
              <a:t>h</a:t>
            </a:r>
            <a:r>
              <a:rPr sz="1700" spc="-5" dirty="0">
                <a:solidFill>
                  <a:srgbClr val="242424"/>
                </a:solidFill>
                <a:latin typeface="Times New Roman"/>
                <a:cs typeface="Times New Roman"/>
              </a:rPr>
              <a:t>e</a:t>
            </a:r>
            <a:r>
              <a:rPr sz="1700" spc="-14" dirty="0">
                <a:solidFill>
                  <a:srgbClr val="242424"/>
                </a:solidFill>
                <a:latin typeface="Times New Roman"/>
                <a:cs typeface="Times New Roman"/>
              </a:rPr>
              <a:t> </a:t>
            </a:r>
            <a:r>
              <a:rPr sz="1700" spc="-2" dirty="0">
                <a:solidFill>
                  <a:srgbClr val="242424"/>
                </a:solidFill>
                <a:latin typeface="Times New Roman"/>
                <a:cs typeface="Times New Roman"/>
              </a:rPr>
              <a:t>sa</a:t>
            </a:r>
            <a:r>
              <a:rPr sz="1700" spc="-5" dirty="0">
                <a:solidFill>
                  <a:srgbClr val="242424"/>
                </a:solidFill>
                <a:latin typeface="Times New Roman"/>
                <a:cs typeface="Times New Roman"/>
              </a:rPr>
              <a:t>me</a:t>
            </a:r>
            <a:r>
              <a:rPr sz="1700" spc="-10" dirty="0">
                <a:solidFill>
                  <a:srgbClr val="242424"/>
                </a:solidFill>
                <a:latin typeface="Times New Roman"/>
                <a:cs typeface="Times New Roman"/>
              </a:rPr>
              <a:t> </a:t>
            </a:r>
            <a:r>
              <a:rPr sz="1700" spc="-5" dirty="0">
                <a:solidFill>
                  <a:srgbClr val="242424"/>
                </a:solidFill>
                <a:latin typeface="Times New Roman"/>
                <a:cs typeface="Times New Roman"/>
              </a:rPr>
              <a:t>d</a:t>
            </a:r>
            <a:r>
              <a:rPr sz="1700" spc="-7" dirty="0">
                <a:solidFill>
                  <a:srgbClr val="242424"/>
                </a:solidFill>
                <a:latin typeface="Times New Roman"/>
                <a:cs typeface="Times New Roman"/>
              </a:rPr>
              <a:t>a</a:t>
            </a:r>
            <a:r>
              <a:rPr sz="1700" dirty="0">
                <a:solidFill>
                  <a:srgbClr val="242424"/>
                </a:solidFill>
                <a:latin typeface="Times New Roman"/>
                <a:cs typeface="Times New Roman"/>
              </a:rPr>
              <a:t>t</a:t>
            </a:r>
            <a:r>
              <a:rPr sz="1700" spc="-5" dirty="0">
                <a:solidFill>
                  <a:srgbClr val="242424"/>
                </a:solidFill>
                <a:latin typeface="Times New Roman"/>
                <a:cs typeface="Times New Roman"/>
              </a:rPr>
              <a:t>a</a:t>
            </a:r>
            <a:r>
              <a:rPr sz="1700" spc="-14" dirty="0">
                <a:solidFill>
                  <a:srgbClr val="242424"/>
                </a:solidFill>
                <a:latin typeface="Times New Roman"/>
                <a:cs typeface="Times New Roman"/>
              </a:rPr>
              <a:t> </a:t>
            </a:r>
            <a:r>
              <a:rPr sz="1700" spc="-5" dirty="0">
                <a:solidFill>
                  <a:srgbClr val="242424"/>
                </a:solidFill>
                <a:latin typeface="Times New Roman"/>
                <a:cs typeface="Times New Roman"/>
              </a:rPr>
              <a:t>stream</a:t>
            </a:r>
            <a:r>
              <a:rPr sz="1700" spc="-12" dirty="0">
                <a:solidFill>
                  <a:srgbClr val="242424"/>
                </a:solidFill>
                <a:latin typeface="Times New Roman"/>
                <a:cs typeface="Times New Roman"/>
              </a:rPr>
              <a:t> </a:t>
            </a:r>
            <a:r>
              <a:rPr sz="1700" spc="-2" dirty="0">
                <a:solidFill>
                  <a:srgbClr val="242424"/>
                </a:solidFill>
                <a:latin typeface="Times New Roman"/>
                <a:cs typeface="Times New Roman"/>
              </a:rPr>
              <a:t>is</a:t>
            </a:r>
            <a:r>
              <a:rPr sz="1700" spc="-12" dirty="0">
                <a:solidFill>
                  <a:srgbClr val="242424"/>
                </a:solidFill>
                <a:latin typeface="Times New Roman"/>
                <a:cs typeface="Times New Roman"/>
              </a:rPr>
              <a:t> </a:t>
            </a:r>
            <a:r>
              <a:rPr sz="1700" dirty="0">
                <a:solidFill>
                  <a:srgbClr val="242424"/>
                </a:solidFill>
                <a:latin typeface="Times New Roman"/>
                <a:cs typeface="Times New Roman"/>
              </a:rPr>
              <a:t>do</a:t>
            </a:r>
            <a:r>
              <a:rPr sz="1700" spc="5" dirty="0">
                <a:solidFill>
                  <a:srgbClr val="242424"/>
                </a:solidFill>
                <a:latin typeface="Times New Roman"/>
                <a:cs typeface="Times New Roman"/>
              </a:rPr>
              <a:t>n</a:t>
            </a:r>
            <a:r>
              <a:rPr sz="1700" spc="-5" dirty="0">
                <a:solidFill>
                  <a:srgbClr val="242424"/>
                </a:solidFill>
                <a:latin typeface="Times New Roman"/>
                <a:cs typeface="Times New Roman"/>
              </a:rPr>
              <a:t>e</a:t>
            </a:r>
            <a:r>
              <a:rPr sz="1700" spc="-14" dirty="0">
                <a:solidFill>
                  <a:srgbClr val="242424"/>
                </a:solidFill>
                <a:latin typeface="Times New Roman"/>
                <a:cs typeface="Times New Roman"/>
              </a:rPr>
              <a:t> </a:t>
            </a:r>
            <a:r>
              <a:rPr sz="1700" dirty="0">
                <a:solidFill>
                  <a:srgbClr val="242424"/>
                </a:solidFill>
                <a:latin typeface="Times New Roman"/>
                <a:cs typeface="Times New Roman"/>
              </a:rPr>
              <a:t>by</a:t>
            </a:r>
            <a:r>
              <a:rPr sz="1700" spc="-7" dirty="0">
                <a:solidFill>
                  <a:srgbClr val="242424"/>
                </a:solidFill>
                <a:latin typeface="Times New Roman"/>
                <a:cs typeface="Times New Roman"/>
              </a:rPr>
              <a:t> </a:t>
            </a:r>
            <a:r>
              <a:rPr sz="1700" spc="-5" dirty="0">
                <a:solidFill>
                  <a:srgbClr val="242424"/>
                </a:solidFill>
                <a:latin typeface="Times New Roman"/>
                <a:cs typeface="Times New Roman"/>
              </a:rPr>
              <a:t>a</a:t>
            </a:r>
            <a:r>
              <a:rPr sz="1700" spc="-14" dirty="0">
                <a:solidFill>
                  <a:srgbClr val="242424"/>
                </a:solidFill>
                <a:latin typeface="Times New Roman"/>
                <a:cs typeface="Times New Roman"/>
              </a:rPr>
              <a:t> </a:t>
            </a:r>
            <a:r>
              <a:rPr sz="1700" spc="-2" dirty="0">
                <a:solidFill>
                  <a:srgbClr val="242424"/>
                </a:solidFill>
                <a:latin typeface="Times New Roman"/>
                <a:cs typeface="Times New Roman"/>
              </a:rPr>
              <a:t>c</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sc</a:t>
            </a:r>
            <a:r>
              <a:rPr sz="1700" spc="-7" dirty="0">
                <a:solidFill>
                  <a:srgbClr val="242424"/>
                </a:solidFill>
                <a:latin typeface="Times New Roman"/>
                <a:cs typeface="Times New Roman"/>
              </a:rPr>
              <a:t>a</a:t>
            </a:r>
            <a:r>
              <a:rPr sz="1700" spc="-5" dirty="0">
                <a:solidFill>
                  <a:srgbClr val="242424"/>
                </a:solidFill>
                <a:latin typeface="Times New Roman"/>
                <a:cs typeface="Times New Roman"/>
              </a:rPr>
              <a:t>de</a:t>
            </a:r>
            <a:r>
              <a:rPr sz="1700" spc="-14" dirty="0">
                <a:solidFill>
                  <a:srgbClr val="242424"/>
                </a:solidFill>
                <a:latin typeface="Times New Roman"/>
                <a:cs typeface="Times New Roman"/>
              </a:rPr>
              <a:t> </a:t>
            </a:r>
            <a:r>
              <a:rPr sz="1700" spc="5" dirty="0">
                <a:solidFill>
                  <a:srgbClr val="242424"/>
                </a:solidFill>
                <a:latin typeface="Times New Roman"/>
                <a:cs typeface="Times New Roman"/>
              </a:rPr>
              <a:t>o</a:t>
            </a:r>
            <a:r>
              <a:rPr sz="1700" dirty="0">
                <a:solidFill>
                  <a:srgbClr val="242424"/>
                </a:solidFill>
                <a:latin typeface="Times New Roman"/>
                <a:cs typeface="Times New Roman"/>
              </a:rPr>
              <a:t>f</a:t>
            </a:r>
            <a:r>
              <a:rPr sz="1700" spc="-14" dirty="0">
                <a:solidFill>
                  <a:srgbClr val="242424"/>
                </a:solidFill>
                <a:latin typeface="Times New Roman"/>
                <a:cs typeface="Times New Roman"/>
              </a:rPr>
              <a:t> </a:t>
            </a:r>
            <a:r>
              <a:rPr sz="1700" dirty="0">
                <a:solidFill>
                  <a:srgbClr val="242424"/>
                </a:solidFill>
                <a:latin typeface="Times New Roman"/>
                <a:cs typeface="Times New Roman"/>
              </a:rPr>
              <a:t>pr</a:t>
            </a:r>
            <a:r>
              <a:rPr sz="1700" spc="2" dirty="0">
                <a:solidFill>
                  <a:srgbClr val="242424"/>
                </a:solidFill>
                <a:latin typeface="Times New Roman"/>
                <a:cs typeface="Times New Roman"/>
              </a:rPr>
              <a:t>o</a:t>
            </a:r>
            <a:r>
              <a:rPr sz="1700" spc="-7" dirty="0">
                <a:solidFill>
                  <a:srgbClr val="242424"/>
                </a:solidFill>
                <a:latin typeface="Times New Roman"/>
                <a:cs typeface="Times New Roman"/>
              </a:rPr>
              <a:t>ce</a:t>
            </a:r>
            <a:r>
              <a:rPr sz="1700" spc="-2" dirty="0">
                <a:solidFill>
                  <a:srgbClr val="242424"/>
                </a:solidFill>
                <a:latin typeface="Times New Roman"/>
                <a:cs typeface="Times New Roman"/>
              </a:rPr>
              <a:t>ssors. </a:t>
            </a:r>
            <a:r>
              <a:rPr sz="1700" spc="-10" dirty="0">
                <a:solidFill>
                  <a:srgbClr val="242424"/>
                </a:solidFill>
                <a:latin typeface="Times New Roman"/>
                <a:cs typeface="Times New Roman"/>
              </a:rPr>
              <a:t>I</a:t>
            </a:r>
            <a:r>
              <a:rPr sz="1700" dirty="0">
                <a:solidFill>
                  <a:srgbClr val="242424"/>
                </a:solidFill>
                <a:latin typeface="Times New Roman"/>
                <a:cs typeface="Times New Roman"/>
              </a:rPr>
              <a:t>n </a:t>
            </a:r>
            <a:r>
              <a:rPr sz="1700" spc="-2" dirty="0">
                <a:solidFill>
                  <a:srgbClr val="242424"/>
                </a:solidFill>
                <a:latin typeface="Times New Roman"/>
                <a:cs typeface="Times New Roman"/>
              </a:rPr>
              <a:t>this</a:t>
            </a:r>
            <a:r>
              <a:rPr sz="1700" dirty="0">
                <a:solidFill>
                  <a:srgbClr val="242424"/>
                </a:solidFill>
                <a:latin typeface="Times New Roman"/>
                <a:cs typeface="Times New Roman"/>
              </a:rPr>
              <a:t>, </a:t>
            </a:r>
            <a:r>
              <a:rPr sz="1700" spc="-2" dirty="0">
                <a:solidFill>
                  <a:srgbClr val="242424"/>
                </a:solidFill>
                <a:latin typeface="Times New Roman"/>
                <a:cs typeface="Times New Roman"/>
              </a:rPr>
              <a:t>e</a:t>
            </a:r>
            <a:r>
              <a:rPr sz="1700" spc="-7" dirty="0">
                <a:solidFill>
                  <a:srgbClr val="242424"/>
                </a:solidFill>
                <a:latin typeface="Times New Roman"/>
                <a:cs typeface="Times New Roman"/>
              </a:rPr>
              <a:t>ac</a:t>
            </a:r>
            <a:r>
              <a:rPr sz="1700" dirty="0">
                <a:solidFill>
                  <a:srgbClr val="242424"/>
                </a:solidFill>
                <a:latin typeface="Times New Roman"/>
                <a:cs typeface="Times New Roman"/>
              </a:rPr>
              <a:t>h </a:t>
            </a:r>
            <a:r>
              <a:rPr sz="1700" spc="-2" dirty="0">
                <a:solidFill>
                  <a:srgbClr val="242424"/>
                </a:solidFill>
                <a:latin typeface="Times New Roman"/>
                <a:cs typeface="Times New Roman"/>
              </a:rPr>
              <a:t>c</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sc</a:t>
            </a:r>
            <a:r>
              <a:rPr sz="1700" spc="-7" dirty="0">
                <a:solidFill>
                  <a:srgbClr val="242424"/>
                </a:solidFill>
                <a:latin typeface="Times New Roman"/>
                <a:cs typeface="Times New Roman"/>
              </a:rPr>
              <a:t>a</a:t>
            </a:r>
            <a:r>
              <a:rPr sz="1700" spc="5" dirty="0">
                <a:solidFill>
                  <a:srgbClr val="242424"/>
                </a:solidFill>
                <a:latin typeface="Times New Roman"/>
                <a:cs typeface="Times New Roman"/>
              </a:rPr>
              <a:t>d</a:t>
            </a:r>
            <a:r>
              <a:rPr sz="1700" spc="-5" dirty="0">
                <a:solidFill>
                  <a:srgbClr val="242424"/>
                </a:solidFill>
                <a:latin typeface="Times New Roman"/>
                <a:cs typeface="Times New Roman"/>
              </a:rPr>
              <a:t>e</a:t>
            </a:r>
            <a:r>
              <a:rPr sz="1700" spc="-2" dirty="0">
                <a:solidFill>
                  <a:srgbClr val="242424"/>
                </a:solidFill>
                <a:latin typeface="Times New Roman"/>
                <a:cs typeface="Times New Roman"/>
              </a:rPr>
              <a:t> </a:t>
            </a:r>
            <a:r>
              <a:rPr sz="1700" dirty="0">
                <a:solidFill>
                  <a:srgbClr val="242424"/>
                </a:solidFill>
                <a:latin typeface="Times New Roman"/>
                <a:cs typeface="Times New Roman"/>
              </a:rPr>
              <a:t>of </a:t>
            </a:r>
            <a:r>
              <a:rPr sz="1700" spc="5" dirty="0">
                <a:solidFill>
                  <a:srgbClr val="242424"/>
                </a:solidFill>
                <a:latin typeface="Times New Roman"/>
                <a:cs typeface="Times New Roman"/>
              </a:rPr>
              <a:t>p</a:t>
            </a:r>
            <a:r>
              <a:rPr sz="1700" spc="-2" dirty="0">
                <a:solidFill>
                  <a:srgbClr val="242424"/>
                </a:solidFill>
                <a:latin typeface="Times New Roman"/>
                <a:cs typeface="Times New Roman"/>
              </a:rPr>
              <a:t>ro</a:t>
            </a:r>
            <a:r>
              <a:rPr sz="1700" spc="-10" dirty="0">
                <a:solidFill>
                  <a:srgbClr val="242424"/>
                </a:solidFill>
                <a:latin typeface="Times New Roman"/>
                <a:cs typeface="Times New Roman"/>
              </a:rPr>
              <a:t>c</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ssor</a:t>
            </a:r>
            <a:r>
              <a:rPr sz="1700" dirty="0">
                <a:solidFill>
                  <a:srgbClr val="242424"/>
                </a:solidFill>
                <a:latin typeface="Times New Roman"/>
                <a:cs typeface="Times New Roman"/>
              </a:rPr>
              <a:t>s </a:t>
            </a:r>
            <a:r>
              <a:rPr sz="1700" spc="-2" dirty="0">
                <a:solidFill>
                  <a:srgbClr val="242424"/>
                </a:solidFill>
                <a:latin typeface="Times New Roman"/>
                <a:cs typeface="Times New Roman"/>
              </a:rPr>
              <a:t>is</a:t>
            </a:r>
            <a:r>
              <a:rPr sz="1700" dirty="0">
                <a:solidFill>
                  <a:srgbClr val="242424"/>
                </a:solidFill>
                <a:latin typeface="Times New Roman"/>
                <a:cs typeface="Times New Roman"/>
              </a:rPr>
              <a:t> </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ss</a:t>
            </a:r>
            <a:r>
              <a:rPr sz="1700" dirty="0">
                <a:solidFill>
                  <a:srgbClr val="242424"/>
                </a:solidFill>
                <a:latin typeface="Times New Roman"/>
                <a:cs typeface="Times New Roman"/>
              </a:rPr>
              <a:t>i</a:t>
            </a:r>
            <a:r>
              <a:rPr sz="1700" spc="-5" dirty="0">
                <a:solidFill>
                  <a:srgbClr val="242424"/>
                </a:solidFill>
                <a:latin typeface="Times New Roman"/>
                <a:cs typeface="Times New Roman"/>
              </a:rPr>
              <a:t>gn</a:t>
            </a:r>
            <a:r>
              <a:rPr sz="1700" spc="-7" dirty="0">
                <a:solidFill>
                  <a:srgbClr val="242424"/>
                </a:solidFill>
                <a:latin typeface="Times New Roman"/>
                <a:cs typeface="Times New Roman"/>
              </a:rPr>
              <a:t>e</a:t>
            </a:r>
            <a:r>
              <a:rPr sz="1700" dirty="0">
                <a:solidFill>
                  <a:srgbClr val="242424"/>
                </a:solidFill>
                <a:latin typeface="Times New Roman"/>
                <a:cs typeface="Times New Roman"/>
              </a:rPr>
              <a:t>d</a:t>
            </a:r>
            <a:r>
              <a:rPr sz="1700" spc="5" dirty="0">
                <a:solidFill>
                  <a:srgbClr val="242424"/>
                </a:solidFill>
                <a:latin typeface="Times New Roman"/>
                <a:cs typeface="Times New Roman"/>
              </a:rPr>
              <a:t> </a:t>
            </a:r>
            <a:r>
              <a:rPr sz="1700" spc="-7" dirty="0">
                <a:solidFill>
                  <a:srgbClr val="242424"/>
                </a:solidFill>
                <a:latin typeface="Times New Roman"/>
                <a:cs typeface="Times New Roman"/>
              </a:rPr>
              <a:t>a</a:t>
            </a:r>
            <a:r>
              <a:rPr sz="1700" dirty="0">
                <a:solidFill>
                  <a:srgbClr val="242424"/>
                </a:solidFill>
                <a:latin typeface="Times New Roman"/>
                <a:cs typeface="Times New Roman"/>
              </a:rPr>
              <a:t>nd</a:t>
            </a:r>
            <a:r>
              <a:rPr sz="1700" spc="5" dirty="0">
                <a:solidFill>
                  <a:srgbClr val="242424"/>
                </a:solidFill>
                <a:latin typeface="Times New Roman"/>
                <a:cs typeface="Times New Roman"/>
              </a:rPr>
              <a:t> </a:t>
            </a:r>
            <a:r>
              <a:rPr sz="1700" spc="-5" dirty="0">
                <a:solidFill>
                  <a:srgbClr val="242424"/>
                </a:solidFill>
                <a:latin typeface="Times New Roman"/>
                <a:cs typeface="Times New Roman"/>
              </a:rPr>
              <a:t>pro</a:t>
            </a:r>
            <a:r>
              <a:rPr sz="1700" spc="-10" dirty="0">
                <a:solidFill>
                  <a:srgbClr val="242424"/>
                </a:solidFill>
                <a:latin typeface="Times New Roman"/>
                <a:cs typeface="Times New Roman"/>
              </a:rPr>
              <a:t>c</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sse</a:t>
            </a:r>
            <a:r>
              <a:rPr sz="1700" dirty="0">
                <a:solidFill>
                  <a:srgbClr val="242424"/>
                </a:solidFill>
                <a:latin typeface="Times New Roman"/>
                <a:cs typeface="Times New Roman"/>
              </a:rPr>
              <a:t>s</a:t>
            </a:r>
            <a:r>
              <a:rPr sz="1700" spc="5" dirty="0">
                <a:solidFill>
                  <a:srgbClr val="242424"/>
                </a:solidFill>
                <a:latin typeface="Times New Roman"/>
                <a:cs typeface="Times New Roman"/>
              </a:rPr>
              <a:t> </a:t>
            </a:r>
            <a:r>
              <a:rPr sz="1700" spc="-5" dirty="0">
                <a:solidFill>
                  <a:srgbClr val="242424"/>
                </a:solidFill>
                <a:latin typeface="Times New Roman"/>
                <a:cs typeface="Times New Roman"/>
              </a:rPr>
              <a:t>a</a:t>
            </a:r>
            <a:r>
              <a:rPr sz="1700" spc="-2" dirty="0">
                <a:solidFill>
                  <a:srgbClr val="242424"/>
                </a:solidFill>
                <a:latin typeface="Times New Roman"/>
                <a:cs typeface="Times New Roman"/>
              </a:rPr>
              <a:t> spe</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if</a:t>
            </a:r>
            <a:r>
              <a:rPr sz="1700" dirty="0">
                <a:solidFill>
                  <a:srgbClr val="242424"/>
                </a:solidFill>
                <a:latin typeface="Times New Roman"/>
                <a:cs typeface="Times New Roman"/>
              </a:rPr>
              <a:t>i</a:t>
            </a:r>
            <a:r>
              <a:rPr sz="1700" spc="-5" dirty="0">
                <a:solidFill>
                  <a:srgbClr val="242424"/>
                </a:solidFill>
                <a:latin typeface="Times New Roman"/>
                <a:cs typeface="Times New Roman"/>
              </a:rPr>
              <a:t>c</a:t>
            </a:r>
            <a:r>
              <a:rPr sz="1700" spc="-2" dirty="0">
                <a:solidFill>
                  <a:srgbClr val="242424"/>
                </a:solidFill>
                <a:latin typeface="Times New Roman"/>
                <a:cs typeface="Times New Roman"/>
              </a:rPr>
              <a:t> task</a:t>
            </a:r>
            <a:r>
              <a:rPr sz="1700" dirty="0">
                <a:solidFill>
                  <a:srgbClr val="242424"/>
                </a:solidFill>
                <a:latin typeface="Times New Roman"/>
                <a:cs typeface="Times New Roman"/>
              </a:rPr>
              <a:t>.</a:t>
            </a:r>
            <a:endParaRPr sz="1700" dirty="0">
              <a:latin typeface="Times New Roman"/>
              <a:cs typeface="Times New Roman"/>
            </a:endParaRPr>
          </a:p>
          <a:p>
            <a:pPr>
              <a:spcBef>
                <a:spcPts val="10"/>
              </a:spcBef>
            </a:pPr>
            <a:endParaRPr sz="1700" dirty="0">
              <a:latin typeface="Times New Roman"/>
              <a:cs typeface="Times New Roman"/>
            </a:endParaRPr>
          </a:p>
          <a:p>
            <a:pPr marL="6109" algn="just"/>
            <a:r>
              <a:rPr sz="1700" spc="-5" dirty="0">
                <a:solidFill>
                  <a:srgbClr val="242424"/>
                </a:solidFill>
                <a:latin typeface="Times New Roman"/>
                <a:cs typeface="Times New Roman"/>
              </a:rPr>
              <a:t>Th</a:t>
            </a:r>
            <a:r>
              <a:rPr sz="1700" spc="-10" dirty="0">
                <a:solidFill>
                  <a:srgbClr val="242424"/>
                </a:solidFill>
                <a:latin typeface="Times New Roman"/>
                <a:cs typeface="Times New Roman"/>
              </a:rPr>
              <a:t>e</a:t>
            </a:r>
            <a:r>
              <a:rPr sz="1700" spc="-2" dirty="0">
                <a:solidFill>
                  <a:srgbClr val="242424"/>
                </a:solidFill>
                <a:latin typeface="Times New Roman"/>
                <a:cs typeface="Times New Roman"/>
              </a:rPr>
              <a:t>re</a:t>
            </a:r>
            <a:r>
              <a:rPr sz="1700" spc="-5" dirty="0">
                <a:solidFill>
                  <a:srgbClr val="242424"/>
                </a:solidFill>
                <a:latin typeface="Times New Roman"/>
                <a:cs typeface="Times New Roman"/>
              </a:rPr>
              <a:t> </a:t>
            </a:r>
            <a:r>
              <a:rPr sz="1700" spc="-2" dirty="0">
                <a:solidFill>
                  <a:srgbClr val="242424"/>
                </a:solidFill>
                <a:latin typeface="Times New Roman"/>
                <a:cs typeface="Times New Roman"/>
              </a:rPr>
              <a:t>is </a:t>
            </a:r>
            <a:r>
              <a:rPr sz="1700" dirty="0">
                <a:solidFill>
                  <a:srgbClr val="242424"/>
                </a:solidFill>
                <a:latin typeface="Times New Roman"/>
                <a:cs typeface="Times New Roman"/>
              </a:rPr>
              <a:t>no p</a:t>
            </a:r>
            <a:r>
              <a:rPr sz="1700" spc="2" dirty="0">
                <a:solidFill>
                  <a:srgbClr val="242424"/>
                </a:solidFill>
                <a:latin typeface="Times New Roman"/>
                <a:cs typeface="Times New Roman"/>
              </a:rPr>
              <a:t>r</a:t>
            </a:r>
            <a:r>
              <a:rPr sz="1700" spc="-7" dirty="0">
                <a:solidFill>
                  <a:srgbClr val="242424"/>
                </a:solidFill>
                <a:latin typeface="Times New Roman"/>
                <a:cs typeface="Times New Roman"/>
              </a:rPr>
              <a:t>ac</a:t>
            </a:r>
            <a:r>
              <a:rPr sz="1700" spc="-2" dirty="0">
                <a:solidFill>
                  <a:srgbClr val="242424"/>
                </a:solidFill>
                <a:latin typeface="Times New Roman"/>
                <a:cs typeface="Times New Roman"/>
              </a:rPr>
              <a:t>ti</a:t>
            </a:r>
            <a:r>
              <a:rPr sz="1700" spc="-7" dirty="0">
                <a:solidFill>
                  <a:srgbClr val="242424"/>
                </a:solidFill>
                <a:latin typeface="Times New Roman"/>
                <a:cs typeface="Times New Roman"/>
              </a:rPr>
              <a:t>ca</a:t>
            </a:r>
            <a:r>
              <a:rPr sz="1700" spc="-2" dirty="0">
                <a:solidFill>
                  <a:srgbClr val="242424"/>
                </a:solidFill>
                <a:latin typeface="Times New Roman"/>
                <a:cs typeface="Times New Roman"/>
              </a:rPr>
              <a:t>l</a:t>
            </a:r>
            <a:r>
              <a:rPr sz="1700" dirty="0">
                <a:solidFill>
                  <a:srgbClr val="242424"/>
                </a:solidFill>
                <a:latin typeface="Times New Roman"/>
                <a:cs typeface="Times New Roman"/>
              </a:rPr>
              <a:t> </a:t>
            </a:r>
            <a:r>
              <a:rPr sz="1700" spc="-2" dirty="0">
                <a:solidFill>
                  <a:srgbClr val="242424"/>
                </a:solidFill>
                <a:latin typeface="Times New Roman"/>
                <a:cs typeface="Times New Roman"/>
              </a:rPr>
              <a:t>e</a:t>
            </a:r>
            <a:r>
              <a:rPr sz="1700" spc="-5" dirty="0">
                <a:solidFill>
                  <a:srgbClr val="242424"/>
                </a:solidFill>
                <a:latin typeface="Times New Roman"/>
                <a:cs typeface="Times New Roman"/>
              </a:rPr>
              <a:t>x</a:t>
            </a:r>
            <a:r>
              <a:rPr sz="1700" spc="-2" dirty="0">
                <a:solidFill>
                  <a:srgbClr val="242424"/>
                </a:solidFill>
                <a:latin typeface="Times New Roman"/>
                <a:cs typeface="Times New Roman"/>
              </a:rPr>
              <a:t>a</a:t>
            </a:r>
            <a:r>
              <a:rPr sz="1700" spc="-5" dirty="0">
                <a:solidFill>
                  <a:srgbClr val="242424"/>
                </a:solidFill>
                <a:latin typeface="Times New Roman"/>
                <a:cs typeface="Times New Roman"/>
              </a:rPr>
              <a:t>mple</a:t>
            </a:r>
            <a:r>
              <a:rPr sz="1700" spc="-2" dirty="0">
                <a:solidFill>
                  <a:srgbClr val="242424"/>
                </a:solidFill>
                <a:latin typeface="Times New Roman"/>
                <a:cs typeface="Times New Roman"/>
              </a:rPr>
              <a:t> </a:t>
            </a:r>
            <a:r>
              <a:rPr sz="1700" dirty="0">
                <a:solidFill>
                  <a:srgbClr val="242424"/>
                </a:solidFill>
                <a:latin typeface="Times New Roman"/>
                <a:cs typeface="Times New Roman"/>
              </a:rPr>
              <a:t>fou</a:t>
            </a:r>
            <a:r>
              <a:rPr sz="1700" spc="-2" dirty="0">
                <a:solidFill>
                  <a:srgbClr val="242424"/>
                </a:solidFill>
                <a:latin typeface="Times New Roman"/>
                <a:cs typeface="Times New Roman"/>
              </a:rPr>
              <a:t>n</a:t>
            </a:r>
            <a:r>
              <a:rPr sz="1700" dirty="0">
                <a:solidFill>
                  <a:srgbClr val="242424"/>
                </a:solidFill>
                <a:latin typeface="Times New Roman"/>
                <a:cs typeface="Times New Roman"/>
              </a:rPr>
              <a:t>d for</a:t>
            </a:r>
            <a:r>
              <a:rPr sz="1700" spc="-5" dirty="0">
                <a:solidFill>
                  <a:srgbClr val="242424"/>
                </a:solidFill>
                <a:latin typeface="Times New Roman"/>
                <a:cs typeface="Times New Roman"/>
              </a:rPr>
              <a:t> </a:t>
            </a:r>
            <a:r>
              <a:rPr sz="1700" dirty="0">
                <a:solidFill>
                  <a:srgbClr val="242424"/>
                </a:solidFill>
                <a:latin typeface="Times New Roman"/>
                <a:cs typeface="Times New Roman"/>
              </a:rPr>
              <a:t>pr</a:t>
            </a:r>
            <a:r>
              <a:rPr sz="1700" spc="2" dirty="0">
                <a:solidFill>
                  <a:srgbClr val="242424"/>
                </a:solidFill>
                <a:latin typeface="Times New Roman"/>
                <a:cs typeface="Times New Roman"/>
              </a:rPr>
              <a:t>o</a:t>
            </a:r>
            <a:r>
              <a:rPr sz="1700" spc="-7" dirty="0">
                <a:solidFill>
                  <a:srgbClr val="242424"/>
                </a:solidFill>
                <a:latin typeface="Times New Roman"/>
                <a:cs typeface="Times New Roman"/>
              </a:rPr>
              <a:t>ce</a:t>
            </a:r>
            <a:r>
              <a:rPr sz="1700" spc="-2" dirty="0">
                <a:solidFill>
                  <a:srgbClr val="242424"/>
                </a:solidFill>
                <a:latin typeface="Times New Roman"/>
                <a:cs typeface="Times New Roman"/>
              </a:rPr>
              <a:t>sso</a:t>
            </a:r>
            <a:r>
              <a:rPr sz="1700" dirty="0">
                <a:solidFill>
                  <a:srgbClr val="242424"/>
                </a:solidFill>
                <a:latin typeface="Times New Roman"/>
                <a:cs typeface="Times New Roman"/>
              </a:rPr>
              <a:t>r</a:t>
            </a:r>
            <a:r>
              <a:rPr sz="1700" spc="2" dirty="0">
                <a:solidFill>
                  <a:srgbClr val="242424"/>
                </a:solidFill>
                <a:latin typeface="Times New Roman"/>
                <a:cs typeface="Times New Roman"/>
              </a:rPr>
              <a:t> </a:t>
            </a:r>
            <a:r>
              <a:rPr sz="1700" spc="-2" dirty="0">
                <a:solidFill>
                  <a:srgbClr val="242424"/>
                </a:solidFill>
                <a:latin typeface="Times New Roman"/>
                <a:cs typeface="Times New Roman"/>
              </a:rPr>
              <a:t>pipelines.</a:t>
            </a:r>
            <a:endParaRPr sz="1700" dirty="0">
              <a:latin typeface="Times New Roman"/>
              <a:cs typeface="Times New Roman"/>
            </a:endParaRPr>
          </a:p>
        </p:txBody>
      </p:sp>
    </p:spTree>
    <p:extLst>
      <p:ext uri="{BB962C8B-B14F-4D97-AF65-F5344CB8AC3E}">
        <p14:creationId xmlns:p14="http://schemas.microsoft.com/office/powerpoint/2010/main" val="2902889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3611F-03E6-A4DA-D28A-91CD30DCB4D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B130849-2136-B1DA-A50A-223F8948419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7E9264C-BE26-79BC-D0DD-21338430BE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DA5618A-9879-CF71-B9F5-C8CAAE80D76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9150C17-BC08-E181-57CC-B7B1A3EFBA8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50AA8445-C921-289C-672E-CA4A14D43C4A}"/>
              </a:ext>
            </a:extLst>
          </p:cNvPr>
          <p:cNvSpPr txBox="1"/>
          <p:nvPr/>
        </p:nvSpPr>
        <p:spPr>
          <a:xfrm>
            <a:off x="914400" y="819150"/>
            <a:ext cx="7086600" cy="3400931"/>
          </a:xfrm>
          <a:prstGeom prst="rect">
            <a:avLst/>
          </a:prstGeom>
        </p:spPr>
        <p:txBody>
          <a:bodyPr vert="horz" wrap="square" lIns="0" tIns="0" rIns="0" bIns="0" rtlCol="0">
            <a:spAutoFit/>
          </a:bodyPr>
          <a:lstStyle/>
          <a:p>
            <a:pPr marL="6109" algn="ctr"/>
            <a:r>
              <a:rPr sz="1700" b="1" spc="-5" dirty="0">
                <a:solidFill>
                  <a:srgbClr val="242424"/>
                </a:solidFill>
                <a:latin typeface="Times New Roman"/>
                <a:cs typeface="Times New Roman"/>
              </a:rPr>
              <a:t>PIPEL</a:t>
            </a:r>
            <a:r>
              <a:rPr sz="1700" b="1" spc="-2" dirty="0">
                <a:solidFill>
                  <a:srgbClr val="242424"/>
                </a:solidFill>
                <a:latin typeface="Times New Roman"/>
                <a:cs typeface="Times New Roman"/>
              </a:rPr>
              <a:t>IN</a:t>
            </a:r>
            <a:r>
              <a:rPr sz="1700" b="1" dirty="0">
                <a:solidFill>
                  <a:srgbClr val="242424"/>
                </a:solidFill>
                <a:latin typeface="Times New Roman"/>
                <a:cs typeface="Times New Roman"/>
              </a:rPr>
              <a:t>E </a:t>
            </a:r>
            <a:r>
              <a:rPr sz="1700" b="1" spc="-5" dirty="0">
                <a:solidFill>
                  <a:srgbClr val="242424"/>
                </a:solidFill>
                <a:latin typeface="Times New Roman"/>
                <a:cs typeface="Times New Roman"/>
              </a:rPr>
              <a:t>H</a:t>
            </a:r>
            <a:r>
              <a:rPr sz="1700" b="1" spc="-2" dirty="0">
                <a:solidFill>
                  <a:srgbClr val="242424"/>
                </a:solidFill>
                <a:latin typeface="Times New Roman"/>
                <a:cs typeface="Times New Roman"/>
              </a:rPr>
              <a:t>AZARD</a:t>
            </a:r>
            <a:r>
              <a:rPr sz="1700" b="1" dirty="0">
                <a:solidFill>
                  <a:srgbClr val="242424"/>
                </a:solidFill>
                <a:latin typeface="Times New Roman"/>
                <a:cs typeface="Times New Roman"/>
              </a:rPr>
              <a:t>S</a:t>
            </a:r>
            <a:r>
              <a:rPr sz="1700" b="1" spc="-5" dirty="0">
                <a:solidFill>
                  <a:srgbClr val="242424"/>
                </a:solidFill>
                <a:latin typeface="Times New Roman"/>
                <a:cs typeface="Times New Roman"/>
              </a:rPr>
              <a:t> </a:t>
            </a:r>
            <a:r>
              <a:rPr sz="1700" b="1" spc="-2" dirty="0">
                <a:solidFill>
                  <a:srgbClr val="242424"/>
                </a:solidFill>
                <a:latin typeface="Times New Roman"/>
                <a:cs typeface="Times New Roman"/>
              </a:rPr>
              <a:t>I</a:t>
            </a:r>
            <a:r>
              <a:rPr sz="1700" b="1" dirty="0">
                <a:solidFill>
                  <a:srgbClr val="242424"/>
                </a:solidFill>
                <a:latin typeface="Times New Roman"/>
                <a:cs typeface="Times New Roman"/>
              </a:rPr>
              <a:t>N </a:t>
            </a:r>
            <a:r>
              <a:rPr sz="1700" b="1" spc="-2" dirty="0">
                <a:solidFill>
                  <a:srgbClr val="242424"/>
                </a:solidFill>
                <a:latin typeface="Times New Roman"/>
                <a:cs typeface="Times New Roman"/>
              </a:rPr>
              <a:t>C</a:t>
            </a:r>
            <a:r>
              <a:rPr sz="1700" b="1" spc="-7" dirty="0">
                <a:solidFill>
                  <a:srgbClr val="242424"/>
                </a:solidFill>
                <a:latin typeface="Times New Roman"/>
                <a:cs typeface="Times New Roman"/>
              </a:rPr>
              <a:t>OMP</a:t>
            </a:r>
            <a:r>
              <a:rPr sz="1700" b="1" spc="-2" dirty="0">
                <a:solidFill>
                  <a:srgbClr val="242424"/>
                </a:solidFill>
                <a:latin typeface="Times New Roman"/>
                <a:cs typeface="Times New Roman"/>
              </a:rPr>
              <a:t>UT</a:t>
            </a:r>
            <a:r>
              <a:rPr sz="1700" b="1" dirty="0">
                <a:solidFill>
                  <a:srgbClr val="242424"/>
                </a:solidFill>
                <a:latin typeface="Times New Roman"/>
                <a:cs typeface="Times New Roman"/>
              </a:rPr>
              <a:t>ER</a:t>
            </a:r>
            <a:r>
              <a:rPr sz="1700" b="1" spc="-2" dirty="0">
                <a:solidFill>
                  <a:srgbClr val="242424"/>
                </a:solidFill>
                <a:latin typeface="Times New Roman"/>
                <a:cs typeface="Times New Roman"/>
              </a:rPr>
              <a:t> AR</a:t>
            </a:r>
            <a:r>
              <a:rPr sz="1700" b="1" spc="2" dirty="0">
                <a:solidFill>
                  <a:srgbClr val="242424"/>
                </a:solidFill>
                <a:latin typeface="Times New Roman"/>
                <a:cs typeface="Times New Roman"/>
              </a:rPr>
              <a:t>C</a:t>
            </a:r>
            <a:r>
              <a:rPr sz="1700" b="1" spc="-5" dirty="0">
                <a:solidFill>
                  <a:srgbClr val="242424"/>
                </a:solidFill>
                <a:latin typeface="Times New Roman"/>
                <a:cs typeface="Times New Roman"/>
              </a:rPr>
              <a:t>HI</a:t>
            </a:r>
            <a:r>
              <a:rPr sz="1700" b="1" spc="-2" dirty="0">
                <a:solidFill>
                  <a:srgbClr val="242424"/>
                </a:solidFill>
                <a:latin typeface="Times New Roman"/>
                <a:cs typeface="Times New Roman"/>
              </a:rPr>
              <a:t>T</a:t>
            </a:r>
            <a:r>
              <a:rPr sz="1700" b="1" spc="-5" dirty="0">
                <a:solidFill>
                  <a:srgbClr val="242424"/>
                </a:solidFill>
                <a:latin typeface="Times New Roman"/>
                <a:cs typeface="Times New Roman"/>
              </a:rPr>
              <a:t>E</a:t>
            </a:r>
            <a:r>
              <a:rPr sz="1700" b="1" spc="-2" dirty="0">
                <a:solidFill>
                  <a:srgbClr val="242424"/>
                </a:solidFill>
                <a:latin typeface="Times New Roman"/>
                <a:cs typeface="Times New Roman"/>
              </a:rPr>
              <a:t>CTUR</a:t>
            </a:r>
            <a:r>
              <a:rPr sz="1700" b="1" spc="-5" dirty="0">
                <a:solidFill>
                  <a:srgbClr val="242424"/>
                </a:solidFill>
                <a:latin typeface="Times New Roman"/>
                <a:cs typeface="Times New Roman"/>
              </a:rPr>
              <a:t>E</a:t>
            </a:r>
            <a:endParaRPr sz="1700" dirty="0">
              <a:latin typeface="Times New Roman"/>
              <a:cs typeface="Times New Roman"/>
            </a:endParaRPr>
          </a:p>
          <a:p>
            <a:pPr>
              <a:spcBef>
                <a:spcPts val="25"/>
              </a:spcBef>
            </a:pPr>
            <a:endParaRPr sz="1700" dirty="0">
              <a:latin typeface="Times New Roman"/>
              <a:cs typeface="Times New Roman"/>
            </a:endParaRPr>
          </a:p>
          <a:p>
            <a:pPr marL="291859" marR="2443" indent="-285750" algn="just">
              <a:buFont typeface="Arial" panose="020B0604020202020204" pitchFamily="34" charset="0"/>
              <a:buChar char="•"/>
            </a:pPr>
            <a:r>
              <a:rPr sz="1700" dirty="0">
                <a:solidFill>
                  <a:srgbClr val="242424"/>
                </a:solidFill>
                <a:latin typeface="Times New Roman"/>
                <a:cs typeface="Times New Roman"/>
              </a:rPr>
              <a:t>P</a:t>
            </a:r>
            <a:r>
              <a:rPr sz="1700" spc="-2" dirty="0">
                <a:solidFill>
                  <a:srgbClr val="242424"/>
                </a:solidFill>
                <a:latin typeface="Times New Roman"/>
                <a:cs typeface="Times New Roman"/>
              </a:rPr>
              <a:t>ipeline </a:t>
            </a:r>
            <a:r>
              <a:rPr sz="1700" spc="-5" dirty="0">
                <a:solidFill>
                  <a:srgbClr val="242424"/>
                </a:solidFill>
                <a:latin typeface="Times New Roman"/>
                <a:cs typeface="Times New Roman"/>
              </a:rPr>
              <a:t>h</a:t>
            </a:r>
            <a:r>
              <a:rPr sz="1700" spc="-7" dirty="0">
                <a:solidFill>
                  <a:srgbClr val="242424"/>
                </a:solidFill>
                <a:latin typeface="Times New Roman"/>
                <a:cs typeface="Times New Roman"/>
              </a:rPr>
              <a:t>aza</a:t>
            </a:r>
            <a:r>
              <a:rPr sz="1700" dirty="0">
                <a:solidFill>
                  <a:srgbClr val="242424"/>
                </a:solidFill>
                <a:latin typeface="Times New Roman"/>
                <a:cs typeface="Times New Roman"/>
              </a:rPr>
              <a:t>rds </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re</a:t>
            </a:r>
            <a:r>
              <a:rPr sz="1700" dirty="0">
                <a:solidFill>
                  <a:srgbClr val="242424"/>
                </a:solidFill>
                <a:latin typeface="Times New Roman"/>
                <a:cs typeface="Times New Roman"/>
              </a:rPr>
              <a:t>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n</a:t>
            </a:r>
            <a:r>
              <a:rPr sz="1700" spc="-2" dirty="0">
                <a:solidFill>
                  <a:srgbClr val="242424"/>
                </a:solidFill>
                <a:latin typeface="Times New Roman"/>
                <a:cs typeface="Times New Roman"/>
              </a:rPr>
              <a:t>c</a:t>
            </a:r>
            <a:r>
              <a:rPr sz="1700" spc="-5" dirty="0">
                <a:solidFill>
                  <a:srgbClr val="242424"/>
                </a:solidFill>
                <a:latin typeface="Times New Roman"/>
                <a:cs typeface="Times New Roman"/>
              </a:rPr>
              <a:t>ounte</a:t>
            </a:r>
            <a:r>
              <a:rPr sz="1700" spc="-7" dirty="0">
                <a:solidFill>
                  <a:srgbClr val="242424"/>
                </a:solidFill>
                <a:latin typeface="Times New Roman"/>
                <a:cs typeface="Times New Roman"/>
              </a:rPr>
              <a:t>re</a:t>
            </a:r>
            <a:r>
              <a:rPr sz="1700" dirty="0">
                <a:solidFill>
                  <a:srgbClr val="242424"/>
                </a:solidFill>
                <a:latin typeface="Times New Roman"/>
                <a:cs typeface="Times New Roman"/>
              </a:rPr>
              <a:t>d </a:t>
            </a:r>
            <a:r>
              <a:rPr sz="1700" spc="-2" dirty="0">
                <a:solidFill>
                  <a:srgbClr val="242424"/>
                </a:solidFill>
                <a:latin typeface="Times New Roman"/>
                <a:cs typeface="Times New Roman"/>
              </a:rPr>
              <a:t>in</a:t>
            </a:r>
            <a:r>
              <a:rPr sz="1700" dirty="0">
                <a:solidFill>
                  <a:srgbClr val="242424"/>
                </a:solidFill>
                <a:latin typeface="Times New Roman"/>
                <a:cs typeface="Times New Roman"/>
              </a:rPr>
              <a:t> </a:t>
            </a:r>
            <a:r>
              <a:rPr sz="1700" spc="-7" dirty="0">
                <a:solidFill>
                  <a:srgbClr val="242424"/>
                </a:solidFill>
                <a:latin typeface="Times New Roman"/>
                <a:cs typeface="Times New Roman"/>
              </a:rPr>
              <a:t>som</a:t>
            </a:r>
            <a:r>
              <a:rPr sz="1700" spc="-5" dirty="0">
                <a:solidFill>
                  <a:srgbClr val="242424"/>
                </a:solidFill>
                <a:latin typeface="Times New Roman"/>
                <a:cs typeface="Times New Roman"/>
              </a:rPr>
              <a:t>e</a:t>
            </a:r>
            <a:r>
              <a:rPr sz="1700" dirty="0">
                <a:solidFill>
                  <a:srgbClr val="242424"/>
                </a:solidFill>
                <a:latin typeface="Times New Roman"/>
                <a:cs typeface="Times New Roman"/>
              </a:rPr>
              <a:t> </a:t>
            </a:r>
            <a:r>
              <a:rPr sz="1700" spc="-2" dirty="0">
                <a:solidFill>
                  <a:srgbClr val="242424"/>
                </a:solidFill>
                <a:latin typeface="Times New Roman"/>
                <a:cs typeface="Times New Roman"/>
              </a:rPr>
              <a:t>spe</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ific</a:t>
            </a:r>
            <a:r>
              <a:rPr sz="1700" dirty="0">
                <a:solidFill>
                  <a:srgbClr val="242424"/>
                </a:solidFill>
                <a:latin typeface="Times New Roman"/>
                <a:cs typeface="Times New Roman"/>
              </a:rPr>
              <a:t> </a:t>
            </a:r>
            <a:r>
              <a:rPr sz="1700" spc="-5" dirty="0">
                <a:solidFill>
                  <a:srgbClr val="242424"/>
                </a:solidFill>
                <a:latin typeface="Times New Roman"/>
                <a:cs typeface="Times New Roman"/>
              </a:rPr>
              <a:t>si</a:t>
            </a:r>
            <a:r>
              <a:rPr sz="1700" dirty="0">
                <a:solidFill>
                  <a:srgbClr val="242424"/>
                </a:solidFill>
                <a:latin typeface="Times New Roman"/>
                <a:cs typeface="Times New Roman"/>
              </a:rPr>
              <a:t>t</a:t>
            </a:r>
            <a:r>
              <a:rPr sz="1700" spc="-5" dirty="0">
                <a:solidFill>
                  <a:srgbClr val="242424"/>
                </a:solidFill>
                <a:latin typeface="Times New Roman"/>
                <a:cs typeface="Times New Roman"/>
              </a:rPr>
              <a:t>u</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ti</a:t>
            </a:r>
            <a:r>
              <a:rPr sz="1700" dirty="0">
                <a:solidFill>
                  <a:srgbClr val="242424"/>
                </a:solidFill>
                <a:latin typeface="Times New Roman"/>
                <a:cs typeface="Times New Roman"/>
              </a:rPr>
              <a:t>ons </a:t>
            </a:r>
            <a:r>
              <a:rPr sz="1700" spc="-2" dirty="0">
                <a:solidFill>
                  <a:srgbClr val="242424"/>
                </a:solidFill>
                <a:latin typeface="Times New Roman"/>
                <a:cs typeface="Times New Roman"/>
              </a:rPr>
              <a:t>th</a:t>
            </a:r>
            <a:r>
              <a:rPr sz="1700" spc="-12" dirty="0">
                <a:solidFill>
                  <a:srgbClr val="242424"/>
                </a:solidFill>
                <a:latin typeface="Times New Roman"/>
                <a:cs typeface="Times New Roman"/>
              </a:rPr>
              <a:t>a</a:t>
            </a:r>
            <a:r>
              <a:rPr sz="1700" spc="-2" dirty="0">
                <a:solidFill>
                  <a:srgbClr val="242424"/>
                </a:solidFill>
                <a:latin typeface="Times New Roman"/>
                <a:cs typeface="Times New Roman"/>
              </a:rPr>
              <a:t>t pr</a:t>
            </a:r>
            <a:r>
              <a:rPr sz="1700" spc="-10" dirty="0">
                <a:solidFill>
                  <a:srgbClr val="242424"/>
                </a:solidFill>
                <a:latin typeface="Times New Roman"/>
                <a:cs typeface="Times New Roman"/>
              </a:rPr>
              <a:t>e</a:t>
            </a:r>
            <a:r>
              <a:rPr sz="1700" spc="-5" dirty="0">
                <a:solidFill>
                  <a:srgbClr val="242424"/>
                </a:solidFill>
                <a:latin typeface="Times New Roman"/>
                <a:cs typeface="Times New Roman"/>
              </a:rPr>
              <a:t>v</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nt</a:t>
            </a:r>
            <a:r>
              <a:rPr sz="1700" spc="12" dirty="0">
                <a:solidFill>
                  <a:srgbClr val="242424"/>
                </a:solidFill>
                <a:latin typeface="Times New Roman"/>
                <a:cs typeface="Times New Roman"/>
              </a:rPr>
              <a:t> </a:t>
            </a:r>
            <a:r>
              <a:rPr sz="1700" spc="-2" dirty="0">
                <a:solidFill>
                  <a:srgbClr val="242424"/>
                </a:solidFill>
                <a:latin typeface="Times New Roman"/>
                <a:cs typeface="Times New Roman"/>
              </a:rPr>
              <a:t>the</a:t>
            </a:r>
            <a:r>
              <a:rPr sz="1700" spc="10" dirty="0">
                <a:solidFill>
                  <a:srgbClr val="242424"/>
                </a:solidFill>
                <a:latin typeface="Times New Roman"/>
                <a:cs typeface="Times New Roman"/>
              </a:rPr>
              <a:t> </a:t>
            </a:r>
            <a:r>
              <a:rPr sz="1700" spc="-5" dirty="0">
                <a:solidFill>
                  <a:srgbClr val="242424"/>
                </a:solidFill>
                <a:latin typeface="Times New Roman"/>
                <a:cs typeface="Times New Roman"/>
              </a:rPr>
              <a:t>n</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xt</a:t>
            </a:r>
            <a:r>
              <a:rPr sz="1700" spc="12" dirty="0">
                <a:solidFill>
                  <a:srgbClr val="242424"/>
                </a:solidFill>
                <a:latin typeface="Times New Roman"/>
                <a:cs typeface="Times New Roman"/>
              </a:rPr>
              <a:t>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a:t>
            </a:r>
            <a:r>
              <a:rPr sz="1700" spc="2" dirty="0">
                <a:solidFill>
                  <a:srgbClr val="242424"/>
                </a:solidFill>
                <a:latin typeface="Times New Roman"/>
                <a:cs typeface="Times New Roman"/>
              </a:rPr>
              <a:t>i</a:t>
            </a:r>
            <a:r>
              <a:rPr sz="1700" dirty="0">
                <a:solidFill>
                  <a:srgbClr val="242424"/>
                </a:solidFill>
                <a:latin typeface="Times New Roman"/>
                <a:cs typeface="Times New Roman"/>
              </a:rPr>
              <a:t>on</a:t>
            </a:r>
            <a:r>
              <a:rPr sz="1700" spc="10" dirty="0">
                <a:solidFill>
                  <a:srgbClr val="242424"/>
                </a:solidFill>
                <a:latin typeface="Times New Roman"/>
                <a:cs typeface="Times New Roman"/>
              </a:rPr>
              <a:t> </a:t>
            </a:r>
            <a:r>
              <a:rPr sz="1700" spc="-2" dirty="0">
                <a:solidFill>
                  <a:srgbClr val="242424"/>
                </a:solidFill>
                <a:latin typeface="Times New Roman"/>
                <a:cs typeface="Times New Roman"/>
              </a:rPr>
              <a:t>in</a:t>
            </a:r>
            <a:r>
              <a:rPr sz="1700" spc="12" dirty="0">
                <a:solidFill>
                  <a:srgbClr val="242424"/>
                </a:solidFill>
                <a:latin typeface="Times New Roman"/>
                <a:cs typeface="Times New Roman"/>
              </a:rPr>
              <a:t> </a:t>
            </a:r>
            <a:r>
              <a:rPr sz="1700" spc="-2" dirty="0">
                <a:solidFill>
                  <a:srgbClr val="242424"/>
                </a:solidFill>
                <a:latin typeface="Times New Roman"/>
                <a:cs typeface="Times New Roman"/>
              </a:rPr>
              <a:t>the</a:t>
            </a:r>
            <a:r>
              <a:rPr sz="1700" spc="10" dirty="0">
                <a:solidFill>
                  <a:srgbClr val="242424"/>
                </a:solidFill>
                <a:latin typeface="Times New Roman"/>
                <a:cs typeface="Times New Roman"/>
              </a:rPr>
              <a:t>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r>
              <a:rPr sz="1700" spc="10" dirty="0">
                <a:solidFill>
                  <a:srgbClr val="242424"/>
                </a:solidFill>
                <a:latin typeface="Times New Roman"/>
                <a:cs typeface="Times New Roman"/>
              </a:rPr>
              <a:t> </a:t>
            </a:r>
            <a:r>
              <a:rPr sz="1700" spc="-5" dirty="0">
                <a:solidFill>
                  <a:srgbClr val="242424"/>
                </a:solidFill>
                <a:latin typeface="Times New Roman"/>
                <a:cs typeface="Times New Roman"/>
              </a:rPr>
              <a:t>stream</a:t>
            </a:r>
            <a:r>
              <a:rPr sz="1700" spc="12" dirty="0">
                <a:solidFill>
                  <a:srgbClr val="242424"/>
                </a:solidFill>
                <a:latin typeface="Times New Roman"/>
                <a:cs typeface="Times New Roman"/>
              </a:rPr>
              <a:t> </a:t>
            </a:r>
            <a:r>
              <a:rPr sz="1700" dirty="0">
                <a:solidFill>
                  <a:srgbClr val="242424"/>
                </a:solidFill>
                <a:latin typeface="Times New Roman"/>
                <a:cs typeface="Times New Roman"/>
              </a:rPr>
              <a:t>f</a:t>
            </a:r>
            <a:r>
              <a:rPr sz="1700" spc="-5" dirty="0">
                <a:solidFill>
                  <a:srgbClr val="242424"/>
                </a:solidFill>
                <a:latin typeface="Times New Roman"/>
                <a:cs typeface="Times New Roman"/>
              </a:rPr>
              <a:t>rom</a:t>
            </a:r>
            <a:r>
              <a:rPr sz="1700" spc="12" dirty="0">
                <a:solidFill>
                  <a:srgbClr val="242424"/>
                </a:solidFill>
                <a:latin typeface="Times New Roman"/>
                <a:cs typeface="Times New Roman"/>
              </a:rPr>
              <a:t> </a:t>
            </a:r>
            <a:r>
              <a:rPr sz="1700" spc="-5" dirty="0">
                <a:solidFill>
                  <a:srgbClr val="242424"/>
                </a:solidFill>
                <a:latin typeface="Times New Roman"/>
                <a:cs typeface="Times New Roman"/>
              </a:rPr>
              <a:t>b</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ing</a:t>
            </a:r>
            <a:r>
              <a:rPr sz="1700" spc="10" dirty="0">
                <a:solidFill>
                  <a:srgbClr val="242424"/>
                </a:solidFill>
                <a:latin typeface="Times New Roman"/>
                <a:cs typeface="Times New Roman"/>
              </a:rPr>
              <a:t> </a:t>
            </a:r>
            <a:r>
              <a:rPr sz="1700" spc="-2" dirty="0">
                <a:solidFill>
                  <a:srgbClr val="242424"/>
                </a:solidFill>
                <a:latin typeface="Times New Roman"/>
                <a:cs typeface="Times New Roman"/>
              </a:rPr>
              <a:t>f</a:t>
            </a:r>
            <a:r>
              <a:rPr sz="1700" spc="-10" dirty="0">
                <a:solidFill>
                  <a:srgbClr val="242424"/>
                </a:solidFill>
                <a:latin typeface="Times New Roman"/>
                <a:cs typeface="Times New Roman"/>
              </a:rPr>
              <a:t>e</a:t>
            </a:r>
            <a:r>
              <a:rPr sz="1700" dirty="0">
                <a:solidFill>
                  <a:srgbClr val="242424"/>
                </a:solidFill>
                <a:latin typeface="Times New Roman"/>
                <a:cs typeface="Times New Roman"/>
              </a:rPr>
              <a:t>t</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h</a:t>
            </a:r>
            <a:r>
              <a:rPr sz="1700" spc="-7" dirty="0">
                <a:solidFill>
                  <a:srgbClr val="242424"/>
                </a:solidFill>
                <a:latin typeface="Times New Roman"/>
                <a:cs typeface="Times New Roman"/>
              </a:rPr>
              <a:t>e</a:t>
            </a:r>
            <a:r>
              <a:rPr sz="1700" dirty="0">
                <a:solidFill>
                  <a:srgbClr val="242424"/>
                </a:solidFill>
                <a:latin typeface="Times New Roman"/>
                <a:cs typeface="Times New Roman"/>
              </a:rPr>
              <a:t>d</a:t>
            </a:r>
            <a:r>
              <a:rPr sz="1700" spc="10" dirty="0">
                <a:solidFill>
                  <a:srgbClr val="242424"/>
                </a:solidFill>
                <a:latin typeface="Times New Roman"/>
                <a:cs typeface="Times New Roman"/>
              </a:rPr>
              <a:t> </a:t>
            </a:r>
            <a:r>
              <a:rPr sz="1700" spc="5" dirty="0">
                <a:solidFill>
                  <a:srgbClr val="242424"/>
                </a:solidFill>
                <a:latin typeface="Times New Roman"/>
                <a:cs typeface="Times New Roman"/>
              </a:rPr>
              <a:t>d</a:t>
            </a:r>
            <a:r>
              <a:rPr sz="1700" spc="-2" dirty="0">
                <a:solidFill>
                  <a:srgbClr val="242424"/>
                </a:solidFill>
                <a:latin typeface="Times New Roman"/>
                <a:cs typeface="Times New Roman"/>
              </a:rPr>
              <a:t>uring</a:t>
            </a:r>
            <a:r>
              <a:rPr sz="1700" spc="10" dirty="0">
                <a:solidFill>
                  <a:srgbClr val="242424"/>
                </a:solidFill>
                <a:latin typeface="Times New Roman"/>
                <a:cs typeface="Times New Roman"/>
              </a:rPr>
              <a:t> </a:t>
            </a:r>
            <a:r>
              <a:rPr sz="1700" spc="-2" dirty="0">
                <a:solidFill>
                  <a:srgbClr val="242424"/>
                </a:solidFill>
                <a:latin typeface="Times New Roman"/>
                <a:cs typeface="Times New Roman"/>
              </a:rPr>
              <a:t>it</a:t>
            </a:r>
            <a:r>
              <a:rPr sz="1700" dirty="0">
                <a:solidFill>
                  <a:srgbClr val="242424"/>
                </a:solidFill>
                <a:latin typeface="Times New Roman"/>
                <a:cs typeface="Times New Roman"/>
              </a:rPr>
              <a:t>s</a:t>
            </a:r>
            <a:r>
              <a:rPr sz="1700" spc="10" dirty="0">
                <a:solidFill>
                  <a:srgbClr val="242424"/>
                </a:solidFill>
                <a:latin typeface="Times New Roman"/>
                <a:cs typeface="Times New Roman"/>
              </a:rPr>
              <a:t> </a:t>
            </a:r>
            <a:r>
              <a:rPr sz="1700" spc="-5" dirty="0">
                <a:solidFill>
                  <a:srgbClr val="242424"/>
                </a:solidFill>
                <a:latin typeface="Times New Roman"/>
                <a:cs typeface="Times New Roman"/>
              </a:rPr>
              <a:t>designate</a:t>
            </a:r>
            <a:r>
              <a:rPr sz="1700" dirty="0">
                <a:solidFill>
                  <a:srgbClr val="242424"/>
                </a:solidFill>
                <a:latin typeface="Times New Roman"/>
                <a:cs typeface="Times New Roman"/>
              </a:rPr>
              <a:t>d </a:t>
            </a:r>
            <a:r>
              <a:rPr sz="1700" spc="-7" dirty="0">
                <a:solidFill>
                  <a:srgbClr val="242424"/>
                </a:solidFill>
                <a:latin typeface="Times New Roman"/>
                <a:cs typeface="Times New Roman"/>
              </a:rPr>
              <a:t>c</a:t>
            </a:r>
            <a:r>
              <a:rPr sz="1700" spc="-5" dirty="0">
                <a:solidFill>
                  <a:srgbClr val="242424"/>
                </a:solidFill>
                <a:latin typeface="Times New Roman"/>
                <a:cs typeface="Times New Roman"/>
              </a:rPr>
              <a:t>lock</a:t>
            </a:r>
            <a:r>
              <a:rPr sz="1700" spc="-2" dirty="0">
                <a:solidFill>
                  <a:srgbClr val="242424"/>
                </a:solidFill>
                <a:latin typeface="Times New Roman"/>
                <a:cs typeface="Times New Roman"/>
              </a:rPr>
              <a:t> </a:t>
            </a:r>
            <a:r>
              <a:rPr sz="1700" spc="-10" dirty="0">
                <a:solidFill>
                  <a:srgbClr val="242424"/>
                </a:solidFill>
                <a:latin typeface="Times New Roman"/>
                <a:cs typeface="Times New Roman"/>
              </a:rPr>
              <a:t>c</a:t>
            </a:r>
            <a:r>
              <a:rPr sz="1700" spc="-5" dirty="0">
                <a:solidFill>
                  <a:srgbClr val="242424"/>
                </a:solidFill>
                <a:latin typeface="Times New Roman"/>
                <a:cs typeface="Times New Roman"/>
              </a:rPr>
              <a:t>y</a:t>
            </a:r>
            <a:r>
              <a:rPr sz="1700" spc="-7" dirty="0">
                <a:solidFill>
                  <a:srgbClr val="242424"/>
                </a:solidFill>
                <a:latin typeface="Times New Roman"/>
                <a:cs typeface="Times New Roman"/>
              </a:rPr>
              <a:t>c</a:t>
            </a:r>
            <a:r>
              <a:rPr sz="1700" dirty="0">
                <a:solidFill>
                  <a:srgbClr val="242424"/>
                </a:solidFill>
                <a:latin typeface="Times New Roman"/>
                <a:cs typeface="Times New Roman"/>
              </a:rPr>
              <a:t>l</a:t>
            </a:r>
            <a:r>
              <a:rPr sz="1700" spc="-7" dirty="0">
                <a:solidFill>
                  <a:srgbClr val="242424"/>
                </a:solidFill>
                <a:latin typeface="Times New Roman"/>
                <a:cs typeface="Times New Roman"/>
              </a:rPr>
              <a:t>e</a:t>
            </a:r>
            <a:r>
              <a:rPr sz="1700" dirty="0">
                <a:solidFill>
                  <a:srgbClr val="242424"/>
                </a:solidFill>
                <a:latin typeface="Times New Roman"/>
                <a:cs typeface="Times New Roman"/>
              </a:rPr>
              <a:t>.</a:t>
            </a:r>
            <a:endParaRPr lang="en-US" sz="1700" dirty="0">
              <a:solidFill>
                <a:srgbClr val="242424"/>
              </a:solidFill>
              <a:latin typeface="Times New Roman"/>
              <a:cs typeface="Times New Roman"/>
            </a:endParaRPr>
          </a:p>
          <a:p>
            <a:pPr marL="291859" marR="2443" indent="-285750" algn="just">
              <a:buFont typeface="Arial" panose="020B0604020202020204" pitchFamily="34" charset="0"/>
              <a:buChar char="•"/>
            </a:pPr>
            <a:endParaRPr lang="en-US" sz="1700" spc="-5" dirty="0">
              <a:solidFill>
                <a:srgbClr val="242424"/>
              </a:solidFill>
              <a:latin typeface="Times New Roman"/>
              <a:cs typeface="Times New Roman"/>
            </a:endParaRPr>
          </a:p>
          <a:p>
            <a:pPr marL="291859" marR="2443" indent="-285750" algn="just">
              <a:buFont typeface="Arial" panose="020B0604020202020204" pitchFamily="34" charset="0"/>
              <a:buChar char="•"/>
            </a:pPr>
            <a:r>
              <a:rPr sz="1700" spc="-5" dirty="0">
                <a:solidFill>
                  <a:srgbClr val="242424"/>
                </a:solidFill>
                <a:latin typeface="Times New Roman"/>
                <a:cs typeface="Times New Roman"/>
              </a:rPr>
              <a:t>The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a:t>
            </a:r>
            <a:r>
              <a:rPr sz="1700" spc="2" dirty="0">
                <a:solidFill>
                  <a:srgbClr val="242424"/>
                </a:solidFill>
                <a:latin typeface="Times New Roman"/>
                <a:cs typeface="Times New Roman"/>
              </a:rPr>
              <a:t>i</a:t>
            </a:r>
            <a:r>
              <a:rPr sz="1700" dirty="0">
                <a:solidFill>
                  <a:srgbClr val="242424"/>
                </a:solidFill>
                <a:latin typeface="Times New Roman"/>
                <a:cs typeface="Times New Roman"/>
              </a:rPr>
              <a:t>on </a:t>
            </a:r>
            <a:r>
              <a:rPr sz="1700" spc="-2" dirty="0">
                <a:solidFill>
                  <a:srgbClr val="242424"/>
                </a:solidFill>
                <a:latin typeface="Times New Roman"/>
                <a:cs typeface="Times New Roman"/>
              </a:rPr>
              <a:t>that is</a:t>
            </a:r>
            <a:r>
              <a:rPr sz="1700" dirty="0">
                <a:solidFill>
                  <a:srgbClr val="242424"/>
                </a:solidFill>
                <a:latin typeface="Times New Roman"/>
                <a:cs typeface="Times New Roman"/>
              </a:rPr>
              <a:t> </a:t>
            </a:r>
            <a:r>
              <a:rPr sz="1700" spc="-2" dirty="0">
                <a:solidFill>
                  <a:srgbClr val="242424"/>
                </a:solidFill>
                <a:latin typeface="Times New Roman"/>
                <a:cs typeface="Times New Roman"/>
              </a:rPr>
              <a:t>pr</a:t>
            </a:r>
            <a:r>
              <a:rPr sz="1700" spc="-10" dirty="0">
                <a:solidFill>
                  <a:srgbClr val="242424"/>
                </a:solidFill>
                <a:latin typeface="Times New Roman"/>
                <a:cs typeface="Times New Roman"/>
              </a:rPr>
              <a:t>e</a:t>
            </a:r>
            <a:r>
              <a:rPr sz="1700" spc="-5" dirty="0">
                <a:solidFill>
                  <a:srgbClr val="242424"/>
                </a:solidFill>
                <a:latin typeface="Times New Roman"/>
                <a:cs typeface="Times New Roman"/>
              </a:rPr>
              <a:t>v</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nted</a:t>
            </a:r>
            <a:r>
              <a:rPr sz="1700" dirty="0">
                <a:solidFill>
                  <a:srgbClr val="242424"/>
                </a:solidFill>
                <a:latin typeface="Times New Roman"/>
                <a:cs typeface="Times New Roman"/>
              </a:rPr>
              <a:t> f</a:t>
            </a:r>
            <a:r>
              <a:rPr sz="1700" spc="-5" dirty="0">
                <a:solidFill>
                  <a:srgbClr val="242424"/>
                </a:solidFill>
                <a:latin typeface="Times New Roman"/>
                <a:cs typeface="Times New Roman"/>
              </a:rPr>
              <a:t>rom</a:t>
            </a:r>
            <a:r>
              <a:rPr sz="1700" dirty="0">
                <a:solidFill>
                  <a:srgbClr val="242424"/>
                </a:solidFill>
                <a:latin typeface="Times New Roman"/>
                <a:cs typeface="Times New Roman"/>
              </a:rPr>
              <a:t> </a:t>
            </a:r>
            <a:r>
              <a:rPr sz="1700" spc="-5" dirty="0">
                <a:solidFill>
                  <a:srgbClr val="242424"/>
                </a:solidFill>
                <a:latin typeface="Times New Roman"/>
                <a:cs typeface="Times New Roman"/>
              </a:rPr>
              <a:t>b</a:t>
            </a:r>
            <a:r>
              <a:rPr sz="1700" spc="-10" dirty="0">
                <a:solidFill>
                  <a:srgbClr val="242424"/>
                </a:solidFill>
                <a:latin typeface="Times New Roman"/>
                <a:cs typeface="Times New Roman"/>
              </a:rPr>
              <a:t>e</a:t>
            </a:r>
            <a:r>
              <a:rPr sz="1700" spc="-5" dirty="0">
                <a:solidFill>
                  <a:srgbClr val="242424"/>
                </a:solidFill>
                <a:latin typeface="Times New Roman"/>
                <a:cs typeface="Times New Roman"/>
              </a:rPr>
              <a:t>ing</a:t>
            </a:r>
            <a:r>
              <a:rPr sz="1700" spc="-2" dirty="0">
                <a:solidFill>
                  <a:srgbClr val="242424"/>
                </a:solidFill>
                <a:latin typeface="Times New Roman"/>
                <a:cs typeface="Times New Roman"/>
              </a:rPr>
              <a:t> f</a:t>
            </a:r>
            <a:r>
              <a:rPr sz="1700" spc="-10" dirty="0">
                <a:solidFill>
                  <a:srgbClr val="242424"/>
                </a:solidFill>
                <a:latin typeface="Times New Roman"/>
                <a:cs typeface="Times New Roman"/>
              </a:rPr>
              <a:t>e</a:t>
            </a:r>
            <a:r>
              <a:rPr sz="1700" spc="-2" dirty="0">
                <a:solidFill>
                  <a:srgbClr val="242424"/>
                </a:solidFill>
                <a:latin typeface="Times New Roman"/>
                <a:cs typeface="Times New Roman"/>
              </a:rPr>
              <a:t>tch</a:t>
            </a:r>
            <a:r>
              <a:rPr sz="1700" spc="-10" dirty="0">
                <a:solidFill>
                  <a:srgbClr val="242424"/>
                </a:solidFill>
                <a:latin typeface="Times New Roman"/>
                <a:cs typeface="Times New Roman"/>
              </a:rPr>
              <a:t>e</a:t>
            </a:r>
            <a:r>
              <a:rPr sz="1700" dirty="0">
                <a:solidFill>
                  <a:srgbClr val="242424"/>
                </a:solidFill>
                <a:latin typeface="Times New Roman"/>
                <a:cs typeface="Times New Roman"/>
              </a:rPr>
              <a:t>d </a:t>
            </a:r>
            <a:r>
              <a:rPr sz="1700" spc="-2" dirty="0">
                <a:solidFill>
                  <a:srgbClr val="242424"/>
                </a:solidFill>
                <a:latin typeface="Times New Roman"/>
                <a:cs typeface="Times New Roman"/>
              </a:rPr>
              <a:t>is </a:t>
            </a:r>
            <a:r>
              <a:rPr sz="1700" dirty="0">
                <a:solidFill>
                  <a:srgbClr val="242424"/>
                </a:solidFill>
                <a:latin typeface="Times New Roman"/>
                <a:cs typeface="Times New Roman"/>
              </a:rPr>
              <a:t>s</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id t</a:t>
            </a:r>
            <a:r>
              <a:rPr sz="1700" dirty="0">
                <a:solidFill>
                  <a:srgbClr val="242424"/>
                </a:solidFill>
                <a:latin typeface="Times New Roman"/>
                <a:cs typeface="Times New Roman"/>
              </a:rPr>
              <a:t>o </a:t>
            </a:r>
            <a:r>
              <a:rPr sz="1700" spc="5" dirty="0">
                <a:solidFill>
                  <a:srgbClr val="242424"/>
                </a:solidFill>
                <a:latin typeface="Times New Roman"/>
                <a:cs typeface="Times New Roman"/>
              </a:rPr>
              <a:t>b</a:t>
            </a:r>
            <a:r>
              <a:rPr sz="1700" spc="-5" dirty="0">
                <a:solidFill>
                  <a:srgbClr val="242424"/>
                </a:solidFill>
                <a:latin typeface="Times New Roman"/>
                <a:cs typeface="Times New Roman"/>
              </a:rPr>
              <a:t>e</a:t>
            </a:r>
            <a:r>
              <a:rPr sz="1700" spc="-2" dirty="0">
                <a:solidFill>
                  <a:srgbClr val="242424"/>
                </a:solidFill>
                <a:latin typeface="Times New Roman"/>
                <a:cs typeface="Times New Roman"/>
              </a:rPr>
              <a:t> </a:t>
            </a:r>
            <a:r>
              <a:rPr sz="1700" spc="-5" dirty="0">
                <a:solidFill>
                  <a:srgbClr val="242424"/>
                </a:solidFill>
                <a:latin typeface="Times New Roman"/>
                <a:cs typeface="Times New Roman"/>
              </a:rPr>
              <a:t>stalled</a:t>
            </a:r>
            <a:r>
              <a:rPr lang="en-US" sz="1700" spc="-5" dirty="0">
                <a:solidFill>
                  <a:srgbClr val="242424"/>
                </a:solidFill>
                <a:latin typeface="Times New Roman"/>
                <a:cs typeface="Times New Roman"/>
              </a:rPr>
              <a:t>.</a:t>
            </a:r>
          </a:p>
          <a:p>
            <a:pPr marL="291859" marR="2443" indent="-285750" algn="just">
              <a:buFont typeface="Arial" panose="020B0604020202020204" pitchFamily="34" charset="0"/>
              <a:buChar char="•"/>
            </a:pPr>
            <a:endParaRPr lang="en-US" sz="1700" spc="-5"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10" dirty="0">
                <a:solidFill>
                  <a:srgbClr val="242424"/>
                </a:solidFill>
                <a:latin typeface="Times New Roman"/>
                <a:cs typeface="Times New Roman"/>
              </a:rPr>
              <a:t>I</a:t>
            </a:r>
            <a:r>
              <a:rPr lang="en-US" sz="1700" spc="-2" dirty="0">
                <a:solidFill>
                  <a:srgbClr val="242424"/>
                </a:solidFill>
                <a:latin typeface="Times New Roman"/>
                <a:cs typeface="Times New Roman"/>
              </a:rPr>
              <a:t>nstru</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a:t>
            </a:r>
            <a:r>
              <a:rPr lang="en-US" sz="1700" spc="46" dirty="0">
                <a:solidFill>
                  <a:srgbClr val="242424"/>
                </a:solidFill>
                <a:latin typeface="Times New Roman"/>
                <a:cs typeface="Times New Roman"/>
              </a:rPr>
              <a:t> </a:t>
            </a:r>
            <a:r>
              <a:rPr lang="en-US" sz="1700" spc="-2" dirty="0">
                <a:solidFill>
                  <a:srgbClr val="242424"/>
                </a:solidFill>
                <a:latin typeface="Times New Roman"/>
                <a:cs typeface="Times New Roman"/>
              </a:rPr>
              <a:t>that</a:t>
            </a:r>
            <a:r>
              <a:rPr lang="en-US" sz="1700" spc="51" dirty="0">
                <a:solidFill>
                  <a:srgbClr val="242424"/>
                </a:solidFill>
                <a:latin typeface="Times New Roman"/>
                <a:cs typeface="Times New Roman"/>
              </a:rPr>
              <a:t> </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ve</a:t>
            </a:r>
            <a:r>
              <a:rPr lang="en-US" sz="1700" spc="43"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l</a:t>
            </a:r>
            <a:r>
              <a:rPr lang="en-US" sz="1700" dirty="0">
                <a:solidFill>
                  <a:srgbClr val="242424"/>
                </a:solidFill>
                <a:latin typeface="Times New Roman"/>
                <a:cs typeface="Times New Roman"/>
              </a:rPr>
              <a:t>r</a:t>
            </a:r>
            <a:r>
              <a:rPr lang="en-US" sz="1700" spc="-7" dirty="0">
                <a:solidFill>
                  <a:srgbClr val="242424"/>
                </a:solidFill>
                <a:latin typeface="Times New Roman"/>
                <a:cs typeface="Times New Roman"/>
              </a:rPr>
              <a:t>ea</a:t>
            </a:r>
            <a:r>
              <a:rPr lang="en-US" sz="1700" dirty="0">
                <a:solidFill>
                  <a:srgbClr val="242424"/>
                </a:solidFill>
                <a:latin typeface="Times New Roman"/>
                <a:cs typeface="Times New Roman"/>
              </a:rPr>
              <a:t>dy</a:t>
            </a:r>
            <a:r>
              <a:rPr lang="en-US" sz="1700" spc="43" dirty="0">
                <a:solidFill>
                  <a:srgbClr val="242424"/>
                </a:solidFill>
                <a:latin typeface="Times New Roman"/>
                <a:cs typeface="Times New Roman"/>
              </a:rPr>
              <a:t> </a:t>
            </a:r>
            <a:r>
              <a:rPr lang="en-US" sz="1700" spc="5" dirty="0">
                <a:solidFill>
                  <a:srgbClr val="242424"/>
                </a:solidFill>
                <a:latin typeface="Times New Roman"/>
                <a:cs typeface="Times New Roman"/>
              </a:rPr>
              <a:t>b</a:t>
            </a:r>
            <a:r>
              <a:rPr lang="en-US" sz="1700" spc="-7" dirty="0">
                <a:solidFill>
                  <a:srgbClr val="242424"/>
                </a:solidFill>
                <a:latin typeface="Times New Roman"/>
                <a:cs typeface="Times New Roman"/>
              </a:rPr>
              <a:t>ee</a:t>
            </a:r>
            <a:r>
              <a:rPr lang="en-US" sz="1700" dirty="0">
                <a:solidFill>
                  <a:srgbClr val="242424"/>
                </a:solidFill>
                <a:latin typeface="Times New Roman"/>
                <a:cs typeface="Times New Roman"/>
              </a:rPr>
              <a:t>n </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x</a:t>
            </a:r>
            <a:r>
              <a:rPr lang="en-US" sz="1700" spc="-7" dirty="0">
                <a:solidFill>
                  <a:srgbClr val="242424"/>
                </a:solidFill>
                <a:latin typeface="Times New Roman"/>
                <a:cs typeface="Times New Roman"/>
              </a:rPr>
              <a:t>ec</a:t>
            </a:r>
            <a:r>
              <a:rPr lang="en-US" sz="1700" spc="-5" dirty="0">
                <a:solidFill>
                  <a:srgbClr val="242424"/>
                </a:solidFill>
                <a:latin typeface="Times New Roman"/>
                <a:cs typeface="Times New Roman"/>
              </a:rPr>
              <a:t>uted</a:t>
            </a:r>
            <a:r>
              <a:rPr lang="en-US" sz="1700" spc="-19" dirty="0">
                <a:solidFill>
                  <a:srgbClr val="242424"/>
                </a:solidFill>
                <a:latin typeface="Times New Roman"/>
                <a:cs typeface="Times New Roman"/>
              </a:rPr>
              <a:t> </a:t>
            </a:r>
            <a:r>
              <a:rPr lang="en-US" sz="1700" spc="-5" dirty="0">
                <a:solidFill>
                  <a:srgbClr val="242424"/>
                </a:solidFill>
                <a:latin typeface="Times New Roman"/>
                <a:cs typeface="Times New Roman"/>
              </a:rPr>
              <a:t>b</a:t>
            </a:r>
            <a:r>
              <a:rPr lang="en-US" sz="1700" spc="-2" dirty="0">
                <a:solidFill>
                  <a:srgbClr val="242424"/>
                </a:solidFill>
                <a:latin typeface="Times New Roman"/>
                <a:cs typeface="Times New Roman"/>
              </a:rPr>
              <a:t>e</a:t>
            </a:r>
            <a:r>
              <a:rPr lang="en-US" sz="1700" dirty="0">
                <a:solidFill>
                  <a:srgbClr val="242424"/>
                </a:solidFill>
                <a:latin typeface="Times New Roman"/>
                <a:cs typeface="Times New Roman"/>
              </a:rPr>
              <a:t>fo</a:t>
            </a:r>
            <a:r>
              <a:rPr lang="en-US" sz="1700" spc="-5" dirty="0">
                <a:solidFill>
                  <a:srgbClr val="242424"/>
                </a:solidFill>
                <a:latin typeface="Times New Roman"/>
                <a:cs typeface="Times New Roman"/>
              </a:rPr>
              <a:t>re</a:t>
            </a:r>
            <a:r>
              <a:rPr lang="en-US" sz="1700" spc="-22"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19" dirty="0">
                <a:solidFill>
                  <a:srgbClr val="242424"/>
                </a:solidFill>
                <a:latin typeface="Times New Roman"/>
                <a:cs typeface="Times New Roman"/>
              </a:rPr>
              <a:t> </a:t>
            </a:r>
            <a:r>
              <a:rPr lang="en-US" sz="1700" spc="-5" dirty="0">
                <a:solidFill>
                  <a:srgbClr val="242424"/>
                </a:solidFill>
                <a:latin typeface="Times New Roman"/>
                <a:cs typeface="Times New Roman"/>
              </a:rPr>
              <a:t>stal</a:t>
            </a:r>
            <a:r>
              <a:rPr lang="en-US" sz="1700" spc="-2" dirty="0">
                <a:solidFill>
                  <a:srgbClr val="242424"/>
                </a:solidFill>
                <a:latin typeface="Times New Roman"/>
                <a:cs typeface="Times New Roman"/>
              </a:rPr>
              <a:t>l</a:t>
            </a:r>
            <a:r>
              <a:rPr lang="en-US" sz="1700" spc="-17" dirty="0">
                <a:solidFill>
                  <a:srgbClr val="242424"/>
                </a:solidFill>
                <a:latin typeface="Times New Roman"/>
                <a:cs typeface="Times New Roman"/>
              </a:rPr>
              <a:t> </a:t>
            </a:r>
            <a:r>
              <a:rPr lang="en-US" sz="1700" spc="-5" dirty="0">
                <a:solidFill>
                  <a:srgbClr val="242424"/>
                </a:solidFill>
                <a:latin typeface="Times New Roman"/>
                <a:cs typeface="Times New Roman"/>
              </a:rPr>
              <a:t>o</a:t>
            </a:r>
            <a:r>
              <a:rPr lang="en-US" sz="1700" spc="-7" dirty="0">
                <a:solidFill>
                  <a:srgbClr val="242424"/>
                </a:solidFill>
                <a:latin typeface="Times New Roman"/>
                <a:cs typeface="Times New Roman"/>
              </a:rPr>
              <a:t>cc</a:t>
            </a:r>
            <a:r>
              <a:rPr lang="en-US" sz="1700" dirty="0">
                <a:solidFill>
                  <a:srgbClr val="242424"/>
                </a:solidFill>
                <a:latin typeface="Times New Roman"/>
                <a:cs typeface="Times New Roman"/>
              </a:rPr>
              <a:t>urr</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d</a:t>
            </a:r>
            <a:r>
              <a:rPr lang="en-US" sz="1700" spc="-19" dirty="0">
                <a:solidFill>
                  <a:srgbClr val="242424"/>
                </a:solidFill>
                <a:latin typeface="Times New Roman"/>
                <a:cs typeface="Times New Roman"/>
              </a:rPr>
              <a:t> </a:t>
            </a:r>
            <a:r>
              <a:rPr lang="en-US" sz="1700" spc="-7" dirty="0">
                <a:solidFill>
                  <a:srgbClr val="242424"/>
                </a:solidFill>
                <a:latin typeface="Times New Roman"/>
                <a:cs typeface="Times New Roman"/>
              </a:rPr>
              <a:t>ca</a:t>
            </a:r>
            <a:r>
              <a:rPr lang="en-US" sz="1700" dirty="0">
                <a:solidFill>
                  <a:srgbClr val="242424"/>
                </a:solidFill>
                <a:latin typeface="Times New Roman"/>
                <a:cs typeface="Times New Roman"/>
              </a:rPr>
              <a:t>n</a:t>
            </a:r>
            <a:r>
              <a:rPr lang="en-US" sz="1700" spc="-19"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ontinu</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a:t>
            </a:r>
            <a:endParaRPr lang="en-US" sz="1700" spc="-19" dirty="0">
              <a:solidFill>
                <a:srgbClr val="242424"/>
              </a:solidFill>
              <a:latin typeface="Times New Roman"/>
              <a:cs typeface="Times New Roman"/>
            </a:endParaRPr>
          </a:p>
          <a:p>
            <a:pPr marL="291859" marR="2443" indent="-285750" algn="just">
              <a:buFont typeface="Arial" panose="020B0604020202020204" pitchFamily="34" charset="0"/>
              <a:buChar char="•"/>
            </a:pPr>
            <a:endParaRPr lang="en-US" sz="1700" spc="-19"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2" dirty="0">
                <a:solidFill>
                  <a:srgbClr val="242424"/>
                </a:solidFill>
                <a:latin typeface="Times New Roman"/>
                <a:cs typeface="Times New Roman"/>
              </a:rPr>
              <a:t>D</a:t>
            </a:r>
            <a:r>
              <a:rPr lang="en-US" sz="1700" spc="-2" dirty="0">
                <a:solidFill>
                  <a:srgbClr val="242424"/>
                </a:solidFill>
                <a:latin typeface="Times New Roman"/>
                <a:cs typeface="Times New Roman"/>
              </a:rPr>
              <a:t>uring</a:t>
            </a:r>
            <a:r>
              <a:rPr lang="en-US" sz="1700" spc="-19"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19" dirty="0">
                <a:solidFill>
                  <a:srgbClr val="242424"/>
                </a:solidFill>
                <a:latin typeface="Times New Roman"/>
                <a:cs typeface="Times New Roman"/>
              </a:rPr>
              <a:t> </a:t>
            </a:r>
            <a:r>
              <a:rPr lang="en-US" sz="1700" spc="-5" dirty="0">
                <a:solidFill>
                  <a:srgbClr val="242424"/>
                </a:solidFill>
                <a:latin typeface="Times New Roman"/>
                <a:cs typeface="Times New Roman"/>
              </a:rPr>
              <a:t>stall</a:t>
            </a:r>
            <a:r>
              <a:rPr lang="en-US" sz="1700" spc="-2" dirty="0">
                <a:solidFill>
                  <a:srgbClr val="242424"/>
                </a:solidFill>
                <a:latin typeface="Times New Roman"/>
                <a:cs typeface="Times New Roman"/>
              </a:rPr>
              <a:t>,</a:t>
            </a:r>
            <a:r>
              <a:rPr lang="en-US" sz="1700" spc="-14" dirty="0">
                <a:solidFill>
                  <a:srgbClr val="242424"/>
                </a:solidFill>
                <a:latin typeface="Times New Roman"/>
                <a:cs typeface="Times New Roman"/>
              </a:rPr>
              <a:t> </a:t>
            </a:r>
            <a:r>
              <a:rPr lang="en-US" sz="1700" dirty="0">
                <a:solidFill>
                  <a:srgbClr val="242424"/>
                </a:solidFill>
                <a:latin typeface="Times New Roman"/>
                <a:cs typeface="Times New Roman"/>
              </a:rPr>
              <a:t>how</a:t>
            </a:r>
            <a:r>
              <a:rPr lang="en-US" sz="1700" spc="-5" dirty="0">
                <a:solidFill>
                  <a:srgbClr val="242424"/>
                </a:solidFill>
                <a:latin typeface="Times New Roman"/>
                <a:cs typeface="Times New Roman"/>
              </a:rPr>
              <a:t>ev</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r,</a:t>
            </a:r>
            <a:r>
              <a:rPr lang="en-US" sz="1700" spc="-19" dirty="0">
                <a:solidFill>
                  <a:srgbClr val="242424"/>
                </a:solidFill>
                <a:latin typeface="Times New Roman"/>
                <a:cs typeface="Times New Roman"/>
              </a:rPr>
              <a:t> </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w</a:t>
            </a:r>
            <a:r>
              <a:rPr lang="en-US" sz="1700" spc="-19"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a:t>
            </a:r>
            <a:r>
              <a:rPr lang="en-US" sz="1700" spc="-17"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re not fetched. Depending on the situation that causes a stall state, there are different types of pipeline hazards.</a:t>
            </a:r>
          </a:p>
        </p:txBody>
      </p:sp>
    </p:spTree>
    <p:extLst>
      <p:ext uri="{BB962C8B-B14F-4D97-AF65-F5344CB8AC3E}">
        <p14:creationId xmlns:p14="http://schemas.microsoft.com/office/powerpoint/2010/main" val="4239007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A78CE-2A9C-0653-7068-06531574333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69EE7A-42D6-E877-CFC2-AE82EFCDAAA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1F4AC73A-4827-EC9A-F805-6C9CAE05CF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F1A72345-F3F6-1217-CBBC-64751DE3A7A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8B76F70-21C2-EEEE-289E-1CD9FA058F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28666" y="742950"/>
            <a:ext cx="7124733" cy="2092881"/>
          </a:xfrm>
          <a:prstGeom prst="rect">
            <a:avLst/>
          </a:prstGeom>
        </p:spPr>
        <p:txBody>
          <a:bodyPr vert="horz" wrap="square" lIns="0" tIns="0" rIns="0" bIns="0" rtlCol="0">
            <a:spAutoFit/>
          </a:bodyPr>
          <a:lstStyle/>
          <a:p>
            <a:pPr marL="291859" marR="2443" indent="-285750" algn="just">
              <a:buFont typeface="Arial" panose="020B0604020202020204" pitchFamily="34" charset="0"/>
              <a:buChar char="•"/>
            </a:pPr>
            <a:r>
              <a:rPr lang="en-US" sz="1700" spc="-10" dirty="0">
                <a:solidFill>
                  <a:srgbClr val="242424"/>
                </a:solidFill>
                <a:latin typeface="Times New Roman"/>
                <a:cs typeface="Times New Roman"/>
              </a:rPr>
              <a:t>T</a:t>
            </a:r>
            <a:r>
              <a:rPr sz="1700" spc="-2" dirty="0">
                <a:solidFill>
                  <a:srgbClr val="242424"/>
                </a:solidFill>
                <a:latin typeface="Times New Roman"/>
                <a:cs typeface="Times New Roman"/>
              </a:rPr>
              <a:t>he</a:t>
            </a:r>
            <a:r>
              <a:rPr sz="1700" spc="60" dirty="0">
                <a:solidFill>
                  <a:srgbClr val="242424"/>
                </a:solidFill>
                <a:latin typeface="Times New Roman"/>
                <a:cs typeface="Times New Roman"/>
              </a:rPr>
              <a:t> </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e</a:t>
            </a:r>
            <a:r>
              <a:rPr sz="1700" spc="-5" dirty="0">
                <a:solidFill>
                  <a:srgbClr val="242424"/>
                </a:solidFill>
                <a:latin typeface="Times New Roman"/>
                <a:cs typeface="Times New Roman"/>
              </a:rPr>
              <a:t>sul</a:t>
            </a:r>
            <a:r>
              <a:rPr sz="1700" spc="-2" dirty="0">
                <a:solidFill>
                  <a:srgbClr val="242424"/>
                </a:solidFill>
                <a:latin typeface="Times New Roman"/>
                <a:cs typeface="Times New Roman"/>
              </a:rPr>
              <a:t>t</a:t>
            </a:r>
            <a:r>
              <a:rPr sz="1700" spc="65" dirty="0">
                <a:solidFill>
                  <a:srgbClr val="242424"/>
                </a:solidFill>
                <a:latin typeface="Times New Roman"/>
                <a:cs typeface="Times New Roman"/>
              </a:rPr>
              <a:t> </a:t>
            </a:r>
            <a:r>
              <a:rPr sz="1700" dirty="0">
                <a:solidFill>
                  <a:srgbClr val="242424"/>
                </a:solidFill>
                <a:latin typeface="Times New Roman"/>
                <a:cs typeface="Times New Roman"/>
              </a:rPr>
              <a:t>of</a:t>
            </a:r>
            <a:r>
              <a:rPr sz="1700" spc="60" dirty="0">
                <a:solidFill>
                  <a:srgbClr val="242424"/>
                </a:solidFill>
                <a:latin typeface="Times New Roman"/>
                <a:cs typeface="Times New Roman"/>
              </a:rPr>
              <a:t> </a:t>
            </a:r>
            <a:r>
              <a:rPr sz="1700" spc="-5" dirty="0">
                <a:solidFill>
                  <a:srgbClr val="242424"/>
                </a:solidFill>
                <a:latin typeface="Times New Roman"/>
                <a:cs typeface="Times New Roman"/>
              </a:rPr>
              <a:t>one</a:t>
            </a:r>
            <a:r>
              <a:rPr sz="1700" spc="60" dirty="0">
                <a:solidFill>
                  <a:srgbClr val="242424"/>
                </a:solidFill>
                <a:latin typeface="Times New Roman"/>
                <a:cs typeface="Times New Roman"/>
              </a:rPr>
              <a:t>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r>
              <a:rPr sz="1700" spc="63" dirty="0">
                <a:solidFill>
                  <a:srgbClr val="242424"/>
                </a:solidFill>
                <a:latin typeface="Times New Roman"/>
                <a:cs typeface="Times New Roman"/>
              </a:rPr>
              <a:t> </a:t>
            </a:r>
            <a:r>
              <a:rPr sz="1700" spc="-2" dirty="0">
                <a:solidFill>
                  <a:srgbClr val="242424"/>
                </a:solidFill>
                <a:latin typeface="Times New Roman"/>
                <a:cs typeface="Times New Roman"/>
              </a:rPr>
              <a:t>is</a:t>
            </a:r>
            <a:r>
              <a:rPr sz="1700" spc="63" dirty="0">
                <a:solidFill>
                  <a:srgbClr val="242424"/>
                </a:solidFill>
                <a:latin typeface="Times New Roman"/>
                <a:cs typeface="Times New Roman"/>
              </a:rPr>
              <a:t> </a:t>
            </a:r>
            <a:r>
              <a:rPr sz="1700" dirty="0">
                <a:solidFill>
                  <a:srgbClr val="242424"/>
                </a:solidFill>
                <a:latin typeface="Times New Roman"/>
                <a:cs typeface="Times New Roman"/>
              </a:rPr>
              <a:t>us</a:t>
            </a:r>
            <a:r>
              <a:rPr sz="1700" spc="-2" dirty="0">
                <a:solidFill>
                  <a:srgbClr val="242424"/>
                </a:solidFill>
                <a:latin typeface="Times New Roman"/>
                <a:cs typeface="Times New Roman"/>
              </a:rPr>
              <a:t>e</a:t>
            </a:r>
            <a:r>
              <a:rPr sz="1700" dirty="0">
                <a:solidFill>
                  <a:srgbClr val="242424"/>
                </a:solidFill>
                <a:latin typeface="Times New Roman"/>
                <a:cs typeface="Times New Roman"/>
              </a:rPr>
              <a:t>d</a:t>
            </a:r>
            <a:r>
              <a:rPr sz="1700" spc="63" dirty="0">
                <a:solidFill>
                  <a:srgbClr val="242424"/>
                </a:solidFill>
                <a:latin typeface="Times New Roman"/>
                <a:cs typeface="Times New Roman"/>
              </a:rPr>
              <a:t> </a:t>
            </a:r>
            <a:r>
              <a:rPr sz="1700" spc="-7" dirty="0">
                <a:solidFill>
                  <a:srgbClr val="242424"/>
                </a:solidFill>
                <a:latin typeface="Times New Roman"/>
                <a:cs typeface="Times New Roman"/>
              </a:rPr>
              <a:t>a</a:t>
            </a:r>
            <a:r>
              <a:rPr sz="1700" dirty="0">
                <a:solidFill>
                  <a:srgbClr val="242424"/>
                </a:solidFill>
                <a:latin typeface="Times New Roman"/>
                <a:cs typeface="Times New Roman"/>
              </a:rPr>
              <a:t>s</a:t>
            </a:r>
            <a:r>
              <a:rPr sz="1700" spc="63" dirty="0">
                <a:solidFill>
                  <a:srgbClr val="242424"/>
                </a:solidFill>
                <a:latin typeface="Times New Roman"/>
                <a:cs typeface="Times New Roman"/>
              </a:rPr>
              <a:t> </a:t>
            </a:r>
            <a:r>
              <a:rPr sz="1700" spc="-7" dirty="0">
                <a:solidFill>
                  <a:srgbClr val="242424"/>
                </a:solidFill>
                <a:latin typeface="Times New Roman"/>
                <a:cs typeface="Times New Roman"/>
              </a:rPr>
              <a:t>a</a:t>
            </a:r>
            <a:r>
              <a:rPr sz="1700" dirty="0">
                <a:solidFill>
                  <a:srgbClr val="242424"/>
                </a:solidFill>
                <a:latin typeface="Times New Roman"/>
                <a:cs typeface="Times New Roman"/>
              </a:rPr>
              <a:t>n</a:t>
            </a:r>
            <a:r>
              <a:rPr sz="1700" spc="63" dirty="0">
                <a:solidFill>
                  <a:srgbClr val="242424"/>
                </a:solidFill>
                <a:latin typeface="Times New Roman"/>
                <a:cs typeface="Times New Roman"/>
              </a:rPr>
              <a:t> </a:t>
            </a:r>
            <a:r>
              <a:rPr sz="1700" spc="-5" dirty="0">
                <a:solidFill>
                  <a:srgbClr val="242424"/>
                </a:solidFill>
                <a:latin typeface="Times New Roman"/>
                <a:cs typeface="Times New Roman"/>
              </a:rPr>
              <a:t>op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dirty="0">
                <a:solidFill>
                  <a:srgbClr val="242424"/>
                </a:solidFill>
                <a:latin typeface="Times New Roman"/>
                <a:cs typeface="Times New Roman"/>
              </a:rPr>
              <a:t>nd</a:t>
            </a:r>
            <a:r>
              <a:rPr sz="1700" spc="63" dirty="0">
                <a:solidFill>
                  <a:srgbClr val="242424"/>
                </a:solidFill>
                <a:latin typeface="Times New Roman"/>
                <a:cs typeface="Times New Roman"/>
              </a:rPr>
              <a:t> </a:t>
            </a:r>
            <a:r>
              <a:rPr sz="1700" dirty="0">
                <a:solidFill>
                  <a:srgbClr val="242424"/>
                </a:solidFill>
                <a:latin typeface="Times New Roman"/>
                <a:cs typeface="Times New Roman"/>
              </a:rPr>
              <a:t>for</a:t>
            </a:r>
            <a:r>
              <a:rPr sz="1700" spc="65" dirty="0">
                <a:solidFill>
                  <a:srgbClr val="242424"/>
                </a:solidFill>
                <a:latin typeface="Times New Roman"/>
                <a:cs typeface="Times New Roman"/>
              </a:rPr>
              <a:t> </a:t>
            </a:r>
            <a:r>
              <a:rPr sz="1700" spc="-7" dirty="0">
                <a:solidFill>
                  <a:srgbClr val="242424"/>
                </a:solidFill>
                <a:latin typeface="Times New Roman"/>
                <a:cs typeface="Times New Roman"/>
              </a:rPr>
              <a:t>a</a:t>
            </a:r>
            <a:r>
              <a:rPr sz="1700" spc="-5" dirty="0">
                <a:solidFill>
                  <a:srgbClr val="242424"/>
                </a:solidFill>
                <a:latin typeface="Times New Roman"/>
                <a:cs typeface="Times New Roman"/>
              </a:rPr>
              <a:t>nother</a:t>
            </a:r>
            <a:r>
              <a:rPr sz="1700" spc="-2" dirty="0">
                <a:solidFill>
                  <a:srgbClr val="242424"/>
                </a:solidFill>
                <a:latin typeface="Times New Roman"/>
                <a:cs typeface="Times New Roman"/>
              </a:rPr>
              <a:t> 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endParaRPr lang="en-US" sz="1700" spc="-12" dirty="0">
              <a:solidFill>
                <a:srgbClr val="242424"/>
              </a:solidFill>
              <a:latin typeface="Times New Roman"/>
              <a:cs typeface="Times New Roman"/>
            </a:endParaRPr>
          </a:p>
          <a:p>
            <a:pPr marL="291859" marR="2443" indent="-285750" algn="just">
              <a:buFont typeface="Arial" panose="020B0604020202020204" pitchFamily="34" charset="0"/>
              <a:buChar char="•"/>
            </a:pPr>
            <a:endParaRPr lang="en-US" sz="1700" spc="-12" dirty="0">
              <a:solidFill>
                <a:srgbClr val="242424"/>
              </a:solidFill>
              <a:latin typeface="Times New Roman"/>
              <a:cs typeface="Times New Roman"/>
            </a:endParaRPr>
          </a:p>
          <a:p>
            <a:pPr marL="291859" marR="2443" indent="-285750" algn="just">
              <a:buFont typeface="Arial" panose="020B0604020202020204" pitchFamily="34" charset="0"/>
              <a:buChar char="•"/>
            </a:pPr>
            <a:r>
              <a:rPr sz="1700" spc="-10" dirty="0">
                <a:solidFill>
                  <a:srgbClr val="242424"/>
                </a:solidFill>
                <a:latin typeface="Times New Roman"/>
                <a:cs typeface="Times New Roman"/>
              </a:rPr>
              <a:t>W</a:t>
            </a:r>
            <a:r>
              <a:rPr sz="1700" spc="-5" dirty="0">
                <a:solidFill>
                  <a:srgbClr val="242424"/>
                </a:solidFill>
                <a:latin typeface="Times New Roman"/>
                <a:cs typeface="Times New Roman"/>
              </a:rPr>
              <a:t>h</a:t>
            </a:r>
            <a:r>
              <a:rPr sz="1700" spc="-7" dirty="0">
                <a:solidFill>
                  <a:srgbClr val="242424"/>
                </a:solidFill>
                <a:latin typeface="Times New Roman"/>
                <a:cs typeface="Times New Roman"/>
              </a:rPr>
              <a:t>e</a:t>
            </a:r>
            <a:r>
              <a:rPr sz="1700" dirty="0">
                <a:solidFill>
                  <a:srgbClr val="242424"/>
                </a:solidFill>
                <a:latin typeface="Times New Roman"/>
                <a:cs typeface="Times New Roman"/>
              </a:rPr>
              <a:t>n</a:t>
            </a:r>
            <a:r>
              <a:rPr sz="1700" spc="-12" dirty="0">
                <a:solidFill>
                  <a:srgbClr val="242424"/>
                </a:solidFill>
                <a:latin typeface="Times New Roman"/>
                <a:cs typeface="Times New Roman"/>
              </a:rPr>
              <a:t> </a:t>
            </a:r>
            <a:r>
              <a:rPr sz="1700" spc="-2" dirty="0">
                <a:solidFill>
                  <a:srgbClr val="242424"/>
                </a:solidFill>
                <a:latin typeface="Times New Roman"/>
                <a:cs typeface="Times New Roman"/>
              </a:rPr>
              <a:t>suc</a:t>
            </a:r>
            <a:r>
              <a:rPr sz="1700" dirty="0">
                <a:solidFill>
                  <a:srgbClr val="242424"/>
                </a:solidFill>
                <a:latin typeface="Times New Roman"/>
                <a:cs typeface="Times New Roman"/>
              </a:rPr>
              <a:t>h</a:t>
            </a:r>
            <a:r>
              <a:rPr sz="1700" spc="-12" dirty="0">
                <a:solidFill>
                  <a:srgbClr val="242424"/>
                </a:solidFill>
                <a:latin typeface="Times New Roman"/>
                <a:cs typeface="Times New Roman"/>
              </a:rPr>
              <a:t> </a:t>
            </a:r>
            <a:r>
              <a:rPr sz="1700" spc="-2" dirty="0">
                <a:solidFill>
                  <a:srgbClr val="242424"/>
                </a:solidFill>
                <a:latin typeface="Times New Roman"/>
                <a:cs typeface="Times New Roman"/>
              </a:rPr>
              <a:t>i</a:t>
            </a:r>
            <a:r>
              <a:rPr sz="1700" dirty="0">
                <a:solidFill>
                  <a:srgbClr val="242424"/>
                </a:solidFill>
                <a:latin typeface="Times New Roman"/>
                <a:cs typeface="Times New Roman"/>
              </a:rPr>
              <a:t>n</a:t>
            </a:r>
            <a:r>
              <a:rPr sz="1700" spc="-5" dirty="0">
                <a:solidFill>
                  <a:srgbClr val="242424"/>
                </a:solidFill>
                <a:latin typeface="Times New Roman"/>
                <a:cs typeface="Times New Roman"/>
              </a:rPr>
              <a:t>struc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ons</a:t>
            </a:r>
            <a:r>
              <a:rPr sz="1700" spc="-12" dirty="0">
                <a:solidFill>
                  <a:srgbClr val="242424"/>
                </a:solidFill>
                <a:latin typeface="Times New Roman"/>
                <a:cs typeface="Times New Roman"/>
              </a:rPr>
              <a:t> </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re</a:t>
            </a:r>
            <a:r>
              <a:rPr sz="1700" spc="-12" dirty="0">
                <a:solidFill>
                  <a:srgbClr val="242424"/>
                </a:solidFill>
                <a:latin typeface="Times New Roman"/>
                <a:cs typeface="Times New Roman"/>
              </a:rPr>
              <a:t> </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x</a:t>
            </a:r>
            <a:r>
              <a:rPr sz="1700" spc="-7" dirty="0">
                <a:solidFill>
                  <a:srgbClr val="242424"/>
                </a:solidFill>
                <a:latin typeface="Times New Roman"/>
                <a:cs typeface="Times New Roman"/>
              </a:rPr>
              <a:t>ec</a:t>
            </a:r>
            <a:r>
              <a:rPr sz="1700" spc="-5" dirty="0">
                <a:solidFill>
                  <a:srgbClr val="242424"/>
                </a:solidFill>
                <a:latin typeface="Times New Roman"/>
                <a:cs typeface="Times New Roman"/>
              </a:rPr>
              <a:t>u</a:t>
            </a:r>
            <a:r>
              <a:rPr sz="1700" dirty="0">
                <a:solidFill>
                  <a:srgbClr val="242424"/>
                </a:solidFill>
                <a:latin typeface="Times New Roman"/>
                <a:cs typeface="Times New Roman"/>
              </a:rPr>
              <a:t>t</a:t>
            </a:r>
            <a:r>
              <a:rPr sz="1700" spc="-7" dirty="0">
                <a:solidFill>
                  <a:srgbClr val="242424"/>
                </a:solidFill>
                <a:latin typeface="Times New Roman"/>
                <a:cs typeface="Times New Roman"/>
              </a:rPr>
              <a:t>e</a:t>
            </a:r>
            <a:r>
              <a:rPr sz="1700" dirty="0">
                <a:solidFill>
                  <a:srgbClr val="242424"/>
                </a:solidFill>
                <a:latin typeface="Times New Roman"/>
                <a:cs typeface="Times New Roman"/>
              </a:rPr>
              <a:t>d</a:t>
            </a:r>
            <a:r>
              <a:rPr sz="1700" spc="-12" dirty="0">
                <a:solidFill>
                  <a:srgbClr val="242424"/>
                </a:solidFill>
                <a:latin typeface="Times New Roman"/>
                <a:cs typeface="Times New Roman"/>
              </a:rPr>
              <a:t> </a:t>
            </a:r>
            <a:r>
              <a:rPr sz="1700" spc="-2" dirty="0">
                <a:solidFill>
                  <a:srgbClr val="242424"/>
                </a:solidFill>
                <a:latin typeface="Times New Roman"/>
                <a:cs typeface="Times New Roman"/>
              </a:rPr>
              <a:t>in</a:t>
            </a:r>
            <a:r>
              <a:rPr sz="1700" spc="-7" dirty="0">
                <a:solidFill>
                  <a:srgbClr val="242424"/>
                </a:solidFill>
                <a:latin typeface="Times New Roman"/>
                <a:cs typeface="Times New Roman"/>
              </a:rPr>
              <a:t> </a:t>
            </a:r>
            <a:r>
              <a:rPr sz="1700" spc="-2" dirty="0">
                <a:solidFill>
                  <a:srgbClr val="242424"/>
                </a:solidFill>
                <a:latin typeface="Times New Roman"/>
                <a:cs typeface="Times New Roman"/>
              </a:rPr>
              <a:t>pipelini</a:t>
            </a:r>
            <a:r>
              <a:rPr sz="1700" dirty="0">
                <a:solidFill>
                  <a:srgbClr val="242424"/>
                </a:solidFill>
                <a:latin typeface="Times New Roman"/>
                <a:cs typeface="Times New Roman"/>
              </a:rPr>
              <a:t>ng,</a:t>
            </a:r>
            <a:r>
              <a:rPr sz="1700" spc="-12" dirty="0">
                <a:solidFill>
                  <a:srgbClr val="242424"/>
                </a:solidFill>
                <a:latin typeface="Times New Roman"/>
                <a:cs typeface="Times New Roman"/>
              </a:rPr>
              <a:t> </a:t>
            </a:r>
            <a:r>
              <a:rPr sz="1700" spc="-2" dirty="0">
                <a:solidFill>
                  <a:srgbClr val="242424"/>
                </a:solidFill>
                <a:latin typeface="Times New Roman"/>
                <a:cs typeface="Times New Roman"/>
              </a:rPr>
              <a:t>br</a:t>
            </a:r>
            <a:r>
              <a:rPr sz="1700" spc="-10" dirty="0">
                <a:solidFill>
                  <a:srgbClr val="242424"/>
                </a:solidFill>
                <a:latin typeface="Times New Roman"/>
                <a:cs typeface="Times New Roman"/>
              </a:rPr>
              <a:t>e</a:t>
            </a:r>
            <a:r>
              <a:rPr sz="1700" spc="-7" dirty="0">
                <a:solidFill>
                  <a:srgbClr val="242424"/>
                </a:solidFill>
                <a:latin typeface="Times New Roman"/>
                <a:cs typeface="Times New Roman"/>
              </a:rPr>
              <a:t>a</a:t>
            </a:r>
            <a:r>
              <a:rPr sz="1700" dirty="0">
                <a:solidFill>
                  <a:srgbClr val="242424"/>
                </a:solidFill>
                <a:latin typeface="Times New Roman"/>
                <a:cs typeface="Times New Roman"/>
              </a:rPr>
              <a:t>k</a:t>
            </a:r>
            <a:r>
              <a:rPr sz="1700" spc="-12" dirty="0">
                <a:solidFill>
                  <a:srgbClr val="242424"/>
                </a:solidFill>
                <a:latin typeface="Times New Roman"/>
                <a:cs typeface="Times New Roman"/>
              </a:rPr>
              <a:t> </a:t>
            </a:r>
            <a:r>
              <a:rPr sz="1700" dirty="0">
                <a:solidFill>
                  <a:srgbClr val="242424"/>
                </a:solidFill>
                <a:latin typeface="Times New Roman"/>
                <a:cs typeface="Times New Roman"/>
              </a:rPr>
              <a:t>down</a:t>
            </a:r>
            <a:r>
              <a:rPr sz="1700" spc="-14" dirty="0">
                <a:solidFill>
                  <a:srgbClr val="242424"/>
                </a:solidFill>
                <a:latin typeface="Times New Roman"/>
                <a:cs typeface="Times New Roman"/>
              </a:rPr>
              <a:t> </a:t>
            </a:r>
            <a:r>
              <a:rPr sz="1700" spc="5" dirty="0">
                <a:solidFill>
                  <a:srgbClr val="242424"/>
                </a:solidFill>
                <a:latin typeface="Times New Roman"/>
                <a:cs typeface="Times New Roman"/>
              </a:rPr>
              <a:t>o</a:t>
            </a:r>
            <a:r>
              <a:rPr sz="1700" spc="-7" dirty="0">
                <a:solidFill>
                  <a:srgbClr val="242424"/>
                </a:solidFill>
                <a:latin typeface="Times New Roman"/>
                <a:cs typeface="Times New Roman"/>
              </a:rPr>
              <a:t>cc</a:t>
            </a:r>
            <a:r>
              <a:rPr sz="1700" dirty="0">
                <a:solidFill>
                  <a:srgbClr val="242424"/>
                </a:solidFill>
                <a:latin typeface="Times New Roman"/>
                <a:cs typeface="Times New Roman"/>
              </a:rPr>
              <a:t>urs</a:t>
            </a:r>
            <a:r>
              <a:rPr sz="1700" spc="-7" dirty="0">
                <a:solidFill>
                  <a:srgbClr val="242424"/>
                </a:solidFill>
                <a:latin typeface="Times New Roman"/>
                <a:cs typeface="Times New Roman"/>
              </a:rPr>
              <a:t> a</a:t>
            </a:r>
            <a:r>
              <a:rPr sz="1700" dirty="0">
                <a:solidFill>
                  <a:srgbClr val="242424"/>
                </a:solidFill>
                <a:latin typeface="Times New Roman"/>
                <a:cs typeface="Times New Roman"/>
              </a:rPr>
              <a:t>s</a:t>
            </a:r>
            <a:r>
              <a:rPr sz="1700" spc="-12" dirty="0">
                <a:solidFill>
                  <a:srgbClr val="242424"/>
                </a:solidFill>
                <a:latin typeface="Times New Roman"/>
                <a:cs typeface="Times New Roman"/>
              </a:rPr>
              <a:t> </a:t>
            </a:r>
            <a:r>
              <a:rPr sz="1700" spc="-2" dirty="0">
                <a:solidFill>
                  <a:srgbClr val="242424"/>
                </a:solidFill>
                <a:latin typeface="Times New Roman"/>
                <a:cs typeface="Times New Roman"/>
              </a:rPr>
              <a:t>the</a:t>
            </a:r>
            <a:r>
              <a:rPr sz="1700" spc="-14" dirty="0">
                <a:solidFill>
                  <a:srgbClr val="242424"/>
                </a:solidFill>
                <a:latin typeface="Times New Roman"/>
                <a:cs typeface="Times New Roman"/>
              </a:rPr>
              <a:t> </a:t>
            </a:r>
            <a:r>
              <a:rPr sz="1700" spc="2" dirty="0">
                <a:solidFill>
                  <a:srgbClr val="242424"/>
                </a:solidFill>
                <a:latin typeface="Times New Roman"/>
                <a:cs typeface="Times New Roman"/>
              </a:rPr>
              <a:t>r</a:t>
            </a:r>
            <a:r>
              <a:rPr sz="1700" spc="-5" dirty="0">
                <a:solidFill>
                  <a:srgbClr val="242424"/>
                </a:solidFill>
                <a:latin typeface="Times New Roman"/>
                <a:cs typeface="Times New Roman"/>
              </a:rPr>
              <a:t>esult </a:t>
            </a:r>
            <a:r>
              <a:rPr sz="1700" dirty="0">
                <a:solidFill>
                  <a:srgbClr val="242424"/>
                </a:solidFill>
                <a:latin typeface="Times New Roman"/>
                <a:cs typeface="Times New Roman"/>
              </a:rPr>
              <a:t>of </a:t>
            </a:r>
            <a:r>
              <a:rPr sz="1700" spc="-72" dirty="0">
                <a:solidFill>
                  <a:srgbClr val="242424"/>
                </a:solidFill>
                <a:latin typeface="Times New Roman"/>
                <a:cs typeface="Times New Roman"/>
              </a:rPr>
              <a:t> </a:t>
            </a:r>
            <a:r>
              <a:rPr sz="1700" spc="-2" dirty="0">
                <a:solidFill>
                  <a:srgbClr val="242424"/>
                </a:solidFill>
                <a:latin typeface="Times New Roman"/>
                <a:cs typeface="Times New Roman"/>
              </a:rPr>
              <a:t>the</a:t>
            </a:r>
            <a:r>
              <a:rPr sz="1700" dirty="0">
                <a:solidFill>
                  <a:srgbClr val="242424"/>
                </a:solidFill>
                <a:latin typeface="Times New Roman"/>
                <a:cs typeface="Times New Roman"/>
              </a:rPr>
              <a:t> </a:t>
            </a:r>
            <a:r>
              <a:rPr sz="1700" spc="-72" dirty="0">
                <a:solidFill>
                  <a:srgbClr val="242424"/>
                </a:solidFill>
                <a:latin typeface="Times New Roman"/>
                <a:cs typeface="Times New Roman"/>
              </a:rPr>
              <a:t> </a:t>
            </a:r>
            <a:r>
              <a:rPr sz="1700" spc="-2" dirty="0">
                <a:solidFill>
                  <a:srgbClr val="242424"/>
                </a:solidFill>
                <a:latin typeface="Times New Roman"/>
                <a:cs typeface="Times New Roman"/>
              </a:rPr>
              <a:t>fi</a:t>
            </a:r>
            <a:r>
              <a:rPr sz="1700" spc="-5" dirty="0">
                <a:solidFill>
                  <a:srgbClr val="242424"/>
                </a:solidFill>
                <a:latin typeface="Times New Roman"/>
                <a:cs typeface="Times New Roman"/>
              </a:rPr>
              <a:t>rs</a:t>
            </a:r>
            <a:r>
              <a:rPr sz="1700" spc="-2" dirty="0">
                <a:solidFill>
                  <a:srgbClr val="242424"/>
                </a:solidFill>
                <a:latin typeface="Times New Roman"/>
                <a:cs typeface="Times New Roman"/>
              </a:rPr>
              <a:t>t</a:t>
            </a:r>
            <a:r>
              <a:rPr sz="1700" dirty="0">
                <a:solidFill>
                  <a:srgbClr val="242424"/>
                </a:solidFill>
                <a:latin typeface="Times New Roman"/>
                <a:cs typeface="Times New Roman"/>
              </a:rPr>
              <a:t> </a:t>
            </a:r>
            <a:r>
              <a:rPr sz="1700" spc="-70" dirty="0">
                <a:solidFill>
                  <a:srgbClr val="242424"/>
                </a:solidFill>
                <a:latin typeface="Times New Roman"/>
                <a:cs typeface="Times New Roman"/>
              </a:rPr>
              <a:t>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 </a:t>
            </a:r>
            <a:r>
              <a:rPr sz="1700" spc="-72" dirty="0">
                <a:solidFill>
                  <a:srgbClr val="242424"/>
                </a:solidFill>
                <a:latin typeface="Times New Roman"/>
                <a:cs typeface="Times New Roman"/>
              </a:rPr>
              <a:t> </a:t>
            </a:r>
            <a:r>
              <a:rPr sz="1700" spc="-2" dirty="0">
                <a:solidFill>
                  <a:srgbClr val="242424"/>
                </a:solidFill>
                <a:latin typeface="Times New Roman"/>
                <a:cs typeface="Times New Roman"/>
              </a:rPr>
              <a:t>is</a:t>
            </a:r>
            <a:r>
              <a:rPr sz="1700" dirty="0">
                <a:solidFill>
                  <a:srgbClr val="242424"/>
                </a:solidFill>
                <a:latin typeface="Times New Roman"/>
                <a:cs typeface="Times New Roman"/>
              </a:rPr>
              <a:t> </a:t>
            </a:r>
            <a:r>
              <a:rPr sz="1700" spc="-70" dirty="0">
                <a:solidFill>
                  <a:srgbClr val="242424"/>
                </a:solidFill>
                <a:latin typeface="Times New Roman"/>
                <a:cs typeface="Times New Roman"/>
              </a:rPr>
              <a:t> </a:t>
            </a:r>
            <a:r>
              <a:rPr sz="1700" spc="-5" dirty="0">
                <a:solidFill>
                  <a:srgbClr val="242424"/>
                </a:solidFill>
                <a:latin typeface="Times New Roman"/>
                <a:cs typeface="Times New Roman"/>
              </a:rPr>
              <a:t>not</a:t>
            </a:r>
            <a:r>
              <a:rPr sz="1700" dirty="0">
                <a:solidFill>
                  <a:srgbClr val="242424"/>
                </a:solidFill>
                <a:latin typeface="Times New Roman"/>
                <a:cs typeface="Times New Roman"/>
              </a:rPr>
              <a:t> </a:t>
            </a:r>
            <a:r>
              <a:rPr sz="1700" spc="-70" dirty="0">
                <a:solidFill>
                  <a:srgbClr val="242424"/>
                </a:solidFill>
                <a:latin typeface="Times New Roman"/>
                <a:cs typeface="Times New Roman"/>
              </a:rPr>
              <a:t> </a:t>
            </a:r>
            <a:r>
              <a:rPr sz="1700" spc="-7" dirty="0">
                <a:solidFill>
                  <a:srgbClr val="242424"/>
                </a:solidFill>
                <a:latin typeface="Times New Roman"/>
                <a:cs typeface="Times New Roman"/>
              </a:rPr>
              <a:t>a</a:t>
            </a:r>
            <a:r>
              <a:rPr sz="1700" spc="-5" dirty="0">
                <a:solidFill>
                  <a:srgbClr val="242424"/>
                </a:solidFill>
                <a:latin typeface="Times New Roman"/>
                <a:cs typeface="Times New Roman"/>
              </a:rPr>
              <a:t>v</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il</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ble</a:t>
            </a:r>
            <a:r>
              <a:rPr sz="1700" dirty="0">
                <a:solidFill>
                  <a:srgbClr val="242424"/>
                </a:solidFill>
                <a:latin typeface="Times New Roman"/>
                <a:cs typeface="Times New Roman"/>
              </a:rPr>
              <a:t> </a:t>
            </a:r>
            <a:r>
              <a:rPr sz="1700" spc="-72" dirty="0">
                <a:solidFill>
                  <a:srgbClr val="242424"/>
                </a:solidFill>
                <a:latin typeface="Times New Roman"/>
                <a:cs typeface="Times New Roman"/>
              </a:rPr>
              <a:t> </a:t>
            </a:r>
            <a:r>
              <a:rPr sz="1700" spc="-2" dirty="0">
                <a:solidFill>
                  <a:srgbClr val="242424"/>
                </a:solidFill>
                <a:latin typeface="Times New Roman"/>
                <a:cs typeface="Times New Roman"/>
              </a:rPr>
              <a:t>w</a:t>
            </a:r>
            <a:r>
              <a:rPr sz="1700" spc="2" dirty="0">
                <a:solidFill>
                  <a:srgbClr val="242424"/>
                </a:solidFill>
                <a:latin typeface="Times New Roman"/>
                <a:cs typeface="Times New Roman"/>
              </a:rPr>
              <a:t>h</a:t>
            </a:r>
            <a:r>
              <a:rPr sz="1700" spc="-7" dirty="0">
                <a:solidFill>
                  <a:srgbClr val="242424"/>
                </a:solidFill>
                <a:latin typeface="Times New Roman"/>
                <a:cs typeface="Times New Roman"/>
              </a:rPr>
              <a:t>e</a:t>
            </a:r>
            <a:r>
              <a:rPr sz="1700" dirty="0">
                <a:solidFill>
                  <a:srgbClr val="242424"/>
                </a:solidFill>
                <a:latin typeface="Times New Roman"/>
                <a:cs typeface="Times New Roman"/>
              </a:rPr>
              <a:t>n </a:t>
            </a:r>
            <a:r>
              <a:rPr sz="1700" spc="-72" dirty="0">
                <a:solidFill>
                  <a:srgbClr val="242424"/>
                </a:solidFill>
                <a:latin typeface="Times New Roman"/>
                <a:cs typeface="Times New Roman"/>
              </a:rPr>
              <a:t>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 </a:t>
            </a:r>
            <a:r>
              <a:rPr sz="1700" spc="-72" dirty="0">
                <a:solidFill>
                  <a:srgbClr val="242424"/>
                </a:solidFill>
                <a:latin typeface="Times New Roman"/>
                <a:cs typeface="Times New Roman"/>
              </a:rPr>
              <a:t> </a:t>
            </a:r>
            <a:r>
              <a:rPr sz="1700" dirty="0">
                <a:solidFill>
                  <a:srgbClr val="242424"/>
                </a:solidFill>
                <a:latin typeface="Times New Roman"/>
                <a:cs typeface="Times New Roman"/>
              </a:rPr>
              <a:t>two </a:t>
            </a:r>
            <a:r>
              <a:rPr sz="1700" spc="-72" dirty="0">
                <a:solidFill>
                  <a:srgbClr val="242424"/>
                </a:solidFill>
                <a:latin typeface="Times New Roman"/>
                <a:cs typeface="Times New Roman"/>
              </a:rPr>
              <a:t> </a:t>
            </a:r>
            <a:r>
              <a:rPr sz="1700" spc="-5" dirty="0">
                <a:solidFill>
                  <a:srgbClr val="242424"/>
                </a:solidFill>
                <a:latin typeface="Times New Roman"/>
                <a:cs typeface="Times New Roman"/>
              </a:rPr>
              <a:t>star</a:t>
            </a:r>
            <a:r>
              <a:rPr sz="1700" spc="-2" dirty="0">
                <a:solidFill>
                  <a:srgbClr val="242424"/>
                </a:solidFill>
                <a:latin typeface="Times New Roman"/>
                <a:cs typeface="Times New Roman"/>
              </a:rPr>
              <a:t>ts</a:t>
            </a:r>
            <a:r>
              <a:rPr sz="1700" dirty="0">
                <a:solidFill>
                  <a:srgbClr val="242424"/>
                </a:solidFill>
                <a:latin typeface="Times New Roman"/>
                <a:cs typeface="Times New Roman"/>
              </a:rPr>
              <a:t> </a:t>
            </a:r>
            <a:r>
              <a:rPr sz="1700" spc="-55" dirty="0">
                <a:solidFill>
                  <a:srgbClr val="242424"/>
                </a:solidFill>
                <a:latin typeface="Times New Roman"/>
                <a:cs typeface="Times New Roman"/>
              </a:rPr>
              <a:t> </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oll</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cti</a:t>
            </a:r>
            <a:r>
              <a:rPr sz="1700" dirty="0">
                <a:solidFill>
                  <a:srgbClr val="242424"/>
                </a:solidFill>
                <a:latin typeface="Times New Roman"/>
                <a:cs typeface="Times New Roman"/>
              </a:rPr>
              <a:t>ng </a:t>
            </a:r>
            <a:r>
              <a:rPr sz="1700" spc="-72" dirty="0">
                <a:solidFill>
                  <a:srgbClr val="242424"/>
                </a:solidFill>
                <a:latin typeface="Times New Roman"/>
                <a:cs typeface="Times New Roman"/>
              </a:rPr>
              <a:t> </a:t>
            </a:r>
            <a:r>
              <a:rPr sz="1700" spc="-5" dirty="0">
                <a:solidFill>
                  <a:srgbClr val="242424"/>
                </a:solidFill>
                <a:latin typeface="Times New Roman"/>
                <a:cs typeface="Times New Roman"/>
              </a:rPr>
              <a:t>op</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dirty="0">
                <a:solidFill>
                  <a:srgbClr val="242424"/>
                </a:solidFill>
                <a:latin typeface="Times New Roman"/>
                <a:cs typeface="Times New Roman"/>
              </a:rPr>
              <a:t>nds.</a:t>
            </a:r>
            <a:endParaRPr lang="en-US" sz="1700" dirty="0">
              <a:solidFill>
                <a:srgbClr val="242424"/>
              </a:solidFill>
              <a:latin typeface="Times New Roman"/>
              <a:cs typeface="Times New Roman"/>
            </a:endParaRPr>
          </a:p>
          <a:p>
            <a:pPr marL="291859" marR="2443" indent="-285750" algn="just">
              <a:buFont typeface="Arial" panose="020B0604020202020204" pitchFamily="34" charset="0"/>
              <a:buChar char="•"/>
            </a:pPr>
            <a:endParaRPr lang="en-US" sz="1700" dirty="0">
              <a:solidFill>
                <a:srgbClr val="242424"/>
              </a:solidFill>
              <a:latin typeface="Times New Roman"/>
              <a:cs typeface="Times New Roman"/>
            </a:endParaRPr>
          </a:p>
          <a:p>
            <a:pPr marL="291859" marR="2443" indent="-285750" algn="just">
              <a:buFont typeface="Arial" panose="020B0604020202020204" pitchFamily="34" charset="0"/>
              <a:buChar char="•"/>
            </a:pPr>
            <a:r>
              <a:rPr sz="1700" dirty="0">
                <a:solidFill>
                  <a:srgbClr val="242424"/>
                </a:solidFill>
                <a:latin typeface="Times New Roman"/>
                <a:cs typeface="Times New Roman"/>
              </a:rPr>
              <a:t>So, </a:t>
            </a:r>
            <a:r>
              <a:rPr sz="1700" spc="-2" dirty="0">
                <a:solidFill>
                  <a:srgbClr val="242424"/>
                </a:solidFill>
                <a:latin typeface="Times New Roman"/>
                <a:cs typeface="Times New Roman"/>
              </a:rPr>
              <a:t>instru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r>
              <a:rPr sz="1700" spc="-19" dirty="0">
                <a:solidFill>
                  <a:srgbClr val="242424"/>
                </a:solidFill>
                <a:latin typeface="Times New Roman"/>
                <a:cs typeface="Times New Roman"/>
              </a:rPr>
              <a:t> </a:t>
            </a:r>
            <a:r>
              <a:rPr sz="1700" dirty="0">
                <a:solidFill>
                  <a:srgbClr val="242424"/>
                </a:solidFill>
                <a:latin typeface="Times New Roman"/>
                <a:cs typeface="Times New Roman"/>
              </a:rPr>
              <a:t>two</a:t>
            </a:r>
            <a:r>
              <a:rPr sz="1700" spc="-19" dirty="0">
                <a:solidFill>
                  <a:srgbClr val="242424"/>
                </a:solidFill>
                <a:latin typeface="Times New Roman"/>
                <a:cs typeface="Times New Roman"/>
              </a:rPr>
              <a:t> </a:t>
            </a:r>
            <a:r>
              <a:rPr sz="1700" spc="-5" dirty="0">
                <a:solidFill>
                  <a:srgbClr val="242424"/>
                </a:solidFill>
                <a:latin typeface="Times New Roman"/>
                <a:cs typeface="Times New Roman"/>
              </a:rPr>
              <a:t>must</a:t>
            </a:r>
            <a:r>
              <a:rPr sz="1700" spc="-22" dirty="0">
                <a:solidFill>
                  <a:srgbClr val="242424"/>
                </a:solidFill>
                <a:latin typeface="Times New Roman"/>
                <a:cs typeface="Times New Roman"/>
              </a:rPr>
              <a:t> </a:t>
            </a:r>
            <a:r>
              <a:rPr sz="1700" spc="-5" dirty="0">
                <a:solidFill>
                  <a:srgbClr val="242424"/>
                </a:solidFill>
                <a:latin typeface="Times New Roman"/>
                <a:cs typeface="Times New Roman"/>
              </a:rPr>
              <a:t>stal</a:t>
            </a:r>
            <a:r>
              <a:rPr sz="1700" spc="-2" dirty="0">
                <a:solidFill>
                  <a:srgbClr val="242424"/>
                </a:solidFill>
                <a:latin typeface="Times New Roman"/>
                <a:cs typeface="Times New Roman"/>
              </a:rPr>
              <a:t>l</a:t>
            </a:r>
            <a:r>
              <a:rPr sz="1700" spc="-22" dirty="0">
                <a:solidFill>
                  <a:srgbClr val="242424"/>
                </a:solidFill>
                <a:latin typeface="Times New Roman"/>
                <a:cs typeface="Times New Roman"/>
              </a:rPr>
              <a:t> </a:t>
            </a:r>
            <a:r>
              <a:rPr sz="1700" spc="-2" dirty="0">
                <a:solidFill>
                  <a:srgbClr val="242424"/>
                </a:solidFill>
                <a:latin typeface="Times New Roman"/>
                <a:cs typeface="Times New Roman"/>
              </a:rPr>
              <a:t>until</a:t>
            </a:r>
            <a:r>
              <a:rPr sz="1700" spc="-17" dirty="0">
                <a:solidFill>
                  <a:srgbClr val="242424"/>
                </a:solidFill>
                <a:latin typeface="Times New Roman"/>
                <a:cs typeface="Times New Roman"/>
              </a:rPr>
              <a:t> </a:t>
            </a:r>
            <a:r>
              <a:rPr sz="1700" spc="-2" dirty="0">
                <a:solidFill>
                  <a:srgbClr val="242424"/>
                </a:solidFill>
                <a:latin typeface="Times New Roman"/>
                <a:cs typeface="Times New Roman"/>
              </a:rPr>
              <a:t>i</a:t>
            </a:r>
            <a:r>
              <a:rPr sz="1700" spc="-10" dirty="0">
                <a:solidFill>
                  <a:srgbClr val="242424"/>
                </a:solidFill>
                <a:latin typeface="Times New Roman"/>
                <a:cs typeface="Times New Roman"/>
              </a:rPr>
              <a:t>n</a:t>
            </a:r>
            <a:r>
              <a:rPr sz="1700" spc="-5" dirty="0">
                <a:solidFill>
                  <a:srgbClr val="242424"/>
                </a:solidFill>
                <a:latin typeface="Times New Roman"/>
                <a:cs typeface="Times New Roman"/>
              </a:rPr>
              <a:t>struc</a:t>
            </a:r>
            <a:r>
              <a:rPr sz="1700" spc="-2" dirty="0">
                <a:solidFill>
                  <a:srgbClr val="242424"/>
                </a:solidFill>
                <a:latin typeface="Times New Roman"/>
                <a:cs typeface="Times New Roman"/>
              </a:rPr>
              <a:t>ti</a:t>
            </a:r>
            <a:r>
              <a:rPr sz="1700" dirty="0">
                <a:solidFill>
                  <a:srgbClr val="242424"/>
                </a:solidFill>
                <a:latin typeface="Times New Roman"/>
                <a:cs typeface="Times New Roman"/>
              </a:rPr>
              <a:t>on</a:t>
            </a:r>
            <a:r>
              <a:rPr sz="1700" spc="-19" dirty="0">
                <a:solidFill>
                  <a:srgbClr val="242424"/>
                </a:solidFill>
                <a:latin typeface="Times New Roman"/>
                <a:cs typeface="Times New Roman"/>
              </a:rPr>
              <a:t> </a:t>
            </a:r>
            <a:r>
              <a:rPr sz="1700" spc="-5" dirty="0">
                <a:solidFill>
                  <a:srgbClr val="242424"/>
                </a:solidFill>
                <a:latin typeface="Times New Roman"/>
                <a:cs typeface="Times New Roman"/>
              </a:rPr>
              <a:t>one</a:t>
            </a:r>
            <a:r>
              <a:rPr sz="1700" spc="-22" dirty="0">
                <a:solidFill>
                  <a:srgbClr val="242424"/>
                </a:solidFill>
                <a:latin typeface="Times New Roman"/>
                <a:cs typeface="Times New Roman"/>
              </a:rPr>
              <a:t> </a:t>
            </a:r>
            <a:r>
              <a:rPr sz="1700" spc="-2" dirty="0">
                <a:solidFill>
                  <a:srgbClr val="242424"/>
                </a:solidFill>
                <a:latin typeface="Times New Roman"/>
                <a:cs typeface="Times New Roman"/>
              </a:rPr>
              <a:t>is</a:t>
            </a:r>
            <a:r>
              <a:rPr sz="1700" spc="-17" dirty="0">
                <a:solidFill>
                  <a:srgbClr val="242424"/>
                </a:solidFill>
                <a:latin typeface="Times New Roman"/>
                <a:cs typeface="Times New Roman"/>
              </a:rPr>
              <a:t> </a:t>
            </a:r>
            <a:r>
              <a:rPr sz="1700" spc="-14" dirty="0">
                <a:solidFill>
                  <a:srgbClr val="242424"/>
                </a:solidFill>
                <a:latin typeface="Times New Roman"/>
                <a:cs typeface="Times New Roman"/>
              </a:rPr>
              <a:t>e</a:t>
            </a:r>
            <a:r>
              <a:rPr sz="1700" spc="-5" dirty="0">
                <a:solidFill>
                  <a:srgbClr val="242424"/>
                </a:solidFill>
                <a:latin typeface="Times New Roman"/>
                <a:cs typeface="Times New Roman"/>
              </a:rPr>
              <a:t>x</a:t>
            </a:r>
            <a:r>
              <a:rPr sz="1700" spc="-7" dirty="0">
                <a:solidFill>
                  <a:srgbClr val="242424"/>
                </a:solidFill>
                <a:latin typeface="Times New Roman"/>
                <a:cs typeface="Times New Roman"/>
              </a:rPr>
              <a:t>ec</a:t>
            </a:r>
            <a:r>
              <a:rPr sz="1700" spc="-5" dirty="0">
                <a:solidFill>
                  <a:srgbClr val="242424"/>
                </a:solidFill>
                <a:latin typeface="Times New Roman"/>
                <a:cs typeface="Times New Roman"/>
              </a:rPr>
              <a:t>uted</a:t>
            </a:r>
            <a:r>
              <a:rPr sz="1700" spc="-19" dirty="0">
                <a:solidFill>
                  <a:srgbClr val="242424"/>
                </a:solidFill>
                <a:latin typeface="Times New Roman"/>
                <a:cs typeface="Times New Roman"/>
              </a:rPr>
              <a:t> </a:t>
            </a:r>
            <a:r>
              <a:rPr sz="1700" spc="-7" dirty="0">
                <a:solidFill>
                  <a:srgbClr val="242424"/>
                </a:solidFill>
                <a:latin typeface="Times New Roman"/>
                <a:cs typeface="Times New Roman"/>
              </a:rPr>
              <a:t>a</a:t>
            </a:r>
            <a:r>
              <a:rPr sz="1700" dirty="0">
                <a:solidFill>
                  <a:srgbClr val="242424"/>
                </a:solidFill>
                <a:latin typeface="Times New Roman"/>
                <a:cs typeface="Times New Roman"/>
              </a:rPr>
              <a:t>nd</a:t>
            </a:r>
            <a:r>
              <a:rPr sz="1700" spc="-19" dirty="0">
                <a:solidFill>
                  <a:srgbClr val="242424"/>
                </a:solidFill>
                <a:latin typeface="Times New Roman"/>
                <a:cs typeface="Times New Roman"/>
              </a:rPr>
              <a:t> </a:t>
            </a:r>
            <a:r>
              <a:rPr sz="1700" spc="-2" dirty="0">
                <a:solidFill>
                  <a:srgbClr val="242424"/>
                </a:solidFill>
                <a:latin typeface="Times New Roman"/>
                <a:cs typeface="Times New Roman"/>
              </a:rPr>
              <a:t>the</a:t>
            </a:r>
            <a:r>
              <a:rPr sz="1700" spc="-19" dirty="0">
                <a:solidFill>
                  <a:srgbClr val="242424"/>
                </a:solidFill>
                <a:latin typeface="Times New Roman"/>
                <a:cs typeface="Times New Roman"/>
              </a:rPr>
              <a:t> </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e</a:t>
            </a:r>
            <a:r>
              <a:rPr sz="1700" spc="-5" dirty="0">
                <a:solidFill>
                  <a:srgbClr val="242424"/>
                </a:solidFill>
                <a:latin typeface="Times New Roman"/>
                <a:cs typeface="Times New Roman"/>
              </a:rPr>
              <a:t>sul</a:t>
            </a:r>
            <a:r>
              <a:rPr sz="1700" spc="-2" dirty="0">
                <a:solidFill>
                  <a:srgbClr val="242424"/>
                </a:solidFill>
                <a:latin typeface="Times New Roman"/>
                <a:cs typeface="Times New Roman"/>
              </a:rPr>
              <a:t>t</a:t>
            </a:r>
            <a:r>
              <a:rPr sz="1700" spc="-17" dirty="0">
                <a:solidFill>
                  <a:srgbClr val="242424"/>
                </a:solidFill>
                <a:latin typeface="Times New Roman"/>
                <a:cs typeface="Times New Roman"/>
              </a:rPr>
              <a:t> </a:t>
            </a:r>
            <a:r>
              <a:rPr sz="1700" spc="-2" dirty="0">
                <a:solidFill>
                  <a:srgbClr val="242424"/>
                </a:solidFill>
                <a:latin typeface="Times New Roman"/>
                <a:cs typeface="Times New Roman"/>
              </a:rPr>
              <a:t>is</a:t>
            </a:r>
            <a:r>
              <a:rPr sz="1700" spc="-17" dirty="0">
                <a:solidFill>
                  <a:srgbClr val="242424"/>
                </a:solidFill>
                <a:latin typeface="Times New Roman"/>
                <a:cs typeface="Times New Roman"/>
              </a:rPr>
              <a:t> </a:t>
            </a:r>
            <a:r>
              <a:rPr sz="1700" spc="-5" dirty="0">
                <a:solidFill>
                  <a:srgbClr val="242424"/>
                </a:solidFill>
                <a:latin typeface="Times New Roman"/>
                <a:cs typeface="Times New Roman"/>
              </a:rPr>
              <a:t>g</a:t>
            </a:r>
            <a:r>
              <a:rPr sz="1700" spc="-7" dirty="0">
                <a:solidFill>
                  <a:srgbClr val="242424"/>
                </a:solidFill>
                <a:latin typeface="Times New Roman"/>
                <a:cs typeface="Times New Roman"/>
              </a:rPr>
              <a:t>e</a:t>
            </a:r>
            <a:r>
              <a:rPr sz="1700" spc="-5" dirty="0">
                <a:solidFill>
                  <a:srgbClr val="242424"/>
                </a:solidFill>
                <a:latin typeface="Times New Roman"/>
                <a:cs typeface="Times New Roman"/>
              </a:rPr>
              <a:t>n</a:t>
            </a:r>
            <a:r>
              <a:rPr sz="1700" spc="-7" dirty="0">
                <a:solidFill>
                  <a:srgbClr val="242424"/>
                </a:solidFill>
                <a:latin typeface="Times New Roman"/>
                <a:cs typeface="Times New Roman"/>
              </a:rPr>
              <a:t>e</a:t>
            </a:r>
            <a:r>
              <a:rPr sz="1700" spc="-2" dirty="0">
                <a:solidFill>
                  <a:srgbClr val="242424"/>
                </a:solidFill>
                <a:latin typeface="Times New Roman"/>
                <a:cs typeface="Times New Roman"/>
              </a:rPr>
              <a:t>r</a:t>
            </a:r>
            <a:r>
              <a:rPr sz="1700" spc="-10" dirty="0">
                <a:solidFill>
                  <a:srgbClr val="242424"/>
                </a:solidFill>
                <a:latin typeface="Times New Roman"/>
                <a:cs typeface="Times New Roman"/>
              </a:rPr>
              <a:t>a</a:t>
            </a:r>
            <a:r>
              <a:rPr sz="1700" dirty="0">
                <a:solidFill>
                  <a:srgbClr val="242424"/>
                </a:solidFill>
                <a:latin typeface="Times New Roman"/>
                <a:cs typeface="Times New Roman"/>
              </a:rPr>
              <a:t>t</a:t>
            </a:r>
            <a:r>
              <a:rPr sz="1700" spc="-7" dirty="0">
                <a:solidFill>
                  <a:srgbClr val="242424"/>
                </a:solidFill>
                <a:latin typeface="Times New Roman"/>
                <a:cs typeface="Times New Roman"/>
              </a:rPr>
              <a:t>e</a:t>
            </a:r>
            <a:r>
              <a:rPr sz="1700" dirty="0">
                <a:solidFill>
                  <a:srgbClr val="242424"/>
                </a:solidFill>
                <a:latin typeface="Times New Roman"/>
                <a:cs typeface="Times New Roman"/>
              </a:rPr>
              <a:t>d.</a:t>
            </a:r>
            <a:r>
              <a:rPr sz="1700" spc="-19" dirty="0">
                <a:solidFill>
                  <a:srgbClr val="242424"/>
                </a:solidFill>
                <a:latin typeface="Times New Roman"/>
                <a:cs typeface="Times New Roman"/>
              </a:rPr>
              <a:t> </a:t>
            </a:r>
            <a:r>
              <a:rPr sz="1700" spc="-5" dirty="0">
                <a:solidFill>
                  <a:srgbClr val="242424"/>
                </a:solidFill>
                <a:latin typeface="Times New Roman"/>
                <a:cs typeface="Times New Roman"/>
              </a:rPr>
              <a:t>This</a:t>
            </a:r>
            <a:r>
              <a:rPr sz="1700" spc="-17" dirty="0">
                <a:solidFill>
                  <a:srgbClr val="242424"/>
                </a:solidFill>
                <a:latin typeface="Times New Roman"/>
                <a:cs typeface="Times New Roman"/>
              </a:rPr>
              <a:t> </a:t>
            </a:r>
            <a:r>
              <a:rPr sz="1700" spc="-5" dirty="0">
                <a:solidFill>
                  <a:srgbClr val="242424"/>
                </a:solidFill>
                <a:latin typeface="Times New Roman"/>
                <a:cs typeface="Times New Roman"/>
              </a:rPr>
              <a:t>type</a:t>
            </a:r>
            <a:r>
              <a:rPr sz="1700" spc="-2" dirty="0">
                <a:solidFill>
                  <a:srgbClr val="242424"/>
                </a:solidFill>
                <a:latin typeface="Times New Roman"/>
                <a:cs typeface="Times New Roman"/>
              </a:rPr>
              <a:t> </a:t>
            </a:r>
            <a:r>
              <a:rPr sz="1700" dirty="0">
                <a:solidFill>
                  <a:srgbClr val="242424"/>
                </a:solidFill>
                <a:latin typeface="Times New Roman"/>
                <a:cs typeface="Times New Roman"/>
              </a:rPr>
              <a:t>of </a:t>
            </a:r>
            <a:r>
              <a:rPr sz="1700" spc="-5" dirty="0">
                <a:solidFill>
                  <a:srgbClr val="242424"/>
                </a:solidFill>
                <a:latin typeface="Times New Roman"/>
                <a:cs typeface="Times New Roman"/>
              </a:rPr>
              <a:t>h</a:t>
            </a:r>
            <a:r>
              <a:rPr sz="1700" spc="-10" dirty="0">
                <a:solidFill>
                  <a:srgbClr val="242424"/>
                </a:solidFill>
                <a:latin typeface="Times New Roman"/>
                <a:cs typeface="Times New Roman"/>
              </a:rPr>
              <a:t>a</a:t>
            </a:r>
            <a:r>
              <a:rPr sz="1700" spc="-7" dirty="0">
                <a:solidFill>
                  <a:srgbClr val="242424"/>
                </a:solidFill>
                <a:latin typeface="Times New Roman"/>
                <a:cs typeface="Times New Roman"/>
              </a:rPr>
              <a:t>z</a:t>
            </a:r>
            <a:r>
              <a:rPr sz="1700" spc="-2" dirty="0">
                <a:solidFill>
                  <a:srgbClr val="242424"/>
                </a:solidFill>
                <a:latin typeface="Times New Roman"/>
                <a:cs typeface="Times New Roman"/>
              </a:rPr>
              <a:t>a</a:t>
            </a:r>
            <a:r>
              <a:rPr sz="1700" dirty="0">
                <a:solidFill>
                  <a:srgbClr val="242424"/>
                </a:solidFill>
                <a:latin typeface="Times New Roman"/>
                <a:cs typeface="Times New Roman"/>
              </a:rPr>
              <a:t>rd </a:t>
            </a:r>
            <a:r>
              <a:rPr sz="1700" spc="-2" dirty="0">
                <a:solidFill>
                  <a:srgbClr val="242424"/>
                </a:solidFill>
                <a:latin typeface="Times New Roman"/>
                <a:cs typeface="Times New Roman"/>
              </a:rPr>
              <a:t>is </a:t>
            </a:r>
            <a:r>
              <a:rPr sz="1700" spc="-7" dirty="0">
                <a:solidFill>
                  <a:srgbClr val="242424"/>
                </a:solidFill>
                <a:latin typeface="Times New Roman"/>
                <a:cs typeface="Times New Roman"/>
              </a:rPr>
              <a:t>ca</a:t>
            </a:r>
            <a:r>
              <a:rPr sz="1700" spc="-2" dirty="0">
                <a:solidFill>
                  <a:srgbClr val="242424"/>
                </a:solidFill>
                <a:latin typeface="Times New Roman"/>
                <a:cs typeface="Times New Roman"/>
              </a:rPr>
              <a:t>ll</a:t>
            </a:r>
            <a:r>
              <a:rPr sz="1700" spc="-7" dirty="0">
                <a:solidFill>
                  <a:srgbClr val="242424"/>
                </a:solidFill>
                <a:latin typeface="Times New Roman"/>
                <a:cs typeface="Times New Roman"/>
              </a:rPr>
              <a:t>e</a:t>
            </a:r>
            <a:r>
              <a:rPr sz="1700" dirty="0">
                <a:solidFill>
                  <a:srgbClr val="242424"/>
                </a:solidFill>
                <a:latin typeface="Times New Roman"/>
                <a:cs typeface="Times New Roman"/>
              </a:rPr>
              <a:t>d </a:t>
            </a:r>
            <a:r>
              <a:rPr sz="1700" spc="-2" dirty="0">
                <a:solidFill>
                  <a:srgbClr val="242424"/>
                </a:solidFill>
                <a:latin typeface="Times New Roman"/>
                <a:cs typeface="Times New Roman"/>
              </a:rPr>
              <a:t>the</a:t>
            </a:r>
            <a:r>
              <a:rPr sz="1700" spc="2" dirty="0">
                <a:solidFill>
                  <a:srgbClr val="242424"/>
                </a:solidFill>
                <a:latin typeface="Times New Roman"/>
                <a:cs typeface="Times New Roman"/>
              </a:rPr>
              <a:t> </a:t>
            </a:r>
            <a:r>
              <a:rPr sz="1700" b="1" spc="-2" dirty="0">
                <a:solidFill>
                  <a:srgbClr val="242424"/>
                </a:solidFill>
                <a:latin typeface="Times New Roman"/>
                <a:cs typeface="Times New Roman"/>
              </a:rPr>
              <a:t>re</a:t>
            </a:r>
            <a:r>
              <a:rPr sz="1700" b="1" spc="-7" dirty="0">
                <a:solidFill>
                  <a:srgbClr val="242424"/>
                </a:solidFill>
                <a:latin typeface="Times New Roman"/>
                <a:cs typeface="Times New Roman"/>
              </a:rPr>
              <a:t>a</a:t>
            </a:r>
            <a:r>
              <a:rPr sz="1700" b="1" spc="2" dirty="0">
                <a:solidFill>
                  <a:srgbClr val="242424"/>
                </a:solidFill>
                <a:latin typeface="Times New Roman"/>
                <a:cs typeface="Times New Roman"/>
              </a:rPr>
              <a:t>d</a:t>
            </a:r>
            <a:r>
              <a:rPr sz="1700" b="1" spc="-2" dirty="0">
                <a:solidFill>
                  <a:srgbClr val="242424"/>
                </a:solidFill>
                <a:latin typeface="Times New Roman"/>
                <a:cs typeface="Times New Roman"/>
              </a:rPr>
              <a:t>-</a:t>
            </a:r>
            <a:r>
              <a:rPr sz="1700" b="1" spc="-7" dirty="0">
                <a:solidFill>
                  <a:srgbClr val="242424"/>
                </a:solidFill>
                <a:latin typeface="Times New Roman"/>
                <a:cs typeface="Times New Roman"/>
              </a:rPr>
              <a:t>a</a:t>
            </a:r>
            <a:r>
              <a:rPr sz="1700" b="1" spc="-2" dirty="0">
                <a:solidFill>
                  <a:srgbClr val="242424"/>
                </a:solidFill>
                <a:latin typeface="Times New Roman"/>
                <a:cs typeface="Times New Roman"/>
              </a:rPr>
              <a:t>f</a:t>
            </a:r>
            <a:r>
              <a:rPr sz="1700" b="1" dirty="0">
                <a:solidFill>
                  <a:srgbClr val="242424"/>
                </a:solidFill>
                <a:latin typeface="Times New Roman"/>
                <a:cs typeface="Times New Roman"/>
              </a:rPr>
              <a:t>t</a:t>
            </a:r>
            <a:r>
              <a:rPr sz="1700" b="1" spc="-7" dirty="0">
                <a:solidFill>
                  <a:srgbClr val="242424"/>
                </a:solidFill>
                <a:latin typeface="Times New Roman"/>
                <a:cs typeface="Times New Roman"/>
              </a:rPr>
              <a:t>e</a:t>
            </a:r>
            <a:r>
              <a:rPr sz="1700" b="1" spc="-2" dirty="0">
                <a:solidFill>
                  <a:srgbClr val="242424"/>
                </a:solidFill>
                <a:latin typeface="Times New Roman"/>
                <a:cs typeface="Times New Roman"/>
              </a:rPr>
              <a:t>r-</a:t>
            </a:r>
            <a:r>
              <a:rPr sz="1700" b="1" spc="2" dirty="0">
                <a:solidFill>
                  <a:srgbClr val="242424"/>
                </a:solidFill>
                <a:latin typeface="Times New Roman"/>
                <a:cs typeface="Times New Roman"/>
              </a:rPr>
              <a:t>w</a:t>
            </a:r>
            <a:r>
              <a:rPr sz="1700" b="1" spc="-2" dirty="0">
                <a:solidFill>
                  <a:srgbClr val="242424"/>
                </a:solidFill>
                <a:latin typeface="Times New Roman"/>
                <a:cs typeface="Times New Roman"/>
              </a:rPr>
              <a:t>rite</a:t>
            </a:r>
            <a:r>
              <a:rPr sz="1700" spc="-2" dirty="0">
                <a:solidFill>
                  <a:srgbClr val="242424"/>
                </a:solidFill>
                <a:latin typeface="Times New Roman"/>
                <a:cs typeface="Times New Roman"/>
              </a:rPr>
              <a:t> pipelini</a:t>
            </a:r>
            <a:r>
              <a:rPr sz="1700" dirty="0">
                <a:solidFill>
                  <a:srgbClr val="242424"/>
                </a:solidFill>
                <a:latin typeface="Times New Roman"/>
                <a:cs typeface="Times New Roman"/>
              </a:rPr>
              <a:t>ng </a:t>
            </a:r>
            <a:r>
              <a:rPr sz="1700" spc="-5" dirty="0">
                <a:solidFill>
                  <a:srgbClr val="242424"/>
                </a:solidFill>
                <a:latin typeface="Times New Roman"/>
                <a:cs typeface="Times New Roman"/>
              </a:rPr>
              <a:t>h</a:t>
            </a:r>
            <a:r>
              <a:rPr sz="1700" spc="-7" dirty="0">
                <a:solidFill>
                  <a:srgbClr val="242424"/>
                </a:solidFill>
                <a:latin typeface="Times New Roman"/>
                <a:cs typeface="Times New Roman"/>
              </a:rPr>
              <a:t>aza</a:t>
            </a:r>
            <a:r>
              <a:rPr sz="1700" dirty="0">
                <a:solidFill>
                  <a:srgbClr val="242424"/>
                </a:solidFill>
                <a:latin typeface="Times New Roman"/>
                <a:cs typeface="Times New Roman"/>
              </a:rPr>
              <a:t>rd.</a:t>
            </a:r>
            <a:endParaRPr sz="1700" dirty="0">
              <a:latin typeface="Times New Roman"/>
              <a:cs typeface="Times New Roman"/>
            </a:endParaRPr>
          </a:p>
        </p:txBody>
      </p:sp>
      <p:sp>
        <p:nvSpPr>
          <p:cNvPr id="7" name="object 5"/>
          <p:cNvSpPr/>
          <p:nvPr/>
        </p:nvSpPr>
        <p:spPr>
          <a:xfrm>
            <a:off x="2705000" y="3136475"/>
            <a:ext cx="3882862" cy="1524000"/>
          </a:xfrm>
          <a:prstGeom prst="rect">
            <a:avLst/>
          </a:prstGeom>
          <a:blipFill>
            <a:blip r:embed="rId6" cstate="print"/>
            <a:stretch>
              <a:fillRect/>
            </a:stretch>
          </a:blipFill>
        </p:spPr>
        <p:txBody>
          <a:bodyPr wrap="square" lIns="0" tIns="0" rIns="0" bIns="0" rtlCol="0"/>
          <a:lstStyle/>
          <a:p>
            <a:endParaRPr sz="866"/>
          </a:p>
        </p:txBody>
      </p:sp>
      <p:sp>
        <p:nvSpPr>
          <p:cNvPr id="12" name="TextBox 11">
            <a:extLst>
              <a:ext uri="{FF2B5EF4-FFF2-40B4-BE49-F238E27FC236}">
                <a16:creationId xmlns:a16="http://schemas.microsoft.com/office/drawing/2014/main" id="{34480AC3-807D-AA1A-A577-8D1A617595E2}"/>
              </a:ext>
            </a:extLst>
          </p:cNvPr>
          <p:cNvSpPr txBox="1"/>
          <p:nvPr/>
        </p:nvSpPr>
        <p:spPr>
          <a:xfrm>
            <a:off x="6257994" y="3790950"/>
            <a:ext cx="2286000" cy="430887"/>
          </a:xfrm>
          <a:prstGeom prst="rect">
            <a:avLst/>
          </a:prstGeom>
          <a:noFill/>
        </p:spPr>
        <p:txBody>
          <a:bodyPr wrap="square">
            <a:spAutoFit/>
          </a:bodyPr>
          <a:lstStyle/>
          <a:p>
            <a:pPr marL="898895"/>
            <a:r>
              <a:rPr lang="en-US" sz="1100" i="1" dirty="0">
                <a:latin typeface="Times New Roman"/>
                <a:cs typeface="Times New Roman"/>
              </a:rPr>
              <a:t>Read A</a:t>
            </a:r>
            <a:r>
              <a:rPr lang="en-US" sz="1100" i="1" spc="-5" dirty="0">
                <a:latin typeface="Times New Roman"/>
                <a:cs typeface="Times New Roman"/>
              </a:rPr>
              <a:t>f</a:t>
            </a:r>
            <a:r>
              <a:rPr lang="en-US" sz="1100" i="1" dirty="0">
                <a:latin typeface="Times New Roman"/>
                <a:cs typeface="Times New Roman"/>
              </a:rPr>
              <a:t>ter</a:t>
            </a:r>
            <a:r>
              <a:rPr lang="en-US" sz="1100" i="1" spc="-5" dirty="0">
                <a:latin typeface="Times New Roman"/>
                <a:cs typeface="Times New Roman"/>
              </a:rPr>
              <a:t> </a:t>
            </a:r>
            <a:r>
              <a:rPr lang="en-US" sz="1100" i="1" dirty="0">
                <a:latin typeface="Times New Roman"/>
                <a:cs typeface="Times New Roman"/>
              </a:rPr>
              <a:t>W</a:t>
            </a:r>
            <a:r>
              <a:rPr lang="en-US" sz="1100" i="1" spc="-7" dirty="0">
                <a:latin typeface="Times New Roman"/>
                <a:cs typeface="Times New Roman"/>
              </a:rPr>
              <a:t>r</a:t>
            </a:r>
            <a:r>
              <a:rPr lang="en-US" sz="1100" i="1" spc="-5" dirty="0">
                <a:latin typeface="Times New Roman"/>
                <a:cs typeface="Times New Roman"/>
              </a:rPr>
              <a:t>i</a:t>
            </a:r>
            <a:r>
              <a:rPr lang="en-US" sz="1100" i="1" dirty="0">
                <a:latin typeface="Times New Roman"/>
                <a:cs typeface="Times New Roman"/>
              </a:rPr>
              <a:t>te P</a:t>
            </a:r>
            <a:r>
              <a:rPr lang="en-US" sz="1100" i="1" spc="-5" dirty="0">
                <a:latin typeface="Times New Roman"/>
                <a:cs typeface="Times New Roman"/>
              </a:rPr>
              <a:t>i</a:t>
            </a:r>
            <a:r>
              <a:rPr lang="en-US" sz="1100" i="1" dirty="0">
                <a:latin typeface="Times New Roman"/>
                <a:cs typeface="Times New Roman"/>
              </a:rPr>
              <a:t>pe</a:t>
            </a:r>
            <a:r>
              <a:rPr lang="en-US" sz="1100" i="1" spc="-5" dirty="0">
                <a:latin typeface="Times New Roman"/>
                <a:cs typeface="Times New Roman"/>
              </a:rPr>
              <a:t>l</a:t>
            </a:r>
            <a:r>
              <a:rPr lang="en-US" sz="1100" i="1" dirty="0">
                <a:latin typeface="Times New Roman"/>
                <a:cs typeface="Times New Roman"/>
              </a:rPr>
              <a:t>i</a:t>
            </a:r>
            <a:r>
              <a:rPr lang="en-US" sz="1100" i="1" spc="-7" dirty="0">
                <a:latin typeface="Times New Roman"/>
                <a:cs typeface="Times New Roman"/>
              </a:rPr>
              <a:t>n</a:t>
            </a:r>
            <a:r>
              <a:rPr lang="en-US" sz="1100" i="1" dirty="0">
                <a:latin typeface="Times New Roman"/>
                <a:cs typeface="Times New Roman"/>
              </a:rPr>
              <a:t>i</a:t>
            </a:r>
            <a:r>
              <a:rPr lang="en-US" sz="1100" i="1" spc="-7" dirty="0">
                <a:latin typeface="Times New Roman"/>
                <a:cs typeface="Times New Roman"/>
              </a:rPr>
              <a:t>n</a:t>
            </a:r>
            <a:r>
              <a:rPr lang="en-US" sz="1100" i="1" dirty="0">
                <a:latin typeface="Times New Roman"/>
                <a:cs typeface="Times New Roman"/>
              </a:rPr>
              <a:t>g </a:t>
            </a:r>
            <a:r>
              <a:rPr lang="en-US" sz="1100" i="1" spc="-5" dirty="0">
                <a:latin typeface="Times New Roman"/>
                <a:cs typeface="Times New Roman"/>
              </a:rPr>
              <a:t>H</a:t>
            </a:r>
            <a:r>
              <a:rPr lang="en-US" sz="1100" i="1" dirty="0">
                <a:latin typeface="Times New Roman"/>
                <a:cs typeface="Times New Roman"/>
              </a:rPr>
              <a:t>azard</a:t>
            </a:r>
            <a:endParaRPr lang="en-US" sz="1100" dirty="0">
              <a:latin typeface="Times New Roman"/>
              <a:cs typeface="Times New Roman"/>
            </a:endParaRPr>
          </a:p>
        </p:txBody>
      </p:sp>
    </p:spTree>
    <p:extLst>
      <p:ext uri="{BB962C8B-B14F-4D97-AF65-F5344CB8AC3E}">
        <p14:creationId xmlns:p14="http://schemas.microsoft.com/office/powerpoint/2010/main" val="1346552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4DDBC-5590-BDDC-47BF-2D7ACCF1B70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023250-CCD3-F7C2-A3F7-2F41B3DDD8F2}"/>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BB50187C-D379-33B1-A414-A9BA4D1481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245A428-6DC4-A18B-865A-1379C0F425A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87013D2D-0927-A2BD-F3D5-69A2A0BF049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a:extLst>
              <a:ext uri="{FF2B5EF4-FFF2-40B4-BE49-F238E27FC236}">
                <a16:creationId xmlns:a16="http://schemas.microsoft.com/office/drawing/2014/main" id="{119E666C-E20D-0B78-1BEF-485C4A8A1257}"/>
              </a:ext>
            </a:extLst>
          </p:cNvPr>
          <p:cNvSpPr txBox="1"/>
          <p:nvPr/>
        </p:nvSpPr>
        <p:spPr>
          <a:xfrm>
            <a:off x="914400" y="1123950"/>
            <a:ext cx="7124733" cy="523220"/>
          </a:xfrm>
          <a:prstGeom prst="rect">
            <a:avLst/>
          </a:prstGeom>
        </p:spPr>
        <p:txBody>
          <a:bodyPr vert="horz" wrap="square" lIns="0" tIns="0" rIns="0" bIns="0" rtlCol="0">
            <a:spAutoFit/>
          </a:bodyPr>
          <a:lstStyle/>
          <a:p>
            <a:pPr marL="6109" marR="2443" algn="just">
              <a:spcBef>
                <a:spcPts val="366"/>
              </a:spcBef>
            </a:pPr>
            <a:r>
              <a:rPr sz="1700" spc="-5" dirty="0">
                <a:latin typeface="Times New Roman"/>
                <a:cs typeface="Times New Roman"/>
              </a:rPr>
              <a:t>Ex</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uti</a:t>
            </a:r>
            <a:r>
              <a:rPr sz="1700" dirty="0">
                <a:latin typeface="Times New Roman"/>
                <a:cs typeface="Times New Roman"/>
              </a:rPr>
              <a:t>on </a:t>
            </a:r>
            <a:r>
              <a:rPr sz="1700" spc="-7" dirty="0">
                <a:latin typeface="Times New Roman"/>
                <a:cs typeface="Times New Roman"/>
              </a:rPr>
              <a:t> </a:t>
            </a:r>
            <a:r>
              <a:rPr sz="1700" dirty="0">
                <a:latin typeface="Times New Roman"/>
                <a:cs typeface="Times New Roman"/>
              </a:rPr>
              <a:t>of </a:t>
            </a:r>
            <a:r>
              <a:rPr sz="1700" spc="-10" dirty="0">
                <a:latin typeface="Times New Roman"/>
                <a:cs typeface="Times New Roman"/>
              </a:rPr>
              <a:t> </a:t>
            </a:r>
            <a:r>
              <a:rPr sz="1700" spc="-2" dirty="0">
                <a:latin typeface="Times New Roman"/>
                <a:cs typeface="Times New Roman"/>
              </a:rPr>
              <a:t>br</a:t>
            </a:r>
            <a:r>
              <a:rPr sz="1700" spc="-10" dirty="0">
                <a:latin typeface="Times New Roman"/>
                <a:cs typeface="Times New Roman"/>
              </a:rPr>
              <a:t>a</a:t>
            </a:r>
            <a:r>
              <a:rPr sz="1700" spc="-5" dirty="0">
                <a:latin typeface="Times New Roman"/>
                <a:cs typeface="Times New Roman"/>
              </a:rPr>
              <a:t>n</a:t>
            </a:r>
            <a:r>
              <a:rPr sz="1700" spc="-7" dirty="0">
                <a:latin typeface="Times New Roman"/>
                <a:cs typeface="Times New Roman"/>
              </a:rPr>
              <a:t>c</a:t>
            </a:r>
            <a:r>
              <a:rPr sz="1700" dirty="0">
                <a:latin typeface="Times New Roman"/>
                <a:cs typeface="Times New Roman"/>
              </a:rPr>
              <a:t>h </a:t>
            </a:r>
            <a:r>
              <a:rPr sz="1700" spc="-7" dirty="0">
                <a:latin typeface="Times New Roman"/>
                <a:cs typeface="Times New Roman"/>
              </a:rPr>
              <a:t> </a:t>
            </a:r>
            <a:r>
              <a:rPr sz="1700" spc="-2" dirty="0">
                <a:latin typeface="Times New Roman"/>
                <a:cs typeface="Times New Roman"/>
              </a:rPr>
              <a:t>i</a:t>
            </a:r>
            <a:r>
              <a:rPr sz="1700" dirty="0">
                <a:latin typeface="Times New Roman"/>
                <a:cs typeface="Times New Roman"/>
              </a:rPr>
              <a:t>n</a:t>
            </a:r>
            <a:r>
              <a:rPr sz="1700" spc="-5" dirty="0">
                <a:latin typeface="Times New Roman"/>
                <a:cs typeface="Times New Roman"/>
              </a:rPr>
              <a:t>struc</a:t>
            </a:r>
            <a:r>
              <a:rPr sz="1700" spc="-2" dirty="0">
                <a:latin typeface="Times New Roman"/>
                <a:cs typeface="Times New Roman"/>
              </a:rPr>
              <a:t>ti</a:t>
            </a:r>
            <a:r>
              <a:rPr sz="1700" dirty="0">
                <a:latin typeface="Times New Roman"/>
                <a:cs typeface="Times New Roman"/>
              </a:rPr>
              <a:t>ons </a:t>
            </a:r>
            <a:r>
              <a:rPr sz="1700" spc="-7" dirty="0">
                <a:latin typeface="Times New Roman"/>
                <a:cs typeface="Times New Roman"/>
              </a:rPr>
              <a:t> a</a:t>
            </a:r>
            <a:r>
              <a:rPr sz="1700" spc="-2" dirty="0">
                <a:latin typeface="Times New Roman"/>
                <a:cs typeface="Times New Roman"/>
              </a:rPr>
              <a:t>lso</a:t>
            </a:r>
            <a:r>
              <a:rPr sz="1700" dirty="0">
                <a:latin typeface="Times New Roman"/>
                <a:cs typeface="Times New Roman"/>
              </a:rPr>
              <a:t> </a:t>
            </a:r>
            <a:r>
              <a:rPr sz="1700" spc="-7" dirty="0">
                <a:latin typeface="Times New Roman"/>
                <a:cs typeface="Times New Roman"/>
              </a:rPr>
              <a:t> ca</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s </a:t>
            </a:r>
            <a:r>
              <a:rPr sz="1700" spc="-7"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5" dirty="0">
                <a:latin typeface="Times New Roman"/>
                <a:cs typeface="Times New Roman"/>
              </a:rPr>
              <a:t> </a:t>
            </a:r>
            <a:r>
              <a:rPr sz="1700" spc="-2" dirty="0">
                <a:latin typeface="Times New Roman"/>
                <a:cs typeface="Times New Roman"/>
              </a:rPr>
              <a:t>pipelini</a:t>
            </a:r>
            <a:r>
              <a:rPr sz="1700" dirty="0">
                <a:latin typeface="Times New Roman"/>
                <a:cs typeface="Times New Roman"/>
              </a:rPr>
              <a:t>ng </a:t>
            </a:r>
            <a:r>
              <a:rPr sz="1700" spc="-7" dirty="0">
                <a:latin typeface="Times New Roman"/>
                <a:cs typeface="Times New Roman"/>
              </a:rPr>
              <a:t> </a:t>
            </a:r>
            <a:r>
              <a:rPr sz="1700" spc="-5" dirty="0">
                <a:latin typeface="Times New Roman"/>
                <a:cs typeface="Times New Roman"/>
              </a:rPr>
              <a:t>h</a:t>
            </a:r>
            <a:r>
              <a:rPr sz="1700" spc="-7" dirty="0">
                <a:latin typeface="Times New Roman"/>
                <a:cs typeface="Times New Roman"/>
              </a:rPr>
              <a:t>aza</a:t>
            </a:r>
            <a:r>
              <a:rPr sz="1700" dirty="0">
                <a:latin typeface="Times New Roman"/>
                <a:cs typeface="Times New Roman"/>
              </a:rPr>
              <a:t>rd. </a:t>
            </a:r>
            <a:r>
              <a:rPr sz="1700" spc="-10" dirty="0">
                <a:latin typeface="Times New Roman"/>
                <a:cs typeface="Times New Roman"/>
              </a:rPr>
              <a:t> </a:t>
            </a:r>
            <a:r>
              <a:rPr sz="1700" spc="-5" dirty="0">
                <a:latin typeface="Times New Roman"/>
                <a:cs typeface="Times New Roman"/>
              </a:rPr>
              <a:t>Bran</a:t>
            </a:r>
            <a:r>
              <a:rPr sz="1700" spc="-7" dirty="0">
                <a:latin typeface="Times New Roman"/>
                <a:cs typeface="Times New Roman"/>
              </a:rPr>
              <a:t>c</a:t>
            </a:r>
            <a:r>
              <a:rPr sz="1700" dirty="0">
                <a:latin typeface="Times New Roman"/>
                <a:cs typeface="Times New Roman"/>
              </a:rPr>
              <a:t>h </a:t>
            </a:r>
            <a:r>
              <a:rPr sz="1700" spc="-7" dirty="0">
                <a:latin typeface="Times New Roman"/>
                <a:cs typeface="Times New Roman"/>
              </a:rPr>
              <a:t>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ons </a:t>
            </a:r>
            <a:r>
              <a:rPr sz="1700" spc="-7" dirty="0">
                <a:latin typeface="Times New Roman"/>
                <a:cs typeface="Times New Roman"/>
              </a:rPr>
              <a:t> </a:t>
            </a:r>
            <a:r>
              <a:rPr sz="1700" spc="-2" dirty="0">
                <a:latin typeface="Times New Roman"/>
                <a:cs typeface="Times New Roman"/>
              </a:rPr>
              <a:t>in pipelines</a:t>
            </a:r>
            <a:r>
              <a:rPr sz="1700" dirty="0">
                <a:latin typeface="Times New Roman"/>
                <a:cs typeface="Times New Roman"/>
              </a:rPr>
              <a:t> </a:t>
            </a:r>
            <a:r>
              <a:rPr sz="1700" spc="-5" dirty="0">
                <a:latin typeface="Times New Roman"/>
                <a:cs typeface="Times New Roman"/>
              </a:rPr>
              <a:t>h</a:t>
            </a:r>
            <a:r>
              <a:rPr sz="1700" spc="-10" dirty="0">
                <a:latin typeface="Times New Roman"/>
                <a:cs typeface="Times New Roman"/>
              </a:rPr>
              <a:t>a</a:t>
            </a:r>
            <a:r>
              <a:rPr sz="1700" spc="-5" dirty="0">
                <a:latin typeface="Times New Roman"/>
                <a:cs typeface="Times New Roman"/>
              </a:rPr>
              <a:t>ve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5" dirty="0">
                <a:latin typeface="Times New Roman"/>
                <a:cs typeface="Times New Roman"/>
              </a:rPr>
              <a:t> </a:t>
            </a:r>
            <a:r>
              <a:rPr sz="1700" spc="-7" dirty="0">
                <a:latin typeface="Times New Roman"/>
                <a:cs typeface="Times New Roman"/>
              </a:rPr>
              <a:t>e</a:t>
            </a:r>
            <a:r>
              <a:rPr sz="1700" dirty="0">
                <a:latin typeface="Times New Roman"/>
                <a:cs typeface="Times New Roman"/>
              </a:rPr>
              <a:t>ff</a:t>
            </a:r>
            <a:r>
              <a:rPr sz="1700" spc="-7" dirty="0">
                <a:latin typeface="Times New Roman"/>
                <a:cs typeface="Times New Roman"/>
              </a:rPr>
              <a:t>ec</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o</a:t>
            </a:r>
            <a:r>
              <a:rPr sz="1700" dirty="0">
                <a:latin typeface="Times New Roman"/>
                <a:cs typeface="Times New Roman"/>
              </a:rPr>
              <a:t>n </a:t>
            </a:r>
            <a:r>
              <a:rPr sz="1700" spc="-2" dirty="0">
                <a:latin typeface="Times New Roman"/>
                <a:cs typeface="Times New Roman"/>
              </a:rPr>
              <a:t>the </a:t>
            </a:r>
            <a:r>
              <a:rPr sz="1700" spc="-5" dirty="0">
                <a:latin typeface="Times New Roman"/>
                <a:cs typeface="Times New Roman"/>
              </a:rPr>
              <a:t>f</a:t>
            </a:r>
            <a:r>
              <a:rPr sz="1700" spc="-7" dirty="0">
                <a:latin typeface="Times New Roman"/>
                <a:cs typeface="Times New Roman"/>
              </a:rPr>
              <a:t>e</a:t>
            </a:r>
            <a:r>
              <a:rPr sz="1700" spc="-2" dirty="0">
                <a:latin typeface="Times New Roman"/>
                <a:cs typeface="Times New Roman"/>
              </a:rPr>
              <a:t>tch </a:t>
            </a:r>
            <a:r>
              <a:rPr sz="1700" spc="-5" dirty="0">
                <a:latin typeface="Times New Roman"/>
                <a:cs typeface="Times New Roman"/>
              </a:rPr>
              <a:t>sta</a:t>
            </a:r>
            <a:r>
              <a:rPr sz="1700" spc="-2" dirty="0">
                <a:latin typeface="Times New Roman"/>
                <a:cs typeface="Times New Roman"/>
              </a:rPr>
              <a:t>g</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of </a:t>
            </a:r>
            <a:r>
              <a:rPr sz="1700" spc="-2" dirty="0">
                <a:latin typeface="Times New Roman"/>
                <a:cs typeface="Times New Roman"/>
              </a:rPr>
              <a:t>the </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xt</a:t>
            </a:r>
            <a:r>
              <a:rPr sz="1700" dirty="0">
                <a:latin typeface="Times New Roman"/>
                <a:cs typeface="Times New Roman"/>
              </a:rPr>
              <a:t> </a:t>
            </a:r>
            <a:r>
              <a:rPr sz="1700" spc="-2" dirty="0">
                <a:latin typeface="Times New Roman"/>
                <a:cs typeface="Times New Roman"/>
              </a:rPr>
              <a:t>instru</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ons.</a:t>
            </a:r>
          </a:p>
        </p:txBody>
      </p:sp>
      <p:sp>
        <p:nvSpPr>
          <p:cNvPr id="10" name="object 6">
            <a:extLst>
              <a:ext uri="{FF2B5EF4-FFF2-40B4-BE49-F238E27FC236}">
                <a16:creationId xmlns:a16="http://schemas.microsoft.com/office/drawing/2014/main" id="{CBAE74BD-CE1C-740E-18FC-E4D80ACFBA56}"/>
              </a:ext>
            </a:extLst>
          </p:cNvPr>
          <p:cNvSpPr/>
          <p:nvPr/>
        </p:nvSpPr>
        <p:spPr>
          <a:xfrm>
            <a:off x="1828800" y="1885950"/>
            <a:ext cx="3581400" cy="2360208"/>
          </a:xfrm>
          <a:prstGeom prst="rect">
            <a:avLst/>
          </a:prstGeom>
          <a:blipFill>
            <a:blip r:embed="rId6" cstate="print"/>
            <a:stretch>
              <a:fillRect/>
            </a:stretch>
          </a:blipFill>
        </p:spPr>
        <p:txBody>
          <a:bodyPr wrap="square" lIns="0" tIns="0" rIns="0" bIns="0" rtlCol="0"/>
          <a:lstStyle/>
          <a:p>
            <a:endParaRPr sz="866"/>
          </a:p>
        </p:txBody>
      </p:sp>
      <p:sp>
        <p:nvSpPr>
          <p:cNvPr id="5" name="TextBox 4">
            <a:extLst>
              <a:ext uri="{FF2B5EF4-FFF2-40B4-BE49-F238E27FC236}">
                <a16:creationId xmlns:a16="http://schemas.microsoft.com/office/drawing/2014/main" id="{02A9B55C-F39F-7B78-B7CF-9AF877BB5648}"/>
              </a:ext>
            </a:extLst>
          </p:cNvPr>
          <p:cNvSpPr txBox="1"/>
          <p:nvPr/>
        </p:nvSpPr>
        <p:spPr>
          <a:xfrm>
            <a:off x="5105400" y="2935249"/>
            <a:ext cx="2819400" cy="261610"/>
          </a:xfrm>
          <a:prstGeom prst="rect">
            <a:avLst/>
          </a:prstGeom>
          <a:noFill/>
        </p:spPr>
        <p:txBody>
          <a:bodyPr wrap="square">
            <a:spAutoFit/>
          </a:bodyPr>
          <a:lstStyle/>
          <a:p>
            <a:pPr marL="6109" indent="993885"/>
            <a:r>
              <a:rPr lang="en-US" sz="1100" i="1" dirty="0">
                <a:latin typeface="Times New Roman"/>
                <a:cs typeface="Times New Roman"/>
              </a:rPr>
              <a:t>Pip</a:t>
            </a:r>
            <a:r>
              <a:rPr lang="en-US" sz="1100" i="1" spc="-5" dirty="0">
                <a:latin typeface="Times New Roman"/>
                <a:cs typeface="Times New Roman"/>
              </a:rPr>
              <a:t>e</a:t>
            </a:r>
            <a:r>
              <a:rPr lang="en-US" sz="1100" i="1" dirty="0">
                <a:latin typeface="Times New Roman"/>
                <a:cs typeface="Times New Roman"/>
              </a:rPr>
              <a:t>li</a:t>
            </a:r>
            <a:r>
              <a:rPr lang="en-US" sz="1100" i="1" spc="-7" dirty="0">
                <a:latin typeface="Times New Roman"/>
                <a:cs typeface="Times New Roman"/>
              </a:rPr>
              <a:t>n</a:t>
            </a:r>
            <a:r>
              <a:rPr lang="en-US" sz="1100" i="1" dirty="0">
                <a:latin typeface="Times New Roman"/>
                <a:cs typeface="Times New Roman"/>
              </a:rPr>
              <a:t>ed Bra</a:t>
            </a:r>
            <a:r>
              <a:rPr lang="en-US" sz="1100" i="1" spc="-7" dirty="0">
                <a:latin typeface="Times New Roman"/>
                <a:cs typeface="Times New Roman"/>
              </a:rPr>
              <a:t>n</a:t>
            </a:r>
            <a:r>
              <a:rPr lang="en-US" sz="1100" i="1" dirty="0">
                <a:latin typeface="Times New Roman"/>
                <a:cs typeface="Times New Roman"/>
              </a:rPr>
              <a:t>ch</a:t>
            </a:r>
            <a:r>
              <a:rPr lang="en-US" sz="1100" i="1" spc="2" dirty="0">
                <a:latin typeface="Times New Roman"/>
                <a:cs typeface="Times New Roman"/>
              </a:rPr>
              <a:t> </a:t>
            </a:r>
            <a:r>
              <a:rPr lang="en-US" sz="1100" i="1" dirty="0" err="1">
                <a:latin typeface="Times New Roman"/>
                <a:cs typeface="Times New Roman"/>
              </a:rPr>
              <a:t>Be</a:t>
            </a:r>
            <a:r>
              <a:rPr lang="en-US" sz="1100" i="1" spc="-7" dirty="0" err="1">
                <a:latin typeface="Times New Roman"/>
                <a:cs typeface="Times New Roman"/>
              </a:rPr>
              <a:t>h</a:t>
            </a:r>
            <a:r>
              <a:rPr lang="en-US" sz="1100" i="1" dirty="0" err="1">
                <a:latin typeface="Times New Roman"/>
                <a:cs typeface="Times New Roman"/>
              </a:rPr>
              <a:t>av</a:t>
            </a:r>
            <a:r>
              <a:rPr lang="en-US" sz="1100" i="1" spc="-5" dirty="0" err="1">
                <a:latin typeface="Times New Roman"/>
                <a:cs typeface="Times New Roman"/>
              </a:rPr>
              <a:t>i</a:t>
            </a:r>
            <a:r>
              <a:rPr lang="en-US" sz="1100" i="1" dirty="0" err="1">
                <a:latin typeface="Times New Roman"/>
                <a:cs typeface="Times New Roman"/>
              </a:rPr>
              <a:t>o</a:t>
            </a:r>
            <a:r>
              <a:rPr lang="en-US" sz="1100" i="1" spc="-7" dirty="0" err="1">
                <a:latin typeface="Times New Roman"/>
                <a:cs typeface="Times New Roman"/>
              </a:rPr>
              <a:t>u</a:t>
            </a:r>
            <a:r>
              <a:rPr lang="en-US" sz="1100" i="1" dirty="0" err="1">
                <a:latin typeface="Times New Roman"/>
                <a:cs typeface="Times New Roman"/>
              </a:rPr>
              <a:t>r</a:t>
            </a:r>
            <a:endParaRPr lang="en-US" sz="1100" dirty="0">
              <a:latin typeface="Times New Roman"/>
              <a:cs typeface="Times New Roman"/>
            </a:endParaRPr>
          </a:p>
        </p:txBody>
      </p:sp>
    </p:spTree>
    <p:extLst>
      <p:ext uri="{BB962C8B-B14F-4D97-AF65-F5344CB8AC3E}">
        <p14:creationId xmlns:p14="http://schemas.microsoft.com/office/powerpoint/2010/main" val="2232799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26666-FBC8-168A-3742-C77833AC165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CC6C5C1-D96E-2E1E-3EFD-990BC2C111A5}"/>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ECC1487-EFBC-B73A-E0A2-5ACB0ACEA8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9187715B-5023-0B93-2F23-31E1BEF37F2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6EE941E3-B552-1073-4BC2-DCFB826E201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5" name="object 4">
            <a:extLst>
              <a:ext uri="{FF2B5EF4-FFF2-40B4-BE49-F238E27FC236}">
                <a16:creationId xmlns:a16="http://schemas.microsoft.com/office/drawing/2014/main" id="{226F841B-C974-7A56-942B-9C68F43A216F}"/>
              </a:ext>
            </a:extLst>
          </p:cNvPr>
          <p:cNvSpPr txBox="1"/>
          <p:nvPr/>
        </p:nvSpPr>
        <p:spPr>
          <a:xfrm>
            <a:off x="1162997" y="1263700"/>
            <a:ext cx="6914203" cy="2354491"/>
          </a:xfrm>
          <a:prstGeom prst="rect">
            <a:avLst/>
          </a:prstGeom>
        </p:spPr>
        <p:txBody>
          <a:bodyPr vert="horz" wrap="square" lIns="0" tIns="0" rIns="0" bIns="0" rtlCol="0">
            <a:spAutoFit/>
          </a:bodyPr>
          <a:lstStyle/>
          <a:p>
            <a:pPr marL="6109" algn="just"/>
            <a:r>
              <a:rPr sz="1700" dirty="0">
                <a:solidFill>
                  <a:srgbClr val="242424"/>
                </a:solidFill>
                <a:latin typeface="Times New Roman"/>
                <a:cs typeface="Times New Roman"/>
              </a:rPr>
              <a:t>P</a:t>
            </a:r>
            <a:r>
              <a:rPr sz="1700" spc="-2" dirty="0">
                <a:solidFill>
                  <a:srgbClr val="242424"/>
                </a:solidFill>
                <a:latin typeface="Times New Roman"/>
                <a:cs typeface="Times New Roman"/>
              </a:rPr>
              <a:t>ipeline </a:t>
            </a:r>
            <a:r>
              <a:rPr sz="1700" spc="-5" dirty="0">
                <a:solidFill>
                  <a:srgbClr val="242424"/>
                </a:solidFill>
                <a:latin typeface="Times New Roman"/>
                <a:cs typeface="Times New Roman"/>
              </a:rPr>
              <a:t>h</a:t>
            </a:r>
            <a:r>
              <a:rPr sz="1700" spc="-10" dirty="0">
                <a:solidFill>
                  <a:srgbClr val="242424"/>
                </a:solidFill>
                <a:latin typeface="Times New Roman"/>
                <a:cs typeface="Times New Roman"/>
              </a:rPr>
              <a:t>a</a:t>
            </a:r>
            <a:r>
              <a:rPr sz="1700" spc="-7" dirty="0">
                <a:solidFill>
                  <a:srgbClr val="242424"/>
                </a:solidFill>
                <a:latin typeface="Times New Roman"/>
                <a:cs typeface="Times New Roman"/>
              </a:rPr>
              <a:t>za</a:t>
            </a:r>
            <a:r>
              <a:rPr sz="1700" dirty="0">
                <a:solidFill>
                  <a:srgbClr val="242424"/>
                </a:solidFill>
                <a:latin typeface="Times New Roman"/>
                <a:cs typeface="Times New Roman"/>
              </a:rPr>
              <a:t>rds</a:t>
            </a:r>
            <a:r>
              <a:rPr sz="1700" spc="2" dirty="0">
                <a:solidFill>
                  <a:srgbClr val="242424"/>
                </a:solidFill>
                <a:latin typeface="Times New Roman"/>
                <a:cs typeface="Times New Roman"/>
              </a:rPr>
              <a:t> </a:t>
            </a:r>
            <a:r>
              <a:rPr sz="1700" spc="-7" dirty="0">
                <a:solidFill>
                  <a:srgbClr val="242424"/>
                </a:solidFill>
                <a:latin typeface="Times New Roman"/>
                <a:cs typeface="Times New Roman"/>
              </a:rPr>
              <a:t>a</a:t>
            </a:r>
            <a:r>
              <a:rPr sz="1700" spc="-2" dirty="0">
                <a:solidFill>
                  <a:srgbClr val="242424"/>
                </a:solidFill>
                <a:latin typeface="Times New Roman"/>
                <a:cs typeface="Times New Roman"/>
              </a:rPr>
              <a:t>re</a:t>
            </a:r>
            <a:r>
              <a:rPr sz="1700" dirty="0">
                <a:solidFill>
                  <a:srgbClr val="242424"/>
                </a:solidFill>
                <a:latin typeface="Times New Roman"/>
                <a:cs typeface="Times New Roman"/>
              </a:rPr>
              <a:t> </a:t>
            </a:r>
            <a:r>
              <a:rPr sz="1700" spc="-7" dirty="0">
                <a:solidFill>
                  <a:srgbClr val="242424"/>
                </a:solidFill>
                <a:latin typeface="Times New Roman"/>
                <a:cs typeface="Times New Roman"/>
              </a:rPr>
              <a:t>c</a:t>
            </a:r>
            <a:r>
              <a:rPr sz="1700" spc="-2" dirty="0">
                <a:solidFill>
                  <a:srgbClr val="242424"/>
                </a:solidFill>
                <a:latin typeface="Times New Roman"/>
                <a:cs typeface="Times New Roman"/>
              </a:rPr>
              <a:t>la</a:t>
            </a:r>
            <a:r>
              <a:rPr sz="1700" dirty="0">
                <a:solidFill>
                  <a:srgbClr val="242424"/>
                </a:solidFill>
                <a:latin typeface="Times New Roman"/>
                <a:cs typeface="Times New Roman"/>
              </a:rPr>
              <a:t>s</a:t>
            </a:r>
            <a:r>
              <a:rPr sz="1700" spc="-5" dirty="0">
                <a:solidFill>
                  <a:srgbClr val="242424"/>
                </a:solidFill>
                <a:latin typeface="Times New Roman"/>
                <a:cs typeface="Times New Roman"/>
              </a:rPr>
              <a:t>sified</a:t>
            </a:r>
            <a:r>
              <a:rPr sz="1700" dirty="0">
                <a:solidFill>
                  <a:srgbClr val="242424"/>
                </a:solidFill>
                <a:latin typeface="Times New Roman"/>
                <a:cs typeface="Times New Roman"/>
              </a:rPr>
              <a:t> </a:t>
            </a:r>
            <a:r>
              <a:rPr sz="1700" spc="-10" dirty="0">
                <a:solidFill>
                  <a:srgbClr val="242424"/>
                </a:solidFill>
                <a:latin typeface="Times New Roman"/>
                <a:cs typeface="Times New Roman"/>
              </a:rPr>
              <a:t>a</a:t>
            </a:r>
            <a:r>
              <a:rPr sz="1700" dirty="0">
                <a:solidFill>
                  <a:srgbClr val="242424"/>
                </a:solidFill>
                <a:latin typeface="Times New Roman"/>
                <a:cs typeface="Times New Roman"/>
              </a:rPr>
              <a:t>s</a:t>
            </a:r>
            <a:r>
              <a:rPr sz="1700" spc="-2" dirty="0">
                <a:solidFill>
                  <a:srgbClr val="242424"/>
                </a:solidFill>
                <a:latin typeface="Times New Roman"/>
                <a:cs typeface="Times New Roman"/>
              </a:rPr>
              <a:t> follows:</a:t>
            </a:r>
            <a:endParaRPr sz="1700" dirty="0">
              <a:latin typeface="Times New Roman"/>
              <a:cs typeface="Times New Roman"/>
            </a:endParaRPr>
          </a:p>
          <a:p>
            <a:pPr>
              <a:spcBef>
                <a:spcPts val="10"/>
              </a:spcBef>
            </a:pPr>
            <a:endParaRPr sz="1700" dirty="0">
              <a:latin typeface="Times New Roman"/>
              <a:cs typeface="Times New Roman"/>
            </a:endParaRPr>
          </a:p>
          <a:p>
            <a:pPr marL="225716" indent="-109651">
              <a:buClr>
                <a:srgbClr val="242424"/>
              </a:buClr>
              <a:buSzPct val="83333"/>
              <a:buFont typeface="Symbol"/>
              <a:buChar char=""/>
              <a:tabLst>
                <a:tab pos="226022" algn="l"/>
              </a:tabLst>
            </a:pPr>
            <a:r>
              <a:rPr sz="1700" dirty="0">
                <a:solidFill>
                  <a:srgbClr val="242424"/>
                </a:solidFill>
                <a:latin typeface="Times New Roman"/>
                <a:cs typeface="Times New Roman"/>
              </a:rPr>
              <a:t>S</a:t>
            </a:r>
            <a:r>
              <a:rPr sz="1700" spc="-2" dirty="0">
                <a:solidFill>
                  <a:srgbClr val="242424"/>
                </a:solidFill>
                <a:latin typeface="Times New Roman"/>
                <a:cs typeface="Times New Roman"/>
              </a:rPr>
              <a:t>tru</a:t>
            </a:r>
            <a:r>
              <a:rPr sz="1700" spc="-10" dirty="0">
                <a:solidFill>
                  <a:srgbClr val="242424"/>
                </a:solidFill>
                <a:latin typeface="Times New Roman"/>
                <a:cs typeface="Times New Roman"/>
              </a:rPr>
              <a:t>c</a:t>
            </a:r>
            <a:r>
              <a:rPr sz="1700" spc="-2" dirty="0">
                <a:solidFill>
                  <a:srgbClr val="242424"/>
                </a:solidFill>
                <a:latin typeface="Times New Roman"/>
                <a:cs typeface="Times New Roman"/>
              </a:rPr>
              <a:t>tur</a:t>
            </a:r>
            <a:r>
              <a:rPr sz="1700" spc="-10" dirty="0">
                <a:solidFill>
                  <a:srgbClr val="242424"/>
                </a:solidFill>
                <a:latin typeface="Times New Roman"/>
                <a:cs typeface="Times New Roman"/>
              </a:rPr>
              <a:t>a</a:t>
            </a:r>
            <a:r>
              <a:rPr sz="1700" spc="-2" dirty="0">
                <a:solidFill>
                  <a:srgbClr val="242424"/>
                </a:solidFill>
                <a:latin typeface="Times New Roman"/>
                <a:cs typeface="Times New Roman"/>
              </a:rPr>
              <a:t>l</a:t>
            </a:r>
            <a:r>
              <a:rPr sz="1700" dirty="0">
                <a:solidFill>
                  <a:srgbClr val="242424"/>
                </a:solidFill>
                <a:latin typeface="Times New Roman"/>
                <a:cs typeface="Times New Roman"/>
              </a:rPr>
              <a:t> </a:t>
            </a:r>
            <a:r>
              <a:rPr sz="1700" spc="-5" dirty="0">
                <a:solidFill>
                  <a:srgbClr val="242424"/>
                </a:solidFill>
                <a:latin typeface="Times New Roman"/>
                <a:cs typeface="Times New Roman"/>
              </a:rPr>
              <a:t>haz</a:t>
            </a:r>
            <a:r>
              <a:rPr sz="1700" spc="-7" dirty="0">
                <a:solidFill>
                  <a:srgbClr val="242424"/>
                </a:solidFill>
                <a:latin typeface="Times New Roman"/>
                <a:cs typeface="Times New Roman"/>
              </a:rPr>
              <a:t>a</a:t>
            </a:r>
            <a:r>
              <a:rPr sz="1700" dirty="0">
                <a:solidFill>
                  <a:srgbClr val="242424"/>
                </a:solidFill>
                <a:latin typeface="Times New Roman"/>
                <a:cs typeface="Times New Roman"/>
              </a:rPr>
              <a:t>rds</a:t>
            </a:r>
            <a:endParaRPr sz="1700" dirty="0">
              <a:latin typeface="Times New Roman"/>
              <a:cs typeface="Times New Roman"/>
            </a:endParaRPr>
          </a:p>
          <a:p>
            <a:pPr marL="225716" indent="-109651">
              <a:buClr>
                <a:srgbClr val="242424"/>
              </a:buClr>
              <a:buSzPct val="83333"/>
              <a:buFont typeface="Symbol"/>
              <a:buChar char=""/>
              <a:tabLst>
                <a:tab pos="226022" algn="l"/>
              </a:tabLst>
            </a:pPr>
            <a:r>
              <a:rPr sz="1700" spc="-2" dirty="0">
                <a:solidFill>
                  <a:srgbClr val="242424"/>
                </a:solidFill>
                <a:latin typeface="Times New Roman"/>
                <a:cs typeface="Times New Roman"/>
              </a:rPr>
              <a:t>D</a:t>
            </a:r>
            <a:r>
              <a:rPr sz="1700" spc="-5" dirty="0">
                <a:solidFill>
                  <a:srgbClr val="242424"/>
                </a:solidFill>
                <a:latin typeface="Times New Roman"/>
                <a:cs typeface="Times New Roman"/>
              </a:rPr>
              <a:t>a</a:t>
            </a:r>
            <a:r>
              <a:rPr sz="1700" spc="-2" dirty="0">
                <a:solidFill>
                  <a:srgbClr val="242424"/>
                </a:solidFill>
                <a:latin typeface="Times New Roman"/>
                <a:cs typeface="Times New Roman"/>
              </a:rPr>
              <a:t>ta</a:t>
            </a:r>
            <a:r>
              <a:rPr sz="1700" dirty="0">
                <a:solidFill>
                  <a:srgbClr val="242424"/>
                </a:solidFill>
                <a:latin typeface="Times New Roman"/>
                <a:cs typeface="Times New Roman"/>
              </a:rPr>
              <a:t> </a:t>
            </a:r>
            <a:r>
              <a:rPr sz="1700" spc="-5" dirty="0">
                <a:solidFill>
                  <a:srgbClr val="242424"/>
                </a:solidFill>
                <a:latin typeface="Times New Roman"/>
                <a:cs typeface="Times New Roman"/>
              </a:rPr>
              <a:t>ha</a:t>
            </a:r>
            <a:r>
              <a:rPr sz="1700" spc="-7" dirty="0">
                <a:solidFill>
                  <a:srgbClr val="242424"/>
                </a:solidFill>
                <a:latin typeface="Times New Roman"/>
                <a:cs typeface="Times New Roman"/>
              </a:rPr>
              <a:t>za</a:t>
            </a:r>
            <a:r>
              <a:rPr sz="1700" dirty="0">
                <a:solidFill>
                  <a:srgbClr val="242424"/>
                </a:solidFill>
                <a:latin typeface="Times New Roman"/>
                <a:cs typeface="Times New Roman"/>
              </a:rPr>
              <a:t>rds</a:t>
            </a:r>
            <a:endParaRPr sz="1700" dirty="0">
              <a:latin typeface="Times New Roman"/>
              <a:cs typeface="Times New Roman"/>
            </a:endParaRPr>
          </a:p>
          <a:p>
            <a:pPr marL="225716" indent="-109651">
              <a:buClr>
                <a:srgbClr val="242424"/>
              </a:buClr>
              <a:buSzPct val="83333"/>
              <a:buFont typeface="Symbol"/>
              <a:buChar char=""/>
              <a:tabLst>
                <a:tab pos="226022" algn="l"/>
              </a:tabLst>
            </a:pPr>
            <a:r>
              <a:rPr sz="1700" spc="-5" dirty="0">
                <a:solidFill>
                  <a:srgbClr val="242424"/>
                </a:solidFill>
                <a:latin typeface="Times New Roman"/>
                <a:cs typeface="Times New Roman"/>
              </a:rPr>
              <a:t>Control ha</a:t>
            </a:r>
            <a:r>
              <a:rPr sz="1700" spc="-10" dirty="0">
                <a:solidFill>
                  <a:srgbClr val="242424"/>
                </a:solidFill>
                <a:latin typeface="Times New Roman"/>
                <a:cs typeface="Times New Roman"/>
              </a:rPr>
              <a:t>z</a:t>
            </a:r>
            <a:r>
              <a:rPr sz="1700" spc="-7" dirty="0">
                <a:solidFill>
                  <a:srgbClr val="242424"/>
                </a:solidFill>
                <a:latin typeface="Times New Roman"/>
                <a:cs typeface="Times New Roman"/>
              </a:rPr>
              <a:t>a</a:t>
            </a:r>
            <a:r>
              <a:rPr sz="1700" dirty="0">
                <a:solidFill>
                  <a:srgbClr val="242424"/>
                </a:solidFill>
                <a:latin typeface="Times New Roman"/>
                <a:cs typeface="Times New Roman"/>
              </a:rPr>
              <a:t>rds</a:t>
            </a:r>
            <a:endParaRPr lang="en-US" sz="1700" dirty="0">
              <a:solidFill>
                <a:srgbClr val="242424"/>
              </a:solidFill>
              <a:latin typeface="Times New Roman"/>
              <a:cs typeface="Times New Roman"/>
            </a:endParaRPr>
          </a:p>
          <a:p>
            <a:pPr marL="116065">
              <a:buClr>
                <a:srgbClr val="242424"/>
              </a:buClr>
              <a:buSzPct val="83333"/>
              <a:tabLst>
                <a:tab pos="226022" algn="l"/>
              </a:tabLst>
            </a:pPr>
            <a:endParaRPr lang="en-US" sz="1700" dirty="0">
              <a:solidFill>
                <a:srgbClr val="242424"/>
              </a:solidFill>
              <a:latin typeface="Times New Roman"/>
              <a:cs typeface="Times New Roman"/>
            </a:endParaRPr>
          </a:p>
          <a:p>
            <a:pPr marL="116065" algn="just">
              <a:buClr>
                <a:srgbClr val="242424"/>
              </a:buClr>
              <a:buSzPct val="83333"/>
              <a:tabLst>
                <a:tab pos="226022" algn="l"/>
              </a:tabLst>
            </a:pPr>
            <a:r>
              <a:rPr lang="en-US" sz="1700" spc="-2" dirty="0">
                <a:solidFill>
                  <a:srgbClr val="242424"/>
                </a:solidFill>
                <a:latin typeface="Times New Roman"/>
                <a:cs typeface="Times New Roman"/>
              </a:rPr>
              <a:t>D</a:t>
            </a:r>
            <a:r>
              <a:rPr lang="en-US" sz="1700" spc="-5" dirty="0">
                <a:solidFill>
                  <a:srgbClr val="242424"/>
                </a:solidFill>
                <a:latin typeface="Times New Roman"/>
                <a:cs typeface="Times New Roman"/>
              </a:rPr>
              <a:t>ep</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nd</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ies</a:t>
            </a:r>
            <a:r>
              <a:rPr lang="en-US" sz="1700" spc="14" dirty="0">
                <a:solidFill>
                  <a:srgbClr val="242424"/>
                </a:solidFill>
                <a:latin typeface="Times New Roman"/>
                <a:cs typeface="Times New Roman"/>
              </a:rPr>
              <a:t> </a:t>
            </a:r>
            <a:r>
              <a:rPr lang="en-US" sz="1700" spc="-7" dirty="0">
                <a:solidFill>
                  <a:srgbClr val="242424"/>
                </a:solidFill>
                <a:latin typeface="Times New Roman"/>
                <a:cs typeface="Times New Roman"/>
              </a:rPr>
              <a:t>ca</a:t>
            </a:r>
            <a:r>
              <a:rPr lang="en-US" sz="1700" dirty="0">
                <a:solidFill>
                  <a:srgbClr val="242424"/>
                </a:solidFill>
                <a:latin typeface="Times New Roman"/>
                <a:cs typeface="Times New Roman"/>
              </a:rPr>
              <a:t>n</a:t>
            </a:r>
            <a:r>
              <a:rPr lang="en-US" sz="1700" spc="14" dirty="0">
                <a:solidFill>
                  <a:srgbClr val="242424"/>
                </a:solidFill>
                <a:latin typeface="Times New Roman"/>
                <a:cs typeface="Times New Roman"/>
              </a:rPr>
              <a:t> </a:t>
            </a:r>
            <a:r>
              <a:rPr lang="en-US" sz="1700" spc="-5" dirty="0">
                <a:solidFill>
                  <a:srgbClr val="242424"/>
                </a:solidFill>
                <a:latin typeface="Times New Roman"/>
                <a:cs typeface="Times New Roman"/>
              </a:rPr>
              <a:t>be</a:t>
            </a:r>
            <a:r>
              <a:rPr lang="en-US" sz="1700" spc="14"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d</a:t>
            </a:r>
            <a:r>
              <a:rPr lang="en-US" sz="1700" spc="5" dirty="0">
                <a:solidFill>
                  <a:srgbClr val="242424"/>
                </a:solidFill>
                <a:latin typeface="Times New Roman"/>
                <a:cs typeface="Times New Roman"/>
              </a:rPr>
              <a:t>d</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sse</a:t>
            </a:r>
            <a:r>
              <a:rPr lang="en-US" sz="1700" dirty="0">
                <a:solidFill>
                  <a:srgbClr val="242424"/>
                </a:solidFill>
                <a:latin typeface="Times New Roman"/>
                <a:cs typeface="Times New Roman"/>
              </a:rPr>
              <a:t>d</a:t>
            </a:r>
            <a:r>
              <a:rPr lang="en-US" sz="1700" spc="14" dirty="0">
                <a:solidFill>
                  <a:srgbClr val="242424"/>
                </a:solidFill>
                <a:latin typeface="Times New Roman"/>
                <a:cs typeface="Times New Roman"/>
              </a:rPr>
              <a:t> </a:t>
            </a:r>
            <a:r>
              <a:rPr lang="en-US" sz="1700" spc="-2" dirty="0">
                <a:solidFill>
                  <a:srgbClr val="242424"/>
                </a:solidFill>
                <a:latin typeface="Times New Roman"/>
                <a:cs typeface="Times New Roman"/>
              </a:rPr>
              <a:t>in</a:t>
            </a:r>
            <a:r>
              <a:rPr lang="en-US" sz="1700" spc="17" dirty="0">
                <a:solidFill>
                  <a:srgbClr val="242424"/>
                </a:solidFill>
                <a:latin typeface="Times New Roman"/>
                <a:cs typeface="Times New Roman"/>
              </a:rPr>
              <a:t> </a:t>
            </a:r>
            <a:r>
              <a:rPr lang="en-US" sz="1700" spc="-5" dirty="0">
                <a:solidFill>
                  <a:srgbClr val="242424"/>
                </a:solidFill>
                <a:latin typeface="Times New Roman"/>
                <a:cs typeface="Times New Roman"/>
              </a:rPr>
              <a:t>a</a:t>
            </a:r>
            <a:r>
              <a:rPr lang="en-US" sz="1700" spc="14" dirty="0">
                <a:solidFill>
                  <a:srgbClr val="242424"/>
                </a:solidFill>
                <a:latin typeface="Times New Roman"/>
                <a:cs typeface="Times New Roman"/>
              </a:rPr>
              <a:t> </a:t>
            </a:r>
            <a:r>
              <a:rPr lang="en-US" sz="1700" spc="-5" dirty="0">
                <a:solidFill>
                  <a:srgbClr val="242424"/>
                </a:solidFill>
                <a:latin typeface="Times New Roman"/>
                <a:cs typeface="Times New Roman"/>
              </a:rPr>
              <a:t>v</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ri</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ty</a:t>
            </a:r>
            <a:r>
              <a:rPr lang="en-US" sz="1700" spc="17" dirty="0">
                <a:solidFill>
                  <a:srgbClr val="242424"/>
                </a:solidFill>
                <a:latin typeface="Times New Roman"/>
                <a:cs typeface="Times New Roman"/>
              </a:rPr>
              <a:t> </a:t>
            </a:r>
            <a:r>
              <a:rPr lang="en-US" sz="1700" dirty="0">
                <a:solidFill>
                  <a:srgbClr val="242424"/>
                </a:solidFill>
                <a:latin typeface="Times New Roman"/>
                <a:cs typeface="Times New Roman"/>
              </a:rPr>
              <a:t>of</a:t>
            </a:r>
            <a:r>
              <a:rPr lang="en-US" sz="1700" spc="14" dirty="0">
                <a:solidFill>
                  <a:srgbClr val="242424"/>
                </a:solidFill>
                <a:latin typeface="Times New Roman"/>
                <a:cs typeface="Times New Roman"/>
              </a:rPr>
              <a:t> </a:t>
            </a:r>
            <a:r>
              <a:rPr lang="en-US" sz="1700" spc="-2" dirty="0">
                <a:solidFill>
                  <a:srgbClr val="242424"/>
                </a:solidFill>
                <a:latin typeface="Times New Roman"/>
                <a:cs typeface="Times New Roman"/>
              </a:rPr>
              <a:t>w</a:t>
            </a:r>
            <a:r>
              <a:rPr lang="en-US" sz="1700" dirty="0">
                <a:solidFill>
                  <a:srgbClr val="242424"/>
                </a:solidFill>
                <a:latin typeface="Times New Roman"/>
                <a:cs typeface="Times New Roman"/>
              </a:rPr>
              <a:t>ays.</a:t>
            </a:r>
            <a:r>
              <a:rPr lang="en-US" sz="1700" spc="17" dirty="0">
                <a:solidFill>
                  <a:srgbClr val="242424"/>
                </a:solidFill>
                <a:latin typeface="Times New Roman"/>
                <a:cs typeface="Times New Roman"/>
              </a:rPr>
              <a:t> </a:t>
            </a:r>
            <a:r>
              <a:rPr lang="en-US" sz="1700" spc="-5" dirty="0">
                <a:solidFill>
                  <a:srgbClr val="242424"/>
                </a:solidFill>
                <a:latin typeface="Times New Roman"/>
                <a:cs typeface="Times New Roman"/>
              </a:rPr>
              <a:t>The</a:t>
            </a:r>
            <a:r>
              <a:rPr lang="en-US" sz="1700" spc="12" dirty="0">
                <a:solidFill>
                  <a:srgbClr val="242424"/>
                </a:solidFill>
                <a:latin typeface="Times New Roman"/>
                <a:cs typeface="Times New Roman"/>
              </a:rPr>
              <a:t> </a:t>
            </a:r>
            <a:r>
              <a:rPr lang="en-US" sz="1700" spc="-5" dirty="0">
                <a:solidFill>
                  <a:srgbClr val="242424"/>
                </a:solidFill>
                <a:latin typeface="Times New Roman"/>
                <a:cs typeface="Times New Roman"/>
              </a:rPr>
              <a:t>easies</a:t>
            </a:r>
            <a:r>
              <a:rPr lang="en-US" sz="1700" spc="-2" dirty="0">
                <a:solidFill>
                  <a:srgbClr val="242424"/>
                </a:solidFill>
                <a:latin typeface="Times New Roman"/>
                <a:cs typeface="Times New Roman"/>
              </a:rPr>
              <a:t>t</a:t>
            </a:r>
            <a:r>
              <a:rPr lang="en-US" sz="1700" spc="17" dirty="0">
                <a:solidFill>
                  <a:srgbClr val="242424"/>
                </a:solidFill>
                <a:latin typeface="Times New Roman"/>
                <a:cs typeface="Times New Roman"/>
              </a:rPr>
              <a:t> </a:t>
            </a:r>
            <a:r>
              <a:rPr lang="en-US" sz="1700" spc="-2" dirty="0">
                <a:solidFill>
                  <a:srgbClr val="242424"/>
                </a:solidFill>
                <a:latin typeface="Times New Roman"/>
                <a:cs typeface="Times New Roman"/>
              </a:rPr>
              <a:t>is</a:t>
            </a:r>
            <a:r>
              <a:rPr lang="en-US" sz="1700" spc="17" dirty="0">
                <a:solidFill>
                  <a:srgbClr val="242424"/>
                </a:solidFill>
                <a:latin typeface="Times New Roman"/>
                <a:cs typeface="Times New Roman"/>
              </a:rPr>
              <a:t> </a:t>
            </a:r>
            <a:r>
              <a:rPr lang="en-US" sz="1700" spc="-2" dirty="0">
                <a:solidFill>
                  <a:srgbClr val="242424"/>
                </a:solidFill>
                <a:latin typeface="Times New Roman"/>
                <a:cs typeface="Times New Roman"/>
              </a:rPr>
              <a:t>to</a:t>
            </a:r>
            <a:r>
              <a:rPr lang="en-US" sz="1700" spc="17" dirty="0">
                <a:solidFill>
                  <a:srgbClr val="242424"/>
                </a:solidFill>
                <a:latin typeface="Times New Roman"/>
                <a:cs typeface="Times New Roman"/>
              </a:rPr>
              <a:t> </a:t>
            </a:r>
            <a:r>
              <a:rPr lang="en-US" sz="1700" spc="-2" dirty="0">
                <a:solidFill>
                  <a:srgbClr val="242424"/>
                </a:solidFill>
                <a:latin typeface="Times New Roman"/>
                <a:cs typeface="Times New Roman"/>
              </a:rPr>
              <a:t>i</a:t>
            </a:r>
            <a:r>
              <a:rPr lang="en-US" sz="1700" spc="-10" dirty="0">
                <a:solidFill>
                  <a:srgbClr val="242424"/>
                </a:solidFill>
                <a:latin typeface="Times New Roman"/>
                <a:cs typeface="Times New Roman"/>
              </a:rPr>
              <a:t>n</a:t>
            </a:r>
            <a:r>
              <a:rPr lang="en-US" sz="1700" spc="-2" dirty="0">
                <a:solidFill>
                  <a:srgbClr val="242424"/>
                </a:solidFill>
                <a:latin typeface="Times New Roman"/>
                <a:cs typeface="Times New Roman"/>
              </a:rPr>
              <a:t>trodu</a:t>
            </a:r>
            <a:r>
              <a:rPr lang="en-US" sz="1700" spc="-10" dirty="0">
                <a:solidFill>
                  <a:srgbClr val="242424"/>
                </a:solidFill>
                <a:latin typeface="Times New Roman"/>
                <a:cs typeface="Times New Roman"/>
              </a:rPr>
              <a:t>c</a:t>
            </a:r>
            <a:r>
              <a:rPr lang="en-US" sz="1700" spc="-5" dirty="0">
                <a:solidFill>
                  <a:srgbClr val="242424"/>
                </a:solidFill>
                <a:latin typeface="Times New Roman"/>
                <a:cs typeface="Times New Roman"/>
              </a:rPr>
              <a:t>e</a:t>
            </a:r>
            <a:r>
              <a:rPr lang="en-US" sz="1700" spc="14" dirty="0">
                <a:solidFill>
                  <a:srgbClr val="242424"/>
                </a:solidFill>
                <a:latin typeface="Times New Roman"/>
                <a:cs typeface="Times New Roman"/>
              </a:rPr>
              <a:t> </a:t>
            </a:r>
            <a:r>
              <a:rPr lang="en-US" sz="1700" spc="-5" dirty="0">
                <a:solidFill>
                  <a:srgbClr val="242424"/>
                </a:solidFill>
                <a:latin typeface="Times New Roman"/>
                <a:cs typeface="Times New Roman"/>
              </a:rPr>
              <a:t>a</a:t>
            </a:r>
            <a:r>
              <a:rPr lang="en-US" sz="1700" spc="14" dirty="0">
                <a:solidFill>
                  <a:srgbClr val="242424"/>
                </a:solidFill>
                <a:latin typeface="Times New Roman"/>
                <a:cs typeface="Times New Roman"/>
              </a:rPr>
              <a:t> </a:t>
            </a:r>
            <a:r>
              <a:rPr lang="en-US" sz="1700" spc="-5" dirty="0">
                <a:solidFill>
                  <a:srgbClr val="242424"/>
                </a:solidFill>
                <a:latin typeface="Times New Roman"/>
                <a:cs typeface="Times New Roman"/>
              </a:rPr>
              <a:t>bubble</a:t>
            </a:r>
            <a:r>
              <a:rPr lang="en-US" sz="1700" spc="14" dirty="0">
                <a:solidFill>
                  <a:srgbClr val="242424"/>
                </a:solidFill>
                <a:latin typeface="Times New Roman"/>
                <a:cs typeface="Times New Roman"/>
              </a:rPr>
              <a:t> </a:t>
            </a:r>
            <a:r>
              <a:rPr lang="en-US" sz="1700" spc="-2" dirty="0">
                <a:solidFill>
                  <a:srgbClr val="242424"/>
                </a:solidFill>
                <a:latin typeface="Times New Roman"/>
                <a:cs typeface="Times New Roman"/>
              </a:rPr>
              <a:t>int</a:t>
            </a:r>
            <a:r>
              <a:rPr lang="en-US" sz="1700" dirty="0">
                <a:solidFill>
                  <a:srgbClr val="242424"/>
                </a:solidFill>
                <a:latin typeface="Times New Roman"/>
                <a:cs typeface="Times New Roman"/>
              </a:rPr>
              <a:t>o </a:t>
            </a:r>
            <a:r>
              <a:rPr lang="en-US" sz="1700" spc="-2" dirty="0">
                <a:solidFill>
                  <a:srgbClr val="242424"/>
                </a:solidFill>
                <a:latin typeface="Times New Roman"/>
                <a:cs typeface="Times New Roman"/>
              </a:rPr>
              <a:t>the</a:t>
            </a:r>
            <a:r>
              <a:rPr lang="en-US" sz="1700" spc="48" dirty="0">
                <a:solidFill>
                  <a:srgbClr val="242424"/>
                </a:solidFill>
                <a:latin typeface="Times New Roman"/>
                <a:cs typeface="Times New Roman"/>
              </a:rPr>
              <a:t> </a:t>
            </a:r>
            <a:r>
              <a:rPr lang="en-US" sz="1700" spc="-2" dirty="0">
                <a:solidFill>
                  <a:srgbClr val="242424"/>
                </a:solidFill>
                <a:latin typeface="Times New Roman"/>
                <a:cs typeface="Times New Roman"/>
              </a:rPr>
              <a:t>pipeline,</a:t>
            </a:r>
            <a:r>
              <a:rPr lang="en-US" sz="1700" spc="51" dirty="0">
                <a:solidFill>
                  <a:srgbClr val="242424"/>
                </a:solidFill>
                <a:latin typeface="Times New Roman"/>
                <a:cs typeface="Times New Roman"/>
              </a:rPr>
              <a:t> </a:t>
            </a:r>
            <a:r>
              <a:rPr lang="en-US" sz="1700" spc="-7" dirty="0">
                <a:solidFill>
                  <a:srgbClr val="242424"/>
                </a:solidFill>
                <a:latin typeface="Times New Roman"/>
                <a:cs typeface="Times New Roman"/>
              </a:rPr>
              <a:t>whic</a:t>
            </a:r>
            <a:r>
              <a:rPr lang="en-US" sz="1700" dirty="0">
                <a:solidFill>
                  <a:srgbClr val="242424"/>
                </a:solidFill>
                <a:latin typeface="Times New Roman"/>
                <a:cs typeface="Times New Roman"/>
              </a:rPr>
              <a:t>h</a:t>
            </a:r>
            <a:r>
              <a:rPr lang="en-US" sz="1700" spc="51" dirty="0">
                <a:solidFill>
                  <a:srgbClr val="242424"/>
                </a:solidFill>
                <a:latin typeface="Times New Roman"/>
                <a:cs typeface="Times New Roman"/>
              </a:rPr>
              <a:t> </a:t>
            </a:r>
            <a:r>
              <a:rPr lang="en-US" sz="1700" spc="-5" dirty="0">
                <a:solidFill>
                  <a:srgbClr val="242424"/>
                </a:solidFill>
                <a:latin typeface="Times New Roman"/>
                <a:cs typeface="Times New Roman"/>
              </a:rPr>
              <a:t>stall</a:t>
            </a:r>
            <a:r>
              <a:rPr lang="en-US" sz="1700" spc="-2" dirty="0">
                <a:solidFill>
                  <a:srgbClr val="242424"/>
                </a:solidFill>
                <a:latin typeface="Times New Roman"/>
                <a:cs typeface="Times New Roman"/>
              </a:rPr>
              <a:t>s</a:t>
            </a:r>
            <a:r>
              <a:rPr lang="en-US" sz="1700" spc="58" dirty="0">
                <a:solidFill>
                  <a:srgbClr val="242424"/>
                </a:solidFill>
                <a:latin typeface="Times New Roman"/>
                <a:cs typeface="Times New Roman"/>
              </a:rPr>
              <a:t> </a:t>
            </a:r>
            <a:r>
              <a:rPr lang="en-US" sz="1700" spc="-2" dirty="0">
                <a:solidFill>
                  <a:srgbClr val="242424"/>
                </a:solidFill>
                <a:latin typeface="Times New Roman"/>
                <a:cs typeface="Times New Roman"/>
              </a:rPr>
              <a:t>it</a:t>
            </a:r>
            <a:r>
              <a:rPr lang="en-US" sz="1700" spc="53"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nd</a:t>
            </a:r>
            <a:r>
              <a:rPr lang="en-US" sz="1700" spc="51" dirty="0">
                <a:solidFill>
                  <a:srgbClr val="242424"/>
                </a:solidFill>
                <a:latin typeface="Times New Roman"/>
                <a:cs typeface="Times New Roman"/>
              </a:rPr>
              <a:t> </a:t>
            </a:r>
            <a:r>
              <a:rPr lang="en-US" sz="1700" spc="-2" dirty="0">
                <a:solidFill>
                  <a:srgbClr val="242424"/>
                </a:solidFill>
                <a:latin typeface="Times New Roman"/>
                <a:cs typeface="Times New Roman"/>
              </a:rPr>
              <a:t>limits</a:t>
            </a:r>
            <a:r>
              <a:rPr lang="en-US" sz="1700" spc="60" dirty="0">
                <a:solidFill>
                  <a:srgbClr val="242424"/>
                </a:solidFill>
                <a:latin typeface="Times New Roman"/>
                <a:cs typeface="Times New Roman"/>
              </a:rPr>
              <a:t> </a:t>
            </a:r>
            <a:r>
              <a:rPr lang="en-US" sz="1700" spc="-5" dirty="0">
                <a:solidFill>
                  <a:srgbClr val="242424"/>
                </a:solidFill>
                <a:latin typeface="Times New Roman"/>
                <a:cs typeface="Times New Roman"/>
              </a:rPr>
              <a:t>throughpu</a:t>
            </a:r>
            <a:r>
              <a:rPr lang="en-US" sz="1700" spc="-10" dirty="0">
                <a:solidFill>
                  <a:srgbClr val="242424"/>
                </a:solidFill>
                <a:latin typeface="Times New Roman"/>
                <a:cs typeface="Times New Roman"/>
              </a:rPr>
              <a:t>t</a:t>
            </a:r>
            <a:r>
              <a:rPr lang="en-US" sz="1700" dirty="0">
                <a:solidFill>
                  <a:srgbClr val="242424"/>
                </a:solidFill>
                <a:latin typeface="Times New Roman"/>
                <a:cs typeface="Times New Roman"/>
              </a:rPr>
              <a:t>.</a:t>
            </a:r>
            <a:r>
              <a:rPr lang="en-US" sz="1700" spc="51" dirty="0">
                <a:solidFill>
                  <a:srgbClr val="242424"/>
                </a:solidFill>
                <a:latin typeface="Times New Roman"/>
                <a:cs typeface="Times New Roman"/>
              </a:rPr>
              <a:t> </a:t>
            </a:r>
            <a:r>
              <a:rPr lang="en-US" sz="1700" spc="-5" dirty="0">
                <a:solidFill>
                  <a:srgbClr val="242424"/>
                </a:solidFill>
                <a:latin typeface="Times New Roman"/>
                <a:cs typeface="Times New Roman"/>
              </a:rPr>
              <a:t>The</a:t>
            </a:r>
            <a:r>
              <a:rPr lang="en-US" sz="1700" spc="48" dirty="0">
                <a:solidFill>
                  <a:srgbClr val="242424"/>
                </a:solidFill>
                <a:latin typeface="Times New Roman"/>
                <a:cs typeface="Times New Roman"/>
              </a:rPr>
              <a:t> </a:t>
            </a:r>
            <a:r>
              <a:rPr lang="en-US" sz="1700" spc="-5" dirty="0">
                <a:solidFill>
                  <a:srgbClr val="242424"/>
                </a:solidFill>
                <a:latin typeface="Times New Roman"/>
                <a:cs typeface="Times New Roman"/>
              </a:rPr>
              <a:t>bubble</a:t>
            </a:r>
            <a:r>
              <a:rPr lang="en-US" sz="1700" spc="48" dirty="0">
                <a:solidFill>
                  <a:srgbClr val="242424"/>
                </a:solidFill>
                <a:latin typeface="Times New Roman"/>
                <a:cs typeface="Times New Roman"/>
              </a:rPr>
              <a:t> </a:t>
            </a:r>
            <a:r>
              <a:rPr lang="en-US" sz="1700" dirty="0">
                <a:solidFill>
                  <a:srgbClr val="242424"/>
                </a:solidFill>
                <a:latin typeface="Times New Roman"/>
                <a:cs typeface="Times New Roman"/>
              </a:rPr>
              <a:t>f</a:t>
            </a:r>
            <a:r>
              <a:rPr lang="en-US" sz="1700" spc="2" dirty="0">
                <a:solidFill>
                  <a:srgbClr val="242424"/>
                </a:solidFill>
                <a:latin typeface="Times New Roman"/>
                <a:cs typeface="Times New Roman"/>
              </a:rPr>
              <a:t>o</a:t>
            </a:r>
            <a:r>
              <a:rPr lang="en-US" sz="1700" spc="-2" dirty="0">
                <a:solidFill>
                  <a:srgbClr val="242424"/>
                </a:solidFill>
                <a:latin typeface="Times New Roman"/>
                <a:cs typeface="Times New Roman"/>
              </a:rPr>
              <a:t>rc</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s</a:t>
            </a:r>
            <a:r>
              <a:rPr lang="en-US" sz="1700" spc="51"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55" dirty="0">
                <a:solidFill>
                  <a:srgbClr val="242424"/>
                </a:solidFill>
                <a:latin typeface="Times New Roman"/>
                <a:cs typeface="Times New Roman"/>
              </a:rPr>
              <a:t> </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xt</a:t>
            </a:r>
            <a:r>
              <a:rPr lang="en-US" sz="1700" spc="51"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51" dirty="0">
                <a:solidFill>
                  <a:srgbClr val="242424"/>
                </a:solidFill>
                <a:latin typeface="Times New Roman"/>
                <a:cs typeface="Times New Roman"/>
              </a:rPr>
              <a:t> </a:t>
            </a:r>
            <a:r>
              <a:rPr lang="en-US" sz="1700" spc="-2" dirty="0">
                <a:solidFill>
                  <a:srgbClr val="242424"/>
                </a:solidFill>
                <a:latin typeface="Times New Roman"/>
                <a:cs typeface="Times New Roman"/>
              </a:rPr>
              <a:t>to w</a:t>
            </a:r>
            <a:r>
              <a:rPr lang="en-US" sz="1700" spc="-5" dirty="0">
                <a:solidFill>
                  <a:srgbClr val="242424"/>
                </a:solidFill>
                <a:latin typeface="Times New Roman"/>
                <a:cs typeface="Times New Roman"/>
              </a:rPr>
              <a:t>a</a:t>
            </a:r>
            <a:r>
              <a:rPr lang="en-US" sz="1700" spc="-2" dirty="0">
                <a:solidFill>
                  <a:srgbClr val="242424"/>
                </a:solidFill>
                <a:latin typeface="Times New Roman"/>
                <a:cs typeface="Times New Roman"/>
              </a:rPr>
              <a:t>it</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until</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the pr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vious</a:t>
            </a:r>
            <a:r>
              <a:rPr lang="en-US" sz="1700" dirty="0">
                <a:solidFill>
                  <a:srgbClr val="242424"/>
                </a:solidFill>
                <a:latin typeface="Times New Roman"/>
                <a:cs typeface="Times New Roman"/>
              </a:rPr>
              <a:t> </a:t>
            </a:r>
            <a:r>
              <a:rPr lang="en-US" sz="1700" spc="-5" dirty="0">
                <a:solidFill>
                  <a:srgbClr val="242424"/>
                </a:solidFill>
                <a:latin typeface="Times New Roman"/>
                <a:cs typeface="Times New Roman"/>
              </a:rPr>
              <a:t>one</a:t>
            </a:r>
            <a:r>
              <a:rPr lang="en-US" sz="1700" spc="-2" dirty="0">
                <a:solidFill>
                  <a:srgbClr val="242424"/>
                </a:solidFill>
                <a:latin typeface="Times New Roman"/>
                <a:cs typeface="Times New Roman"/>
              </a:rPr>
              <a:t> is </a:t>
            </a:r>
            <a:r>
              <a:rPr lang="en-US" sz="1700" spc="-5" dirty="0">
                <a:solidFill>
                  <a:srgbClr val="242424"/>
                </a:solidFill>
                <a:latin typeface="Times New Roman"/>
                <a:cs typeface="Times New Roman"/>
              </a:rPr>
              <a:t>compl</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ted.</a:t>
            </a:r>
            <a:endParaRPr lang="en-US" sz="1700" dirty="0">
              <a:latin typeface="Times New Roman"/>
              <a:cs typeface="Times New Roman"/>
            </a:endParaRPr>
          </a:p>
        </p:txBody>
      </p:sp>
    </p:spTree>
    <p:extLst>
      <p:ext uri="{BB962C8B-B14F-4D97-AF65-F5344CB8AC3E}">
        <p14:creationId xmlns:p14="http://schemas.microsoft.com/office/powerpoint/2010/main" val="1851373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54737-B695-D547-064F-33DBCC65479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B359B5-D332-5384-622A-A15A96844CE8}"/>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6502E77-612D-CAC9-3FC8-F9DA7C3607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E675565-24CD-6FCC-75DA-7188154E638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47CE9203-3550-7342-6027-FABFFD3CC37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5" name="object 4">
            <a:extLst>
              <a:ext uri="{FF2B5EF4-FFF2-40B4-BE49-F238E27FC236}">
                <a16:creationId xmlns:a16="http://schemas.microsoft.com/office/drawing/2014/main" id="{D400A4C4-AFD0-17F3-1CDF-ACC1631CCF0B}"/>
              </a:ext>
            </a:extLst>
          </p:cNvPr>
          <p:cNvSpPr txBox="1"/>
          <p:nvPr/>
        </p:nvSpPr>
        <p:spPr>
          <a:xfrm>
            <a:off x="762000" y="1047750"/>
            <a:ext cx="7162800" cy="2616101"/>
          </a:xfrm>
          <a:prstGeom prst="rect">
            <a:avLst/>
          </a:prstGeom>
        </p:spPr>
        <p:txBody>
          <a:bodyPr vert="horz" wrap="square" lIns="0" tIns="0" rIns="0" bIns="0" rtlCol="0">
            <a:spAutoFit/>
          </a:bodyPr>
          <a:lstStyle/>
          <a:p>
            <a:pPr marL="6109" algn="just"/>
            <a:r>
              <a:rPr sz="1700" b="1" dirty="0">
                <a:solidFill>
                  <a:srgbClr val="242424"/>
                </a:solidFill>
                <a:latin typeface="Times New Roman"/>
                <a:cs typeface="Times New Roman"/>
              </a:rPr>
              <a:t>S</a:t>
            </a:r>
            <a:r>
              <a:rPr sz="1700" b="1" spc="-2" dirty="0">
                <a:solidFill>
                  <a:srgbClr val="242424"/>
                </a:solidFill>
                <a:latin typeface="Times New Roman"/>
                <a:cs typeface="Times New Roman"/>
              </a:rPr>
              <a:t>t</a:t>
            </a:r>
            <a:r>
              <a:rPr sz="1700" b="1" spc="-10" dirty="0">
                <a:solidFill>
                  <a:srgbClr val="242424"/>
                </a:solidFill>
                <a:latin typeface="Times New Roman"/>
                <a:cs typeface="Times New Roman"/>
              </a:rPr>
              <a:t>r</a:t>
            </a:r>
            <a:r>
              <a:rPr sz="1700" b="1" dirty="0">
                <a:solidFill>
                  <a:srgbClr val="242424"/>
                </a:solidFill>
                <a:latin typeface="Times New Roman"/>
                <a:cs typeface="Times New Roman"/>
              </a:rPr>
              <a:t>u</a:t>
            </a:r>
            <a:r>
              <a:rPr sz="1700" b="1" spc="-7" dirty="0">
                <a:solidFill>
                  <a:srgbClr val="242424"/>
                </a:solidFill>
                <a:latin typeface="Times New Roman"/>
                <a:cs typeface="Times New Roman"/>
              </a:rPr>
              <a:t>c</a:t>
            </a:r>
            <a:r>
              <a:rPr sz="1700" b="1" dirty="0">
                <a:solidFill>
                  <a:srgbClr val="242424"/>
                </a:solidFill>
                <a:latin typeface="Times New Roman"/>
                <a:cs typeface="Times New Roman"/>
              </a:rPr>
              <a:t>tu</a:t>
            </a:r>
            <a:r>
              <a:rPr sz="1700" b="1" spc="-2" dirty="0">
                <a:solidFill>
                  <a:srgbClr val="242424"/>
                </a:solidFill>
                <a:latin typeface="Times New Roman"/>
                <a:cs typeface="Times New Roman"/>
              </a:rPr>
              <a:t>ral</a:t>
            </a:r>
            <a:r>
              <a:rPr sz="1700" b="1" dirty="0">
                <a:solidFill>
                  <a:srgbClr val="242424"/>
                </a:solidFill>
                <a:latin typeface="Times New Roman"/>
                <a:cs typeface="Times New Roman"/>
              </a:rPr>
              <a:t> </a:t>
            </a:r>
            <a:r>
              <a:rPr sz="1700" b="1" spc="-5" dirty="0">
                <a:solidFill>
                  <a:srgbClr val="242424"/>
                </a:solidFill>
                <a:latin typeface="Times New Roman"/>
                <a:cs typeface="Times New Roman"/>
              </a:rPr>
              <a:t>Ha</a:t>
            </a:r>
            <a:r>
              <a:rPr sz="1700" b="1" spc="-7" dirty="0">
                <a:solidFill>
                  <a:srgbClr val="242424"/>
                </a:solidFill>
                <a:latin typeface="Times New Roman"/>
                <a:cs typeface="Times New Roman"/>
              </a:rPr>
              <a:t>z</a:t>
            </a:r>
            <a:r>
              <a:rPr sz="1700" b="1" spc="-5" dirty="0">
                <a:solidFill>
                  <a:srgbClr val="242424"/>
                </a:solidFill>
                <a:latin typeface="Times New Roman"/>
                <a:cs typeface="Times New Roman"/>
              </a:rPr>
              <a:t>a</a:t>
            </a:r>
            <a:r>
              <a:rPr sz="1700" b="1" spc="-7" dirty="0">
                <a:solidFill>
                  <a:srgbClr val="242424"/>
                </a:solidFill>
                <a:latin typeface="Times New Roman"/>
                <a:cs typeface="Times New Roman"/>
              </a:rPr>
              <a:t>r</a:t>
            </a:r>
            <a:r>
              <a:rPr sz="1700" b="1" spc="5" dirty="0">
                <a:solidFill>
                  <a:srgbClr val="242424"/>
                </a:solidFill>
                <a:latin typeface="Times New Roman"/>
                <a:cs typeface="Times New Roman"/>
              </a:rPr>
              <a:t>d</a:t>
            </a:r>
            <a:r>
              <a:rPr sz="1700" b="1" spc="-2" dirty="0">
                <a:solidFill>
                  <a:srgbClr val="242424"/>
                </a:solidFill>
                <a:latin typeface="Times New Roman"/>
                <a:cs typeface="Times New Roman"/>
              </a:rPr>
              <a:t>s:</a:t>
            </a:r>
            <a:endParaRPr sz="1700" dirty="0">
              <a:latin typeface="Times New Roman"/>
              <a:cs typeface="Times New Roman"/>
            </a:endParaRPr>
          </a:p>
          <a:p>
            <a:pPr>
              <a:spcBef>
                <a:spcPts val="1"/>
              </a:spcBef>
            </a:pPr>
            <a:endParaRPr sz="1700" dirty="0">
              <a:latin typeface="Times New Roman"/>
              <a:cs typeface="Times New Roman"/>
            </a:endParaRPr>
          </a:p>
          <a:p>
            <a:pPr marL="291859" marR="2443" indent="-285750" algn="just">
              <a:buFont typeface="Arial" panose="020B0604020202020204" pitchFamily="34" charset="0"/>
              <a:buChar char="•"/>
            </a:pPr>
            <a:r>
              <a:rPr lang="en-US" sz="1700" spc="-2" dirty="0">
                <a:solidFill>
                  <a:srgbClr val="242424"/>
                </a:solidFill>
                <a:latin typeface="Times New Roman"/>
                <a:cs typeface="Times New Roman"/>
              </a:rPr>
              <a:t>H</a:t>
            </a:r>
            <a:r>
              <a:rPr lang="en-US" sz="1700" spc="-5" dirty="0">
                <a:solidFill>
                  <a:srgbClr val="242424"/>
                </a:solidFill>
                <a:latin typeface="Times New Roman"/>
                <a:cs typeface="Times New Roman"/>
              </a:rPr>
              <a:t>a</a:t>
            </a:r>
            <a:r>
              <a:rPr lang="en-US" sz="1700" dirty="0">
                <a:solidFill>
                  <a:srgbClr val="242424"/>
                </a:solidFill>
                <a:latin typeface="Times New Roman"/>
                <a:cs typeface="Times New Roman"/>
              </a:rPr>
              <a:t>rdw</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re</a:t>
            </a:r>
            <a:r>
              <a:rPr lang="en-US" sz="1700" spc="46" dirty="0">
                <a:solidFill>
                  <a:srgbClr val="242424"/>
                </a:solidFill>
                <a:latin typeface="Times New Roman"/>
                <a:cs typeface="Times New Roman"/>
              </a:rPr>
              <a:t> </a:t>
            </a:r>
            <a:r>
              <a:rPr lang="en-US" sz="1700" spc="2" dirty="0">
                <a:solidFill>
                  <a:srgbClr val="242424"/>
                </a:solidFill>
                <a:latin typeface="Times New Roman"/>
                <a:cs typeface="Times New Roman"/>
              </a:rPr>
              <a:t>r</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sour</a:t>
            </a:r>
            <a:r>
              <a:rPr lang="en-US" sz="1700" dirty="0">
                <a:solidFill>
                  <a:srgbClr val="242424"/>
                </a:solidFill>
                <a:latin typeface="Times New Roman"/>
                <a:cs typeface="Times New Roman"/>
              </a:rPr>
              <a:t>c</a:t>
            </a:r>
            <a:r>
              <a:rPr lang="en-US" sz="1700" spc="-5" dirty="0">
                <a:solidFill>
                  <a:srgbClr val="242424"/>
                </a:solidFill>
                <a:latin typeface="Times New Roman"/>
                <a:cs typeface="Times New Roman"/>
              </a:rPr>
              <a:t>e</a:t>
            </a:r>
            <a:r>
              <a:rPr lang="en-US" sz="1700" spc="48"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onf</a:t>
            </a:r>
            <a:r>
              <a:rPr lang="en-US" sz="1700" dirty="0">
                <a:solidFill>
                  <a:srgbClr val="242424"/>
                </a:solidFill>
                <a:latin typeface="Times New Roman"/>
                <a:cs typeface="Times New Roman"/>
              </a:rPr>
              <a:t>l</a:t>
            </a:r>
            <a:r>
              <a:rPr lang="en-US" sz="1700" spc="-2" dirty="0">
                <a:solidFill>
                  <a:srgbClr val="242424"/>
                </a:solidFill>
                <a:latin typeface="Times New Roman"/>
                <a:cs typeface="Times New Roman"/>
              </a:rPr>
              <a:t>icts</a:t>
            </a:r>
            <a:r>
              <a:rPr lang="en-US" sz="1700" spc="51"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mong</a:t>
            </a:r>
            <a:r>
              <a:rPr lang="en-US" sz="1700" spc="51"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48"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spc="-7" dirty="0">
                <a:solidFill>
                  <a:srgbClr val="242424"/>
                </a:solidFill>
                <a:latin typeface="Times New Roman"/>
                <a:cs typeface="Times New Roman"/>
              </a:rPr>
              <a:t>o</a:t>
            </a:r>
            <a:r>
              <a:rPr lang="en-US" sz="1700" dirty="0">
                <a:solidFill>
                  <a:srgbClr val="242424"/>
                </a:solidFill>
                <a:latin typeface="Times New Roman"/>
                <a:cs typeface="Times New Roman"/>
              </a:rPr>
              <a:t>ns</a:t>
            </a:r>
            <a:r>
              <a:rPr lang="en-US" sz="1700" spc="51" dirty="0">
                <a:solidFill>
                  <a:srgbClr val="242424"/>
                </a:solidFill>
                <a:latin typeface="Times New Roman"/>
                <a:cs typeface="Times New Roman"/>
              </a:rPr>
              <a:t> </a:t>
            </a:r>
            <a:r>
              <a:rPr lang="en-US" sz="1700" spc="-2" dirty="0">
                <a:solidFill>
                  <a:srgbClr val="242424"/>
                </a:solidFill>
                <a:latin typeface="Times New Roman"/>
                <a:cs typeface="Times New Roman"/>
              </a:rPr>
              <a:t>in</a:t>
            </a:r>
            <a:r>
              <a:rPr lang="en-US" sz="1700" spc="51"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48" dirty="0">
                <a:solidFill>
                  <a:srgbClr val="242424"/>
                </a:solidFill>
                <a:latin typeface="Times New Roman"/>
                <a:cs typeface="Times New Roman"/>
              </a:rPr>
              <a:t> </a:t>
            </a:r>
            <a:r>
              <a:rPr lang="en-US" sz="1700" spc="-2" dirty="0">
                <a:solidFill>
                  <a:srgbClr val="242424"/>
                </a:solidFill>
                <a:latin typeface="Times New Roman"/>
                <a:cs typeface="Times New Roman"/>
              </a:rPr>
              <a:t>pipeline</a:t>
            </a:r>
            <a:r>
              <a:rPr lang="en-US" sz="1700" spc="51" dirty="0">
                <a:solidFill>
                  <a:srgbClr val="242424"/>
                </a:solidFill>
                <a:latin typeface="Times New Roman"/>
                <a:cs typeface="Times New Roman"/>
              </a:rPr>
              <a:t> </a:t>
            </a:r>
            <a:r>
              <a:rPr lang="en-US" sz="1700" spc="-7" dirty="0">
                <a:solidFill>
                  <a:srgbClr val="242424"/>
                </a:solidFill>
                <a:latin typeface="Times New Roman"/>
                <a:cs typeface="Times New Roman"/>
              </a:rPr>
              <a:t>ca</a:t>
            </a:r>
            <a:r>
              <a:rPr lang="en-US" sz="1700" dirty="0">
                <a:solidFill>
                  <a:srgbClr val="242424"/>
                </a:solidFill>
                <a:latin typeface="Times New Roman"/>
                <a:cs typeface="Times New Roman"/>
              </a:rPr>
              <a:t>use</a:t>
            </a:r>
            <a:r>
              <a:rPr lang="en-US" sz="1700" spc="48" dirty="0">
                <a:solidFill>
                  <a:srgbClr val="242424"/>
                </a:solidFill>
                <a:latin typeface="Times New Roman"/>
                <a:cs typeface="Times New Roman"/>
              </a:rPr>
              <a:t> </a:t>
            </a:r>
            <a:r>
              <a:rPr lang="en-US" sz="1700" spc="-5" dirty="0">
                <a:solidFill>
                  <a:srgbClr val="242424"/>
                </a:solidFill>
                <a:latin typeface="Times New Roman"/>
                <a:cs typeface="Times New Roman"/>
              </a:rPr>
              <a:t>struc</a:t>
            </a:r>
            <a:r>
              <a:rPr lang="en-US" sz="1700" spc="-2" dirty="0">
                <a:solidFill>
                  <a:srgbClr val="242424"/>
                </a:solidFill>
                <a:latin typeface="Times New Roman"/>
                <a:cs typeface="Times New Roman"/>
              </a:rPr>
              <a:t>tur</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l</a:t>
            </a:r>
            <a:r>
              <a:rPr lang="en-US" sz="1700" spc="51" dirty="0">
                <a:solidFill>
                  <a:srgbClr val="242424"/>
                </a:solidFill>
                <a:latin typeface="Times New Roman"/>
                <a:cs typeface="Times New Roman"/>
              </a:rPr>
              <a:t> </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z</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rds.</a:t>
            </a:r>
          </a:p>
          <a:p>
            <a:pPr marL="291859" marR="2443" indent="-285750" algn="just">
              <a:buFont typeface="Arial" panose="020B0604020202020204" pitchFamily="34" charset="0"/>
              <a:buChar char="•"/>
            </a:pPr>
            <a:endParaRPr lang="en-US" sz="1700" spc="-2"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10" dirty="0">
                <a:solidFill>
                  <a:srgbClr val="242424"/>
                </a:solidFill>
                <a:latin typeface="Times New Roman"/>
                <a:cs typeface="Times New Roman"/>
              </a:rPr>
              <a:t>W</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n</a:t>
            </a:r>
            <a:r>
              <a:rPr lang="en-US" sz="1700" spc="-19" dirty="0">
                <a:solidFill>
                  <a:srgbClr val="242424"/>
                </a:solidFill>
                <a:latin typeface="Times New Roman"/>
                <a:cs typeface="Times New Roman"/>
              </a:rPr>
              <a:t> </a:t>
            </a:r>
            <a:r>
              <a:rPr lang="en-US" sz="1700" spc="-5" dirty="0">
                <a:solidFill>
                  <a:srgbClr val="242424"/>
                </a:solidFill>
                <a:latin typeface="Times New Roman"/>
                <a:cs typeface="Times New Roman"/>
              </a:rPr>
              <a:t>mo</a:t>
            </a:r>
            <a:r>
              <a:rPr lang="en-US" sz="1700" dirty="0">
                <a:solidFill>
                  <a:srgbClr val="242424"/>
                </a:solidFill>
                <a:latin typeface="Times New Roman"/>
                <a:cs typeface="Times New Roman"/>
              </a:rPr>
              <a:t>r</a:t>
            </a:r>
            <a:r>
              <a:rPr lang="en-US" sz="1700" spc="-5" dirty="0">
                <a:solidFill>
                  <a:srgbClr val="242424"/>
                </a:solidFill>
                <a:latin typeface="Times New Roman"/>
                <a:cs typeface="Times New Roman"/>
              </a:rPr>
              <a:t>e</a:t>
            </a:r>
            <a:r>
              <a:rPr lang="en-US" sz="1700" spc="-22" dirty="0">
                <a:solidFill>
                  <a:srgbClr val="242424"/>
                </a:solidFill>
                <a:latin typeface="Times New Roman"/>
                <a:cs typeface="Times New Roman"/>
              </a:rPr>
              <a:t> </a:t>
            </a:r>
            <a:r>
              <a:rPr lang="en-US" sz="1700" spc="-5" dirty="0">
                <a:solidFill>
                  <a:srgbClr val="242424"/>
                </a:solidFill>
                <a:latin typeface="Times New Roman"/>
                <a:cs typeface="Times New Roman"/>
              </a:rPr>
              <a:t>than</a:t>
            </a:r>
            <a:r>
              <a:rPr lang="en-US" sz="1700" spc="-14" dirty="0">
                <a:solidFill>
                  <a:srgbClr val="242424"/>
                </a:solidFill>
                <a:latin typeface="Times New Roman"/>
                <a:cs typeface="Times New Roman"/>
              </a:rPr>
              <a:t> </a:t>
            </a:r>
            <a:r>
              <a:rPr lang="en-US" sz="1700" spc="-5" dirty="0">
                <a:solidFill>
                  <a:srgbClr val="242424"/>
                </a:solidFill>
                <a:latin typeface="Times New Roman"/>
                <a:cs typeface="Times New Roman"/>
              </a:rPr>
              <a:t>one</a:t>
            </a:r>
            <a:r>
              <a:rPr lang="en-US" sz="1700" spc="-2" dirty="0">
                <a:solidFill>
                  <a:srgbClr val="242424"/>
                </a:solidFill>
                <a:latin typeface="Times New Roman"/>
                <a:cs typeface="Times New Roman"/>
              </a:rPr>
              <a:t> 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55" dirty="0">
                <a:solidFill>
                  <a:srgbClr val="242424"/>
                </a:solidFill>
                <a:latin typeface="Times New Roman"/>
                <a:cs typeface="Times New Roman"/>
              </a:rPr>
              <a:t> </a:t>
            </a:r>
            <a:r>
              <a:rPr lang="en-US" sz="1700" spc="-2" dirty="0">
                <a:solidFill>
                  <a:srgbClr val="242424"/>
                </a:solidFill>
                <a:latin typeface="Times New Roman"/>
                <a:cs typeface="Times New Roman"/>
              </a:rPr>
              <a:t>in</a:t>
            </a:r>
            <a:r>
              <a:rPr lang="en-US" sz="1700" spc="58"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55" dirty="0">
                <a:solidFill>
                  <a:srgbClr val="242424"/>
                </a:solidFill>
                <a:latin typeface="Times New Roman"/>
                <a:cs typeface="Times New Roman"/>
              </a:rPr>
              <a:t> </a:t>
            </a:r>
            <a:r>
              <a:rPr lang="en-US" sz="1700" spc="-5" dirty="0">
                <a:solidFill>
                  <a:srgbClr val="242424"/>
                </a:solidFill>
                <a:latin typeface="Times New Roman"/>
                <a:cs typeface="Times New Roman"/>
              </a:rPr>
              <a:t>pipe</a:t>
            </a:r>
            <a:r>
              <a:rPr lang="en-US" sz="1700" spc="55" dirty="0">
                <a:solidFill>
                  <a:srgbClr val="242424"/>
                </a:solidFill>
                <a:latin typeface="Times New Roman"/>
                <a:cs typeface="Times New Roman"/>
              </a:rPr>
              <a:t> </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quir</a:t>
            </a:r>
            <a:r>
              <a:rPr lang="en-US" sz="1700" spc="-10" dirty="0">
                <a:solidFill>
                  <a:srgbClr val="242424"/>
                </a:solidFill>
                <a:latin typeface="Times New Roman"/>
                <a:cs typeface="Times New Roman"/>
              </a:rPr>
              <a:t>e</a:t>
            </a:r>
            <a:r>
              <a:rPr lang="en-US" sz="1700" dirty="0">
                <a:solidFill>
                  <a:srgbClr val="242424"/>
                </a:solidFill>
                <a:latin typeface="Times New Roman"/>
                <a:cs typeface="Times New Roman"/>
              </a:rPr>
              <a:t>s</a:t>
            </a:r>
            <a:r>
              <a:rPr lang="en-US" sz="1700" spc="55"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c</a:t>
            </a:r>
            <a:r>
              <a:rPr lang="en-US" sz="1700" spc="-7" dirty="0">
                <a:solidFill>
                  <a:srgbClr val="242424"/>
                </a:solidFill>
                <a:latin typeface="Times New Roman"/>
                <a:cs typeface="Times New Roman"/>
              </a:rPr>
              <a:t>ce</a:t>
            </a:r>
            <a:r>
              <a:rPr lang="en-US" sz="1700" spc="-2" dirty="0">
                <a:solidFill>
                  <a:srgbClr val="242424"/>
                </a:solidFill>
                <a:latin typeface="Times New Roman"/>
                <a:cs typeface="Times New Roman"/>
              </a:rPr>
              <a:t>s</a:t>
            </a:r>
            <a:r>
              <a:rPr lang="en-US" sz="1700" dirty="0">
                <a:solidFill>
                  <a:srgbClr val="242424"/>
                </a:solidFill>
                <a:latin typeface="Times New Roman"/>
                <a:cs typeface="Times New Roman"/>
              </a:rPr>
              <a:t>s</a:t>
            </a:r>
            <a:r>
              <a:rPr lang="en-US" sz="1700" spc="58" dirty="0">
                <a:solidFill>
                  <a:srgbClr val="242424"/>
                </a:solidFill>
                <a:latin typeface="Times New Roman"/>
                <a:cs typeface="Times New Roman"/>
              </a:rPr>
              <a:t> </a:t>
            </a:r>
            <a:r>
              <a:rPr lang="en-US" sz="1700" spc="-2" dirty="0">
                <a:solidFill>
                  <a:srgbClr val="242424"/>
                </a:solidFill>
                <a:latin typeface="Times New Roman"/>
                <a:cs typeface="Times New Roman"/>
              </a:rPr>
              <a:t>to</a:t>
            </a:r>
            <a:r>
              <a:rPr lang="en-US" sz="1700" spc="58"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55" dirty="0">
                <a:solidFill>
                  <a:srgbClr val="242424"/>
                </a:solidFill>
                <a:latin typeface="Times New Roman"/>
                <a:cs typeface="Times New Roman"/>
              </a:rPr>
              <a:t> </a:t>
            </a:r>
            <a:r>
              <a:rPr lang="en-US" sz="1700" spc="-5" dirty="0">
                <a:solidFill>
                  <a:srgbClr val="242424"/>
                </a:solidFill>
                <a:latin typeface="Times New Roman"/>
                <a:cs typeface="Times New Roman"/>
              </a:rPr>
              <a:t>v</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ry</a:t>
            </a:r>
            <a:r>
              <a:rPr lang="en-US" sz="1700" spc="60" dirty="0">
                <a:solidFill>
                  <a:srgbClr val="242424"/>
                </a:solidFill>
                <a:latin typeface="Times New Roman"/>
                <a:cs typeface="Times New Roman"/>
              </a:rPr>
              <a:t> </a:t>
            </a:r>
            <a:r>
              <a:rPr lang="en-US" sz="1700" spc="-2" dirty="0">
                <a:solidFill>
                  <a:srgbClr val="242424"/>
                </a:solidFill>
                <a:latin typeface="Times New Roman"/>
                <a:cs typeface="Times New Roman"/>
              </a:rPr>
              <a:t>sa</a:t>
            </a:r>
            <a:r>
              <a:rPr lang="en-US" sz="1700" spc="-5" dirty="0">
                <a:solidFill>
                  <a:srgbClr val="242424"/>
                </a:solidFill>
                <a:latin typeface="Times New Roman"/>
                <a:cs typeface="Times New Roman"/>
              </a:rPr>
              <a:t>me</a:t>
            </a:r>
            <a:r>
              <a:rPr lang="en-US" sz="1700" spc="55" dirty="0">
                <a:solidFill>
                  <a:srgbClr val="242424"/>
                </a:solidFill>
                <a:latin typeface="Times New Roman"/>
                <a:cs typeface="Times New Roman"/>
              </a:rPr>
              <a:t> </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sou</a:t>
            </a:r>
            <a:r>
              <a:rPr lang="en-US" sz="1700" spc="2" dirty="0">
                <a:solidFill>
                  <a:srgbClr val="242424"/>
                </a:solidFill>
                <a:latin typeface="Times New Roman"/>
                <a:cs typeface="Times New Roman"/>
              </a:rPr>
              <a:t>r</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e</a:t>
            </a:r>
            <a:r>
              <a:rPr lang="en-US" sz="1700" spc="53" dirty="0">
                <a:solidFill>
                  <a:srgbClr val="242424"/>
                </a:solidFill>
                <a:latin typeface="Times New Roman"/>
                <a:cs typeface="Times New Roman"/>
              </a:rPr>
              <a:t> </a:t>
            </a:r>
            <a:r>
              <a:rPr lang="en-US" sz="1700" spc="-2" dirty="0">
                <a:solidFill>
                  <a:srgbClr val="242424"/>
                </a:solidFill>
                <a:latin typeface="Times New Roman"/>
                <a:cs typeface="Times New Roman"/>
              </a:rPr>
              <a:t>in</a:t>
            </a:r>
            <a:r>
              <a:rPr lang="en-US" sz="1700" spc="58"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70" dirty="0">
                <a:solidFill>
                  <a:srgbClr val="242424"/>
                </a:solidFill>
                <a:latin typeface="Times New Roman"/>
                <a:cs typeface="Times New Roman"/>
              </a:rPr>
              <a:t> </a:t>
            </a:r>
            <a:r>
              <a:rPr lang="en-US" sz="1700" spc="-2" dirty="0">
                <a:solidFill>
                  <a:srgbClr val="242424"/>
                </a:solidFill>
                <a:latin typeface="Times New Roman"/>
                <a:cs typeface="Times New Roman"/>
              </a:rPr>
              <a:t>s</a:t>
            </a:r>
            <a:r>
              <a:rPr lang="en-US" sz="1700" spc="2" dirty="0">
                <a:solidFill>
                  <a:srgbClr val="242424"/>
                </a:solidFill>
                <a:latin typeface="Times New Roman"/>
                <a:cs typeface="Times New Roman"/>
              </a:rPr>
              <a:t>a</a:t>
            </a:r>
            <a:r>
              <a:rPr lang="en-US" sz="1700" spc="-5" dirty="0">
                <a:solidFill>
                  <a:srgbClr val="242424"/>
                </a:solidFill>
                <a:latin typeface="Times New Roman"/>
                <a:cs typeface="Times New Roman"/>
              </a:rPr>
              <a:t>me</a:t>
            </a:r>
            <a:r>
              <a:rPr lang="en-US" sz="1700" spc="55"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lock</a:t>
            </a:r>
            <a:r>
              <a:rPr lang="en-US" sz="1700" spc="55"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y</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l</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a:t>
            </a:r>
            <a:r>
              <a:rPr lang="en-US" sz="1700" spc="63" dirty="0">
                <a:solidFill>
                  <a:srgbClr val="242424"/>
                </a:solidFill>
                <a:latin typeface="Times New Roman"/>
                <a:cs typeface="Times New Roman"/>
              </a:rPr>
              <a:t> </a:t>
            </a:r>
            <a:r>
              <a:rPr lang="en-US" sz="1700" spc="-5" dirty="0">
                <a:solidFill>
                  <a:srgbClr val="242424"/>
                </a:solidFill>
                <a:latin typeface="Times New Roman"/>
                <a:cs typeface="Times New Roman"/>
              </a:rPr>
              <a:t>a resource conflict is said to arise.</a:t>
            </a:r>
          </a:p>
          <a:p>
            <a:pPr marL="291859" marR="2443" indent="-285750" algn="just">
              <a:buFont typeface="Arial" panose="020B0604020202020204" pitchFamily="34" charset="0"/>
              <a:buChar char="•"/>
            </a:pPr>
            <a:endParaRPr lang="en-US" sz="1700" spc="-5"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5" dirty="0">
                <a:solidFill>
                  <a:srgbClr val="242424"/>
                </a:solidFill>
                <a:latin typeface="Times New Roman"/>
                <a:cs typeface="Times New Roman"/>
              </a:rPr>
              <a:t>In an overlapping pipelined execution, this is a circumstance where the hardware cannot handle all potential combinations.</a:t>
            </a:r>
          </a:p>
        </p:txBody>
      </p:sp>
    </p:spTree>
    <p:extLst>
      <p:ext uri="{BB962C8B-B14F-4D97-AF65-F5344CB8AC3E}">
        <p14:creationId xmlns:p14="http://schemas.microsoft.com/office/powerpoint/2010/main" val="2223336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A78CE-2A9C-0653-7068-06531574333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69EE7A-42D6-E877-CFC2-AE82EFCDAAA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1F4AC73A-4827-EC9A-F805-6C9CAE05CF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F1A72345-F3F6-1217-CBBC-64751DE3A7A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8B76F70-21C2-EEEE-289E-1CD9FA058F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78961" y="1002090"/>
            <a:ext cx="6986078" cy="2092881"/>
          </a:xfrm>
          <a:prstGeom prst="rect">
            <a:avLst/>
          </a:prstGeom>
        </p:spPr>
        <p:txBody>
          <a:bodyPr vert="horz" wrap="square" lIns="0" tIns="0" rIns="0" bIns="0" rtlCol="0">
            <a:spAutoFit/>
          </a:bodyPr>
          <a:lstStyle/>
          <a:p>
            <a:pPr marL="6109" algn="just"/>
            <a:r>
              <a:rPr lang="en-US" sz="1700" b="1" spc="-2" dirty="0">
                <a:solidFill>
                  <a:srgbClr val="242424"/>
                </a:solidFill>
                <a:latin typeface="Times New Roman"/>
                <a:cs typeface="Times New Roman"/>
              </a:rPr>
              <a:t>Da</a:t>
            </a:r>
            <a:r>
              <a:rPr lang="en-US" sz="1700" b="1" spc="-5" dirty="0">
                <a:solidFill>
                  <a:srgbClr val="242424"/>
                </a:solidFill>
                <a:latin typeface="Times New Roman"/>
                <a:cs typeface="Times New Roman"/>
              </a:rPr>
              <a:t>t</a:t>
            </a:r>
            <a:r>
              <a:rPr lang="en-US" sz="1700" b="1" dirty="0">
                <a:solidFill>
                  <a:srgbClr val="242424"/>
                </a:solidFill>
                <a:latin typeface="Times New Roman"/>
                <a:cs typeface="Times New Roman"/>
              </a:rPr>
              <a:t>a </a:t>
            </a:r>
            <a:r>
              <a:rPr lang="en-US" sz="1700" b="1" spc="-5" dirty="0">
                <a:solidFill>
                  <a:srgbClr val="242424"/>
                </a:solidFill>
                <a:latin typeface="Times New Roman"/>
                <a:cs typeface="Times New Roman"/>
              </a:rPr>
              <a:t>Haza</a:t>
            </a:r>
            <a:r>
              <a:rPr lang="en-US" sz="1700" b="1" spc="-10" dirty="0">
                <a:solidFill>
                  <a:srgbClr val="242424"/>
                </a:solidFill>
                <a:latin typeface="Times New Roman"/>
                <a:cs typeface="Times New Roman"/>
              </a:rPr>
              <a:t>r</a:t>
            </a:r>
            <a:r>
              <a:rPr lang="en-US" sz="1700" b="1" dirty="0">
                <a:solidFill>
                  <a:srgbClr val="242424"/>
                </a:solidFill>
                <a:latin typeface="Times New Roman"/>
                <a:cs typeface="Times New Roman"/>
              </a:rPr>
              <a:t>ds:</a:t>
            </a:r>
            <a:endParaRPr lang="en-US" sz="1700" dirty="0">
              <a:latin typeface="Times New Roman"/>
              <a:cs typeface="Times New Roman"/>
            </a:endParaRPr>
          </a:p>
          <a:p>
            <a:pPr>
              <a:spcBef>
                <a:spcPts val="23"/>
              </a:spcBef>
            </a:pPr>
            <a:endParaRPr lang="en-US" sz="1700" dirty="0">
              <a:latin typeface="Times New Roman"/>
              <a:cs typeface="Times New Roman"/>
            </a:endParaRPr>
          </a:p>
          <a:p>
            <a:pPr marL="291859" marR="2443" indent="-285750" algn="just">
              <a:buFont typeface="Arial" panose="020B0604020202020204" pitchFamily="34" charset="0"/>
              <a:buChar char="•"/>
            </a:pPr>
            <a:r>
              <a:rPr lang="en-US" sz="1700" spc="-2" dirty="0">
                <a:solidFill>
                  <a:srgbClr val="242424"/>
                </a:solidFill>
                <a:latin typeface="Times New Roman"/>
                <a:cs typeface="Times New Roman"/>
              </a:rPr>
              <a:t>D</a:t>
            </a:r>
            <a:r>
              <a:rPr lang="en-US" sz="1700" spc="-5" dirty="0">
                <a:solidFill>
                  <a:srgbClr val="242424"/>
                </a:solidFill>
                <a:latin typeface="Times New Roman"/>
                <a:cs typeface="Times New Roman"/>
              </a:rPr>
              <a:t>a</a:t>
            </a:r>
            <a:r>
              <a:rPr lang="en-US" sz="1700" spc="-2" dirty="0">
                <a:solidFill>
                  <a:srgbClr val="242424"/>
                </a:solidFill>
                <a:latin typeface="Times New Roman"/>
                <a:cs typeface="Times New Roman"/>
              </a:rPr>
              <a:t>ta</a:t>
            </a:r>
            <a:r>
              <a:rPr lang="en-US" sz="1700" spc="19" dirty="0">
                <a:solidFill>
                  <a:srgbClr val="242424"/>
                </a:solidFill>
                <a:latin typeface="Times New Roman"/>
                <a:cs typeface="Times New Roman"/>
              </a:rPr>
              <a:t> </a:t>
            </a:r>
            <a:r>
              <a:rPr lang="en-US" sz="1700" spc="-5" dirty="0">
                <a:solidFill>
                  <a:srgbClr val="242424"/>
                </a:solidFill>
                <a:latin typeface="Times New Roman"/>
                <a:cs typeface="Times New Roman"/>
              </a:rPr>
              <a:t>h</a:t>
            </a:r>
            <a:r>
              <a:rPr lang="en-US" sz="1700" spc="-2" dirty="0">
                <a:solidFill>
                  <a:srgbClr val="242424"/>
                </a:solidFill>
                <a:latin typeface="Times New Roman"/>
                <a:cs typeface="Times New Roman"/>
              </a:rPr>
              <a:t>a</a:t>
            </a:r>
            <a:r>
              <a:rPr lang="en-US" sz="1700" spc="-7" dirty="0">
                <a:solidFill>
                  <a:srgbClr val="242424"/>
                </a:solidFill>
                <a:latin typeface="Times New Roman"/>
                <a:cs typeface="Times New Roman"/>
              </a:rPr>
              <a:t>za</a:t>
            </a:r>
            <a:r>
              <a:rPr lang="en-US" sz="1700" dirty="0">
                <a:solidFill>
                  <a:srgbClr val="242424"/>
                </a:solidFill>
                <a:latin typeface="Times New Roman"/>
                <a:cs typeface="Times New Roman"/>
              </a:rPr>
              <a:t>rds</a:t>
            </a:r>
            <a:r>
              <a:rPr lang="en-US" sz="1700" spc="19" dirty="0">
                <a:solidFill>
                  <a:srgbClr val="242424"/>
                </a:solidFill>
                <a:latin typeface="Times New Roman"/>
                <a:cs typeface="Times New Roman"/>
              </a:rPr>
              <a:t> </a:t>
            </a:r>
            <a:r>
              <a:rPr lang="en-US" sz="1700" spc="-2" dirty="0">
                <a:solidFill>
                  <a:srgbClr val="242424"/>
                </a:solidFill>
                <a:latin typeface="Times New Roman"/>
                <a:cs typeface="Times New Roman"/>
              </a:rPr>
              <a:t>in</a:t>
            </a:r>
            <a:r>
              <a:rPr lang="en-US" sz="1700" spc="22" dirty="0">
                <a:solidFill>
                  <a:srgbClr val="242424"/>
                </a:solidFill>
                <a:latin typeface="Times New Roman"/>
                <a:cs typeface="Times New Roman"/>
              </a:rPr>
              <a:t> </a:t>
            </a:r>
            <a:r>
              <a:rPr lang="en-US" sz="1700" spc="-2" dirty="0">
                <a:solidFill>
                  <a:srgbClr val="242424"/>
                </a:solidFill>
                <a:latin typeface="Times New Roman"/>
                <a:cs typeface="Times New Roman"/>
              </a:rPr>
              <a:t>pipelini</a:t>
            </a:r>
            <a:r>
              <a:rPr lang="en-US" sz="1700" spc="5" dirty="0">
                <a:solidFill>
                  <a:srgbClr val="242424"/>
                </a:solidFill>
                <a:latin typeface="Times New Roman"/>
                <a:cs typeface="Times New Roman"/>
              </a:rPr>
              <a:t>n</a:t>
            </a:r>
            <a:r>
              <a:rPr lang="en-US" sz="1700" dirty="0">
                <a:solidFill>
                  <a:srgbClr val="242424"/>
                </a:solidFill>
                <a:latin typeface="Times New Roman"/>
                <a:cs typeface="Times New Roman"/>
              </a:rPr>
              <a:t>g</a:t>
            </a:r>
            <a:r>
              <a:rPr lang="en-US" sz="1700" spc="22" dirty="0">
                <a:solidFill>
                  <a:srgbClr val="242424"/>
                </a:solidFill>
                <a:latin typeface="Times New Roman"/>
                <a:cs typeface="Times New Roman"/>
              </a:rPr>
              <a:t> </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me</a:t>
            </a:r>
            <a:r>
              <a:rPr lang="en-US" sz="1700" spc="-7" dirty="0">
                <a:solidFill>
                  <a:srgbClr val="242424"/>
                </a:solidFill>
                <a:latin typeface="Times New Roman"/>
                <a:cs typeface="Times New Roman"/>
              </a:rPr>
              <a:t>r</a:t>
            </a:r>
            <a:r>
              <a:rPr lang="en-US" sz="1700" spc="-5" dirty="0">
                <a:solidFill>
                  <a:srgbClr val="242424"/>
                </a:solidFill>
                <a:latin typeface="Times New Roman"/>
                <a:cs typeface="Times New Roman"/>
              </a:rPr>
              <a:t>ge</a:t>
            </a:r>
            <a:r>
              <a:rPr lang="en-US" sz="1700" spc="24" dirty="0">
                <a:solidFill>
                  <a:srgbClr val="242424"/>
                </a:solidFill>
                <a:latin typeface="Times New Roman"/>
                <a:cs typeface="Times New Roman"/>
              </a:rPr>
              <a:t> </a:t>
            </a:r>
            <a:r>
              <a:rPr lang="en-US" sz="1700" spc="-2" dirty="0">
                <a:solidFill>
                  <a:srgbClr val="242424"/>
                </a:solidFill>
                <a:latin typeface="Times New Roman"/>
                <a:cs typeface="Times New Roman"/>
              </a:rPr>
              <a:t>wh</a:t>
            </a:r>
            <a:r>
              <a:rPr lang="en-US" sz="1700" spc="-5" dirty="0">
                <a:solidFill>
                  <a:srgbClr val="242424"/>
                </a:solidFill>
                <a:latin typeface="Times New Roman"/>
                <a:cs typeface="Times New Roman"/>
              </a:rPr>
              <a:t>e</a:t>
            </a:r>
            <a:r>
              <a:rPr lang="en-US" sz="1700" dirty="0">
                <a:solidFill>
                  <a:srgbClr val="242424"/>
                </a:solidFill>
                <a:latin typeface="Times New Roman"/>
                <a:cs typeface="Times New Roman"/>
              </a:rPr>
              <a:t>n</a:t>
            </a:r>
            <a:r>
              <a:rPr lang="en-US" sz="1700" spc="22"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26" dirty="0">
                <a:solidFill>
                  <a:srgbClr val="242424"/>
                </a:solidFill>
                <a:latin typeface="Times New Roman"/>
                <a:cs typeface="Times New Roman"/>
              </a:rPr>
              <a:t> </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x</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cuti</a:t>
            </a:r>
            <a:r>
              <a:rPr lang="en-US" sz="1700" dirty="0">
                <a:solidFill>
                  <a:srgbClr val="242424"/>
                </a:solidFill>
                <a:latin typeface="Times New Roman"/>
                <a:cs typeface="Times New Roman"/>
              </a:rPr>
              <a:t>on</a:t>
            </a:r>
            <a:r>
              <a:rPr lang="en-US" sz="1700" spc="22" dirty="0">
                <a:solidFill>
                  <a:srgbClr val="242424"/>
                </a:solidFill>
                <a:latin typeface="Times New Roman"/>
                <a:cs typeface="Times New Roman"/>
              </a:rPr>
              <a:t> </a:t>
            </a:r>
            <a:r>
              <a:rPr lang="en-US" sz="1700" dirty="0">
                <a:solidFill>
                  <a:srgbClr val="242424"/>
                </a:solidFill>
                <a:latin typeface="Times New Roman"/>
                <a:cs typeface="Times New Roman"/>
              </a:rPr>
              <a:t>of</a:t>
            </a:r>
            <a:r>
              <a:rPr lang="en-US" sz="1700" spc="19" dirty="0">
                <a:solidFill>
                  <a:srgbClr val="242424"/>
                </a:solidFill>
                <a:latin typeface="Times New Roman"/>
                <a:cs typeface="Times New Roman"/>
              </a:rPr>
              <a:t> </a:t>
            </a:r>
            <a:r>
              <a:rPr lang="en-US" sz="1700" spc="-5" dirty="0">
                <a:solidFill>
                  <a:srgbClr val="242424"/>
                </a:solidFill>
                <a:latin typeface="Times New Roman"/>
                <a:cs typeface="Times New Roman"/>
              </a:rPr>
              <a:t>one</a:t>
            </a:r>
            <a:r>
              <a:rPr lang="en-US" sz="1700" spc="19"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22" dirty="0">
                <a:solidFill>
                  <a:srgbClr val="242424"/>
                </a:solidFill>
                <a:latin typeface="Times New Roman"/>
                <a:cs typeface="Times New Roman"/>
              </a:rPr>
              <a:t> </a:t>
            </a:r>
            <a:r>
              <a:rPr lang="en-US" sz="1700" spc="-2" dirty="0">
                <a:solidFill>
                  <a:srgbClr val="242424"/>
                </a:solidFill>
                <a:latin typeface="Times New Roman"/>
                <a:cs typeface="Times New Roman"/>
              </a:rPr>
              <a:t>is</a:t>
            </a:r>
            <a:r>
              <a:rPr lang="en-US" sz="1700" spc="24" dirty="0">
                <a:solidFill>
                  <a:srgbClr val="242424"/>
                </a:solidFill>
                <a:latin typeface="Times New Roman"/>
                <a:cs typeface="Times New Roman"/>
              </a:rPr>
              <a:t> </a:t>
            </a:r>
            <a:r>
              <a:rPr lang="en-US" sz="1700" spc="-5" dirty="0">
                <a:solidFill>
                  <a:srgbClr val="242424"/>
                </a:solidFill>
                <a:latin typeface="Times New Roman"/>
                <a:cs typeface="Times New Roman"/>
              </a:rPr>
              <a:t>d</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p</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nd</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nt</a:t>
            </a:r>
            <a:r>
              <a:rPr lang="en-US" sz="1700" spc="22" dirty="0">
                <a:solidFill>
                  <a:srgbClr val="242424"/>
                </a:solidFill>
                <a:latin typeface="Times New Roman"/>
                <a:cs typeface="Times New Roman"/>
              </a:rPr>
              <a:t> </a:t>
            </a:r>
            <a:r>
              <a:rPr lang="en-US" sz="1700" dirty="0">
                <a:solidFill>
                  <a:srgbClr val="242424"/>
                </a:solidFill>
                <a:latin typeface="Times New Roman"/>
                <a:cs typeface="Times New Roman"/>
              </a:rPr>
              <a:t>on</a:t>
            </a:r>
            <a:r>
              <a:rPr lang="en-US" sz="1700" spc="22" dirty="0">
                <a:solidFill>
                  <a:srgbClr val="242424"/>
                </a:solidFill>
                <a:latin typeface="Times New Roman"/>
                <a:cs typeface="Times New Roman"/>
              </a:rPr>
              <a:t> </a:t>
            </a:r>
            <a:r>
              <a:rPr lang="en-US" sz="1700" spc="-2" dirty="0">
                <a:solidFill>
                  <a:srgbClr val="242424"/>
                </a:solidFill>
                <a:latin typeface="Times New Roman"/>
                <a:cs typeface="Times New Roman"/>
              </a:rPr>
              <a:t>the 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sul</a:t>
            </a:r>
            <a:r>
              <a:rPr lang="en-US" sz="1700" dirty="0">
                <a:solidFill>
                  <a:srgbClr val="242424"/>
                </a:solidFill>
                <a:latin typeface="Times New Roman"/>
                <a:cs typeface="Times New Roman"/>
              </a:rPr>
              <a:t>ts</a:t>
            </a:r>
            <a:r>
              <a:rPr lang="en-US" sz="1700" spc="-29" dirty="0">
                <a:solidFill>
                  <a:srgbClr val="242424"/>
                </a:solidFill>
                <a:latin typeface="Times New Roman"/>
                <a:cs typeface="Times New Roman"/>
              </a:rPr>
              <a:t> </a:t>
            </a:r>
            <a:r>
              <a:rPr lang="en-US" sz="1700" dirty="0">
                <a:solidFill>
                  <a:srgbClr val="242424"/>
                </a:solidFill>
                <a:latin typeface="Times New Roman"/>
                <a:cs typeface="Times New Roman"/>
              </a:rPr>
              <a:t>of</a:t>
            </a:r>
            <a:r>
              <a:rPr lang="en-US" sz="1700" spc="-31"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nother</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29" dirty="0">
                <a:solidFill>
                  <a:srgbClr val="242424"/>
                </a:solidFill>
                <a:latin typeface="Times New Roman"/>
                <a:cs typeface="Times New Roman"/>
              </a:rPr>
              <a:t> </a:t>
            </a:r>
            <a:r>
              <a:rPr lang="en-US" sz="1700" spc="-2" dirty="0">
                <a:solidFill>
                  <a:srgbClr val="242424"/>
                </a:solidFill>
                <a:latin typeface="Times New Roman"/>
                <a:cs typeface="Times New Roman"/>
              </a:rPr>
              <a:t>that</a:t>
            </a:r>
            <a:r>
              <a:rPr lang="en-US" sz="1700" spc="-31" dirty="0">
                <a:solidFill>
                  <a:srgbClr val="242424"/>
                </a:solidFill>
                <a:latin typeface="Times New Roman"/>
                <a:cs typeface="Times New Roman"/>
              </a:rPr>
              <a:t> </a:t>
            </a:r>
            <a:r>
              <a:rPr lang="en-US" sz="1700" spc="-2" dirty="0">
                <a:solidFill>
                  <a:srgbClr val="242424"/>
                </a:solidFill>
                <a:latin typeface="Times New Roman"/>
                <a:cs typeface="Times New Roman"/>
              </a:rPr>
              <a:t>is</a:t>
            </a:r>
            <a:r>
              <a:rPr lang="en-US" sz="1700" spc="-34" dirty="0">
                <a:solidFill>
                  <a:srgbClr val="242424"/>
                </a:solidFill>
                <a:latin typeface="Times New Roman"/>
                <a:cs typeface="Times New Roman"/>
              </a:rPr>
              <a:t> </a:t>
            </a:r>
            <a:r>
              <a:rPr lang="en-US" sz="1700" spc="-5" dirty="0">
                <a:solidFill>
                  <a:srgbClr val="242424"/>
                </a:solidFill>
                <a:latin typeface="Times New Roman"/>
                <a:cs typeface="Times New Roman"/>
              </a:rPr>
              <a:t>st</a:t>
            </a:r>
            <a:r>
              <a:rPr lang="en-US" sz="1700" dirty="0">
                <a:solidFill>
                  <a:srgbClr val="242424"/>
                </a:solidFill>
                <a:latin typeface="Times New Roman"/>
                <a:cs typeface="Times New Roman"/>
              </a:rPr>
              <a:t>i</a:t>
            </a:r>
            <a:r>
              <a:rPr lang="en-US" sz="1700" spc="-7" dirty="0">
                <a:solidFill>
                  <a:srgbClr val="242424"/>
                </a:solidFill>
                <a:latin typeface="Times New Roman"/>
                <a:cs typeface="Times New Roman"/>
              </a:rPr>
              <a:t>l</a:t>
            </a:r>
            <a:r>
              <a:rPr lang="en-US" sz="1700" spc="-2" dirty="0">
                <a:solidFill>
                  <a:srgbClr val="242424"/>
                </a:solidFill>
                <a:latin typeface="Times New Roman"/>
                <a:cs typeface="Times New Roman"/>
              </a:rPr>
              <a:t>l</a:t>
            </a:r>
            <a:r>
              <a:rPr lang="en-US" sz="1700" spc="-29" dirty="0">
                <a:solidFill>
                  <a:srgbClr val="242424"/>
                </a:solidFill>
                <a:latin typeface="Times New Roman"/>
                <a:cs typeface="Times New Roman"/>
              </a:rPr>
              <a:t> </a:t>
            </a:r>
            <a:r>
              <a:rPr lang="en-US" sz="1700" spc="-5" dirty="0">
                <a:solidFill>
                  <a:srgbClr val="242424"/>
                </a:solidFill>
                <a:latin typeface="Times New Roman"/>
                <a:cs typeface="Times New Roman"/>
              </a:rPr>
              <a:t>b</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ing</a:t>
            </a:r>
            <a:r>
              <a:rPr lang="en-US" sz="1700" spc="-29" dirty="0">
                <a:solidFill>
                  <a:srgbClr val="242424"/>
                </a:solidFill>
                <a:latin typeface="Times New Roman"/>
                <a:cs typeface="Times New Roman"/>
              </a:rPr>
              <a:t> </a:t>
            </a:r>
            <a:r>
              <a:rPr lang="en-US" sz="1700" spc="-5" dirty="0">
                <a:solidFill>
                  <a:srgbClr val="242424"/>
                </a:solidFill>
                <a:latin typeface="Times New Roman"/>
                <a:cs typeface="Times New Roman"/>
              </a:rPr>
              <a:t>pro</a:t>
            </a:r>
            <a:r>
              <a:rPr lang="en-US" sz="1700" spc="-10" dirty="0">
                <a:solidFill>
                  <a:srgbClr val="242424"/>
                </a:solidFill>
                <a:latin typeface="Times New Roman"/>
                <a:cs typeface="Times New Roman"/>
              </a:rPr>
              <a:t>c</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sse</a:t>
            </a:r>
            <a:r>
              <a:rPr lang="en-US" sz="1700" dirty="0">
                <a:solidFill>
                  <a:srgbClr val="242424"/>
                </a:solidFill>
                <a:latin typeface="Times New Roman"/>
                <a:cs typeface="Times New Roman"/>
              </a:rPr>
              <a:t>d</a:t>
            </a:r>
            <a:r>
              <a:rPr lang="en-US" sz="1700" spc="-31" dirty="0">
                <a:solidFill>
                  <a:srgbClr val="242424"/>
                </a:solidFill>
                <a:latin typeface="Times New Roman"/>
                <a:cs typeface="Times New Roman"/>
              </a:rPr>
              <a:t> </a:t>
            </a:r>
            <a:r>
              <a:rPr lang="en-US" sz="1700" spc="-2" dirty="0">
                <a:solidFill>
                  <a:srgbClr val="242424"/>
                </a:solidFill>
                <a:latin typeface="Times New Roman"/>
                <a:cs typeface="Times New Roman"/>
              </a:rPr>
              <a:t>in</a:t>
            </a:r>
            <a:r>
              <a:rPr lang="en-US" sz="1700" spc="-29"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31" dirty="0">
                <a:solidFill>
                  <a:srgbClr val="242424"/>
                </a:solidFill>
                <a:latin typeface="Times New Roman"/>
                <a:cs typeface="Times New Roman"/>
              </a:rPr>
              <a:t> </a:t>
            </a:r>
            <a:r>
              <a:rPr lang="en-US" sz="1700" spc="-2" dirty="0">
                <a:solidFill>
                  <a:srgbClr val="242424"/>
                </a:solidFill>
                <a:latin typeface="Times New Roman"/>
                <a:cs typeface="Times New Roman"/>
              </a:rPr>
              <a:t>pipeline.</a:t>
            </a:r>
            <a:endParaRPr lang="en-US" sz="1700" spc="-31" dirty="0">
              <a:solidFill>
                <a:srgbClr val="242424"/>
              </a:solidFill>
              <a:latin typeface="Times New Roman"/>
              <a:cs typeface="Times New Roman"/>
            </a:endParaRPr>
          </a:p>
          <a:p>
            <a:pPr marL="291859" marR="2443" indent="-285750" algn="just">
              <a:buFont typeface="Arial" panose="020B0604020202020204" pitchFamily="34" charset="0"/>
              <a:buChar char="•"/>
            </a:pPr>
            <a:endParaRPr lang="en-US" sz="1700" spc="-31" dirty="0">
              <a:solidFill>
                <a:srgbClr val="242424"/>
              </a:solidFill>
              <a:latin typeface="Times New Roman"/>
              <a:cs typeface="Times New Roman"/>
            </a:endParaRPr>
          </a:p>
          <a:p>
            <a:pPr marL="291859" marR="2443" indent="-285750" algn="just">
              <a:buFont typeface="Arial" panose="020B0604020202020204" pitchFamily="34" charset="0"/>
              <a:buChar char="•"/>
            </a:pPr>
            <a:r>
              <a:rPr lang="en-US" sz="1700" spc="-5" dirty="0">
                <a:solidFill>
                  <a:srgbClr val="242424"/>
                </a:solidFill>
                <a:latin typeface="Times New Roman"/>
                <a:cs typeface="Times New Roman"/>
              </a:rPr>
              <a:t>The</a:t>
            </a:r>
            <a:r>
              <a:rPr lang="en-US" sz="1700" spc="-34" dirty="0">
                <a:solidFill>
                  <a:srgbClr val="242424"/>
                </a:solidFill>
                <a:latin typeface="Times New Roman"/>
                <a:cs typeface="Times New Roman"/>
              </a:rPr>
              <a:t> </a:t>
            </a:r>
            <a:r>
              <a:rPr lang="en-US" sz="1700" spc="-5" dirty="0">
                <a:solidFill>
                  <a:srgbClr val="242424"/>
                </a:solidFill>
                <a:latin typeface="Times New Roman"/>
                <a:cs typeface="Times New Roman"/>
              </a:rPr>
              <a:t>ord</a:t>
            </a:r>
            <a:r>
              <a:rPr lang="en-US" sz="1700" spc="-10" dirty="0">
                <a:solidFill>
                  <a:srgbClr val="242424"/>
                </a:solidFill>
                <a:latin typeface="Times New Roman"/>
                <a:cs typeface="Times New Roman"/>
              </a:rPr>
              <a:t>e</a:t>
            </a:r>
            <a:r>
              <a:rPr lang="en-US" sz="1700" dirty="0">
                <a:solidFill>
                  <a:srgbClr val="242424"/>
                </a:solidFill>
                <a:latin typeface="Times New Roman"/>
                <a:cs typeface="Times New Roman"/>
              </a:rPr>
              <a:t>r</a:t>
            </a:r>
            <a:r>
              <a:rPr lang="en-US" sz="1700" spc="-31" dirty="0">
                <a:solidFill>
                  <a:srgbClr val="242424"/>
                </a:solidFill>
                <a:latin typeface="Times New Roman"/>
                <a:cs typeface="Times New Roman"/>
              </a:rPr>
              <a:t> </a:t>
            </a:r>
            <a:r>
              <a:rPr lang="en-US" sz="1700" dirty="0">
                <a:solidFill>
                  <a:srgbClr val="242424"/>
                </a:solidFill>
                <a:latin typeface="Times New Roman"/>
                <a:cs typeface="Times New Roman"/>
              </a:rPr>
              <a:t>of</a:t>
            </a:r>
            <a:r>
              <a:rPr lang="en-US" sz="1700" spc="-31"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31" dirty="0">
                <a:solidFill>
                  <a:srgbClr val="242424"/>
                </a:solidFill>
                <a:latin typeface="Times New Roman"/>
                <a:cs typeface="Times New Roman"/>
              </a:rPr>
              <a:t> </a:t>
            </a:r>
            <a:r>
              <a:rPr lang="en-US" sz="1700" spc="-5" dirty="0">
                <a:solidFill>
                  <a:srgbClr val="242424"/>
                </a:solidFill>
                <a:latin typeface="Times New Roman"/>
                <a:cs typeface="Times New Roman"/>
              </a:rPr>
              <a:t>R</a:t>
            </a:r>
            <a:r>
              <a:rPr lang="en-US" sz="1700" dirty="0">
                <a:solidFill>
                  <a:srgbClr val="242424"/>
                </a:solidFill>
                <a:latin typeface="Times New Roman"/>
                <a:cs typeface="Times New Roman"/>
              </a:rPr>
              <a:t>E</a:t>
            </a:r>
            <a:r>
              <a:rPr lang="en-US" sz="1700" spc="-2" dirty="0">
                <a:solidFill>
                  <a:srgbClr val="242424"/>
                </a:solidFill>
                <a:latin typeface="Times New Roman"/>
                <a:cs typeface="Times New Roman"/>
              </a:rPr>
              <a:t>A</a:t>
            </a:r>
            <a:r>
              <a:rPr lang="en-US" sz="1700" dirty="0">
                <a:solidFill>
                  <a:srgbClr val="242424"/>
                </a:solidFill>
                <a:latin typeface="Times New Roman"/>
                <a:cs typeface="Times New Roman"/>
              </a:rPr>
              <a:t>D or </a:t>
            </a:r>
            <a:r>
              <a:rPr lang="en-US" sz="1700" spc="-12" dirty="0">
                <a:solidFill>
                  <a:srgbClr val="242424"/>
                </a:solidFill>
                <a:latin typeface="Times New Roman"/>
                <a:cs typeface="Times New Roman"/>
              </a:rPr>
              <a:t>W</a:t>
            </a:r>
            <a:r>
              <a:rPr lang="en-US" sz="1700" dirty="0">
                <a:solidFill>
                  <a:srgbClr val="242424"/>
                </a:solidFill>
                <a:latin typeface="Times New Roman"/>
                <a:cs typeface="Times New Roman"/>
              </a:rPr>
              <a:t>R</a:t>
            </a:r>
            <a:r>
              <a:rPr lang="en-US" sz="1700" spc="-10" dirty="0">
                <a:solidFill>
                  <a:srgbClr val="242424"/>
                </a:solidFill>
                <a:latin typeface="Times New Roman"/>
                <a:cs typeface="Times New Roman"/>
              </a:rPr>
              <a:t>I</a:t>
            </a:r>
            <a:r>
              <a:rPr lang="en-US" sz="1700" spc="-5" dirty="0">
                <a:solidFill>
                  <a:srgbClr val="242424"/>
                </a:solidFill>
                <a:latin typeface="Times New Roman"/>
                <a:cs typeface="Times New Roman"/>
              </a:rPr>
              <a:t>TE</a:t>
            </a:r>
            <a:r>
              <a:rPr lang="en-US" sz="1700" dirty="0">
                <a:solidFill>
                  <a:srgbClr val="242424"/>
                </a:solidFill>
                <a:latin typeface="Times New Roman"/>
                <a:cs typeface="Times New Roman"/>
              </a:rPr>
              <a:t> </a:t>
            </a:r>
            <a:r>
              <a:rPr lang="en-US" sz="1700" spc="-5" dirty="0">
                <a:solidFill>
                  <a:srgbClr val="242424"/>
                </a:solidFill>
                <a:latin typeface="Times New Roman"/>
                <a:cs typeface="Times New Roman"/>
              </a:rPr>
              <a:t>oper</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a:t>
            </a:r>
            <a:r>
              <a:rPr lang="en-US" sz="1700" spc="-2" dirty="0">
                <a:solidFill>
                  <a:srgbClr val="242424"/>
                </a:solidFill>
                <a:latin typeface="Times New Roman"/>
                <a:cs typeface="Times New Roman"/>
              </a:rPr>
              <a:t> </a:t>
            </a:r>
            <a:r>
              <a:rPr lang="en-US" sz="1700" dirty="0">
                <a:solidFill>
                  <a:srgbClr val="242424"/>
                </a:solidFill>
                <a:latin typeface="Times New Roman"/>
                <a:cs typeface="Times New Roman"/>
              </a:rPr>
              <a:t>on </a:t>
            </a:r>
            <a:r>
              <a:rPr lang="en-US" sz="1700" spc="-2" dirty="0">
                <a:solidFill>
                  <a:srgbClr val="242424"/>
                </a:solidFill>
                <a:latin typeface="Times New Roman"/>
                <a:cs typeface="Times New Roman"/>
              </a:rPr>
              <a:t>the r</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gis</a:t>
            </a:r>
            <a:r>
              <a:rPr lang="en-US" sz="1700" dirty="0">
                <a:solidFill>
                  <a:srgbClr val="242424"/>
                </a:solidFill>
                <a:latin typeface="Times New Roman"/>
                <a:cs typeface="Times New Roman"/>
              </a:rPr>
              <a:t>t</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r </a:t>
            </a:r>
            <a:r>
              <a:rPr lang="en-US" sz="1700" spc="-2" dirty="0">
                <a:solidFill>
                  <a:srgbClr val="242424"/>
                </a:solidFill>
                <a:latin typeface="Times New Roman"/>
                <a:cs typeface="Times New Roman"/>
              </a:rPr>
              <a:t>is </a:t>
            </a:r>
            <a:r>
              <a:rPr lang="en-US" sz="1700" dirty="0">
                <a:solidFill>
                  <a:srgbClr val="242424"/>
                </a:solidFill>
                <a:latin typeface="Times New Roman"/>
                <a:cs typeface="Times New Roman"/>
              </a:rPr>
              <a:t>us</a:t>
            </a:r>
            <a:r>
              <a:rPr lang="en-US" sz="1700" spc="-2" dirty="0">
                <a:solidFill>
                  <a:srgbClr val="242424"/>
                </a:solidFill>
                <a:latin typeface="Times New Roman"/>
                <a:cs typeface="Times New Roman"/>
              </a:rPr>
              <a:t>e</a:t>
            </a:r>
            <a:r>
              <a:rPr lang="en-US" sz="1700" dirty="0">
                <a:solidFill>
                  <a:srgbClr val="242424"/>
                </a:solidFill>
                <a:latin typeface="Times New Roman"/>
                <a:cs typeface="Times New Roman"/>
              </a:rPr>
              <a:t>d </a:t>
            </a:r>
            <a:r>
              <a:rPr lang="en-US" sz="1700" spc="-2" dirty="0">
                <a:solidFill>
                  <a:srgbClr val="242424"/>
                </a:solidFill>
                <a:latin typeface="Times New Roman"/>
                <a:cs typeface="Times New Roman"/>
              </a:rPr>
              <a:t>to class</a:t>
            </a:r>
            <a:r>
              <a:rPr lang="en-US" sz="1700" dirty="0">
                <a:solidFill>
                  <a:srgbClr val="242424"/>
                </a:solidFill>
                <a:latin typeface="Times New Roman"/>
                <a:cs typeface="Times New Roman"/>
              </a:rPr>
              <a:t>ify </a:t>
            </a:r>
            <a:r>
              <a:rPr lang="en-US" sz="1700" spc="-5" dirty="0">
                <a:solidFill>
                  <a:srgbClr val="242424"/>
                </a:solidFill>
                <a:latin typeface="Times New Roman"/>
                <a:cs typeface="Times New Roman"/>
              </a:rPr>
              <a:t>d</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ta</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th</a:t>
            </a:r>
            <a:r>
              <a:rPr lang="en-US" sz="1700" dirty="0">
                <a:solidFill>
                  <a:srgbClr val="242424"/>
                </a:solidFill>
                <a:latin typeface="Times New Roman"/>
                <a:cs typeface="Times New Roman"/>
              </a:rPr>
              <a:t>r</a:t>
            </a:r>
            <a:r>
              <a:rPr lang="en-US" sz="1700" spc="-7" dirty="0">
                <a:solidFill>
                  <a:srgbClr val="242424"/>
                </a:solidFill>
                <a:latin typeface="Times New Roman"/>
                <a:cs typeface="Times New Roman"/>
              </a:rPr>
              <a:t>ea</a:t>
            </a:r>
            <a:r>
              <a:rPr lang="en-US" sz="1700" spc="-2" dirty="0">
                <a:solidFill>
                  <a:srgbClr val="242424"/>
                </a:solidFill>
                <a:latin typeface="Times New Roman"/>
                <a:cs typeface="Times New Roman"/>
              </a:rPr>
              <a:t>ts </a:t>
            </a:r>
            <a:r>
              <a:rPr lang="en-US" sz="1700" dirty="0">
                <a:solidFill>
                  <a:srgbClr val="242424"/>
                </a:solidFill>
                <a:latin typeface="Times New Roman"/>
                <a:cs typeface="Times New Roman"/>
              </a:rPr>
              <a:t>i</a:t>
            </a:r>
            <a:r>
              <a:rPr lang="en-US" sz="1700" spc="-5" dirty="0">
                <a:solidFill>
                  <a:srgbClr val="242424"/>
                </a:solidFill>
                <a:latin typeface="Times New Roman"/>
                <a:cs typeface="Times New Roman"/>
              </a:rPr>
              <a:t>nto</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t</a:t>
            </a:r>
            <a:r>
              <a:rPr lang="en-US" sz="1700" dirty="0">
                <a:solidFill>
                  <a:srgbClr val="242424"/>
                </a:solidFill>
                <a:latin typeface="Times New Roman"/>
                <a:cs typeface="Times New Roman"/>
              </a:rPr>
              <a:t>h</a:t>
            </a:r>
            <a:r>
              <a:rPr lang="en-US" sz="1700" spc="2" dirty="0">
                <a:solidFill>
                  <a:srgbClr val="242424"/>
                </a:solidFill>
                <a:latin typeface="Times New Roman"/>
                <a:cs typeface="Times New Roman"/>
              </a:rPr>
              <a:t>r</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e</a:t>
            </a:r>
            <a:r>
              <a:rPr lang="en-US" sz="1700" spc="-2" dirty="0">
                <a:solidFill>
                  <a:srgbClr val="242424"/>
                </a:solidFill>
                <a:latin typeface="Times New Roman"/>
                <a:cs typeface="Times New Roman"/>
              </a:rPr>
              <a:t> </a:t>
            </a:r>
            <a:r>
              <a:rPr lang="en-US" sz="1700" dirty="0">
                <a:solidFill>
                  <a:srgbClr val="242424"/>
                </a:solidFill>
                <a:latin typeface="Times New Roman"/>
                <a:cs typeface="Times New Roman"/>
              </a:rPr>
              <a:t>gro</a:t>
            </a:r>
            <a:r>
              <a:rPr lang="en-US" sz="1700" spc="-2" dirty="0">
                <a:solidFill>
                  <a:srgbClr val="242424"/>
                </a:solidFill>
                <a:latin typeface="Times New Roman"/>
                <a:cs typeface="Times New Roman"/>
              </a:rPr>
              <a:t>u</a:t>
            </a:r>
            <a:r>
              <a:rPr lang="en-US" sz="1700" dirty="0">
                <a:solidFill>
                  <a:srgbClr val="242424"/>
                </a:solidFill>
                <a:latin typeface="Times New Roman"/>
                <a:cs typeface="Times New Roman"/>
              </a:rPr>
              <a:t>ps.</a:t>
            </a:r>
            <a:endParaRPr lang="en-US" sz="1700" dirty="0">
              <a:latin typeface="Times New Roman"/>
              <a:cs typeface="Times New Roman"/>
            </a:endParaRPr>
          </a:p>
        </p:txBody>
      </p:sp>
    </p:spTree>
    <p:extLst>
      <p:ext uri="{BB962C8B-B14F-4D97-AF65-F5344CB8AC3E}">
        <p14:creationId xmlns:p14="http://schemas.microsoft.com/office/powerpoint/2010/main" val="338942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56C10-1F98-7933-DB07-B63148A0262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1EA10C1-03F7-5DEC-307A-2163BEC65BD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CD00562D-89C0-E20F-B36E-3F73BB05FA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4033CAF-A711-B1DD-043D-18552EB8261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0EC3847-CA35-4F1A-D3A3-8EBF6C9F0D9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F8CA52D3-88DF-179D-950A-62007A7174EF}"/>
              </a:ext>
            </a:extLst>
          </p:cNvPr>
          <p:cNvSpPr txBox="1"/>
          <p:nvPr/>
        </p:nvSpPr>
        <p:spPr>
          <a:xfrm>
            <a:off x="1014922" y="819150"/>
            <a:ext cx="6986078" cy="2616101"/>
          </a:xfrm>
          <a:prstGeom prst="rect">
            <a:avLst/>
          </a:prstGeom>
        </p:spPr>
        <p:txBody>
          <a:bodyPr vert="horz" wrap="square" lIns="0" tIns="0" rIns="0" bIns="0" rtlCol="0">
            <a:spAutoFit/>
          </a:bodyPr>
          <a:lstStyle/>
          <a:p>
            <a:pPr marL="6109" algn="just"/>
            <a:r>
              <a:rPr lang="en-US" sz="1700" b="1" spc="-2" dirty="0">
                <a:solidFill>
                  <a:srgbClr val="242424"/>
                </a:solidFill>
                <a:latin typeface="Times New Roman"/>
                <a:cs typeface="Times New Roman"/>
              </a:rPr>
              <a:t>Cont</a:t>
            </a:r>
            <a:r>
              <a:rPr lang="en-US" sz="1700" b="1" spc="-5" dirty="0">
                <a:solidFill>
                  <a:srgbClr val="242424"/>
                </a:solidFill>
                <a:latin typeface="Times New Roman"/>
                <a:cs typeface="Times New Roman"/>
              </a:rPr>
              <a:t>r</a:t>
            </a:r>
            <a:r>
              <a:rPr lang="en-US" sz="1700" b="1" spc="-2" dirty="0">
                <a:solidFill>
                  <a:srgbClr val="242424"/>
                </a:solidFill>
                <a:latin typeface="Times New Roman"/>
                <a:cs typeface="Times New Roman"/>
              </a:rPr>
              <a:t>ol</a:t>
            </a:r>
            <a:r>
              <a:rPr lang="en-US" sz="1700" b="1" dirty="0">
                <a:solidFill>
                  <a:srgbClr val="242424"/>
                </a:solidFill>
                <a:latin typeface="Times New Roman"/>
                <a:cs typeface="Times New Roman"/>
              </a:rPr>
              <a:t> </a:t>
            </a:r>
            <a:r>
              <a:rPr lang="en-US" sz="1700" b="1" spc="-5" dirty="0">
                <a:solidFill>
                  <a:srgbClr val="242424"/>
                </a:solidFill>
                <a:latin typeface="Times New Roman"/>
                <a:cs typeface="Times New Roman"/>
              </a:rPr>
              <a:t>Ha</a:t>
            </a:r>
            <a:r>
              <a:rPr lang="en-US" sz="1700" b="1" spc="-7" dirty="0">
                <a:solidFill>
                  <a:srgbClr val="242424"/>
                </a:solidFill>
                <a:latin typeface="Times New Roman"/>
                <a:cs typeface="Times New Roman"/>
              </a:rPr>
              <a:t>z</a:t>
            </a:r>
            <a:r>
              <a:rPr lang="en-US" sz="1700" b="1" spc="-5" dirty="0">
                <a:solidFill>
                  <a:srgbClr val="242424"/>
                </a:solidFill>
                <a:latin typeface="Times New Roman"/>
                <a:cs typeface="Times New Roman"/>
              </a:rPr>
              <a:t>a</a:t>
            </a:r>
            <a:r>
              <a:rPr lang="en-US" sz="1700" b="1" spc="-7" dirty="0">
                <a:solidFill>
                  <a:srgbClr val="242424"/>
                </a:solidFill>
                <a:latin typeface="Times New Roman"/>
                <a:cs typeface="Times New Roman"/>
              </a:rPr>
              <a:t>r</a:t>
            </a:r>
            <a:r>
              <a:rPr lang="en-US" sz="1700" b="1" dirty="0">
                <a:solidFill>
                  <a:srgbClr val="242424"/>
                </a:solidFill>
                <a:latin typeface="Times New Roman"/>
                <a:cs typeface="Times New Roman"/>
              </a:rPr>
              <a:t>d</a:t>
            </a:r>
            <a:r>
              <a:rPr lang="en-US" sz="1700" b="1" spc="2" dirty="0">
                <a:solidFill>
                  <a:srgbClr val="242424"/>
                </a:solidFill>
                <a:latin typeface="Times New Roman"/>
                <a:cs typeface="Times New Roman"/>
              </a:rPr>
              <a:t>s</a:t>
            </a:r>
            <a:r>
              <a:rPr lang="en-US" sz="1700" b="1" dirty="0">
                <a:solidFill>
                  <a:srgbClr val="242424"/>
                </a:solidFill>
                <a:latin typeface="Times New Roman"/>
                <a:cs typeface="Times New Roman"/>
              </a:rPr>
              <a:t>:</a:t>
            </a:r>
            <a:endParaRPr lang="en-US" sz="1700" dirty="0">
              <a:latin typeface="Times New Roman"/>
              <a:cs typeface="Times New Roman"/>
            </a:endParaRPr>
          </a:p>
          <a:p>
            <a:pPr>
              <a:spcBef>
                <a:spcPts val="11"/>
              </a:spcBef>
            </a:pPr>
            <a:endParaRPr lang="en-US" sz="1700" dirty="0">
              <a:latin typeface="Times New Roman"/>
              <a:cs typeface="Times New Roman"/>
            </a:endParaRPr>
          </a:p>
          <a:p>
            <a:pPr marL="291859" marR="2749" indent="-285750" algn="just">
              <a:buFont typeface="Arial" panose="020B0604020202020204" pitchFamily="34" charset="0"/>
              <a:buChar char="•"/>
            </a:pPr>
            <a:r>
              <a:rPr lang="en-US" sz="1700" spc="-5" dirty="0">
                <a:solidFill>
                  <a:srgbClr val="242424"/>
                </a:solidFill>
                <a:latin typeface="Times New Roman"/>
                <a:cs typeface="Times New Roman"/>
              </a:rPr>
              <a:t>Br</a:t>
            </a:r>
            <a:r>
              <a:rPr lang="en-US" sz="1700" spc="-10" dirty="0">
                <a:solidFill>
                  <a:srgbClr val="242424"/>
                </a:solidFill>
                <a:latin typeface="Times New Roman"/>
                <a:cs typeface="Times New Roman"/>
              </a:rPr>
              <a:t>a</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h</a:t>
            </a:r>
            <a:r>
              <a:rPr lang="en-US" sz="1700" spc="-36" dirty="0">
                <a:solidFill>
                  <a:srgbClr val="242424"/>
                </a:solidFill>
                <a:latin typeface="Times New Roman"/>
                <a:cs typeface="Times New Roman"/>
              </a:rPr>
              <a:t> </a:t>
            </a:r>
            <a:r>
              <a:rPr lang="en-US" sz="1700" spc="-5" dirty="0">
                <a:solidFill>
                  <a:srgbClr val="242424"/>
                </a:solidFill>
                <a:latin typeface="Times New Roman"/>
                <a:cs typeface="Times New Roman"/>
              </a:rPr>
              <a:t>h</a:t>
            </a:r>
            <a:r>
              <a:rPr lang="en-US" sz="1700" spc="-2" dirty="0">
                <a:solidFill>
                  <a:srgbClr val="242424"/>
                </a:solidFill>
                <a:latin typeface="Times New Roman"/>
                <a:cs typeface="Times New Roman"/>
              </a:rPr>
              <a:t>a</a:t>
            </a:r>
            <a:r>
              <a:rPr lang="en-US" sz="1700" spc="-7" dirty="0">
                <a:solidFill>
                  <a:srgbClr val="242424"/>
                </a:solidFill>
                <a:latin typeface="Times New Roman"/>
                <a:cs typeface="Times New Roman"/>
              </a:rPr>
              <a:t>za</a:t>
            </a:r>
            <a:r>
              <a:rPr lang="en-US" sz="1700" dirty="0">
                <a:solidFill>
                  <a:srgbClr val="242424"/>
                </a:solidFill>
                <a:latin typeface="Times New Roman"/>
                <a:cs typeface="Times New Roman"/>
              </a:rPr>
              <a:t>rds</a:t>
            </a:r>
            <a:r>
              <a:rPr lang="en-US" sz="1700" spc="-31"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a:t>
            </a:r>
            <a:r>
              <a:rPr lang="en-US" sz="1700" spc="-5" dirty="0">
                <a:solidFill>
                  <a:srgbClr val="242424"/>
                </a:solidFill>
                <a:latin typeface="Times New Roman"/>
                <a:cs typeface="Times New Roman"/>
              </a:rPr>
              <a:t>e</a:t>
            </a:r>
            <a:r>
              <a:rPr lang="en-US" sz="1700" spc="-38" dirty="0">
                <a:solidFill>
                  <a:srgbClr val="242424"/>
                </a:solidFill>
                <a:latin typeface="Times New Roman"/>
                <a:cs typeface="Times New Roman"/>
              </a:rPr>
              <a:t> </a:t>
            </a:r>
            <a:r>
              <a:rPr lang="en-US" sz="1700" spc="-7" dirty="0">
                <a:solidFill>
                  <a:srgbClr val="242424"/>
                </a:solidFill>
                <a:latin typeface="Times New Roman"/>
                <a:cs typeface="Times New Roman"/>
              </a:rPr>
              <a:t>ca</a:t>
            </a:r>
            <a:r>
              <a:rPr lang="en-US" sz="1700" dirty="0">
                <a:solidFill>
                  <a:srgbClr val="242424"/>
                </a:solidFill>
                <a:latin typeface="Times New Roman"/>
                <a:cs typeface="Times New Roman"/>
              </a:rPr>
              <a:t>u</a:t>
            </a:r>
            <a:r>
              <a:rPr lang="en-US" sz="1700" spc="5" dirty="0">
                <a:solidFill>
                  <a:srgbClr val="242424"/>
                </a:solidFill>
                <a:latin typeface="Times New Roman"/>
                <a:cs typeface="Times New Roman"/>
              </a:rPr>
              <a:t>s</a:t>
            </a:r>
            <a:r>
              <a:rPr lang="en-US" sz="1700" spc="-2" dirty="0">
                <a:solidFill>
                  <a:srgbClr val="242424"/>
                </a:solidFill>
                <a:latin typeface="Times New Roman"/>
                <a:cs typeface="Times New Roman"/>
              </a:rPr>
              <a:t>e</a:t>
            </a:r>
            <a:r>
              <a:rPr lang="en-US" sz="1700" dirty="0">
                <a:solidFill>
                  <a:srgbClr val="242424"/>
                </a:solidFill>
                <a:latin typeface="Times New Roman"/>
                <a:cs typeface="Times New Roman"/>
              </a:rPr>
              <a:t>d</a:t>
            </a:r>
            <a:r>
              <a:rPr lang="en-US" sz="1700" spc="-36" dirty="0">
                <a:solidFill>
                  <a:srgbClr val="242424"/>
                </a:solidFill>
                <a:latin typeface="Times New Roman"/>
                <a:cs typeface="Times New Roman"/>
              </a:rPr>
              <a:t> </a:t>
            </a:r>
            <a:r>
              <a:rPr lang="en-US" sz="1700" dirty="0">
                <a:solidFill>
                  <a:srgbClr val="242424"/>
                </a:solidFill>
                <a:latin typeface="Times New Roman"/>
                <a:cs typeface="Times New Roman"/>
              </a:rPr>
              <a:t>by</a:t>
            </a:r>
            <a:r>
              <a:rPr lang="en-US" sz="1700" spc="-36" dirty="0">
                <a:solidFill>
                  <a:srgbClr val="242424"/>
                </a:solidFill>
                <a:latin typeface="Times New Roman"/>
                <a:cs typeface="Times New Roman"/>
              </a:rPr>
              <a:t> </a:t>
            </a:r>
            <a:r>
              <a:rPr lang="en-US" sz="1700" spc="-2" dirty="0">
                <a:solidFill>
                  <a:srgbClr val="242424"/>
                </a:solidFill>
                <a:latin typeface="Times New Roman"/>
                <a:cs typeface="Times New Roman"/>
              </a:rPr>
              <a:t>br</a:t>
            </a:r>
            <a:r>
              <a:rPr lang="en-US" sz="1700" spc="-10" dirty="0">
                <a:solidFill>
                  <a:srgbClr val="242424"/>
                </a:solidFill>
                <a:latin typeface="Times New Roman"/>
                <a:cs typeface="Times New Roman"/>
              </a:rPr>
              <a:t>a</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h</a:t>
            </a:r>
            <a:r>
              <a:rPr lang="en-US" sz="1700" spc="-36" dirty="0">
                <a:solidFill>
                  <a:srgbClr val="242424"/>
                </a:solidFill>
                <a:latin typeface="Times New Roman"/>
                <a:cs typeface="Times New Roman"/>
              </a:rPr>
              <a:t> </a:t>
            </a:r>
            <a:r>
              <a:rPr lang="en-US" sz="1700" spc="-2" dirty="0">
                <a:solidFill>
                  <a:srgbClr val="242424"/>
                </a:solidFill>
                <a:latin typeface="Times New Roman"/>
                <a:cs typeface="Times New Roman"/>
              </a:rPr>
              <a:t>inst</a:t>
            </a:r>
            <a:r>
              <a:rPr lang="en-US" sz="1700" dirty="0">
                <a:solidFill>
                  <a:srgbClr val="242424"/>
                </a:solidFill>
                <a:latin typeface="Times New Roman"/>
                <a:cs typeface="Times New Roman"/>
              </a:rPr>
              <a:t>r</a:t>
            </a:r>
            <a:r>
              <a:rPr lang="en-US" sz="1700" spc="2" dirty="0">
                <a:solidFill>
                  <a:srgbClr val="242424"/>
                </a:solidFill>
                <a:latin typeface="Times New Roman"/>
                <a:cs typeface="Times New Roman"/>
              </a:rPr>
              <a:t>u</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a:t>
            </a:r>
            <a:r>
              <a:rPr lang="en-US" sz="1700" spc="-36" dirty="0">
                <a:solidFill>
                  <a:srgbClr val="242424"/>
                </a:solidFill>
                <a:latin typeface="Times New Roman"/>
                <a:cs typeface="Times New Roman"/>
              </a:rPr>
              <a:t> </a:t>
            </a:r>
            <a:r>
              <a:rPr lang="en-US" sz="1700" spc="-2" dirty="0">
                <a:solidFill>
                  <a:srgbClr val="242424"/>
                </a:solidFill>
                <a:latin typeface="Times New Roman"/>
                <a:cs typeface="Times New Roman"/>
              </a:rPr>
              <a:t>a</a:t>
            </a:r>
            <a:r>
              <a:rPr lang="en-US" sz="1700" dirty="0">
                <a:solidFill>
                  <a:srgbClr val="242424"/>
                </a:solidFill>
                <a:latin typeface="Times New Roman"/>
                <a:cs typeface="Times New Roman"/>
              </a:rPr>
              <a:t>nd</a:t>
            </a:r>
            <a:r>
              <a:rPr lang="en-US" sz="1700" spc="-36"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re</a:t>
            </a:r>
            <a:r>
              <a:rPr lang="en-US" sz="1700" spc="-41" dirty="0">
                <a:solidFill>
                  <a:srgbClr val="242424"/>
                </a:solidFill>
                <a:latin typeface="Times New Roman"/>
                <a:cs typeface="Times New Roman"/>
              </a:rPr>
              <a:t> </a:t>
            </a:r>
            <a:r>
              <a:rPr lang="en-US" sz="1700" dirty="0">
                <a:solidFill>
                  <a:srgbClr val="242424"/>
                </a:solidFill>
                <a:latin typeface="Times New Roman"/>
                <a:cs typeface="Times New Roman"/>
              </a:rPr>
              <a:t>kn</a:t>
            </a:r>
            <a:r>
              <a:rPr lang="en-US" sz="1700" spc="5" dirty="0">
                <a:solidFill>
                  <a:srgbClr val="242424"/>
                </a:solidFill>
                <a:latin typeface="Times New Roman"/>
                <a:cs typeface="Times New Roman"/>
              </a:rPr>
              <a:t>o</a:t>
            </a:r>
            <a:r>
              <a:rPr lang="en-US" sz="1700" spc="-2" dirty="0">
                <a:solidFill>
                  <a:srgbClr val="242424"/>
                </a:solidFill>
                <a:latin typeface="Times New Roman"/>
                <a:cs typeface="Times New Roman"/>
              </a:rPr>
              <a:t>w</a:t>
            </a:r>
            <a:r>
              <a:rPr lang="en-US" sz="1700" dirty="0">
                <a:solidFill>
                  <a:srgbClr val="242424"/>
                </a:solidFill>
                <a:latin typeface="Times New Roman"/>
                <a:cs typeface="Times New Roman"/>
              </a:rPr>
              <a:t>n</a:t>
            </a:r>
            <a:r>
              <a:rPr lang="en-US" sz="1700" spc="-36"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s</a:t>
            </a:r>
            <a:r>
              <a:rPr lang="en-US" sz="1700" spc="-29"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ontrol</a:t>
            </a:r>
            <a:r>
              <a:rPr lang="en-US" sz="1700" spc="-36" dirty="0">
                <a:solidFill>
                  <a:srgbClr val="242424"/>
                </a:solidFill>
                <a:latin typeface="Times New Roman"/>
                <a:cs typeface="Times New Roman"/>
              </a:rPr>
              <a:t> </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aza</a:t>
            </a:r>
            <a:r>
              <a:rPr lang="en-US" sz="1700" dirty="0">
                <a:solidFill>
                  <a:srgbClr val="242424"/>
                </a:solidFill>
                <a:latin typeface="Times New Roman"/>
                <a:cs typeface="Times New Roman"/>
              </a:rPr>
              <a:t>rds.</a:t>
            </a:r>
            <a:endParaRPr lang="en-US" sz="1700" spc="38" dirty="0">
              <a:solidFill>
                <a:srgbClr val="242424"/>
              </a:solidFill>
              <a:latin typeface="Times New Roman"/>
              <a:cs typeface="Times New Roman"/>
            </a:endParaRPr>
          </a:p>
          <a:p>
            <a:pPr marL="291859" marR="2749" indent="-285750" algn="just">
              <a:buFont typeface="Arial" panose="020B0604020202020204" pitchFamily="34" charset="0"/>
              <a:buChar char="•"/>
            </a:pPr>
            <a:endParaRPr lang="en-US" sz="1700" spc="38" dirty="0">
              <a:solidFill>
                <a:srgbClr val="242424"/>
              </a:solidFill>
              <a:latin typeface="Times New Roman"/>
              <a:cs typeface="Times New Roman"/>
            </a:endParaRPr>
          </a:p>
          <a:p>
            <a:pPr marL="291859" marR="2749" indent="-285750" algn="just">
              <a:buFont typeface="Arial" panose="020B0604020202020204" pitchFamily="34" charset="0"/>
              <a:buChar char="•"/>
            </a:pPr>
            <a:r>
              <a:rPr lang="en-US" sz="1700" spc="-5" dirty="0">
                <a:solidFill>
                  <a:srgbClr val="242424"/>
                </a:solidFill>
                <a:latin typeface="Times New Roman"/>
                <a:cs typeface="Times New Roman"/>
              </a:rPr>
              <a:t>T</a:t>
            </a:r>
            <a:r>
              <a:rPr lang="en-US" sz="1700" spc="-2" dirty="0">
                <a:solidFill>
                  <a:srgbClr val="242424"/>
                </a:solidFill>
                <a:latin typeface="Times New Roman"/>
                <a:cs typeface="Times New Roman"/>
              </a:rPr>
              <a:t>h</a:t>
            </a:r>
            <a:r>
              <a:rPr lang="en-US" sz="1700" spc="-5" dirty="0">
                <a:solidFill>
                  <a:srgbClr val="242424"/>
                </a:solidFill>
                <a:latin typeface="Times New Roman"/>
                <a:cs typeface="Times New Roman"/>
              </a:rPr>
              <a:t>e</a:t>
            </a:r>
            <a:r>
              <a:rPr lang="en-US" sz="1700" spc="36" dirty="0">
                <a:solidFill>
                  <a:srgbClr val="242424"/>
                </a:solidFill>
                <a:latin typeface="Times New Roman"/>
                <a:cs typeface="Times New Roman"/>
              </a:rPr>
              <a:t> </a:t>
            </a:r>
            <a:r>
              <a:rPr lang="en-US" sz="1700" dirty="0">
                <a:solidFill>
                  <a:srgbClr val="242424"/>
                </a:solidFill>
                <a:latin typeface="Times New Roman"/>
                <a:cs typeface="Times New Roman"/>
              </a:rPr>
              <a:t>flow</a:t>
            </a:r>
            <a:r>
              <a:rPr lang="en-US" sz="1700" spc="43" dirty="0">
                <a:solidFill>
                  <a:srgbClr val="242424"/>
                </a:solidFill>
                <a:latin typeface="Times New Roman"/>
                <a:cs typeface="Times New Roman"/>
              </a:rPr>
              <a:t> </a:t>
            </a:r>
            <a:r>
              <a:rPr lang="en-US" sz="1700" dirty="0">
                <a:solidFill>
                  <a:srgbClr val="242424"/>
                </a:solidFill>
                <a:latin typeface="Times New Roman"/>
                <a:cs typeface="Times New Roman"/>
              </a:rPr>
              <a:t>of</a:t>
            </a:r>
            <a:r>
              <a:rPr lang="en-US" sz="1700" spc="43" dirty="0">
                <a:solidFill>
                  <a:srgbClr val="242424"/>
                </a:solidFill>
                <a:latin typeface="Times New Roman"/>
                <a:cs typeface="Times New Roman"/>
              </a:rPr>
              <a:t> </a:t>
            </a:r>
            <a:r>
              <a:rPr lang="en-US" sz="1700" dirty="0">
                <a:solidFill>
                  <a:srgbClr val="242424"/>
                </a:solidFill>
                <a:latin typeface="Times New Roman"/>
                <a:cs typeface="Times New Roman"/>
              </a:rPr>
              <a:t>prog</a:t>
            </a:r>
            <a:r>
              <a:rPr lang="en-US" sz="1700" spc="-5" dirty="0">
                <a:solidFill>
                  <a:srgbClr val="242424"/>
                </a:solidFill>
                <a:latin typeface="Times New Roman"/>
                <a:cs typeface="Times New Roman"/>
              </a:rPr>
              <a:t>r</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m/instru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38" dirty="0">
                <a:solidFill>
                  <a:srgbClr val="242424"/>
                </a:solidFill>
                <a:latin typeface="Times New Roman"/>
                <a:cs typeface="Times New Roman"/>
              </a:rPr>
              <a:t> </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x</a:t>
            </a:r>
            <a:r>
              <a:rPr lang="en-US" sz="1700" spc="-2" dirty="0">
                <a:solidFill>
                  <a:srgbClr val="242424"/>
                </a:solidFill>
                <a:latin typeface="Times New Roman"/>
                <a:cs typeface="Times New Roman"/>
              </a:rPr>
              <a:t>e</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uti</a:t>
            </a:r>
            <a:r>
              <a:rPr lang="en-US" sz="1700" dirty="0">
                <a:solidFill>
                  <a:srgbClr val="242424"/>
                </a:solidFill>
                <a:latin typeface="Times New Roman"/>
                <a:cs typeface="Times New Roman"/>
              </a:rPr>
              <a:t>on</a:t>
            </a:r>
            <a:r>
              <a:rPr lang="en-US" sz="1700" spc="38" dirty="0">
                <a:solidFill>
                  <a:srgbClr val="242424"/>
                </a:solidFill>
                <a:latin typeface="Times New Roman"/>
                <a:cs typeface="Times New Roman"/>
              </a:rPr>
              <a:t> </a:t>
            </a:r>
            <a:r>
              <a:rPr lang="en-US" sz="1700" spc="-2" dirty="0">
                <a:solidFill>
                  <a:srgbClr val="242424"/>
                </a:solidFill>
                <a:latin typeface="Times New Roman"/>
                <a:cs typeface="Times New Roman"/>
              </a:rPr>
              <a:t>is</a:t>
            </a:r>
            <a:r>
              <a:rPr lang="en-US" sz="1700" spc="41"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ontroll</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d</a:t>
            </a:r>
            <a:r>
              <a:rPr lang="en-US" sz="1700" spc="38" dirty="0">
                <a:solidFill>
                  <a:srgbClr val="242424"/>
                </a:solidFill>
                <a:latin typeface="Times New Roman"/>
                <a:cs typeface="Times New Roman"/>
              </a:rPr>
              <a:t> </a:t>
            </a:r>
            <a:r>
              <a:rPr lang="en-US" sz="1700" dirty="0">
                <a:solidFill>
                  <a:srgbClr val="242424"/>
                </a:solidFill>
                <a:latin typeface="Times New Roman"/>
                <a:cs typeface="Times New Roman"/>
              </a:rPr>
              <a:t>by</a:t>
            </a:r>
            <a:r>
              <a:rPr lang="en-US" sz="1700" spc="38" dirty="0">
                <a:solidFill>
                  <a:srgbClr val="242424"/>
                </a:solidFill>
                <a:latin typeface="Times New Roman"/>
                <a:cs typeface="Times New Roman"/>
              </a:rPr>
              <a:t> </a:t>
            </a:r>
            <a:r>
              <a:rPr lang="en-US" sz="1700" spc="5" dirty="0">
                <a:solidFill>
                  <a:srgbClr val="242424"/>
                </a:solidFill>
                <a:latin typeface="Times New Roman"/>
                <a:cs typeface="Times New Roman"/>
              </a:rPr>
              <a:t>b</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a</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h</a:t>
            </a:r>
            <a:r>
              <a:rPr lang="en-US" sz="1700" spc="38" dirty="0">
                <a:solidFill>
                  <a:srgbClr val="242424"/>
                </a:solidFill>
                <a:latin typeface="Times New Roman"/>
                <a:cs typeface="Times New Roman"/>
              </a:rPr>
              <a:t> </a:t>
            </a:r>
            <a:r>
              <a:rPr lang="en-US" sz="1700" spc="-2" dirty="0">
                <a:solidFill>
                  <a:srgbClr val="242424"/>
                </a:solidFill>
                <a:latin typeface="Times New Roman"/>
                <a:cs typeface="Times New Roman"/>
              </a:rPr>
              <a:t>inst</a:t>
            </a:r>
            <a:r>
              <a:rPr lang="en-US" sz="1700" dirty="0">
                <a:solidFill>
                  <a:srgbClr val="242424"/>
                </a:solidFill>
                <a:latin typeface="Times New Roman"/>
                <a:cs typeface="Times New Roman"/>
              </a:rPr>
              <a:t>r</a:t>
            </a:r>
            <a:r>
              <a:rPr lang="en-US" sz="1700" spc="2" dirty="0">
                <a:solidFill>
                  <a:srgbClr val="242424"/>
                </a:solidFill>
                <a:latin typeface="Times New Roman"/>
                <a:cs typeface="Times New Roman"/>
              </a:rPr>
              <a:t>u</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a:t>
            </a:r>
            <a:r>
              <a:rPr lang="en-US" sz="1700" spc="36" dirty="0">
                <a:solidFill>
                  <a:srgbClr val="242424"/>
                </a:solidFill>
                <a:latin typeface="Times New Roman"/>
                <a:cs typeface="Times New Roman"/>
              </a:rPr>
              <a:t> </a:t>
            </a:r>
            <a:r>
              <a:rPr lang="en-US" sz="1700" spc="-2" dirty="0">
                <a:solidFill>
                  <a:srgbClr val="242424"/>
                </a:solidFill>
                <a:latin typeface="Times New Roman"/>
                <a:cs typeface="Times New Roman"/>
              </a:rPr>
              <a:t>A</a:t>
            </a:r>
            <a:r>
              <a:rPr lang="en-US" sz="1700" dirty="0">
                <a:solidFill>
                  <a:srgbClr val="242424"/>
                </a:solidFill>
                <a:latin typeface="Times New Roman"/>
                <a:cs typeface="Times New Roman"/>
              </a:rPr>
              <a:t>s</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a</a:t>
            </a:r>
            <a:r>
              <a:rPr lang="en-US" sz="1700" spc="2" dirty="0">
                <a:solidFill>
                  <a:srgbClr val="242424"/>
                </a:solidFill>
                <a:latin typeface="Times New Roman"/>
                <a:cs typeface="Times New Roman"/>
              </a:rPr>
              <a:t> </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sul</a:t>
            </a:r>
            <a:r>
              <a:rPr lang="en-US" sz="1700" dirty="0">
                <a:solidFill>
                  <a:srgbClr val="242424"/>
                </a:solidFill>
                <a:latin typeface="Times New Roman"/>
                <a:cs typeface="Times New Roman"/>
              </a:rPr>
              <a:t>t,</a:t>
            </a:r>
            <a:r>
              <a:rPr lang="en-US" sz="1700" spc="5" dirty="0">
                <a:solidFill>
                  <a:srgbClr val="242424"/>
                </a:solidFill>
                <a:latin typeface="Times New Roman"/>
                <a:cs typeface="Times New Roman"/>
              </a:rPr>
              <a:t> </a:t>
            </a:r>
            <a:r>
              <a:rPr lang="en-US" sz="1700" spc="-2" dirty="0">
                <a:solidFill>
                  <a:srgbClr val="242424"/>
                </a:solidFill>
                <a:latin typeface="Times New Roman"/>
                <a:cs typeface="Times New Roman"/>
              </a:rPr>
              <a:t>wh</a:t>
            </a:r>
            <a:r>
              <a:rPr lang="en-US" sz="1700" spc="-5" dirty="0">
                <a:solidFill>
                  <a:srgbClr val="242424"/>
                </a:solidFill>
                <a:latin typeface="Times New Roman"/>
                <a:cs typeface="Times New Roman"/>
              </a:rPr>
              <a:t>e</a:t>
            </a:r>
            <a:r>
              <a:rPr lang="en-US" sz="1700" dirty="0">
                <a:solidFill>
                  <a:srgbClr val="242424"/>
                </a:solidFill>
                <a:latin typeface="Times New Roman"/>
                <a:cs typeface="Times New Roman"/>
              </a:rPr>
              <a:t>n</a:t>
            </a:r>
            <a:r>
              <a:rPr lang="en-US" sz="1700" spc="5"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d</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cisi</a:t>
            </a:r>
            <a:r>
              <a:rPr lang="en-US" sz="1700" dirty="0">
                <a:solidFill>
                  <a:srgbClr val="242424"/>
                </a:solidFill>
                <a:latin typeface="Times New Roman"/>
                <a:cs typeface="Times New Roman"/>
              </a:rPr>
              <a:t>on</a:t>
            </a:r>
            <a:r>
              <a:rPr lang="en-US" sz="1700" spc="5" dirty="0">
                <a:solidFill>
                  <a:srgbClr val="242424"/>
                </a:solidFill>
                <a:latin typeface="Times New Roman"/>
                <a:cs typeface="Times New Roman"/>
              </a:rPr>
              <a:t> </a:t>
            </a:r>
            <a:r>
              <a:rPr lang="en-US" sz="1700" spc="-2" dirty="0">
                <a:solidFill>
                  <a:srgbClr val="242424"/>
                </a:solidFill>
                <a:latin typeface="Times New Roman"/>
                <a:cs typeface="Times New Roman"/>
              </a:rPr>
              <a:t>to</a:t>
            </a:r>
            <a:r>
              <a:rPr lang="en-US" sz="1700" spc="5" dirty="0">
                <a:solidFill>
                  <a:srgbClr val="242424"/>
                </a:solidFill>
                <a:latin typeface="Times New Roman"/>
                <a:cs typeface="Times New Roman"/>
              </a:rPr>
              <a:t> </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x</a:t>
            </a:r>
            <a:r>
              <a:rPr lang="en-US" sz="1700" spc="-7" dirty="0">
                <a:solidFill>
                  <a:srgbClr val="242424"/>
                </a:solidFill>
                <a:latin typeface="Times New Roman"/>
                <a:cs typeface="Times New Roman"/>
              </a:rPr>
              <a:t>ec</a:t>
            </a:r>
            <a:r>
              <a:rPr lang="en-US" sz="1700" spc="-2" dirty="0">
                <a:solidFill>
                  <a:srgbClr val="242424"/>
                </a:solidFill>
                <a:latin typeface="Times New Roman"/>
                <a:cs typeface="Times New Roman"/>
              </a:rPr>
              <a:t>ute</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one</a:t>
            </a:r>
            <a:r>
              <a:rPr lang="en-US" sz="1700" spc="-2" dirty="0">
                <a:solidFill>
                  <a:srgbClr val="242424"/>
                </a:solidFill>
                <a:latin typeface="Times New Roman"/>
                <a:cs typeface="Times New Roman"/>
              </a:rPr>
              <a:t> 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is</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li</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nt</a:t>
            </a:r>
            <a:r>
              <a:rPr lang="en-US" sz="1700" spc="34" dirty="0">
                <a:solidFill>
                  <a:srgbClr val="242424"/>
                </a:solidFill>
                <a:latin typeface="Times New Roman"/>
                <a:cs typeface="Times New Roman"/>
              </a:rPr>
              <a:t> </a:t>
            </a:r>
            <a:r>
              <a:rPr lang="en-US" sz="1700" dirty="0">
                <a:solidFill>
                  <a:srgbClr val="242424"/>
                </a:solidFill>
                <a:latin typeface="Times New Roman"/>
                <a:cs typeface="Times New Roman"/>
              </a:rPr>
              <a:t>on</a:t>
            </a:r>
            <a:r>
              <a:rPr lang="en-US" sz="1700" spc="26" dirty="0">
                <a:solidFill>
                  <a:srgbClr val="242424"/>
                </a:solidFill>
                <a:latin typeface="Times New Roman"/>
                <a:cs typeface="Times New Roman"/>
              </a:rPr>
              <a:t> </a:t>
            </a:r>
            <a:r>
              <a:rPr lang="en-US" sz="1700" spc="-7" dirty="0">
                <a:solidFill>
                  <a:srgbClr val="242424"/>
                </a:solidFill>
                <a:latin typeface="Times New Roman"/>
                <a:cs typeface="Times New Roman"/>
              </a:rPr>
              <a:t>t</a:t>
            </a:r>
            <a:r>
              <a:rPr lang="en-US" sz="1700" spc="-5" dirty="0">
                <a:solidFill>
                  <a:srgbClr val="242424"/>
                </a:solidFill>
                <a:latin typeface="Times New Roman"/>
                <a:cs typeface="Times New Roman"/>
              </a:rPr>
              <a:t>he</a:t>
            </a:r>
            <a:r>
              <a:rPr lang="en-US" sz="1700" spc="31" dirty="0">
                <a:solidFill>
                  <a:srgbClr val="242424"/>
                </a:solidFill>
                <a:latin typeface="Times New Roman"/>
                <a:cs typeface="Times New Roman"/>
              </a:rPr>
              <a:t> </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sul</a:t>
            </a:r>
            <a:r>
              <a:rPr lang="en-US" sz="1700" spc="-2" dirty="0">
                <a:solidFill>
                  <a:srgbClr val="242424"/>
                </a:solidFill>
                <a:latin typeface="Times New Roman"/>
                <a:cs typeface="Times New Roman"/>
              </a:rPr>
              <a:t>t</a:t>
            </a:r>
            <a:r>
              <a:rPr lang="en-US" sz="1700" spc="36" dirty="0">
                <a:solidFill>
                  <a:srgbClr val="242424"/>
                </a:solidFill>
                <a:latin typeface="Times New Roman"/>
                <a:cs typeface="Times New Roman"/>
              </a:rPr>
              <a:t> </a:t>
            </a:r>
            <a:r>
              <a:rPr lang="en-US" sz="1700" dirty="0">
                <a:solidFill>
                  <a:srgbClr val="242424"/>
                </a:solidFill>
                <a:latin typeface="Times New Roman"/>
                <a:cs typeface="Times New Roman"/>
              </a:rPr>
              <a:t>of</a:t>
            </a:r>
            <a:r>
              <a:rPr lang="en-US" sz="1700" spc="31"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no</a:t>
            </a:r>
            <a:r>
              <a:rPr lang="en-US" sz="1700" spc="5" dirty="0">
                <a:solidFill>
                  <a:srgbClr val="242424"/>
                </a:solidFill>
                <a:latin typeface="Times New Roman"/>
                <a:cs typeface="Times New Roman"/>
              </a:rPr>
              <a:t>t</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r</a:t>
            </a:r>
            <a:r>
              <a:rPr lang="en-US" sz="1700" spc="31"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suc</a:t>
            </a:r>
            <a:r>
              <a:rPr lang="en-US" sz="1700" dirty="0">
                <a:solidFill>
                  <a:srgbClr val="242424"/>
                </a:solidFill>
                <a:latin typeface="Times New Roman"/>
                <a:cs typeface="Times New Roman"/>
              </a:rPr>
              <a:t>h</a:t>
            </a:r>
            <a:r>
              <a:rPr lang="en-US" sz="1700" spc="34"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s</a:t>
            </a:r>
            <a:r>
              <a:rPr lang="en-US" sz="1700" spc="34" dirty="0">
                <a:solidFill>
                  <a:srgbClr val="242424"/>
                </a:solidFill>
                <a:latin typeface="Times New Roman"/>
                <a:cs typeface="Times New Roman"/>
              </a:rPr>
              <a:t> </a:t>
            </a:r>
            <a:r>
              <a:rPr lang="en-US" sz="1700" spc="-5" dirty="0">
                <a:solidFill>
                  <a:srgbClr val="242424"/>
                </a:solidFill>
                <a:latin typeface="Times New Roman"/>
                <a:cs typeface="Times New Roman"/>
              </a:rPr>
              <a:t>a</a:t>
            </a:r>
            <a:r>
              <a:rPr lang="en-US" sz="1700" spc="31"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ondit</a:t>
            </a:r>
            <a:r>
              <a:rPr lang="en-US" sz="1700" spc="-7" dirty="0">
                <a:solidFill>
                  <a:srgbClr val="242424"/>
                </a:solidFill>
                <a:latin typeface="Times New Roman"/>
                <a:cs typeface="Times New Roman"/>
              </a:rPr>
              <a:t>i</a:t>
            </a:r>
            <a:r>
              <a:rPr lang="en-US" sz="1700" spc="-5" dirty="0">
                <a:solidFill>
                  <a:srgbClr val="242424"/>
                </a:solidFill>
                <a:latin typeface="Times New Roman"/>
                <a:cs typeface="Times New Roman"/>
              </a:rPr>
              <a:t>on</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l</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br</a:t>
            </a:r>
            <a:r>
              <a:rPr lang="en-US" sz="1700" spc="-10" dirty="0">
                <a:solidFill>
                  <a:srgbClr val="242424"/>
                </a:solidFill>
                <a:latin typeface="Times New Roman"/>
                <a:cs typeface="Times New Roman"/>
              </a:rPr>
              <a:t>a</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h,</a:t>
            </a:r>
            <a:r>
              <a:rPr lang="en-US" sz="1700" spc="34" dirty="0">
                <a:solidFill>
                  <a:srgbClr val="242424"/>
                </a:solidFill>
                <a:latin typeface="Times New Roman"/>
                <a:cs typeface="Times New Roman"/>
              </a:rPr>
              <a:t> </a:t>
            </a:r>
            <a:r>
              <a:rPr lang="en-US" sz="1700" spc="-7" dirty="0">
                <a:solidFill>
                  <a:srgbClr val="242424"/>
                </a:solidFill>
                <a:latin typeface="Times New Roman"/>
                <a:cs typeface="Times New Roman"/>
              </a:rPr>
              <a:t>whic</a:t>
            </a:r>
            <a:r>
              <a:rPr lang="en-US" sz="1700" dirty="0">
                <a:solidFill>
                  <a:srgbClr val="242424"/>
                </a:solidFill>
                <a:latin typeface="Times New Roman"/>
                <a:cs typeface="Times New Roman"/>
              </a:rPr>
              <a:t>h </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x</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min</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s</a:t>
            </a:r>
            <a:r>
              <a:rPr lang="en-US" sz="1700" spc="-2" dirty="0">
                <a:solidFill>
                  <a:srgbClr val="242424"/>
                </a:solidFill>
                <a:latin typeface="Times New Roman"/>
                <a:cs typeface="Times New Roman"/>
              </a:rPr>
              <a:t> the </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ondition’</a:t>
            </a:r>
            <a:r>
              <a:rPr lang="en-US" sz="1700" dirty="0">
                <a:solidFill>
                  <a:srgbClr val="242424"/>
                </a:solidFill>
                <a:latin typeface="Times New Roman"/>
                <a:cs typeface="Times New Roman"/>
              </a:rPr>
              <a:t>s</a:t>
            </a:r>
            <a:r>
              <a:rPr lang="en-US" sz="1700" spc="5"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ons</a:t>
            </a:r>
            <a:r>
              <a:rPr lang="en-US" sz="1700" spc="-2" dirty="0">
                <a:solidFill>
                  <a:srgbClr val="242424"/>
                </a:solidFill>
                <a:latin typeface="Times New Roman"/>
                <a:cs typeface="Times New Roman"/>
              </a:rPr>
              <a:t>e</a:t>
            </a:r>
            <a:r>
              <a:rPr lang="en-US" sz="1700" spc="-5" dirty="0">
                <a:solidFill>
                  <a:srgbClr val="242424"/>
                </a:solidFill>
                <a:latin typeface="Times New Roman"/>
                <a:cs typeface="Times New Roman"/>
              </a:rPr>
              <a:t>qu</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nt</a:t>
            </a:r>
            <a:r>
              <a:rPr lang="en-US" sz="1700" dirty="0">
                <a:solidFill>
                  <a:srgbClr val="242424"/>
                </a:solidFill>
                <a:latin typeface="Times New Roman"/>
                <a:cs typeface="Times New Roman"/>
              </a:rPr>
              <a:t> </a:t>
            </a:r>
            <a:r>
              <a:rPr lang="en-US" sz="1700" spc="-5" dirty="0">
                <a:solidFill>
                  <a:srgbClr val="242424"/>
                </a:solidFill>
                <a:latin typeface="Times New Roman"/>
                <a:cs typeface="Times New Roman"/>
              </a:rPr>
              <a:t>valu</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a:t>
            </a:r>
            <a:r>
              <a:rPr lang="en-US" sz="1700" spc="5" dirty="0">
                <a:solidFill>
                  <a:srgbClr val="242424"/>
                </a:solidFill>
                <a:latin typeface="Times New Roman"/>
                <a:cs typeface="Times New Roman"/>
              </a:rPr>
              <a:t> </a:t>
            </a:r>
            <a:r>
              <a:rPr lang="en-US" sz="1700" spc="-5" dirty="0">
                <a:solidFill>
                  <a:srgbClr val="242424"/>
                </a:solidFill>
                <a:latin typeface="Times New Roman"/>
                <a:cs typeface="Times New Roman"/>
              </a:rPr>
              <a:t>a</a:t>
            </a:r>
            <a:r>
              <a:rPr lang="en-US" sz="1700" spc="-2"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o</a:t>
            </a:r>
            <a:r>
              <a:rPr lang="en-US" sz="1700" spc="5" dirty="0">
                <a:solidFill>
                  <a:srgbClr val="242424"/>
                </a:solidFill>
                <a:latin typeface="Times New Roman"/>
                <a:cs typeface="Times New Roman"/>
              </a:rPr>
              <a:t>n</a:t>
            </a:r>
            <a:r>
              <a:rPr lang="en-US" sz="1700" spc="-2" dirty="0">
                <a:solidFill>
                  <a:srgbClr val="242424"/>
                </a:solidFill>
                <a:latin typeface="Times New Roman"/>
                <a:cs typeface="Times New Roman"/>
              </a:rPr>
              <a:t>ditional </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aza</a:t>
            </a:r>
            <a:r>
              <a:rPr lang="en-US" sz="1700" dirty="0">
                <a:solidFill>
                  <a:srgbClr val="242424"/>
                </a:solidFill>
                <a:latin typeface="Times New Roman"/>
                <a:cs typeface="Times New Roman"/>
              </a:rPr>
              <a:t>rd </a:t>
            </a:r>
            <a:r>
              <a:rPr lang="en-US" sz="1700" spc="-5" dirty="0">
                <a:solidFill>
                  <a:srgbClr val="242424"/>
                </a:solidFill>
                <a:latin typeface="Times New Roman"/>
                <a:cs typeface="Times New Roman"/>
              </a:rPr>
              <a:t>d</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v</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lops.</a:t>
            </a:r>
            <a:endParaRPr lang="en-US" sz="1700" dirty="0">
              <a:latin typeface="Times New Roman"/>
              <a:cs typeface="Times New Roman"/>
            </a:endParaRPr>
          </a:p>
        </p:txBody>
      </p:sp>
    </p:spTree>
    <p:extLst>
      <p:ext uri="{BB962C8B-B14F-4D97-AF65-F5344CB8AC3E}">
        <p14:creationId xmlns:p14="http://schemas.microsoft.com/office/powerpoint/2010/main" val="155944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30613-D40B-1637-D74A-04BC1DCDE43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B3CFDF-DFB4-8C61-61FD-CFC4082D1578}"/>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A504A1B4-5702-A5B4-E336-FC7985DDD3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5F58DB9-87D8-0AD8-678B-859A931FBC9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736B3F3-ADB5-6A40-A069-B256178243C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0C1D67A2-7CE5-DE54-F6C6-177E9E36BAEA}"/>
              </a:ext>
            </a:extLst>
          </p:cNvPr>
          <p:cNvSpPr txBox="1"/>
          <p:nvPr/>
        </p:nvSpPr>
        <p:spPr>
          <a:xfrm>
            <a:off x="1014922" y="819150"/>
            <a:ext cx="6986078" cy="3400931"/>
          </a:xfrm>
          <a:prstGeom prst="rect">
            <a:avLst/>
          </a:prstGeom>
        </p:spPr>
        <p:txBody>
          <a:bodyPr vert="horz" wrap="square" lIns="0" tIns="0" rIns="0" bIns="0" rtlCol="0">
            <a:spAutoFit/>
          </a:bodyPr>
          <a:lstStyle/>
          <a:p>
            <a:pPr marL="6109" algn="ctr"/>
            <a:r>
              <a:rPr lang="en-US" sz="1700" b="1" spc="-5" dirty="0">
                <a:solidFill>
                  <a:srgbClr val="242424"/>
                </a:solidFill>
                <a:latin typeface="Times New Roman"/>
                <a:cs typeface="Times New Roman"/>
              </a:rPr>
              <a:t>PIPEL</a:t>
            </a:r>
            <a:r>
              <a:rPr lang="en-US" sz="1700" b="1" spc="-2" dirty="0">
                <a:solidFill>
                  <a:srgbClr val="242424"/>
                </a:solidFill>
                <a:latin typeface="Times New Roman"/>
                <a:cs typeface="Times New Roman"/>
              </a:rPr>
              <a:t>IN</a:t>
            </a:r>
            <a:r>
              <a:rPr lang="en-US" sz="1700" b="1" dirty="0">
                <a:solidFill>
                  <a:srgbClr val="242424"/>
                </a:solidFill>
                <a:latin typeface="Times New Roman"/>
                <a:cs typeface="Times New Roman"/>
              </a:rPr>
              <a:t>E </a:t>
            </a:r>
            <a:r>
              <a:rPr lang="en-US" sz="1700" b="1" spc="-2" dirty="0">
                <a:solidFill>
                  <a:srgbClr val="242424"/>
                </a:solidFill>
                <a:latin typeface="Times New Roman"/>
                <a:cs typeface="Times New Roman"/>
              </a:rPr>
              <a:t>CONFL</a:t>
            </a:r>
            <a:r>
              <a:rPr lang="en-US" sz="1700" b="1" dirty="0">
                <a:solidFill>
                  <a:srgbClr val="242424"/>
                </a:solidFill>
                <a:latin typeface="Times New Roman"/>
                <a:cs typeface="Times New Roman"/>
              </a:rPr>
              <a:t>I</a:t>
            </a:r>
            <a:r>
              <a:rPr lang="en-US" sz="1700" b="1" spc="-2" dirty="0">
                <a:solidFill>
                  <a:srgbClr val="242424"/>
                </a:solidFill>
                <a:latin typeface="Times New Roman"/>
                <a:cs typeface="Times New Roman"/>
              </a:rPr>
              <a:t>CTS</a:t>
            </a:r>
            <a:endParaRPr lang="en-US" sz="1700" dirty="0">
              <a:latin typeface="Times New Roman"/>
              <a:cs typeface="Times New Roman"/>
            </a:endParaRPr>
          </a:p>
          <a:p>
            <a:pPr>
              <a:spcBef>
                <a:spcPts val="1"/>
              </a:spcBef>
            </a:pPr>
            <a:endParaRPr lang="en-US" sz="1700" dirty="0">
              <a:latin typeface="Times New Roman"/>
              <a:cs typeface="Times New Roman"/>
            </a:endParaRPr>
          </a:p>
          <a:p>
            <a:pPr marL="6109" marR="3054" algn="just"/>
            <a:r>
              <a:rPr lang="en-US" sz="1700" spc="-5" dirty="0">
                <a:solidFill>
                  <a:srgbClr val="242424"/>
                </a:solidFill>
                <a:latin typeface="Times New Roman"/>
                <a:cs typeface="Times New Roman"/>
              </a:rPr>
              <a:t>Th</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re</a:t>
            </a:r>
            <a:r>
              <a:rPr lang="en-US" sz="1700" spc="-22"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re</a:t>
            </a:r>
            <a:r>
              <a:rPr lang="en-US" sz="1700" spc="-29" dirty="0">
                <a:solidFill>
                  <a:srgbClr val="242424"/>
                </a:solidFill>
                <a:latin typeface="Times New Roman"/>
                <a:cs typeface="Times New Roman"/>
              </a:rPr>
              <a:t> </a:t>
            </a:r>
            <a:r>
              <a:rPr lang="en-US" sz="1700" spc="-7" dirty="0">
                <a:solidFill>
                  <a:srgbClr val="242424"/>
                </a:solidFill>
                <a:latin typeface="Times New Roman"/>
                <a:cs typeface="Times New Roman"/>
              </a:rPr>
              <a:t>som</a:t>
            </a:r>
            <a:r>
              <a:rPr lang="en-US" sz="1700" spc="-5" dirty="0">
                <a:solidFill>
                  <a:srgbClr val="242424"/>
                </a:solidFill>
                <a:latin typeface="Times New Roman"/>
                <a:cs typeface="Times New Roman"/>
              </a:rPr>
              <a:t>e</a:t>
            </a:r>
            <a:r>
              <a:rPr lang="en-US" sz="1700" spc="-19" dirty="0">
                <a:solidFill>
                  <a:srgbClr val="242424"/>
                </a:solidFill>
                <a:latin typeface="Times New Roman"/>
                <a:cs typeface="Times New Roman"/>
              </a:rPr>
              <a:t> </a:t>
            </a:r>
            <a:r>
              <a:rPr lang="en-US" sz="1700" spc="-2" dirty="0">
                <a:solidFill>
                  <a:srgbClr val="242424"/>
                </a:solidFill>
                <a:latin typeface="Times New Roman"/>
                <a:cs typeface="Times New Roman"/>
              </a:rPr>
              <a:t>f</a:t>
            </a:r>
            <a:r>
              <a:rPr lang="en-US" sz="1700" spc="-10" dirty="0">
                <a:solidFill>
                  <a:srgbClr val="242424"/>
                </a:solidFill>
                <a:latin typeface="Times New Roman"/>
                <a:cs typeface="Times New Roman"/>
              </a:rPr>
              <a:t>a</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t</a:t>
            </a:r>
            <a:r>
              <a:rPr lang="en-US" sz="1700" dirty="0">
                <a:solidFill>
                  <a:srgbClr val="242424"/>
                </a:solidFill>
                <a:latin typeface="Times New Roman"/>
                <a:cs typeface="Times New Roman"/>
              </a:rPr>
              <a:t>ors</a:t>
            </a:r>
            <a:r>
              <a:rPr lang="en-US" sz="1700" spc="-26" dirty="0">
                <a:solidFill>
                  <a:srgbClr val="242424"/>
                </a:solidFill>
                <a:latin typeface="Times New Roman"/>
                <a:cs typeface="Times New Roman"/>
              </a:rPr>
              <a:t> </a:t>
            </a:r>
            <a:r>
              <a:rPr lang="en-US" sz="1700" spc="-2" dirty="0">
                <a:solidFill>
                  <a:srgbClr val="242424"/>
                </a:solidFill>
                <a:latin typeface="Times New Roman"/>
                <a:cs typeface="Times New Roman"/>
              </a:rPr>
              <a:t>that</a:t>
            </a:r>
            <a:r>
              <a:rPr lang="en-US" sz="1700" spc="-24" dirty="0">
                <a:solidFill>
                  <a:srgbClr val="242424"/>
                </a:solidFill>
                <a:latin typeface="Times New Roman"/>
                <a:cs typeface="Times New Roman"/>
              </a:rPr>
              <a:t> </a:t>
            </a:r>
            <a:r>
              <a:rPr lang="en-US" sz="1700" spc="-7" dirty="0">
                <a:solidFill>
                  <a:srgbClr val="242424"/>
                </a:solidFill>
                <a:latin typeface="Times New Roman"/>
                <a:cs typeface="Times New Roman"/>
              </a:rPr>
              <a:t>ca</a:t>
            </a:r>
            <a:r>
              <a:rPr lang="en-US" sz="1700" dirty="0">
                <a:solidFill>
                  <a:srgbClr val="242424"/>
                </a:solidFill>
                <a:latin typeface="Times New Roman"/>
                <a:cs typeface="Times New Roman"/>
              </a:rPr>
              <a:t>use</a:t>
            </a:r>
            <a:r>
              <a:rPr lang="en-US" sz="1700" spc="-26"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26" dirty="0">
                <a:solidFill>
                  <a:srgbClr val="242424"/>
                </a:solidFill>
                <a:latin typeface="Times New Roman"/>
                <a:cs typeface="Times New Roman"/>
              </a:rPr>
              <a:t> </a:t>
            </a:r>
            <a:r>
              <a:rPr lang="en-US" sz="1700" spc="-2" dirty="0">
                <a:solidFill>
                  <a:srgbClr val="242424"/>
                </a:solidFill>
                <a:latin typeface="Times New Roman"/>
                <a:cs typeface="Times New Roman"/>
              </a:rPr>
              <a:t>pi</a:t>
            </a:r>
            <a:r>
              <a:rPr lang="en-US" sz="1700" dirty="0">
                <a:solidFill>
                  <a:srgbClr val="242424"/>
                </a:solidFill>
                <a:latin typeface="Times New Roman"/>
                <a:cs typeface="Times New Roman"/>
              </a:rPr>
              <a:t>p</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line</a:t>
            </a:r>
            <a:r>
              <a:rPr lang="en-US" sz="1700" spc="-26" dirty="0">
                <a:solidFill>
                  <a:srgbClr val="242424"/>
                </a:solidFill>
                <a:latin typeface="Times New Roman"/>
                <a:cs typeface="Times New Roman"/>
              </a:rPr>
              <a:t> </a:t>
            </a:r>
            <a:r>
              <a:rPr lang="en-US" sz="1700" spc="-2" dirty="0">
                <a:solidFill>
                  <a:srgbClr val="242424"/>
                </a:solidFill>
                <a:latin typeface="Times New Roman"/>
                <a:cs typeface="Times New Roman"/>
              </a:rPr>
              <a:t>to</a:t>
            </a:r>
            <a:r>
              <a:rPr lang="en-US" sz="1700" spc="-24" dirty="0">
                <a:solidFill>
                  <a:srgbClr val="242424"/>
                </a:solidFill>
                <a:latin typeface="Times New Roman"/>
                <a:cs typeface="Times New Roman"/>
              </a:rPr>
              <a:t> </a:t>
            </a:r>
            <a:r>
              <a:rPr lang="en-US" sz="1700" spc="-5" dirty="0">
                <a:solidFill>
                  <a:srgbClr val="242424"/>
                </a:solidFill>
                <a:latin typeface="Times New Roman"/>
                <a:cs typeface="Times New Roman"/>
              </a:rPr>
              <a:t>d</a:t>
            </a:r>
            <a:r>
              <a:rPr lang="en-US" sz="1700" spc="-2" dirty="0">
                <a:solidFill>
                  <a:srgbClr val="242424"/>
                </a:solidFill>
                <a:latin typeface="Times New Roman"/>
                <a:cs typeface="Times New Roman"/>
              </a:rPr>
              <a:t>eviate</a:t>
            </a:r>
            <a:r>
              <a:rPr lang="en-US" sz="1700" spc="-26" dirty="0">
                <a:solidFill>
                  <a:srgbClr val="242424"/>
                </a:solidFill>
                <a:latin typeface="Times New Roman"/>
                <a:cs typeface="Times New Roman"/>
              </a:rPr>
              <a:t> </a:t>
            </a:r>
            <a:r>
              <a:rPr lang="en-US" sz="1700" spc="-2" dirty="0">
                <a:solidFill>
                  <a:srgbClr val="242424"/>
                </a:solidFill>
                <a:latin typeface="Times New Roman"/>
                <a:cs typeface="Times New Roman"/>
              </a:rPr>
              <a:t>it</a:t>
            </a:r>
            <a:r>
              <a:rPr lang="en-US" sz="1700" dirty="0">
                <a:solidFill>
                  <a:srgbClr val="242424"/>
                </a:solidFill>
                <a:latin typeface="Times New Roman"/>
                <a:cs typeface="Times New Roman"/>
              </a:rPr>
              <a:t>s</a:t>
            </a:r>
            <a:r>
              <a:rPr lang="en-US" sz="1700" spc="-24" dirty="0">
                <a:solidFill>
                  <a:srgbClr val="242424"/>
                </a:solidFill>
                <a:latin typeface="Times New Roman"/>
                <a:cs typeface="Times New Roman"/>
              </a:rPr>
              <a:t> </a:t>
            </a:r>
            <a:r>
              <a:rPr lang="en-US" sz="1700" spc="-5" dirty="0">
                <a:solidFill>
                  <a:srgbClr val="242424"/>
                </a:solidFill>
                <a:latin typeface="Times New Roman"/>
                <a:cs typeface="Times New Roman"/>
              </a:rPr>
              <a:t>norm</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l</a:t>
            </a:r>
            <a:r>
              <a:rPr lang="en-US" sz="1700" spc="-24" dirty="0">
                <a:solidFill>
                  <a:srgbClr val="242424"/>
                </a:solidFill>
                <a:latin typeface="Times New Roman"/>
                <a:cs typeface="Times New Roman"/>
              </a:rPr>
              <a:t> </a:t>
            </a:r>
            <a:r>
              <a:rPr lang="en-US" sz="1700" spc="-5" dirty="0">
                <a:solidFill>
                  <a:srgbClr val="242424"/>
                </a:solidFill>
                <a:latin typeface="Times New Roman"/>
                <a:cs typeface="Times New Roman"/>
              </a:rPr>
              <a:t>p</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r</a:t>
            </a:r>
            <a:r>
              <a:rPr lang="en-US" sz="1700" spc="-5" dirty="0">
                <a:solidFill>
                  <a:srgbClr val="242424"/>
                </a:solidFill>
                <a:latin typeface="Times New Roman"/>
                <a:cs typeface="Times New Roman"/>
              </a:rPr>
              <a:t>f</a:t>
            </a:r>
            <a:r>
              <a:rPr lang="en-US" sz="1700" spc="-2" dirty="0">
                <a:solidFill>
                  <a:srgbClr val="242424"/>
                </a:solidFill>
                <a:latin typeface="Times New Roman"/>
                <a:cs typeface="Times New Roman"/>
              </a:rPr>
              <a:t>orma</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ce</a:t>
            </a:r>
            <a:r>
              <a:rPr lang="en-US" sz="1700" dirty="0">
                <a:solidFill>
                  <a:srgbClr val="242424"/>
                </a:solidFill>
                <a:latin typeface="Times New Roman"/>
                <a:cs typeface="Times New Roman"/>
              </a:rPr>
              <a:t>.</a:t>
            </a:r>
            <a:endParaRPr lang="en-US" sz="1700" dirty="0">
              <a:latin typeface="Times New Roman"/>
              <a:cs typeface="Times New Roman"/>
            </a:endParaRPr>
          </a:p>
          <a:p>
            <a:pPr>
              <a:spcBef>
                <a:spcPts val="15"/>
              </a:spcBef>
            </a:pPr>
            <a:endParaRPr lang="en-US" sz="1700" dirty="0">
              <a:latin typeface="Times New Roman"/>
              <a:cs typeface="Times New Roman"/>
            </a:endParaRPr>
          </a:p>
          <a:p>
            <a:pPr marL="225716" marR="3971" indent="-109651" algn="just">
              <a:buClr>
                <a:srgbClr val="242424"/>
              </a:buClr>
              <a:buFont typeface="Times New Roman"/>
              <a:buAutoNum type="arabicPeriod"/>
              <a:tabLst>
                <a:tab pos="226022" algn="l"/>
              </a:tabLst>
            </a:pPr>
            <a:r>
              <a:rPr lang="en-US" sz="1700" b="1" spc="-5" dirty="0">
                <a:solidFill>
                  <a:srgbClr val="242424"/>
                </a:solidFill>
                <a:latin typeface="Times New Roman"/>
                <a:cs typeface="Times New Roman"/>
              </a:rPr>
              <a:t> Ti</a:t>
            </a:r>
            <a:r>
              <a:rPr lang="en-US" sz="1700" b="1" spc="-2" dirty="0">
                <a:solidFill>
                  <a:srgbClr val="242424"/>
                </a:solidFill>
                <a:latin typeface="Times New Roman"/>
                <a:cs typeface="Times New Roman"/>
              </a:rPr>
              <a:t>m</a:t>
            </a:r>
            <a:r>
              <a:rPr lang="en-US" sz="1700" b="1" spc="-7" dirty="0">
                <a:solidFill>
                  <a:srgbClr val="242424"/>
                </a:solidFill>
                <a:latin typeface="Times New Roman"/>
                <a:cs typeface="Times New Roman"/>
              </a:rPr>
              <a:t>i</a:t>
            </a:r>
            <a:r>
              <a:rPr lang="en-US" sz="1700" b="1" dirty="0">
                <a:solidFill>
                  <a:srgbClr val="242424"/>
                </a:solidFill>
                <a:latin typeface="Times New Roman"/>
                <a:cs typeface="Times New Roman"/>
              </a:rPr>
              <a:t>ng</a:t>
            </a:r>
            <a:r>
              <a:rPr lang="en-US" sz="1700" b="1" spc="63" dirty="0">
                <a:solidFill>
                  <a:srgbClr val="242424"/>
                </a:solidFill>
                <a:latin typeface="Times New Roman"/>
                <a:cs typeface="Times New Roman"/>
              </a:rPr>
              <a:t> </a:t>
            </a:r>
            <a:r>
              <a:rPr lang="en-US" sz="1700" b="1" spc="-2" dirty="0">
                <a:solidFill>
                  <a:srgbClr val="242424"/>
                </a:solidFill>
                <a:latin typeface="Times New Roman"/>
                <a:cs typeface="Times New Roman"/>
              </a:rPr>
              <a:t>Va</a:t>
            </a:r>
            <a:r>
              <a:rPr lang="en-US" sz="1700" b="1" spc="-5" dirty="0">
                <a:solidFill>
                  <a:srgbClr val="242424"/>
                </a:solidFill>
                <a:latin typeface="Times New Roman"/>
                <a:cs typeface="Times New Roman"/>
              </a:rPr>
              <a:t>r</a:t>
            </a:r>
            <a:r>
              <a:rPr lang="en-US" sz="1700" b="1" spc="-2" dirty="0">
                <a:solidFill>
                  <a:srgbClr val="242424"/>
                </a:solidFill>
                <a:latin typeface="Times New Roman"/>
                <a:cs typeface="Times New Roman"/>
              </a:rPr>
              <a:t>iation</a:t>
            </a:r>
            <a:r>
              <a:rPr lang="en-US" sz="1700" b="1" spc="5" dirty="0">
                <a:solidFill>
                  <a:srgbClr val="242424"/>
                </a:solidFill>
                <a:latin typeface="Times New Roman"/>
                <a:cs typeface="Times New Roman"/>
              </a:rPr>
              <a:t>s</a:t>
            </a:r>
            <a:r>
              <a:rPr lang="en-US" sz="1700" b="1" dirty="0">
                <a:solidFill>
                  <a:srgbClr val="242424"/>
                </a:solidFill>
                <a:latin typeface="Times New Roman"/>
                <a:cs typeface="Times New Roman"/>
              </a:rPr>
              <a:t>:</a:t>
            </a:r>
            <a:r>
              <a:rPr lang="en-US" sz="1700" b="1" spc="60" dirty="0">
                <a:solidFill>
                  <a:srgbClr val="242424"/>
                </a:solidFill>
                <a:latin typeface="Times New Roman"/>
                <a:cs typeface="Times New Roman"/>
              </a:rPr>
              <a:t> </a:t>
            </a:r>
            <a:r>
              <a:rPr lang="en-US" sz="1700" spc="-7" dirty="0">
                <a:solidFill>
                  <a:srgbClr val="242424"/>
                </a:solidFill>
                <a:latin typeface="Times New Roman"/>
                <a:cs typeface="Times New Roman"/>
              </a:rPr>
              <a:t>Al</a:t>
            </a:r>
            <a:r>
              <a:rPr lang="en-US" sz="1700" spc="-2" dirty="0">
                <a:solidFill>
                  <a:srgbClr val="242424"/>
                </a:solidFill>
                <a:latin typeface="Times New Roman"/>
                <a:cs typeface="Times New Roman"/>
              </a:rPr>
              <a:t>l</a:t>
            </a:r>
            <a:r>
              <a:rPr lang="en-US" sz="1700" spc="63" dirty="0">
                <a:solidFill>
                  <a:srgbClr val="242424"/>
                </a:solidFill>
                <a:latin typeface="Times New Roman"/>
                <a:cs typeface="Times New Roman"/>
              </a:rPr>
              <a:t> </a:t>
            </a:r>
            <a:r>
              <a:rPr lang="en-US" sz="1700" spc="-5" dirty="0">
                <a:solidFill>
                  <a:srgbClr val="242424"/>
                </a:solidFill>
                <a:latin typeface="Times New Roman"/>
                <a:cs typeface="Times New Roman"/>
              </a:rPr>
              <a:t>stage</a:t>
            </a:r>
            <a:r>
              <a:rPr lang="en-US" sz="1700" dirty="0">
                <a:solidFill>
                  <a:srgbClr val="242424"/>
                </a:solidFill>
                <a:latin typeface="Times New Roman"/>
                <a:cs typeface="Times New Roman"/>
              </a:rPr>
              <a:t>s</a:t>
            </a:r>
            <a:r>
              <a:rPr lang="en-US" sz="1700" spc="67" dirty="0">
                <a:solidFill>
                  <a:srgbClr val="242424"/>
                </a:solidFill>
                <a:latin typeface="Times New Roman"/>
                <a:cs typeface="Times New Roman"/>
              </a:rPr>
              <a:t> </a:t>
            </a:r>
            <a:r>
              <a:rPr lang="en-US" sz="1700" spc="-7" dirty="0">
                <a:solidFill>
                  <a:srgbClr val="242424"/>
                </a:solidFill>
                <a:latin typeface="Times New Roman"/>
                <a:cs typeface="Times New Roman"/>
              </a:rPr>
              <a:t>ca</a:t>
            </a:r>
            <a:r>
              <a:rPr lang="en-US" sz="1700" spc="-5" dirty="0">
                <a:solidFill>
                  <a:srgbClr val="242424"/>
                </a:solidFill>
                <a:latin typeface="Times New Roman"/>
                <a:cs typeface="Times New Roman"/>
              </a:rPr>
              <a:t>nnot</a:t>
            </a:r>
            <a:r>
              <a:rPr lang="en-US" sz="1700" spc="63" dirty="0">
                <a:solidFill>
                  <a:srgbClr val="242424"/>
                </a:solidFill>
                <a:latin typeface="Times New Roman"/>
                <a:cs typeface="Times New Roman"/>
              </a:rPr>
              <a:t> </a:t>
            </a:r>
            <a:r>
              <a:rPr lang="en-US" sz="1700" spc="-2" dirty="0">
                <a:solidFill>
                  <a:srgbClr val="242424"/>
                </a:solidFill>
                <a:latin typeface="Times New Roman"/>
                <a:cs typeface="Times New Roman"/>
              </a:rPr>
              <a:t>tak</a:t>
            </a:r>
            <a:r>
              <a:rPr lang="en-US" sz="1700" spc="-5" dirty="0">
                <a:solidFill>
                  <a:srgbClr val="242424"/>
                </a:solidFill>
                <a:latin typeface="Times New Roman"/>
                <a:cs typeface="Times New Roman"/>
              </a:rPr>
              <a:t>e</a:t>
            </a:r>
            <a:r>
              <a:rPr lang="en-US" sz="1700" spc="60"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65" dirty="0">
                <a:solidFill>
                  <a:srgbClr val="242424"/>
                </a:solidFill>
                <a:latin typeface="Times New Roman"/>
                <a:cs typeface="Times New Roman"/>
              </a:rPr>
              <a:t> </a:t>
            </a:r>
            <a:r>
              <a:rPr lang="en-US" sz="1700" spc="-2" dirty="0">
                <a:solidFill>
                  <a:srgbClr val="242424"/>
                </a:solidFill>
                <a:latin typeface="Times New Roman"/>
                <a:cs typeface="Times New Roman"/>
              </a:rPr>
              <a:t>sa</a:t>
            </a:r>
            <a:r>
              <a:rPr lang="en-US" sz="1700" spc="-5" dirty="0">
                <a:solidFill>
                  <a:srgbClr val="242424"/>
                </a:solidFill>
                <a:latin typeface="Times New Roman"/>
                <a:cs typeface="Times New Roman"/>
              </a:rPr>
              <a:t>me</a:t>
            </a:r>
            <a:r>
              <a:rPr lang="en-US" sz="1700" spc="60"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mount</a:t>
            </a:r>
            <a:r>
              <a:rPr lang="en-US" sz="1700" spc="63" dirty="0">
                <a:solidFill>
                  <a:srgbClr val="242424"/>
                </a:solidFill>
                <a:latin typeface="Times New Roman"/>
                <a:cs typeface="Times New Roman"/>
              </a:rPr>
              <a:t> </a:t>
            </a:r>
            <a:r>
              <a:rPr lang="en-US" sz="1700" spc="5" dirty="0">
                <a:solidFill>
                  <a:srgbClr val="242424"/>
                </a:solidFill>
                <a:latin typeface="Times New Roman"/>
                <a:cs typeface="Times New Roman"/>
              </a:rPr>
              <a:t>o</a:t>
            </a:r>
            <a:r>
              <a:rPr lang="en-US" sz="1700" dirty="0">
                <a:solidFill>
                  <a:srgbClr val="242424"/>
                </a:solidFill>
                <a:latin typeface="Times New Roman"/>
                <a:cs typeface="Times New Roman"/>
              </a:rPr>
              <a:t>f</a:t>
            </a:r>
            <a:r>
              <a:rPr lang="en-US" sz="1700" spc="60" dirty="0">
                <a:solidFill>
                  <a:srgbClr val="242424"/>
                </a:solidFill>
                <a:latin typeface="Times New Roman"/>
                <a:cs typeface="Times New Roman"/>
              </a:rPr>
              <a:t> </a:t>
            </a:r>
            <a:r>
              <a:rPr lang="en-US" sz="1700" spc="-2" dirty="0">
                <a:solidFill>
                  <a:srgbClr val="242424"/>
                </a:solidFill>
                <a:latin typeface="Times New Roman"/>
                <a:cs typeface="Times New Roman"/>
              </a:rPr>
              <a:t>time.</a:t>
            </a:r>
            <a:r>
              <a:rPr lang="en-US" sz="1700" spc="60" dirty="0">
                <a:solidFill>
                  <a:srgbClr val="242424"/>
                </a:solidFill>
                <a:latin typeface="Times New Roman"/>
                <a:cs typeface="Times New Roman"/>
              </a:rPr>
              <a:t> </a:t>
            </a:r>
            <a:r>
              <a:rPr lang="en-US" sz="1700" spc="-5" dirty="0">
                <a:solidFill>
                  <a:srgbClr val="242424"/>
                </a:solidFill>
                <a:latin typeface="Times New Roman"/>
                <a:cs typeface="Times New Roman"/>
              </a:rPr>
              <a:t>T</a:t>
            </a:r>
            <a:r>
              <a:rPr lang="en-US" sz="1700" spc="-2" dirty="0">
                <a:solidFill>
                  <a:srgbClr val="242424"/>
                </a:solidFill>
                <a:latin typeface="Times New Roman"/>
                <a:cs typeface="Times New Roman"/>
              </a:rPr>
              <a:t>his</a:t>
            </a:r>
            <a:r>
              <a:rPr lang="en-US" sz="1700" spc="63" dirty="0">
                <a:solidFill>
                  <a:srgbClr val="242424"/>
                </a:solidFill>
                <a:latin typeface="Times New Roman"/>
                <a:cs typeface="Times New Roman"/>
              </a:rPr>
              <a:t> </a:t>
            </a:r>
            <a:r>
              <a:rPr lang="en-US" sz="1700" spc="-2" dirty="0">
                <a:solidFill>
                  <a:srgbClr val="242424"/>
                </a:solidFill>
                <a:latin typeface="Times New Roman"/>
                <a:cs typeface="Times New Roman"/>
              </a:rPr>
              <a:t>probl</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m</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g</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ll</a:t>
            </a:r>
            <a:r>
              <a:rPr lang="en-US" sz="1700" dirty="0">
                <a:solidFill>
                  <a:srgbClr val="242424"/>
                </a:solidFill>
                <a:latin typeface="Times New Roman"/>
                <a:cs typeface="Times New Roman"/>
              </a:rPr>
              <a:t>y</a:t>
            </a:r>
            <a:r>
              <a:rPr lang="en-US" sz="1700" spc="34" dirty="0">
                <a:solidFill>
                  <a:srgbClr val="242424"/>
                </a:solidFill>
                <a:latin typeface="Times New Roman"/>
                <a:cs typeface="Times New Roman"/>
              </a:rPr>
              <a:t> </a:t>
            </a:r>
            <a:r>
              <a:rPr lang="en-US" sz="1700" spc="5" dirty="0">
                <a:solidFill>
                  <a:srgbClr val="242424"/>
                </a:solidFill>
                <a:latin typeface="Times New Roman"/>
                <a:cs typeface="Times New Roman"/>
              </a:rPr>
              <a:t>o</a:t>
            </a:r>
            <a:r>
              <a:rPr lang="en-US" sz="1700" spc="-7" dirty="0">
                <a:solidFill>
                  <a:srgbClr val="242424"/>
                </a:solidFill>
                <a:latin typeface="Times New Roman"/>
                <a:cs typeface="Times New Roman"/>
              </a:rPr>
              <a:t>cc</a:t>
            </a:r>
            <a:r>
              <a:rPr lang="en-US" sz="1700" dirty="0">
                <a:solidFill>
                  <a:srgbClr val="242424"/>
                </a:solidFill>
                <a:latin typeface="Times New Roman"/>
                <a:cs typeface="Times New Roman"/>
              </a:rPr>
              <a:t>urs</a:t>
            </a:r>
            <a:r>
              <a:rPr lang="en-US" sz="1700" spc="36" dirty="0">
                <a:solidFill>
                  <a:srgbClr val="242424"/>
                </a:solidFill>
                <a:latin typeface="Times New Roman"/>
                <a:cs typeface="Times New Roman"/>
              </a:rPr>
              <a:t> </a:t>
            </a:r>
            <a:r>
              <a:rPr lang="en-US" sz="1700" spc="-2" dirty="0">
                <a:solidFill>
                  <a:srgbClr val="242424"/>
                </a:solidFill>
                <a:latin typeface="Times New Roman"/>
                <a:cs typeface="Times New Roman"/>
              </a:rPr>
              <a:t>in</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34" dirty="0">
                <a:solidFill>
                  <a:srgbClr val="242424"/>
                </a:solidFill>
                <a:latin typeface="Times New Roman"/>
                <a:cs typeface="Times New Roman"/>
              </a:rPr>
              <a:t> </a:t>
            </a:r>
            <a:r>
              <a:rPr lang="en-US" sz="1700" spc="-5" dirty="0">
                <a:solidFill>
                  <a:srgbClr val="242424"/>
                </a:solidFill>
                <a:latin typeface="Times New Roman"/>
                <a:cs typeface="Times New Roman"/>
              </a:rPr>
              <a:t>pro</a:t>
            </a:r>
            <a:r>
              <a:rPr lang="en-US" sz="1700" spc="-10" dirty="0">
                <a:solidFill>
                  <a:srgbClr val="242424"/>
                </a:solidFill>
                <a:latin typeface="Times New Roman"/>
                <a:cs typeface="Times New Roman"/>
              </a:rPr>
              <a:t>c</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ss</a:t>
            </a:r>
            <a:r>
              <a:rPr lang="en-US" sz="1700" dirty="0">
                <a:solidFill>
                  <a:srgbClr val="242424"/>
                </a:solidFill>
                <a:latin typeface="Times New Roman"/>
                <a:cs typeface="Times New Roman"/>
              </a:rPr>
              <a:t>ing,</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w</a:t>
            </a:r>
            <a:r>
              <a:rPr lang="en-US" sz="1700" spc="2" dirty="0">
                <a:solidFill>
                  <a:srgbClr val="242424"/>
                </a:solidFill>
                <a:latin typeface="Times New Roman"/>
                <a:cs typeface="Times New Roman"/>
              </a:rPr>
              <a:t>h</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a:t>
            </a:r>
            <a:r>
              <a:rPr lang="en-US" sz="1700" spc="-5" dirty="0">
                <a:solidFill>
                  <a:srgbClr val="242424"/>
                </a:solidFill>
                <a:latin typeface="Times New Roman"/>
                <a:cs typeface="Times New Roman"/>
              </a:rPr>
              <a:t>e</a:t>
            </a:r>
            <a:r>
              <a:rPr lang="en-US" sz="1700" spc="36" dirty="0">
                <a:solidFill>
                  <a:srgbClr val="242424"/>
                </a:solidFill>
                <a:latin typeface="Times New Roman"/>
                <a:cs typeface="Times New Roman"/>
              </a:rPr>
              <a:t> </a:t>
            </a:r>
            <a:r>
              <a:rPr lang="en-US" sz="1700" spc="-2" dirty="0">
                <a:solidFill>
                  <a:srgbClr val="242424"/>
                </a:solidFill>
                <a:latin typeface="Times New Roman"/>
                <a:cs typeface="Times New Roman"/>
              </a:rPr>
              <a:t>dif</a:t>
            </a:r>
            <a:r>
              <a:rPr lang="en-US" sz="1700" spc="-5" dirty="0">
                <a:solidFill>
                  <a:srgbClr val="242424"/>
                </a:solidFill>
                <a:latin typeface="Times New Roman"/>
                <a:cs typeface="Times New Roman"/>
              </a:rPr>
              <a:t>f</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nt</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a:t>
            </a:r>
            <a:r>
              <a:rPr lang="en-US" sz="1700" spc="34" dirty="0">
                <a:solidFill>
                  <a:srgbClr val="242424"/>
                </a:solidFill>
                <a:latin typeface="Times New Roman"/>
                <a:cs typeface="Times New Roman"/>
              </a:rPr>
              <a:t> </a:t>
            </a:r>
            <a:r>
              <a:rPr lang="en-US" sz="1700" spc="-5" dirty="0">
                <a:solidFill>
                  <a:srgbClr val="242424"/>
                </a:solidFill>
                <a:latin typeface="Times New Roman"/>
                <a:cs typeface="Times New Roman"/>
              </a:rPr>
              <a:t>h</a:t>
            </a:r>
            <a:r>
              <a:rPr lang="en-US" sz="1700" spc="-2" dirty="0">
                <a:solidFill>
                  <a:srgbClr val="242424"/>
                </a:solidFill>
                <a:latin typeface="Times New Roman"/>
                <a:cs typeface="Times New Roman"/>
              </a:rPr>
              <a:t>a</a:t>
            </a:r>
            <a:r>
              <a:rPr lang="en-US" sz="1700" spc="-5" dirty="0">
                <a:solidFill>
                  <a:srgbClr val="242424"/>
                </a:solidFill>
                <a:latin typeface="Times New Roman"/>
                <a:cs typeface="Times New Roman"/>
              </a:rPr>
              <a:t>ve</a:t>
            </a:r>
            <a:r>
              <a:rPr lang="en-US" sz="1700" spc="31" dirty="0">
                <a:solidFill>
                  <a:srgbClr val="242424"/>
                </a:solidFill>
                <a:latin typeface="Times New Roman"/>
                <a:cs typeface="Times New Roman"/>
              </a:rPr>
              <a:t> </a:t>
            </a:r>
            <a:r>
              <a:rPr lang="en-US" sz="1700" spc="-2" dirty="0">
                <a:solidFill>
                  <a:srgbClr val="242424"/>
                </a:solidFill>
                <a:latin typeface="Times New Roman"/>
                <a:cs typeface="Times New Roman"/>
              </a:rPr>
              <a:t>dif</a:t>
            </a:r>
            <a:r>
              <a:rPr lang="en-US" sz="1700" spc="-5" dirty="0">
                <a:solidFill>
                  <a:srgbClr val="242424"/>
                </a:solidFill>
                <a:latin typeface="Times New Roman"/>
                <a:cs typeface="Times New Roman"/>
              </a:rPr>
              <a:t>f</a:t>
            </a:r>
            <a:r>
              <a:rPr lang="en-US" sz="1700" spc="-2" dirty="0">
                <a:solidFill>
                  <a:srgbClr val="242424"/>
                </a:solidFill>
                <a:latin typeface="Times New Roman"/>
                <a:cs typeface="Times New Roman"/>
              </a:rPr>
              <a:t>er</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nt </a:t>
            </a:r>
            <a:r>
              <a:rPr lang="en-US" sz="1700" spc="-5" dirty="0">
                <a:solidFill>
                  <a:srgbClr val="242424"/>
                </a:solidFill>
                <a:latin typeface="Times New Roman"/>
                <a:cs typeface="Times New Roman"/>
              </a:rPr>
              <a:t>op</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a</a:t>
            </a:r>
            <a:r>
              <a:rPr lang="en-US" sz="1700" dirty="0">
                <a:solidFill>
                  <a:srgbClr val="242424"/>
                </a:solidFill>
                <a:latin typeface="Times New Roman"/>
                <a:cs typeface="Times New Roman"/>
              </a:rPr>
              <a:t>nd </a:t>
            </a:r>
            <a:r>
              <a:rPr lang="en-US" sz="1700" spc="2" dirty="0">
                <a:solidFill>
                  <a:srgbClr val="242424"/>
                </a:solidFill>
                <a:latin typeface="Times New Roman"/>
                <a:cs typeface="Times New Roman"/>
              </a:rPr>
              <a:t>r</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quir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ments</a:t>
            </a:r>
            <a:r>
              <a:rPr lang="en-US" sz="1700" spc="5"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n</a:t>
            </a:r>
            <a:r>
              <a:rPr lang="en-US" sz="1700" dirty="0">
                <a:solidFill>
                  <a:srgbClr val="242424"/>
                </a:solidFill>
                <a:latin typeface="Times New Roman"/>
                <a:cs typeface="Times New Roman"/>
              </a:rPr>
              <a:t>d </a:t>
            </a:r>
            <a:r>
              <a:rPr lang="en-US" sz="1700" spc="-2" dirty="0">
                <a:solidFill>
                  <a:srgbClr val="242424"/>
                </a:solidFill>
                <a:latin typeface="Times New Roman"/>
                <a:cs typeface="Times New Roman"/>
              </a:rPr>
              <a:t>thus</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dif</a:t>
            </a:r>
            <a:r>
              <a:rPr lang="en-US" sz="1700" spc="-5" dirty="0">
                <a:solidFill>
                  <a:srgbClr val="242424"/>
                </a:solidFill>
                <a:latin typeface="Times New Roman"/>
                <a:cs typeface="Times New Roman"/>
              </a:rPr>
              <a:t>f</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nt</a:t>
            </a:r>
            <a:r>
              <a:rPr lang="en-US" sz="1700" dirty="0">
                <a:solidFill>
                  <a:srgbClr val="242424"/>
                </a:solidFill>
                <a:latin typeface="Times New Roman"/>
                <a:cs typeface="Times New Roman"/>
              </a:rPr>
              <a:t> pr</a:t>
            </a:r>
            <a:r>
              <a:rPr lang="en-US" sz="1700" spc="2" dirty="0">
                <a:solidFill>
                  <a:srgbClr val="242424"/>
                </a:solidFill>
                <a:latin typeface="Times New Roman"/>
                <a:cs typeface="Times New Roman"/>
              </a:rPr>
              <a:t>o</a:t>
            </a:r>
            <a:r>
              <a:rPr lang="en-US" sz="1700" spc="-7" dirty="0">
                <a:solidFill>
                  <a:srgbClr val="242424"/>
                </a:solidFill>
                <a:latin typeface="Times New Roman"/>
                <a:cs typeface="Times New Roman"/>
              </a:rPr>
              <a:t>ce</a:t>
            </a:r>
            <a:r>
              <a:rPr lang="en-US" sz="1700" spc="-2" dirty="0">
                <a:solidFill>
                  <a:srgbClr val="242424"/>
                </a:solidFill>
                <a:latin typeface="Times New Roman"/>
                <a:cs typeface="Times New Roman"/>
              </a:rPr>
              <a:t>ss</a:t>
            </a:r>
            <a:r>
              <a:rPr lang="en-US" sz="1700" dirty="0">
                <a:solidFill>
                  <a:srgbClr val="242424"/>
                </a:solidFill>
                <a:latin typeface="Times New Roman"/>
                <a:cs typeface="Times New Roman"/>
              </a:rPr>
              <a:t>i</a:t>
            </a:r>
            <a:r>
              <a:rPr lang="en-US" sz="1700" spc="5" dirty="0">
                <a:solidFill>
                  <a:srgbClr val="242424"/>
                </a:solidFill>
                <a:latin typeface="Times New Roman"/>
                <a:cs typeface="Times New Roman"/>
              </a:rPr>
              <a:t>n</a:t>
            </a:r>
            <a:r>
              <a:rPr lang="en-US" sz="1700" dirty="0">
                <a:solidFill>
                  <a:srgbClr val="242424"/>
                </a:solidFill>
                <a:latin typeface="Times New Roman"/>
                <a:cs typeface="Times New Roman"/>
              </a:rPr>
              <a:t>g </a:t>
            </a:r>
            <a:r>
              <a:rPr lang="en-US" sz="1700" spc="-2" dirty="0">
                <a:solidFill>
                  <a:srgbClr val="242424"/>
                </a:solidFill>
                <a:latin typeface="Times New Roman"/>
                <a:cs typeface="Times New Roman"/>
              </a:rPr>
              <a:t>time.</a:t>
            </a:r>
          </a:p>
          <a:p>
            <a:pPr marL="225716" marR="3971" indent="-109651" algn="just">
              <a:buClr>
                <a:srgbClr val="242424"/>
              </a:buClr>
              <a:buFont typeface="Times New Roman"/>
              <a:buAutoNum type="arabicPeriod"/>
              <a:tabLst>
                <a:tab pos="226022" algn="l"/>
              </a:tabLst>
            </a:pPr>
            <a:endParaRPr lang="en-US" sz="1700" dirty="0">
              <a:latin typeface="Times New Roman"/>
              <a:cs typeface="Times New Roman"/>
            </a:endParaRPr>
          </a:p>
          <a:p>
            <a:pPr marL="225716" marR="3665" indent="-109651" algn="just">
              <a:spcBef>
                <a:spcPts val="17"/>
              </a:spcBef>
              <a:buClr>
                <a:srgbClr val="242424"/>
              </a:buClr>
              <a:buFont typeface="Times New Roman"/>
              <a:buAutoNum type="arabicPeriod"/>
              <a:tabLst>
                <a:tab pos="226022" algn="l"/>
              </a:tabLst>
            </a:pPr>
            <a:r>
              <a:rPr lang="en-US" sz="1700" b="1" spc="-2" dirty="0">
                <a:solidFill>
                  <a:srgbClr val="242424"/>
                </a:solidFill>
                <a:latin typeface="Times New Roman"/>
                <a:cs typeface="Times New Roman"/>
              </a:rPr>
              <a:t> Da</a:t>
            </a:r>
            <a:r>
              <a:rPr lang="en-US" sz="1700" b="1" spc="-5" dirty="0">
                <a:solidFill>
                  <a:srgbClr val="242424"/>
                </a:solidFill>
                <a:latin typeface="Times New Roman"/>
                <a:cs typeface="Times New Roman"/>
              </a:rPr>
              <a:t>t</a:t>
            </a:r>
            <a:r>
              <a:rPr lang="en-US" sz="1700" b="1" dirty="0">
                <a:solidFill>
                  <a:srgbClr val="242424"/>
                </a:solidFill>
                <a:latin typeface="Times New Roman"/>
                <a:cs typeface="Times New Roman"/>
              </a:rPr>
              <a:t>a</a:t>
            </a:r>
            <a:r>
              <a:rPr lang="en-US" sz="1700" b="1" spc="34" dirty="0">
                <a:solidFill>
                  <a:srgbClr val="242424"/>
                </a:solidFill>
                <a:latin typeface="Times New Roman"/>
                <a:cs typeface="Times New Roman"/>
              </a:rPr>
              <a:t> </a:t>
            </a:r>
            <a:r>
              <a:rPr lang="en-US" sz="1700" b="1" spc="-5" dirty="0">
                <a:solidFill>
                  <a:srgbClr val="242424"/>
                </a:solidFill>
                <a:latin typeface="Times New Roman"/>
                <a:cs typeface="Times New Roman"/>
              </a:rPr>
              <a:t>Haza</a:t>
            </a:r>
            <a:r>
              <a:rPr lang="en-US" sz="1700" b="1" spc="-10" dirty="0">
                <a:solidFill>
                  <a:srgbClr val="242424"/>
                </a:solidFill>
                <a:latin typeface="Times New Roman"/>
                <a:cs typeface="Times New Roman"/>
              </a:rPr>
              <a:t>r</a:t>
            </a:r>
            <a:r>
              <a:rPr lang="en-US" sz="1700" b="1" dirty="0">
                <a:solidFill>
                  <a:srgbClr val="242424"/>
                </a:solidFill>
                <a:latin typeface="Times New Roman"/>
                <a:cs typeface="Times New Roman"/>
              </a:rPr>
              <a:t>d</a:t>
            </a:r>
            <a:r>
              <a:rPr lang="en-US" sz="1700" b="1" spc="2" dirty="0">
                <a:solidFill>
                  <a:srgbClr val="242424"/>
                </a:solidFill>
                <a:latin typeface="Times New Roman"/>
                <a:cs typeface="Times New Roman"/>
              </a:rPr>
              <a:t>s</a:t>
            </a:r>
            <a:r>
              <a:rPr lang="en-US" sz="1700" b="1" dirty="0">
                <a:solidFill>
                  <a:srgbClr val="242424"/>
                </a:solidFill>
                <a:latin typeface="Times New Roman"/>
                <a:cs typeface="Times New Roman"/>
              </a:rPr>
              <a:t>:</a:t>
            </a:r>
            <a:r>
              <a:rPr lang="en-US" sz="1700" b="1" spc="31" dirty="0">
                <a:solidFill>
                  <a:srgbClr val="242424"/>
                </a:solidFill>
                <a:latin typeface="Times New Roman"/>
                <a:cs typeface="Times New Roman"/>
              </a:rPr>
              <a:t> </a:t>
            </a:r>
            <a:r>
              <a:rPr lang="en-US" sz="1700" spc="-10" dirty="0">
                <a:solidFill>
                  <a:srgbClr val="242424"/>
                </a:solidFill>
                <a:latin typeface="Times New Roman"/>
                <a:cs typeface="Times New Roman"/>
              </a:rPr>
              <a:t>W</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n</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s</a:t>
            </a:r>
            <a:r>
              <a:rPr lang="en-US" sz="1700" spc="2" dirty="0">
                <a:solidFill>
                  <a:srgbClr val="242424"/>
                </a:solidFill>
                <a:latin typeface="Times New Roman"/>
                <a:cs typeface="Times New Roman"/>
              </a:rPr>
              <a:t>e</a:t>
            </a:r>
            <a:r>
              <a:rPr lang="en-US" sz="1700" spc="-5" dirty="0">
                <a:solidFill>
                  <a:srgbClr val="242424"/>
                </a:solidFill>
                <a:latin typeface="Times New Roman"/>
                <a:cs typeface="Times New Roman"/>
              </a:rPr>
              <a:t>v</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l</a:t>
            </a:r>
            <a:r>
              <a:rPr lang="en-US" sz="1700" spc="34"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a:t>
            </a:r>
            <a:r>
              <a:rPr lang="en-US" sz="1700" spc="34"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re</a:t>
            </a:r>
            <a:r>
              <a:rPr lang="en-US" sz="1700" spc="29" dirty="0">
                <a:solidFill>
                  <a:srgbClr val="242424"/>
                </a:solidFill>
                <a:latin typeface="Times New Roman"/>
                <a:cs typeface="Times New Roman"/>
              </a:rPr>
              <a:t> </a:t>
            </a:r>
            <a:r>
              <a:rPr lang="en-US" sz="1700" spc="-2" dirty="0">
                <a:solidFill>
                  <a:srgbClr val="242424"/>
                </a:solidFill>
                <a:latin typeface="Times New Roman"/>
                <a:cs typeface="Times New Roman"/>
              </a:rPr>
              <a:t>in</a:t>
            </a:r>
            <a:r>
              <a:rPr lang="en-US" sz="1700" spc="41" dirty="0">
                <a:solidFill>
                  <a:srgbClr val="242424"/>
                </a:solidFill>
                <a:latin typeface="Times New Roman"/>
                <a:cs typeface="Times New Roman"/>
              </a:rPr>
              <a:t> </a:t>
            </a:r>
            <a:r>
              <a:rPr lang="en-US" sz="1700" spc="-5" dirty="0">
                <a:solidFill>
                  <a:srgbClr val="242424"/>
                </a:solidFill>
                <a:latin typeface="Times New Roman"/>
                <a:cs typeface="Times New Roman"/>
              </a:rPr>
              <a:t>p</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rti</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l</a:t>
            </a:r>
            <a:r>
              <a:rPr lang="en-US" sz="1700" spc="34" dirty="0">
                <a:solidFill>
                  <a:srgbClr val="242424"/>
                </a:solidFill>
                <a:latin typeface="Times New Roman"/>
                <a:cs typeface="Times New Roman"/>
              </a:rPr>
              <a:t> </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x</a:t>
            </a:r>
            <a:r>
              <a:rPr lang="en-US" sz="1700" spc="-2" dirty="0">
                <a:solidFill>
                  <a:srgbClr val="242424"/>
                </a:solidFill>
                <a:latin typeface="Times New Roman"/>
                <a:cs typeface="Times New Roman"/>
              </a:rPr>
              <a:t>e</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uti</a:t>
            </a:r>
            <a:r>
              <a:rPr lang="en-US" sz="1700" dirty="0">
                <a:solidFill>
                  <a:srgbClr val="242424"/>
                </a:solidFill>
                <a:latin typeface="Times New Roman"/>
                <a:cs typeface="Times New Roman"/>
              </a:rPr>
              <a:t>on</a:t>
            </a:r>
            <a:r>
              <a:rPr lang="en-US" sz="1700" spc="34"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nd</a:t>
            </a:r>
            <a:r>
              <a:rPr lang="en-US" sz="1700" spc="34" dirty="0">
                <a:solidFill>
                  <a:srgbClr val="242424"/>
                </a:solidFill>
                <a:latin typeface="Times New Roman"/>
                <a:cs typeface="Times New Roman"/>
              </a:rPr>
              <a:t> </a:t>
            </a:r>
            <a:r>
              <a:rPr lang="en-US" sz="1700" spc="-5" dirty="0">
                <a:solidFill>
                  <a:srgbClr val="242424"/>
                </a:solidFill>
                <a:latin typeface="Times New Roman"/>
                <a:cs typeface="Times New Roman"/>
              </a:rPr>
              <a:t>they</a:t>
            </a:r>
            <a:r>
              <a:rPr lang="en-US" sz="1700" spc="31" dirty="0">
                <a:solidFill>
                  <a:srgbClr val="242424"/>
                </a:solidFill>
                <a:latin typeface="Times New Roman"/>
                <a:cs typeface="Times New Roman"/>
              </a:rPr>
              <a:t> </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fer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n</a:t>
            </a:r>
            <a:r>
              <a:rPr lang="en-US" sz="1700" spc="-2" dirty="0">
                <a:solidFill>
                  <a:srgbClr val="242424"/>
                </a:solidFill>
                <a:latin typeface="Times New Roman"/>
                <a:cs typeface="Times New Roman"/>
              </a:rPr>
              <a:t>c</a:t>
            </a:r>
            <a:r>
              <a:rPr lang="en-US" sz="1700" spc="-5" dirty="0">
                <a:solidFill>
                  <a:srgbClr val="242424"/>
                </a:solidFill>
                <a:latin typeface="Times New Roman"/>
                <a:cs typeface="Times New Roman"/>
              </a:rPr>
              <a:t>e</a:t>
            </a:r>
            <a:r>
              <a:rPr lang="en-US" sz="1700" spc="-2" dirty="0">
                <a:solidFill>
                  <a:srgbClr val="242424"/>
                </a:solidFill>
                <a:latin typeface="Times New Roman"/>
                <a:cs typeface="Times New Roman"/>
              </a:rPr>
              <a:t> the</a:t>
            </a:r>
            <a:r>
              <a:rPr lang="en-US" sz="1700" dirty="0">
                <a:solidFill>
                  <a:srgbClr val="242424"/>
                </a:solidFill>
                <a:latin typeface="Times New Roman"/>
                <a:cs typeface="Times New Roman"/>
              </a:rPr>
              <a:t> </a:t>
            </a:r>
            <a:r>
              <a:rPr lang="en-US" sz="1700" spc="-72" dirty="0">
                <a:solidFill>
                  <a:srgbClr val="242424"/>
                </a:solidFill>
                <a:latin typeface="Times New Roman"/>
                <a:cs typeface="Times New Roman"/>
              </a:rPr>
              <a:t> </a:t>
            </a:r>
            <a:r>
              <a:rPr lang="en-US" sz="1700" spc="-2" dirty="0">
                <a:solidFill>
                  <a:srgbClr val="242424"/>
                </a:solidFill>
                <a:latin typeface="Times New Roman"/>
                <a:cs typeface="Times New Roman"/>
              </a:rPr>
              <a:t>sa</a:t>
            </a:r>
            <a:r>
              <a:rPr lang="en-US" sz="1700" spc="-5" dirty="0">
                <a:solidFill>
                  <a:srgbClr val="242424"/>
                </a:solidFill>
                <a:latin typeface="Times New Roman"/>
                <a:cs typeface="Times New Roman"/>
              </a:rPr>
              <a:t>me</a:t>
            </a:r>
            <a:r>
              <a:rPr lang="en-US" sz="1700" dirty="0">
                <a:solidFill>
                  <a:srgbClr val="242424"/>
                </a:solidFill>
                <a:latin typeface="Times New Roman"/>
                <a:cs typeface="Times New Roman"/>
              </a:rPr>
              <a:t> </a:t>
            </a:r>
            <a:r>
              <a:rPr lang="en-US" sz="1700" spc="-72" dirty="0">
                <a:solidFill>
                  <a:srgbClr val="242424"/>
                </a:solidFill>
                <a:latin typeface="Times New Roman"/>
                <a:cs typeface="Times New Roman"/>
              </a:rPr>
              <a:t> </a:t>
            </a:r>
            <a:r>
              <a:rPr lang="en-US" sz="1700" spc="-5" dirty="0">
                <a:solidFill>
                  <a:srgbClr val="242424"/>
                </a:solidFill>
                <a:latin typeface="Times New Roman"/>
                <a:cs typeface="Times New Roman"/>
              </a:rPr>
              <a:t>d</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t</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 </a:t>
            </a:r>
            <a:r>
              <a:rPr lang="en-US" sz="1700" spc="-72" dirty="0">
                <a:solidFill>
                  <a:srgbClr val="242424"/>
                </a:solidFill>
                <a:latin typeface="Times New Roman"/>
                <a:cs typeface="Times New Roman"/>
              </a:rPr>
              <a:t> </a:t>
            </a:r>
            <a:r>
              <a:rPr lang="en-US" sz="1700" spc="-5" dirty="0">
                <a:solidFill>
                  <a:srgbClr val="242424"/>
                </a:solidFill>
                <a:latin typeface="Times New Roman"/>
                <a:cs typeface="Times New Roman"/>
              </a:rPr>
              <a:t>a</a:t>
            </a:r>
            <a:r>
              <a:rPr lang="en-US" sz="1700" dirty="0">
                <a:solidFill>
                  <a:srgbClr val="242424"/>
                </a:solidFill>
                <a:latin typeface="Times New Roman"/>
                <a:cs typeface="Times New Roman"/>
              </a:rPr>
              <a:t> </a:t>
            </a:r>
            <a:r>
              <a:rPr lang="en-US" sz="1700" spc="-72" dirty="0">
                <a:solidFill>
                  <a:srgbClr val="242424"/>
                </a:solidFill>
                <a:latin typeface="Times New Roman"/>
                <a:cs typeface="Times New Roman"/>
              </a:rPr>
              <a:t> </a:t>
            </a:r>
            <a:r>
              <a:rPr lang="en-US" sz="1700" spc="5" dirty="0">
                <a:solidFill>
                  <a:srgbClr val="242424"/>
                </a:solidFill>
                <a:latin typeface="Times New Roman"/>
                <a:cs typeface="Times New Roman"/>
              </a:rPr>
              <a:t>p</a:t>
            </a:r>
            <a:r>
              <a:rPr lang="en-US" sz="1700" spc="-2" dirty="0">
                <a:solidFill>
                  <a:srgbClr val="242424"/>
                </a:solidFill>
                <a:latin typeface="Times New Roman"/>
                <a:cs typeface="Times New Roman"/>
              </a:rPr>
              <a:t>roble</a:t>
            </a:r>
            <a:r>
              <a:rPr lang="en-US" sz="1700" spc="-5" dirty="0">
                <a:solidFill>
                  <a:srgbClr val="242424"/>
                </a:solidFill>
                <a:latin typeface="Times New Roman"/>
                <a:cs typeface="Times New Roman"/>
              </a:rPr>
              <a:t>m</a:t>
            </a:r>
            <a:r>
              <a:rPr lang="en-US" sz="1700" dirty="0">
                <a:solidFill>
                  <a:srgbClr val="242424"/>
                </a:solidFill>
                <a:latin typeface="Times New Roman"/>
                <a:cs typeface="Times New Roman"/>
              </a:rPr>
              <a:t> </a:t>
            </a:r>
            <a:r>
              <a:rPr lang="en-US" sz="1700" spc="-70"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ris</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a:t>
            </a:r>
            <a:r>
              <a:rPr lang="en-US" sz="1700" dirty="0">
                <a:solidFill>
                  <a:srgbClr val="242424"/>
                </a:solidFill>
                <a:latin typeface="Times New Roman"/>
                <a:cs typeface="Times New Roman"/>
              </a:rPr>
              <a:t>. </a:t>
            </a:r>
            <a:r>
              <a:rPr lang="en-US" sz="1700" spc="-70" dirty="0">
                <a:solidFill>
                  <a:srgbClr val="242424"/>
                </a:solidFill>
                <a:latin typeface="Times New Roman"/>
                <a:cs typeface="Times New Roman"/>
              </a:rPr>
              <a:t> </a:t>
            </a:r>
            <a:r>
              <a:rPr lang="en-US" sz="1700" spc="-5" dirty="0">
                <a:solidFill>
                  <a:srgbClr val="242424"/>
                </a:solidFill>
                <a:latin typeface="Times New Roman"/>
                <a:cs typeface="Times New Roman"/>
              </a:rPr>
              <a:t>We</a:t>
            </a:r>
            <a:r>
              <a:rPr lang="en-US" sz="1700" dirty="0">
                <a:solidFill>
                  <a:srgbClr val="242424"/>
                </a:solidFill>
                <a:latin typeface="Times New Roman"/>
                <a:cs typeface="Times New Roman"/>
              </a:rPr>
              <a:t> </a:t>
            </a:r>
            <a:r>
              <a:rPr lang="en-US" sz="1700" spc="-72" dirty="0">
                <a:solidFill>
                  <a:srgbClr val="242424"/>
                </a:solidFill>
                <a:latin typeface="Times New Roman"/>
                <a:cs typeface="Times New Roman"/>
              </a:rPr>
              <a:t> </a:t>
            </a:r>
            <a:r>
              <a:rPr lang="en-US" sz="1700" spc="-5" dirty="0">
                <a:solidFill>
                  <a:srgbClr val="242424"/>
                </a:solidFill>
                <a:latin typeface="Times New Roman"/>
                <a:cs typeface="Times New Roman"/>
              </a:rPr>
              <a:t>must</a:t>
            </a:r>
            <a:r>
              <a:rPr lang="en-US" sz="1700" dirty="0">
                <a:solidFill>
                  <a:srgbClr val="242424"/>
                </a:solidFill>
                <a:latin typeface="Times New Roman"/>
                <a:cs typeface="Times New Roman"/>
              </a:rPr>
              <a:t> </a:t>
            </a:r>
            <a:r>
              <a:rPr lang="en-US" sz="1700" spc="-70" dirty="0">
                <a:solidFill>
                  <a:srgbClr val="242424"/>
                </a:solidFill>
                <a:latin typeface="Times New Roman"/>
                <a:cs typeface="Times New Roman"/>
              </a:rPr>
              <a:t> </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ns</a:t>
            </a:r>
            <a:r>
              <a:rPr lang="en-US" sz="1700" spc="5" dirty="0">
                <a:solidFill>
                  <a:srgbClr val="242424"/>
                </a:solidFill>
                <a:latin typeface="Times New Roman"/>
                <a:cs typeface="Times New Roman"/>
              </a:rPr>
              <a:t>u</a:t>
            </a:r>
            <a:r>
              <a:rPr lang="en-US" sz="1700" spc="-2" dirty="0">
                <a:solidFill>
                  <a:srgbClr val="242424"/>
                </a:solidFill>
                <a:latin typeface="Times New Roman"/>
                <a:cs typeface="Times New Roman"/>
              </a:rPr>
              <a:t>re</a:t>
            </a:r>
            <a:r>
              <a:rPr lang="en-US" sz="1700" spc="70" dirty="0">
                <a:solidFill>
                  <a:srgbClr val="242424"/>
                </a:solidFill>
                <a:latin typeface="Times New Roman"/>
                <a:cs typeface="Times New Roman"/>
              </a:rPr>
              <a:t> </a:t>
            </a:r>
            <a:r>
              <a:rPr lang="en-US" sz="1700" spc="-2" dirty="0">
                <a:solidFill>
                  <a:srgbClr val="242424"/>
                </a:solidFill>
                <a:latin typeface="Times New Roman"/>
                <a:cs typeface="Times New Roman"/>
              </a:rPr>
              <a:t>that</a:t>
            </a:r>
            <a:r>
              <a:rPr lang="en-US" sz="1700" dirty="0">
                <a:solidFill>
                  <a:srgbClr val="242424"/>
                </a:solidFill>
                <a:latin typeface="Times New Roman"/>
                <a:cs typeface="Times New Roman"/>
              </a:rPr>
              <a:t> </a:t>
            </a:r>
            <a:r>
              <a:rPr lang="en-US" sz="1700" spc="-72"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dirty="0">
                <a:solidFill>
                  <a:srgbClr val="242424"/>
                </a:solidFill>
                <a:latin typeface="Times New Roman"/>
                <a:cs typeface="Times New Roman"/>
              </a:rPr>
              <a:t> </a:t>
            </a:r>
            <a:r>
              <a:rPr lang="en-US" sz="1700" spc="-72" dirty="0">
                <a:solidFill>
                  <a:srgbClr val="242424"/>
                </a:solidFill>
                <a:latin typeface="Times New Roman"/>
                <a:cs typeface="Times New Roman"/>
              </a:rPr>
              <a:t> </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xt</a:t>
            </a:r>
            <a:r>
              <a:rPr lang="en-US" sz="1700" dirty="0">
                <a:solidFill>
                  <a:srgbClr val="242424"/>
                </a:solidFill>
                <a:latin typeface="Times New Roman"/>
                <a:cs typeface="Times New Roman"/>
              </a:rPr>
              <a:t> </a:t>
            </a:r>
            <a:r>
              <a:rPr lang="en-US" sz="1700" spc="-70"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 </a:t>
            </a:r>
            <a:r>
              <a:rPr lang="en-US" sz="1700" spc="-72" dirty="0">
                <a:solidFill>
                  <a:srgbClr val="242424"/>
                </a:solidFill>
                <a:latin typeface="Times New Roman"/>
                <a:cs typeface="Times New Roman"/>
              </a:rPr>
              <a:t> </a:t>
            </a:r>
            <a:r>
              <a:rPr lang="en-US" sz="1700" spc="-5" dirty="0">
                <a:solidFill>
                  <a:srgbClr val="242424"/>
                </a:solidFill>
                <a:latin typeface="Times New Roman"/>
                <a:cs typeface="Times New Roman"/>
              </a:rPr>
              <a:t>do</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s </a:t>
            </a:r>
            <a:r>
              <a:rPr lang="en-US" sz="1700" spc="-70" dirty="0">
                <a:solidFill>
                  <a:srgbClr val="242424"/>
                </a:solidFill>
                <a:latin typeface="Times New Roman"/>
                <a:cs typeface="Times New Roman"/>
              </a:rPr>
              <a:t> </a:t>
            </a:r>
            <a:r>
              <a:rPr lang="en-US" sz="1700" spc="-5" dirty="0">
                <a:solidFill>
                  <a:srgbClr val="242424"/>
                </a:solidFill>
                <a:latin typeface="Times New Roman"/>
                <a:cs typeface="Times New Roman"/>
              </a:rPr>
              <a:t>not</a:t>
            </a:r>
            <a:r>
              <a:rPr lang="en-US" sz="1700" spc="-2"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tt</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mpt</a:t>
            </a:r>
            <a:r>
              <a:rPr lang="en-US" sz="1700" spc="5" dirty="0">
                <a:solidFill>
                  <a:srgbClr val="242424"/>
                </a:solidFill>
                <a:latin typeface="Times New Roman"/>
                <a:cs typeface="Times New Roman"/>
              </a:rPr>
              <a:t> </a:t>
            </a:r>
            <a:r>
              <a:rPr lang="en-US" sz="1700" spc="-2" dirty="0">
                <a:solidFill>
                  <a:srgbClr val="242424"/>
                </a:solidFill>
                <a:latin typeface="Times New Roman"/>
                <a:cs typeface="Times New Roman"/>
              </a:rPr>
              <a:t>to</a:t>
            </a:r>
            <a:r>
              <a:rPr lang="en-US" sz="1700" spc="5" dirty="0">
                <a:solidFill>
                  <a:srgbClr val="242424"/>
                </a:solidFill>
                <a:latin typeface="Times New Roman"/>
                <a:cs typeface="Times New Roman"/>
              </a:rPr>
              <a:t> </a:t>
            </a:r>
            <a:r>
              <a:rPr lang="en-US" sz="1700" spc="-7" dirty="0">
                <a:solidFill>
                  <a:srgbClr val="242424"/>
                </a:solidFill>
                <a:latin typeface="Times New Roman"/>
                <a:cs typeface="Times New Roman"/>
              </a:rPr>
              <a:t>acce</a:t>
            </a:r>
            <a:r>
              <a:rPr lang="en-US" sz="1700" spc="-2" dirty="0">
                <a:solidFill>
                  <a:srgbClr val="242424"/>
                </a:solidFill>
                <a:latin typeface="Times New Roman"/>
                <a:cs typeface="Times New Roman"/>
              </a:rPr>
              <a:t>s</a:t>
            </a:r>
            <a:r>
              <a:rPr lang="en-US" sz="1700" dirty="0">
                <a:solidFill>
                  <a:srgbClr val="242424"/>
                </a:solidFill>
                <a:latin typeface="Times New Roman"/>
                <a:cs typeface="Times New Roman"/>
              </a:rPr>
              <a:t>s</a:t>
            </a:r>
            <a:r>
              <a:rPr lang="en-US" sz="1700" spc="5" dirty="0">
                <a:solidFill>
                  <a:srgbClr val="242424"/>
                </a:solidFill>
                <a:latin typeface="Times New Roman"/>
                <a:cs typeface="Times New Roman"/>
              </a:rPr>
              <a:t> </a:t>
            </a:r>
            <a:r>
              <a:rPr lang="en-US" sz="1700" spc="-5" dirty="0">
                <a:solidFill>
                  <a:srgbClr val="242424"/>
                </a:solidFill>
                <a:latin typeface="Times New Roman"/>
                <a:cs typeface="Times New Roman"/>
              </a:rPr>
              <a:t>d</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ta</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b</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fo</a:t>
            </a:r>
            <a:r>
              <a:rPr lang="en-US" sz="1700" spc="-5" dirty="0">
                <a:solidFill>
                  <a:srgbClr val="242424"/>
                </a:solidFill>
                <a:latin typeface="Times New Roman"/>
                <a:cs typeface="Times New Roman"/>
              </a:rPr>
              <a:t>re</a:t>
            </a:r>
            <a:r>
              <a:rPr lang="en-US" sz="1700" spc="2"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2"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urr</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nt</a:t>
            </a:r>
            <a:r>
              <a:rPr lang="en-US" sz="1700" spc="5"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5" dirty="0">
                <a:solidFill>
                  <a:srgbClr val="242424"/>
                </a:solidFill>
                <a:latin typeface="Times New Roman"/>
                <a:cs typeface="Times New Roman"/>
              </a:rPr>
              <a:t> </a:t>
            </a:r>
            <a:r>
              <a:rPr lang="en-US" sz="1700" spc="-5" dirty="0">
                <a:solidFill>
                  <a:srgbClr val="242424"/>
                </a:solidFill>
                <a:latin typeface="Times New Roman"/>
                <a:cs typeface="Times New Roman"/>
              </a:rPr>
              <a:t>b</a:t>
            </a:r>
            <a:r>
              <a:rPr lang="en-US" sz="1700" spc="-7" dirty="0">
                <a:solidFill>
                  <a:srgbClr val="242424"/>
                </a:solidFill>
                <a:latin typeface="Times New Roman"/>
                <a:cs typeface="Times New Roman"/>
              </a:rPr>
              <a:t>eca</a:t>
            </a:r>
            <a:r>
              <a:rPr lang="en-US" sz="1700" dirty="0">
                <a:solidFill>
                  <a:srgbClr val="242424"/>
                </a:solidFill>
                <a:latin typeface="Times New Roman"/>
                <a:cs typeface="Times New Roman"/>
              </a:rPr>
              <a:t>use</a:t>
            </a:r>
            <a:r>
              <a:rPr lang="en-US" sz="1700" spc="2" dirty="0">
                <a:solidFill>
                  <a:srgbClr val="242424"/>
                </a:solidFill>
                <a:latin typeface="Times New Roman"/>
                <a:cs typeface="Times New Roman"/>
              </a:rPr>
              <a:t> </a:t>
            </a:r>
            <a:r>
              <a:rPr lang="en-US" sz="1700" spc="-2" dirty="0">
                <a:solidFill>
                  <a:srgbClr val="242424"/>
                </a:solidFill>
                <a:latin typeface="Times New Roman"/>
                <a:cs typeface="Times New Roman"/>
              </a:rPr>
              <a:t>thi</a:t>
            </a:r>
            <a:r>
              <a:rPr lang="en-US" sz="1700" dirty="0">
                <a:solidFill>
                  <a:srgbClr val="242424"/>
                </a:solidFill>
                <a:latin typeface="Times New Roman"/>
                <a:cs typeface="Times New Roman"/>
              </a:rPr>
              <a:t>s</a:t>
            </a:r>
            <a:r>
              <a:rPr lang="en-US" sz="1700" spc="5" dirty="0">
                <a:solidFill>
                  <a:srgbClr val="242424"/>
                </a:solidFill>
                <a:latin typeface="Times New Roman"/>
                <a:cs typeface="Times New Roman"/>
              </a:rPr>
              <a:t> </a:t>
            </a:r>
            <a:r>
              <a:rPr lang="en-US" sz="1700" spc="-7" dirty="0">
                <a:solidFill>
                  <a:srgbClr val="242424"/>
                </a:solidFill>
                <a:latin typeface="Times New Roman"/>
                <a:cs typeface="Times New Roman"/>
              </a:rPr>
              <a:t>wil</a:t>
            </a:r>
            <a:r>
              <a:rPr lang="en-US" sz="1700" spc="-2" dirty="0">
                <a:solidFill>
                  <a:srgbClr val="242424"/>
                </a:solidFill>
                <a:latin typeface="Times New Roman"/>
                <a:cs typeface="Times New Roman"/>
              </a:rPr>
              <a:t>l</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le</a:t>
            </a:r>
            <a:r>
              <a:rPr lang="en-US" sz="1700" spc="-10" dirty="0">
                <a:solidFill>
                  <a:srgbClr val="242424"/>
                </a:solidFill>
                <a:latin typeface="Times New Roman"/>
                <a:cs typeface="Times New Roman"/>
              </a:rPr>
              <a:t>a</a:t>
            </a:r>
            <a:r>
              <a:rPr lang="en-US" sz="1700" dirty="0">
                <a:solidFill>
                  <a:srgbClr val="242424"/>
                </a:solidFill>
                <a:latin typeface="Times New Roman"/>
                <a:cs typeface="Times New Roman"/>
              </a:rPr>
              <a:t>d</a:t>
            </a:r>
            <a:r>
              <a:rPr lang="en-US" sz="1700" spc="5" dirty="0">
                <a:solidFill>
                  <a:srgbClr val="242424"/>
                </a:solidFill>
                <a:latin typeface="Times New Roman"/>
                <a:cs typeface="Times New Roman"/>
              </a:rPr>
              <a:t> </a:t>
            </a:r>
            <a:r>
              <a:rPr lang="en-US" sz="1700" spc="-7" dirty="0">
                <a:solidFill>
                  <a:srgbClr val="242424"/>
                </a:solidFill>
                <a:latin typeface="Times New Roman"/>
                <a:cs typeface="Times New Roman"/>
              </a:rPr>
              <a:t>t</a:t>
            </a:r>
            <a:r>
              <a:rPr lang="en-US" sz="1700" dirty="0">
                <a:solidFill>
                  <a:srgbClr val="242424"/>
                </a:solidFill>
                <a:latin typeface="Times New Roman"/>
                <a:cs typeface="Times New Roman"/>
              </a:rPr>
              <a:t>o</a:t>
            </a:r>
            <a:r>
              <a:rPr lang="en-US" sz="1700" spc="5" dirty="0">
                <a:solidFill>
                  <a:srgbClr val="242424"/>
                </a:solidFill>
                <a:latin typeface="Times New Roman"/>
                <a:cs typeface="Times New Roman"/>
              </a:rPr>
              <a:t> </a:t>
            </a:r>
            <a:r>
              <a:rPr lang="en-US" sz="1700" spc="-5" dirty="0">
                <a:solidFill>
                  <a:srgbClr val="242424"/>
                </a:solidFill>
                <a:latin typeface="Times New Roman"/>
                <a:cs typeface="Times New Roman"/>
              </a:rPr>
              <a:t>inco</a:t>
            </a:r>
            <a:r>
              <a:rPr lang="en-US" sz="1700" spc="-7" dirty="0">
                <a:solidFill>
                  <a:srgbClr val="242424"/>
                </a:solidFill>
                <a:latin typeface="Times New Roman"/>
                <a:cs typeface="Times New Roman"/>
              </a:rPr>
              <a:t>r</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t 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sul</a:t>
            </a:r>
            <a:r>
              <a:rPr lang="en-US" sz="1700" dirty="0">
                <a:solidFill>
                  <a:srgbClr val="242424"/>
                </a:solidFill>
                <a:latin typeface="Times New Roman"/>
                <a:cs typeface="Times New Roman"/>
              </a:rPr>
              <a:t>t</a:t>
            </a:r>
            <a:r>
              <a:rPr lang="en-US" sz="1700" spc="-2" dirty="0">
                <a:solidFill>
                  <a:srgbClr val="242424"/>
                </a:solidFill>
                <a:latin typeface="Times New Roman"/>
                <a:cs typeface="Times New Roman"/>
              </a:rPr>
              <a:t>s.</a:t>
            </a:r>
            <a:endParaRPr lang="en-US" sz="1700" dirty="0">
              <a:latin typeface="Times New Roman"/>
              <a:cs typeface="Times New Roman"/>
            </a:endParaRPr>
          </a:p>
        </p:txBody>
      </p:sp>
    </p:spTree>
    <p:extLst>
      <p:ext uri="{BB962C8B-B14F-4D97-AF65-F5344CB8AC3E}">
        <p14:creationId xmlns:p14="http://schemas.microsoft.com/office/powerpoint/2010/main" val="2982715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60591-B7F9-98DF-3545-9B77D46C197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A5C7877-6719-E227-232A-3C08BC620E1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46E645E-0393-D940-4D14-D14E52F6AC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9148D302-F085-60BD-614F-E17DB25C4E6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58CD9015-5EEB-5ED3-FEF7-AE1C67C1297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F27871FA-D949-9C6B-7C2F-BA6E783E9A7F}"/>
              </a:ext>
            </a:extLst>
          </p:cNvPr>
          <p:cNvSpPr txBox="1"/>
          <p:nvPr/>
        </p:nvSpPr>
        <p:spPr>
          <a:xfrm>
            <a:off x="990600" y="1123950"/>
            <a:ext cx="6986078" cy="2616101"/>
          </a:xfrm>
          <a:prstGeom prst="rect">
            <a:avLst/>
          </a:prstGeom>
        </p:spPr>
        <p:txBody>
          <a:bodyPr vert="horz" wrap="square" lIns="0" tIns="0" rIns="0" bIns="0" rtlCol="0">
            <a:spAutoFit/>
          </a:bodyPr>
          <a:lstStyle/>
          <a:p>
            <a:pPr marL="116065" marR="2749" algn="just">
              <a:buClr>
                <a:srgbClr val="242424"/>
              </a:buClr>
              <a:tabLst>
                <a:tab pos="226022" algn="l"/>
              </a:tabLst>
            </a:pPr>
            <a:r>
              <a:rPr lang="en-US" sz="1700" b="1" spc="-5" dirty="0">
                <a:solidFill>
                  <a:srgbClr val="242424"/>
                </a:solidFill>
                <a:latin typeface="Times New Roman"/>
                <a:cs typeface="Times New Roman"/>
              </a:rPr>
              <a:t>3. B</a:t>
            </a:r>
            <a:r>
              <a:rPr lang="en-US" sz="1700" b="1" spc="-7" dirty="0">
                <a:solidFill>
                  <a:srgbClr val="242424"/>
                </a:solidFill>
                <a:latin typeface="Times New Roman"/>
                <a:cs typeface="Times New Roman"/>
              </a:rPr>
              <a:t>r</a:t>
            </a:r>
            <a:r>
              <a:rPr lang="en-US" sz="1700" b="1" dirty="0">
                <a:solidFill>
                  <a:srgbClr val="242424"/>
                </a:solidFill>
                <a:latin typeface="Times New Roman"/>
                <a:cs typeface="Times New Roman"/>
              </a:rPr>
              <a:t>an</a:t>
            </a:r>
            <a:r>
              <a:rPr lang="en-US" sz="1700" b="1" spc="-7" dirty="0">
                <a:solidFill>
                  <a:srgbClr val="242424"/>
                </a:solidFill>
                <a:latin typeface="Times New Roman"/>
                <a:cs typeface="Times New Roman"/>
              </a:rPr>
              <a:t>c</a:t>
            </a:r>
            <a:r>
              <a:rPr lang="en-US" sz="1700" b="1" dirty="0">
                <a:solidFill>
                  <a:srgbClr val="242424"/>
                </a:solidFill>
                <a:latin typeface="Times New Roman"/>
                <a:cs typeface="Times New Roman"/>
              </a:rPr>
              <a:t>h</a:t>
            </a:r>
            <a:r>
              <a:rPr lang="en-US" sz="1700" b="1" spc="-2" dirty="0">
                <a:solidFill>
                  <a:srgbClr val="242424"/>
                </a:solidFill>
                <a:latin typeface="Times New Roman"/>
                <a:cs typeface="Times New Roman"/>
              </a:rPr>
              <a:t>in</a:t>
            </a:r>
            <a:r>
              <a:rPr lang="en-US" sz="1700" b="1" spc="2" dirty="0">
                <a:solidFill>
                  <a:srgbClr val="242424"/>
                </a:solidFill>
                <a:latin typeface="Times New Roman"/>
                <a:cs typeface="Times New Roman"/>
              </a:rPr>
              <a:t>g</a:t>
            </a:r>
            <a:r>
              <a:rPr lang="en-US" sz="1700" b="1" dirty="0">
                <a:solidFill>
                  <a:srgbClr val="242424"/>
                </a:solidFill>
                <a:latin typeface="Times New Roman"/>
                <a:cs typeface="Times New Roman"/>
              </a:rPr>
              <a:t>:</a:t>
            </a:r>
            <a:r>
              <a:rPr lang="en-US" sz="1700" b="1" spc="-10" dirty="0">
                <a:solidFill>
                  <a:srgbClr val="242424"/>
                </a:solidFill>
                <a:latin typeface="Times New Roman"/>
                <a:cs typeface="Times New Roman"/>
              </a:rPr>
              <a:t> </a:t>
            </a:r>
            <a:r>
              <a:rPr lang="en-US" sz="1700" spc="-10" dirty="0">
                <a:solidFill>
                  <a:srgbClr val="242424"/>
                </a:solidFill>
                <a:latin typeface="Times New Roman"/>
                <a:cs typeface="Times New Roman"/>
              </a:rPr>
              <a:t>I</a:t>
            </a:r>
            <a:r>
              <a:rPr lang="en-US" sz="1700" dirty="0">
                <a:solidFill>
                  <a:srgbClr val="242424"/>
                </a:solidFill>
                <a:latin typeface="Times New Roman"/>
                <a:cs typeface="Times New Roman"/>
              </a:rPr>
              <a:t>n</a:t>
            </a:r>
            <a:r>
              <a:rPr lang="en-US" sz="1700" spc="-7" dirty="0">
                <a:solidFill>
                  <a:srgbClr val="242424"/>
                </a:solidFill>
                <a:latin typeface="Times New Roman"/>
                <a:cs typeface="Times New Roman"/>
              </a:rPr>
              <a:t> </a:t>
            </a:r>
            <a:r>
              <a:rPr lang="en-US" sz="1700" spc="-5" dirty="0">
                <a:solidFill>
                  <a:srgbClr val="242424"/>
                </a:solidFill>
                <a:latin typeface="Times New Roman"/>
                <a:cs typeface="Times New Roman"/>
              </a:rPr>
              <a:t>ord</a:t>
            </a:r>
            <a:r>
              <a:rPr lang="en-US" sz="1700" spc="-10" dirty="0">
                <a:solidFill>
                  <a:srgbClr val="242424"/>
                </a:solidFill>
                <a:latin typeface="Times New Roman"/>
                <a:cs typeface="Times New Roman"/>
              </a:rPr>
              <a:t>e</a:t>
            </a:r>
            <a:r>
              <a:rPr lang="en-US" sz="1700" dirty="0">
                <a:solidFill>
                  <a:srgbClr val="242424"/>
                </a:solidFill>
                <a:latin typeface="Times New Roman"/>
                <a:cs typeface="Times New Roman"/>
              </a:rPr>
              <a:t>r</a:t>
            </a:r>
            <a:r>
              <a:rPr lang="en-US" sz="1700" spc="-10" dirty="0">
                <a:solidFill>
                  <a:srgbClr val="242424"/>
                </a:solidFill>
                <a:latin typeface="Times New Roman"/>
                <a:cs typeface="Times New Roman"/>
              </a:rPr>
              <a:t> </a:t>
            </a:r>
            <a:r>
              <a:rPr lang="en-US" sz="1700" spc="-2" dirty="0">
                <a:solidFill>
                  <a:srgbClr val="242424"/>
                </a:solidFill>
                <a:latin typeface="Times New Roman"/>
                <a:cs typeface="Times New Roman"/>
              </a:rPr>
              <a:t>to</a:t>
            </a:r>
            <a:r>
              <a:rPr lang="en-US" sz="1700" spc="-5" dirty="0">
                <a:solidFill>
                  <a:srgbClr val="242424"/>
                </a:solidFill>
                <a:latin typeface="Times New Roman"/>
                <a:cs typeface="Times New Roman"/>
              </a:rPr>
              <a:t> </a:t>
            </a:r>
            <a:r>
              <a:rPr lang="en-US" sz="1700" spc="-2" dirty="0">
                <a:solidFill>
                  <a:srgbClr val="242424"/>
                </a:solidFill>
                <a:latin typeface="Times New Roman"/>
                <a:cs typeface="Times New Roman"/>
              </a:rPr>
              <a:t>f</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tch</a:t>
            </a:r>
            <a:r>
              <a:rPr lang="en-US" sz="1700" spc="-7" dirty="0">
                <a:solidFill>
                  <a:srgbClr val="242424"/>
                </a:solidFill>
                <a:latin typeface="Times New Roman"/>
                <a:cs typeface="Times New Roman"/>
              </a:rPr>
              <a:t> a</a:t>
            </a:r>
            <a:r>
              <a:rPr lang="en-US" sz="1700" dirty="0">
                <a:solidFill>
                  <a:srgbClr val="242424"/>
                </a:solidFill>
                <a:latin typeface="Times New Roman"/>
                <a:cs typeface="Times New Roman"/>
              </a:rPr>
              <a:t>nd</a:t>
            </a:r>
            <a:r>
              <a:rPr lang="en-US" sz="1700" spc="-7" dirty="0">
                <a:solidFill>
                  <a:srgbClr val="242424"/>
                </a:solidFill>
                <a:latin typeface="Times New Roman"/>
                <a:cs typeface="Times New Roman"/>
              </a:rPr>
              <a:t> e</a:t>
            </a:r>
            <a:r>
              <a:rPr lang="en-US" sz="1700" spc="-5" dirty="0">
                <a:solidFill>
                  <a:srgbClr val="242424"/>
                </a:solidFill>
                <a:latin typeface="Times New Roman"/>
                <a:cs typeface="Times New Roman"/>
              </a:rPr>
              <a:t>x</a:t>
            </a:r>
            <a:r>
              <a:rPr lang="en-US" sz="1700" spc="-7" dirty="0">
                <a:solidFill>
                  <a:srgbClr val="242424"/>
                </a:solidFill>
                <a:latin typeface="Times New Roman"/>
                <a:cs typeface="Times New Roman"/>
              </a:rPr>
              <a:t>ec</a:t>
            </a:r>
            <a:r>
              <a:rPr lang="en-US" sz="1700" spc="-5" dirty="0">
                <a:solidFill>
                  <a:srgbClr val="242424"/>
                </a:solidFill>
                <a:latin typeface="Times New Roman"/>
                <a:cs typeface="Times New Roman"/>
              </a:rPr>
              <a:t>u</a:t>
            </a:r>
            <a:r>
              <a:rPr lang="en-US" sz="1700" dirty="0">
                <a:solidFill>
                  <a:srgbClr val="242424"/>
                </a:solidFill>
                <a:latin typeface="Times New Roman"/>
                <a:cs typeface="Times New Roman"/>
              </a:rPr>
              <a:t>t</a:t>
            </a:r>
            <a:r>
              <a:rPr lang="en-US" sz="1700" spc="-5" dirty="0">
                <a:solidFill>
                  <a:srgbClr val="242424"/>
                </a:solidFill>
                <a:latin typeface="Times New Roman"/>
                <a:cs typeface="Times New Roman"/>
              </a:rPr>
              <a:t>e</a:t>
            </a:r>
            <a:r>
              <a:rPr lang="en-US" sz="1700" spc="-10"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7" dirty="0">
                <a:solidFill>
                  <a:srgbClr val="242424"/>
                </a:solidFill>
                <a:latin typeface="Times New Roman"/>
                <a:cs typeface="Times New Roman"/>
              </a:rPr>
              <a:t> </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xt</a:t>
            </a:r>
            <a:r>
              <a:rPr lang="en-US" sz="1700" spc="-5"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7" dirty="0">
                <a:solidFill>
                  <a:srgbClr val="242424"/>
                </a:solidFill>
                <a:latin typeface="Times New Roman"/>
                <a:cs typeface="Times New Roman"/>
              </a:rPr>
              <a:t> </a:t>
            </a:r>
            <a:r>
              <a:rPr lang="en-US" sz="1700" spc="-2" dirty="0">
                <a:solidFill>
                  <a:srgbClr val="242424"/>
                </a:solidFill>
                <a:latin typeface="Times New Roman"/>
                <a:cs typeface="Times New Roman"/>
              </a:rPr>
              <a:t>w</a:t>
            </a:r>
            <a:r>
              <a:rPr lang="en-US" sz="1700" dirty="0">
                <a:solidFill>
                  <a:srgbClr val="242424"/>
                </a:solidFill>
                <a:latin typeface="Times New Roman"/>
                <a:cs typeface="Times New Roman"/>
              </a:rPr>
              <a:t>e</a:t>
            </a:r>
            <a:r>
              <a:rPr lang="en-US" sz="1700" spc="-10" dirty="0">
                <a:solidFill>
                  <a:srgbClr val="242424"/>
                </a:solidFill>
                <a:latin typeface="Times New Roman"/>
                <a:cs typeface="Times New Roman"/>
              </a:rPr>
              <a:t> </a:t>
            </a:r>
            <a:r>
              <a:rPr lang="en-US" sz="1700" spc="-5" dirty="0">
                <a:solidFill>
                  <a:srgbClr val="242424"/>
                </a:solidFill>
                <a:latin typeface="Times New Roman"/>
                <a:cs typeface="Times New Roman"/>
              </a:rPr>
              <a:t>must</a:t>
            </a:r>
            <a:r>
              <a:rPr lang="en-US" sz="1700" spc="-10" dirty="0">
                <a:solidFill>
                  <a:srgbClr val="242424"/>
                </a:solidFill>
                <a:latin typeface="Times New Roman"/>
                <a:cs typeface="Times New Roman"/>
              </a:rPr>
              <a:t> </a:t>
            </a:r>
            <a:r>
              <a:rPr lang="en-US" sz="1700" dirty="0">
                <a:solidFill>
                  <a:srgbClr val="242424"/>
                </a:solidFill>
                <a:latin typeface="Times New Roman"/>
                <a:cs typeface="Times New Roman"/>
              </a:rPr>
              <a:t>kn</a:t>
            </a:r>
            <a:r>
              <a:rPr lang="en-US" sz="1700" spc="-7" dirty="0">
                <a:solidFill>
                  <a:srgbClr val="242424"/>
                </a:solidFill>
                <a:latin typeface="Times New Roman"/>
                <a:cs typeface="Times New Roman"/>
              </a:rPr>
              <a:t>o</a:t>
            </a:r>
            <a:r>
              <a:rPr lang="en-US" sz="1700" dirty="0">
                <a:solidFill>
                  <a:srgbClr val="242424"/>
                </a:solidFill>
                <a:latin typeface="Times New Roman"/>
                <a:cs typeface="Times New Roman"/>
              </a:rPr>
              <a:t>w</a:t>
            </a:r>
            <a:r>
              <a:rPr lang="en-US" sz="1700" spc="-7" dirty="0">
                <a:solidFill>
                  <a:srgbClr val="242424"/>
                </a:solidFill>
                <a:latin typeface="Times New Roman"/>
                <a:cs typeface="Times New Roman"/>
              </a:rPr>
              <a:t> </a:t>
            </a:r>
            <a:r>
              <a:rPr lang="en-US" sz="1700" spc="-2" dirty="0">
                <a:solidFill>
                  <a:srgbClr val="242424"/>
                </a:solidFill>
                <a:latin typeface="Times New Roman"/>
                <a:cs typeface="Times New Roman"/>
              </a:rPr>
              <a:t>wh</a:t>
            </a:r>
            <a:r>
              <a:rPr lang="en-US" sz="1700" spc="-5" dirty="0">
                <a:solidFill>
                  <a:srgbClr val="242424"/>
                </a:solidFill>
                <a:latin typeface="Times New Roman"/>
                <a:cs typeface="Times New Roman"/>
              </a:rPr>
              <a:t>a</a:t>
            </a:r>
            <a:r>
              <a:rPr lang="en-US" sz="1700" spc="-2" dirty="0">
                <a:solidFill>
                  <a:srgbClr val="242424"/>
                </a:solidFill>
                <a:latin typeface="Times New Roman"/>
                <a:cs typeface="Times New Roman"/>
              </a:rPr>
              <a:t>t</a:t>
            </a:r>
            <a:r>
              <a:rPr lang="en-US" sz="1700" spc="-5" dirty="0">
                <a:solidFill>
                  <a:srgbClr val="242424"/>
                </a:solidFill>
                <a:latin typeface="Times New Roman"/>
                <a:cs typeface="Times New Roman"/>
              </a:rPr>
              <a:t> </a:t>
            </a:r>
            <a:r>
              <a:rPr lang="en-US" sz="1700" spc="-2" dirty="0">
                <a:solidFill>
                  <a:srgbClr val="242424"/>
                </a:solidFill>
                <a:latin typeface="Times New Roman"/>
                <a:cs typeface="Times New Roman"/>
              </a:rPr>
              <a:t>that 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14" dirty="0">
                <a:solidFill>
                  <a:srgbClr val="242424"/>
                </a:solidFill>
                <a:latin typeface="Times New Roman"/>
                <a:cs typeface="Times New Roman"/>
              </a:rPr>
              <a:t> </a:t>
            </a:r>
            <a:r>
              <a:rPr lang="en-US" sz="1700" spc="-2" dirty="0">
                <a:solidFill>
                  <a:srgbClr val="242424"/>
                </a:solidFill>
                <a:latin typeface="Times New Roman"/>
                <a:cs typeface="Times New Roman"/>
              </a:rPr>
              <a:t>is.</a:t>
            </a:r>
            <a:r>
              <a:rPr lang="en-US" sz="1700" spc="17" dirty="0">
                <a:solidFill>
                  <a:srgbClr val="242424"/>
                </a:solidFill>
                <a:latin typeface="Times New Roman"/>
                <a:cs typeface="Times New Roman"/>
              </a:rPr>
              <a:t> </a:t>
            </a:r>
            <a:r>
              <a:rPr lang="en-US" sz="1700" dirty="0">
                <a:solidFill>
                  <a:srgbClr val="242424"/>
                </a:solidFill>
                <a:latin typeface="Times New Roman"/>
                <a:cs typeface="Times New Roman"/>
              </a:rPr>
              <a:t>If</a:t>
            </a:r>
            <a:r>
              <a:rPr lang="en-US" sz="1700" spc="12"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14" dirty="0">
                <a:solidFill>
                  <a:srgbClr val="242424"/>
                </a:solidFill>
                <a:latin typeface="Times New Roman"/>
                <a:cs typeface="Times New Roman"/>
              </a:rPr>
              <a:t> </a:t>
            </a:r>
            <a:r>
              <a:rPr lang="en-US" sz="1700" dirty="0">
                <a:solidFill>
                  <a:srgbClr val="242424"/>
                </a:solidFill>
                <a:latin typeface="Times New Roman"/>
                <a:cs typeface="Times New Roman"/>
              </a:rPr>
              <a:t>p</a:t>
            </a:r>
            <a:r>
              <a:rPr lang="en-US" sz="1700" spc="2" dirty="0">
                <a:solidFill>
                  <a:srgbClr val="242424"/>
                </a:solidFill>
                <a:latin typeface="Times New Roman"/>
                <a:cs typeface="Times New Roman"/>
              </a:rPr>
              <a:t>r</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s</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nt</a:t>
            </a:r>
            <a:r>
              <a:rPr lang="en-US" sz="1700" spc="17"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14" dirty="0">
                <a:solidFill>
                  <a:srgbClr val="242424"/>
                </a:solidFill>
                <a:latin typeface="Times New Roman"/>
                <a:cs typeface="Times New Roman"/>
              </a:rPr>
              <a:t> </a:t>
            </a:r>
            <a:r>
              <a:rPr lang="en-US" sz="1700" spc="-2" dirty="0">
                <a:solidFill>
                  <a:srgbClr val="242424"/>
                </a:solidFill>
                <a:latin typeface="Times New Roman"/>
                <a:cs typeface="Times New Roman"/>
              </a:rPr>
              <a:t>is</a:t>
            </a:r>
            <a:r>
              <a:rPr lang="en-US" sz="1700" spc="17" dirty="0">
                <a:solidFill>
                  <a:srgbClr val="242424"/>
                </a:solidFill>
                <a:latin typeface="Times New Roman"/>
                <a:cs typeface="Times New Roman"/>
              </a:rPr>
              <a:t> </a:t>
            </a:r>
            <a:r>
              <a:rPr lang="en-US" sz="1700" spc="-5" dirty="0">
                <a:solidFill>
                  <a:srgbClr val="242424"/>
                </a:solidFill>
                <a:latin typeface="Times New Roman"/>
                <a:cs typeface="Times New Roman"/>
              </a:rPr>
              <a:t>a</a:t>
            </a:r>
            <a:r>
              <a:rPr lang="en-US" sz="1700" spc="14"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ond</a:t>
            </a:r>
            <a:r>
              <a:rPr lang="en-US" sz="1700" dirty="0">
                <a:solidFill>
                  <a:srgbClr val="242424"/>
                </a:solidFill>
                <a:latin typeface="Times New Roman"/>
                <a:cs typeface="Times New Roman"/>
              </a:rPr>
              <a:t>i</a:t>
            </a:r>
            <a:r>
              <a:rPr lang="en-US" sz="1700" spc="-2" dirty="0">
                <a:solidFill>
                  <a:srgbClr val="242424"/>
                </a:solidFill>
                <a:latin typeface="Times New Roman"/>
                <a:cs typeface="Times New Roman"/>
              </a:rPr>
              <a:t>tion</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l</a:t>
            </a:r>
            <a:r>
              <a:rPr lang="en-US" sz="1700" spc="17" dirty="0">
                <a:solidFill>
                  <a:srgbClr val="242424"/>
                </a:solidFill>
                <a:latin typeface="Times New Roman"/>
                <a:cs typeface="Times New Roman"/>
              </a:rPr>
              <a:t> </a:t>
            </a:r>
            <a:r>
              <a:rPr lang="en-US" sz="1700" spc="-2" dirty="0">
                <a:solidFill>
                  <a:srgbClr val="242424"/>
                </a:solidFill>
                <a:latin typeface="Times New Roman"/>
                <a:cs typeface="Times New Roman"/>
              </a:rPr>
              <a:t>br</a:t>
            </a:r>
            <a:r>
              <a:rPr lang="en-US" sz="1700" spc="-10" dirty="0">
                <a:solidFill>
                  <a:srgbClr val="242424"/>
                </a:solidFill>
                <a:latin typeface="Times New Roman"/>
                <a:cs typeface="Times New Roman"/>
              </a:rPr>
              <a:t>a</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h,</a:t>
            </a:r>
            <a:r>
              <a:rPr lang="en-US" sz="1700" spc="22"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nd</a:t>
            </a:r>
            <a:r>
              <a:rPr lang="en-US" sz="1700" spc="14" dirty="0">
                <a:solidFill>
                  <a:srgbClr val="242424"/>
                </a:solidFill>
                <a:latin typeface="Times New Roman"/>
                <a:cs typeface="Times New Roman"/>
              </a:rPr>
              <a:t> </a:t>
            </a:r>
            <a:r>
              <a:rPr lang="en-US" sz="1700" spc="-2" dirty="0">
                <a:solidFill>
                  <a:srgbClr val="242424"/>
                </a:solidFill>
                <a:latin typeface="Times New Roman"/>
                <a:cs typeface="Times New Roman"/>
              </a:rPr>
              <a:t>it</a:t>
            </a:r>
            <a:r>
              <a:rPr lang="en-US" sz="1700" dirty="0">
                <a:solidFill>
                  <a:srgbClr val="242424"/>
                </a:solidFill>
                <a:latin typeface="Times New Roman"/>
                <a:cs typeface="Times New Roman"/>
              </a:rPr>
              <a:t>s</a:t>
            </a:r>
            <a:r>
              <a:rPr lang="en-US" sz="1700" spc="17" dirty="0">
                <a:solidFill>
                  <a:srgbClr val="242424"/>
                </a:solidFill>
                <a:latin typeface="Times New Roman"/>
                <a:cs typeface="Times New Roman"/>
              </a:rPr>
              <a:t> </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s</a:t>
            </a:r>
            <a:r>
              <a:rPr lang="en-US" sz="1700" spc="-2" dirty="0">
                <a:solidFill>
                  <a:srgbClr val="242424"/>
                </a:solidFill>
                <a:latin typeface="Times New Roman"/>
                <a:cs typeface="Times New Roman"/>
              </a:rPr>
              <a:t>ult</a:t>
            </a:r>
            <a:r>
              <a:rPr lang="en-US" sz="1700" spc="17" dirty="0">
                <a:solidFill>
                  <a:srgbClr val="242424"/>
                </a:solidFill>
                <a:latin typeface="Times New Roman"/>
                <a:cs typeface="Times New Roman"/>
              </a:rPr>
              <a:t> </a:t>
            </a:r>
            <a:r>
              <a:rPr lang="en-US" sz="1700" spc="-7" dirty="0">
                <a:solidFill>
                  <a:srgbClr val="242424"/>
                </a:solidFill>
                <a:latin typeface="Times New Roman"/>
                <a:cs typeface="Times New Roman"/>
              </a:rPr>
              <a:t>wil</a:t>
            </a:r>
            <a:r>
              <a:rPr lang="en-US" sz="1700" spc="-2" dirty="0">
                <a:solidFill>
                  <a:srgbClr val="242424"/>
                </a:solidFill>
                <a:latin typeface="Times New Roman"/>
                <a:cs typeface="Times New Roman"/>
              </a:rPr>
              <a:t>l</a:t>
            </a:r>
            <a:r>
              <a:rPr lang="en-US" sz="1700" spc="17" dirty="0">
                <a:solidFill>
                  <a:srgbClr val="242424"/>
                </a:solidFill>
                <a:latin typeface="Times New Roman"/>
                <a:cs typeface="Times New Roman"/>
              </a:rPr>
              <a:t> </a:t>
            </a:r>
            <a:r>
              <a:rPr lang="en-US" sz="1700" spc="-2" dirty="0">
                <a:solidFill>
                  <a:srgbClr val="242424"/>
                </a:solidFill>
                <a:latin typeface="Times New Roman"/>
                <a:cs typeface="Times New Roman"/>
              </a:rPr>
              <a:t>le</a:t>
            </a:r>
            <a:r>
              <a:rPr lang="en-US" sz="1700" spc="-10" dirty="0">
                <a:solidFill>
                  <a:srgbClr val="242424"/>
                </a:solidFill>
                <a:latin typeface="Times New Roman"/>
                <a:cs typeface="Times New Roman"/>
              </a:rPr>
              <a:t>a</a:t>
            </a:r>
            <a:r>
              <a:rPr lang="en-US" sz="1700" dirty="0">
                <a:solidFill>
                  <a:srgbClr val="242424"/>
                </a:solidFill>
                <a:latin typeface="Times New Roman"/>
                <a:cs typeface="Times New Roman"/>
              </a:rPr>
              <a:t>d us</a:t>
            </a:r>
            <a:r>
              <a:rPr lang="en-US" sz="1700" spc="10" dirty="0">
                <a:solidFill>
                  <a:srgbClr val="242424"/>
                </a:solidFill>
                <a:latin typeface="Times New Roman"/>
                <a:cs typeface="Times New Roman"/>
              </a:rPr>
              <a:t> </a:t>
            </a:r>
            <a:r>
              <a:rPr lang="en-US" sz="1700" spc="-2" dirty="0">
                <a:solidFill>
                  <a:srgbClr val="242424"/>
                </a:solidFill>
                <a:latin typeface="Times New Roman"/>
                <a:cs typeface="Times New Roman"/>
              </a:rPr>
              <a:t>to</a:t>
            </a:r>
            <a:r>
              <a:rPr lang="en-US" sz="1700" spc="12"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xt</a:t>
            </a:r>
            <a:r>
              <a:rPr lang="en-US" sz="1700" spc="12"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5" dirty="0">
                <a:solidFill>
                  <a:srgbClr val="242424"/>
                </a:solidFill>
                <a:latin typeface="Times New Roman"/>
                <a:cs typeface="Times New Roman"/>
              </a:rPr>
              <a:t> </a:t>
            </a:r>
            <a:r>
              <a:rPr lang="en-US" sz="1700" spc="-5" dirty="0">
                <a:solidFill>
                  <a:srgbClr val="242424"/>
                </a:solidFill>
                <a:latin typeface="Times New Roman"/>
                <a:cs typeface="Times New Roman"/>
              </a:rPr>
              <a:t>then</a:t>
            </a:r>
            <a:r>
              <a:rPr lang="en-US" sz="1700" spc="7"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10" dirty="0">
                <a:solidFill>
                  <a:srgbClr val="242424"/>
                </a:solidFill>
                <a:latin typeface="Times New Roman"/>
                <a:cs typeface="Times New Roman"/>
              </a:rPr>
              <a:t> </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xt</a:t>
            </a:r>
            <a:r>
              <a:rPr lang="en-US" sz="1700" spc="5"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5" dirty="0">
                <a:solidFill>
                  <a:srgbClr val="242424"/>
                </a:solidFill>
                <a:latin typeface="Times New Roman"/>
                <a:cs typeface="Times New Roman"/>
              </a:rPr>
              <a:t> </a:t>
            </a:r>
            <a:r>
              <a:rPr lang="en-US" sz="1700" spc="-5" dirty="0">
                <a:solidFill>
                  <a:srgbClr val="242424"/>
                </a:solidFill>
                <a:latin typeface="Times New Roman"/>
                <a:cs typeface="Times New Roman"/>
              </a:rPr>
              <a:t>may</a:t>
            </a:r>
            <a:r>
              <a:rPr lang="en-US" sz="1700" spc="10" dirty="0">
                <a:solidFill>
                  <a:srgbClr val="242424"/>
                </a:solidFill>
                <a:latin typeface="Times New Roman"/>
                <a:cs typeface="Times New Roman"/>
              </a:rPr>
              <a:t> </a:t>
            </a:r>
            <a:r>
              <a:rPr lang="en-US" sz="1700" spc="-5" dirty="0">
                <a:solidFill>
                  <a:srgbClr val="242424"/>
                </a:solidFill>
                <a:latin typeface="Times New Roman"/>
                <a:cs typeface="Times New Roman"/>
              </a:rPr>
              <a:t>not</a:t>
            </a:r>
            <a:r>
              <a:rPr lang="en-US" sz="1700" spc="12" dirty="0">
                <a:solidFill>
                  <a:srgbClr val="242424"/>
                </a:solidFill>
                <a:latin typeface="Times New Roman"/>
                <a:cs typeface="Times New Roman"/>
              </a:rPr>
              <a:t> </a:t>
            </a:r>
            <a:r>
              <a:rPr lang="en-US" sz="1700" spc="-5" dirty="0">
                <a:solidFill>
                  <a:srgbClr val="242424"/>
                </a:solidFill>
                <a:latin typeface="Times New Roman"/>
                <a:cs typeface="Times New Roman"/>
              </a:rPr>
              <a:t>be</a:t>
            </a:r>
            <a:r>
              <a:rPr lang="en-US" sz="1700" spc="2" dirty="0">
                <a:solidFill>
                  <a:srgbClr val="242424"/>
                </a:solidFill>
                <a:latin typeface="Times New Roman"/>
                <a:cs typeface="Times New Roman"/>
              </a:rPr>
              <a:t> </a:t>
            </a:r>
            <a:r>
              <a:rPr lang="en-US" sz="1700" dirty="0">
                <a:solidFill>
                  <a:srgbClr val="242424"/>
                </a:solidFill>
                <a:latin typeface="Times New Roman"/>
                <a:cs typeface="Times New Roman"/>
              </a:rPr>
              <a:t>known</a:t>
            </a:r>
            <a:r>
              <a:rPr lang="en-US" sz="1700" spc="10" dirty="0">
                <a:solidFill>
                  <a:srgbClr val="242424"/>
                </a:solidFill>
                <a:latin typeface="Times New Roman"/>
                <a:cs typeface="Times New Roman"/>
              </a:rPr>
              <a:t> </a:t>
            </a:r>
            <a:r>
              <a:rPr lang="en-US" sz="1700" spc="-2" dirty="0">
                <a:solidFill>
                  <a:srgbClr val="242424"/>
                </a:solidFill>
                <a:latin typeface="Times New Roman"/>
                <a:cs typeface="Times New Roman"/>
              </a:rPr>
              <a:t>until</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10" dirty="0">
                <a:solidFill>
                  <a:srgbClr val="242424"/>
                </a:solidFill>
                <a:latin typeface="Times New Roman"/>
                <a:cs typeface="Times New Roman"/>
              </a:rPr>
              <a:t> </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ur</a:t>
            </a:r>
            <a:r>
              <a:rPr lang="en-US" sz="1700" spc="-5" dirty="0">
                <a:solidFill>
                  <a:srgbClr val="242424"/>
                </a:solidFill>
                <a:latin typeface="Times New Roman"/>
                <a:cs typeface="Times New Roman"/>
              </a:rPr>
              <a:t>r</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nt </a:t>
            </a:r>
            <a:r>
              <a:rPr lang="en-US" sz="1700" spc="-5" dirty="0">
                <a:solidFill>
                  <a:srgbClr val="242424"/>
                </a:solidFill>
                <a:latin typeface="Times New Roman"/>
                <a:cs typeface="Times New Roman"/>
              </a:rPr>
              <a:t>one</a:t>
            </a:r>
            <a:r>
              <a:rPr lang="en-US" sz="1700" spc="-2" dirty="0">
                <a:solidFill>
                  <a:srgbClr val="242424"/>
                </a:solidFill>
                <a:latin typeface="Times New Roman"/>
                <a:cs typeface="Times New Roman"/>
              </a:rPr>
              <a:t> is </a:t>
            </a:r>
            <a:r>
              <a:rPr lang="en-US" sz="1700" spc="-5" dirty="0">
                <a:solidFill>
                  <a:srgbClr val="242424"/>
                </a:solidFill>
                <a:latin typeface="Times New Roman"/>
                <a:cs typeface="Times New Roman"/>
              </a:rPr>
              <a:t>pro</a:t>
            </a:r>
            <a:r>
              <a:rPr lang="en-US" sz="1700" spc="-7" dirty="0">
                <a:solidFill>
                  <a:srgbClr val="242424"/>
                </a:solidFill>
                <a:latin typeface="Times New Roman"/>
                <a:cs typeface="Times New Roman"/>
              </a:rPr>
              <a:t>ce</a:t>
            </a:r>
            <a:r>
              <a:rPr lang="en-US" sz="1700" spc="-2" dirty="0">
                <a:solidFill>
                  <a:srgbClr val="242424"/>
                </a:solidFill>
                <a:latin typeface="Times New Roman"/>
                <a:cs typeface="Times New Roman"/>
              </a:rPr>
              <a:t>ssed.</a:t>
            </a:r>
            <a:endParaRPr lang="en-US" sz="1700" dirty="0">
              <a:latin typeface="Times New Roman"/>
              <a:cs typeface="Times New Roman"/>
            </a:endParaRPr>
          </a:p>
          <a:p>
            <a:pPr marL="116065" marR="3054" algn="just">
              <a:buClr>
                <a:srgbClr val="242424"/>
              </a:buClr>
              <a:tabLst>
                <a:tab pos="226022" algn="l"/>
              </a:tabLst>
            </a:pPr>
            <a:endParaRPr lang="en-US" sz="1700" b="1" spc="-2" dirty="0">
              <a:solidFill>
                <a:srgbClr val="242424"/>
              </a:solidFill>
              <a:latin typeface="Times New Roman"/>
              <a:cs typeface="Times New Roman"/>
            </a:endParaRPr>
          </a:p>
          <a:p>
            <a:pPr marL="116065" marR="3054" algn="just">
              <a:buClr>
                <a:srgbClr val="242424"/>
              </a:buClr>
              <a:tabLst>
                <a:tab pos="226022" algn="l"/>
              </a:tabLst>
            </a:pPr>
            <a:r>
              <a:rPr lang="en-US" sz="1700" b="1" spc="-2" dirty="0">
                <a:solidFill>
                  <a:srgbClr val="242424"/>
                </a:solidFill>
                <a:latin typeface="Times New Roman"/>
                <a:cs typeface="Times New Roman"/>
              </a:rPr>
              <a:t>4. I</a:t>
            </a:r>
            <a:r>
              <a:rPr lang="en-US" sz="1700" b="1" dirty="0">
                <a:solidFill>
                  <a:srgbClr val="242424"/>
                </a:solidFill>
                <a:latin typeface="Times New Roman"/>
                <a:cs typeface="Times New Roman"/>
              </a:rPr>
              <a:t>n</a:t>
            </a:r>
            <a:r>
              <a:rPr lang="en-US" sz="1700" b="1" spc="-2" dirty="0">
                <a:solidFill>
                  <a:srgbClr val="242424"/>
                </a:solidFill>
                <a:latin typeface="Times New Roman"/>
                <a:cs typeface="Times New Roman"/>
              </a:rPr>
              <a:t>t</a:t>
            </a:r>
            <a:r>
              <a:rPr lang="en-US" sz="1700" b="1" spc="-10" dirty="0">
                <a:solidFill>
                  <a:srgbClr val="242424"/>
                </a:solidFill>
                <a:latin typeface="Times New Roman"/>
                <a:cs typeface="Times New Roman"/>
              </a:rPr>
              <a:t>e</a:t>
            </a:r>
            <a:r>
              <a:rPr lang="en-US" sz="1700" b="1" spc="-7" dirty="0">
                <a:solidFill>
                  <a:srgbClr val="242424"/>
                </a:solidFill>
                <a:latin typeface="Times New Roman"/>
                <a:cs typeface="Times New Roman"/>
              </a:rPr>
              <a:t>rr</a:t>
            </a:r>
            <a:r>
              <a:rPr lang="en-US" sz="1700" b="1" dirty="0">
                <a:solidFill>
                  <a:srgbClr val="242424"/>
                </a:solidFill>
                <a:latin typeface="Times New Roman"/>
                <a:cs typeface="Times New Roman"/>
              </a:rPr>
              <a:t>upts:</a:t>
            </a:r>
            <a:r>
              <a:rPr lang="en-US" sz="1700" b="1" spc="14" dirty="0">
                <a:solidFill>
                  <a:srgbClr val="242424"/>
                </a:solidFill>
                <a:latin typeface="Times New Roman"/>
                <a:cs typeface="Times New Roman"/>
              </a:rPr>
              <a:t> </a:t>
            </a:r>
            <a:r>
              <a:rPr lang="en-US" sz="1700" spc="-10" dirty="0">
                <a:solidFill>
                  <a:srgbClr val="242424"/>
                </a:solidFill>
                <a:latin typeface="Times New Roman"/>
                <a:cs typeface="Times New Roman"/>
              </a:rPr>
              <a:t>I</a:t>
            </a:r>
            <a:r>
              <a:rPr lang="en-US" sz="1700" spc="-2" dirty="0">
                <a:solidFill>
                  <a:srgbClr val="242424"/>
                </a:solidFill>
                <a:latin typeface="Times New Roman"/>
                <a:cs typeface="Times New Roman"/>
              </a:rPr>
              <a:t>nte</a:t>
            </a:r>
            <a:r>
              <a:rPr lang="en-US" sz="1700" dirty="0">
                <a:solidFill>
                  <a:srgbClr val="242424"/>
                </a:solidFill>
                <a:latin typeface="Times New Roman"/>
                <a:cs typeface="Times New Roman"/>
              </a:rPr>
              <a:t>rrupts</a:t>
            </a:r>
            <a:r>
              <a:rPr lang="en-US" sz="1700" spc="10" dirty="0">
                <a:solidFill>
                  <a:srgbClr val="242424"/>
                </a:solidFill>
                <a:latin typeface="Times New Roman"/>
                <a:cs typeface="Times New Roman"/>
              </a:rPr>
              <a:t> </a:t>
            </a:r>
            <a:r>
              <a:rPr lang="en-US" sz="1700" spc="-2" dirty="0">
                <a:solidFill>
                  <a:srgbClr val="242424"/>
                </a:solidFill>
                <a:latin typeface="Times New Roman"/>
                <a:cs typeface="Times New Roman"/>
              </a:rPr>
              <a:t>s</a:t>
            </a:r>
            <a:r>
              <a:rPr lang="en-US" sz="1700" spc="2" dirty="0">
                <a:solidFill>
                  <a:srgbClr val="242424"/>
                </a:solidFill>
                <a:latin typeface="Times New Roman"/>
                <a:cs typeface="Times New Roman"/>
              </a:rPr>
              <a:t>e</a:t>
            </a:r>
            <a:r>
              <a:rPr lang="en-US" sz="1700" spc="-2" dirty="0">
                <a:solidFill>
                  <a:srgbClr val="242424"/>
                </a:solidFill>
                <a:latin typeface="Times New Roman"/>
                <a:cs typeface="Times New Roman"/>
              </a:rPr>
              <a:t>t</a:t>
            </a:r>
            <a:r>
              <a:rPr lang="en-US" sz="1700" spc="12" dirty="0">
                <a:solidFill>
                  <a:srgbClr val="242424"/>
                </a:solidFill>
                <a:latin typeface="Times New Roman"/>
                <a:cs typeface="Times New Roman"/>
              </a:rPr>
              <a:t> </a:t>
            </a:r>
            <a:r>
              <a:rPr lang="en-US" sz="1700" dirty="0">
                <a:solidFill>
                  <a:srgbClr val="242424"/>
                </a:solidFill>
                <a:latin typeface="Times New Roman"/>
                <a:cs typeface="Times New Roman"/>
              </a:rPr>
              <a:t>unw</a:t>
            </a:r>
            <a:r>
              <a:rPr lang="en-US" sz="1700" spc="-5" dirty="0">
                <a:solidFill>
                  <a:srgbClr val="242424"/>
                </a:solidFill>
                <a:latin typeface="Times New Roman"/>
                <a:cs typeface="Times New Roman"/>
              </a:rPr>
              <a:t>anted</a:t>
            </a:r>
            <a:r>
              <a:rPr lang="en-US" sz="1700" spc="10"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a:t>
            </a:r>
            <a:r>
              <a:rPr lang="en-US" sz="1700" spc="10" dirty="0">
                <a:solidFill>
                  <a:srgbClr val="242424"/>
                </a:solidFill>
                <a:latin typeface="Times New Roman"/>
                <a:cs typeface="Times New Roman"/>
              </a:rPr>
              <a:t> </a:t>
            </a:r>
            <a:r>
              <a:rPr lang="en-US" sz="1700" spc="-2" dirty="0">
                <a:solidFill>
                  <a:srgbClr val="242424"/>
                </a:solidFill>
                <a:latin typeface="Times New Roman"/>
                <a:cs typeface="Times New Roman"/>
              </a:rPr>
              <a:t>int</a:t>
            </a:r>
            <a:r>
              <a:rPr lang="en-US" sz="1700" dirty="0">
                <a:solidFill>
                  <a:srgbClr val="242424"/>
                </a:solidFill>
                <a:latin typeface="Times New Roman"/>
                <a:cs typeface="Times New Roman"/>
              </a:rPr>
              <a:t>o</a:t>
            </a:r>
            <a:r>
              <a:rPr lang="en-US" sz="1700" spc="10"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10"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10" dirty="0">
                <a:solidFill>
                  <a:srgbClr val="242424"/>
                </a:solidFill>
                <a:latin typeface="Times New Roman"/>
                <a:cs typeface="Times New Roman"/>
              </a:rPr>
              <a:t> </a:t>
            </a:r>
            <a:r>
              <a:rPr lang="en-US" sz="1700" spc="-5" dirty="0">
                <a:solidFill>
                  <a:srgbClr val="242424"/>
                </a:solidFill>
                <a:latin typeface="Times New Roman"/>
                <a:cs typeface="Times New Roman"/>
              </a:rPr>
              <a:t>stre</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m.</a:t>
            </a:r>
            <a:r>
              <a:rPr lang="en-US" sz="1700" spc="12" dirty="0">
                <a:solidFill>
                  <a:srgbClr val="242424"/>
                </a:solidFill>
                <a:latin typeface="Times New Roman"/>
                <a:cs typeface="Times New Roman"/>
              </a:rPr>
              <a:t> </a:t>
            </a:r>
            <a:r>
              <a:rPr lang="en-US" sz="1700" spc="-10" dirty="0">
                <a:solidFill>
                  <a:srgbClr val="242424"/>
                </a:solidFill>
                <a:latin typeface="Times New Roman"/>
                <a:cs typeface="Times New Roman"/>
              </a:rPr>
              <a:t>I</a:t>
            </a:r>
            <a:r>
              <a:rPr lang="en-US" sz="1700" spc="-2" dirty="0">
                <a:solidFill>
                  <a:srgbClr val="242424"/>
                </a:solidFill>
                <a:latin typeface="Times New Roman"/>
                <a:cs typeface="Times New Roman"/>
              </a:rPr>
              <a:t>nte</a:t>
            </a:r>
            <a:r>
              <a:rPr lang="en-US" sz="1700" dirty="0">
                <a:solidFill>
                  <a:srgbClr val="242424"/>
                </a:solidFill>
                <a:latin typeface="Times New Roman"/>
                <a:cs typeface="Times New Roman"/>
              </a:rPr>
              <a:t>rrupts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f</a:t>
            </a:r>
            <a:r>
              <a:rPr lang="en-US" sz="1700" spc="-5" dirty="0">
                <a:solidFill>
                  <a:srgbClr val="242424"/>
                </a:solidFill>
                <a:latin typeface="Times New Roman"/>
                <a:cs typeface="Times New Roman"/>
              </a:rPr>
              <a:t>f</a:t>
            </a:r>
            <a:r>
              <a:rPr lang="en-US" sz="1700" spc="-2" dirty="0">
                <a:solidFill>
                  <a:srgbClr val="242424"/>
                </a:solidFill>
                <a:latin typeface="Times New Roman"/>
                <a:cs typeface="Times New Roman"/>
              </a:rPr>
              <a:t>e</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t</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the </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x</a:t>
            </a:r>
            <a:r>
              <a:rPr lang="en-US" sz="1700" spc="-7" dirty="0">
                <a:solidFill>
                  <a:srgbClr val="242424"/>
                </a:solidFill>
                <a:latin typeface="Times New Roman"/>
                <a:cs typeface="Times New Roman"/>
              </a:rPr>
              <a:t>ec</a:t>
            </a:r>
            <a:r>
              <a:rPr lang="en-US" sz="1700" spc="-2" dirty="0">
                <a:solidFill>
                  <a:srgbClr val="242424"/>
                </a:solidFill>
                <a:latin typeface="Times New Roman"/>
                <a:cs typeface="Times New Roman"/>
              </a:rPr>
              <a:t>uti</a:t>
            </a:r>
            <a:r>
              <a:rPr lang="en-US" sz="1700" dirty="0">
                <a:solidFill>
                  <a:srgbClr val="242424"/>
                </a:solidFill>
                <a:latin typeface="Times New Roman"/>
                <a:cs typeface="Times New Roman"/>
              </a:rPr>
              <a:t>on of</a:t>
            </a:r>
            <a:r>
              <a:rPr lang="en-US" sz="1700" spc="-2" dirty="0">
                <a:solidFill>
                  <a:srgbClr val="242424"/>
                </a:solidFill>
                <a:latin typeface="Times New Roman"/>
                <a:cs typeface="Times New Roman"/>
              </a:rPr>
              <a:t> i</a:t>
            </a:r>
            <a:r>
              <a:rPr lang="en-US" sz="1700" dirty="0">
                <a:solidFill>
                  <a:srgbClr val="242424"/>
                </a:solidFill>
                <a:latin typeface="Times New Roman"/>
                <a:cs typeface="Times New Roman"/>
              </a:rPr>
              <a:t>n</a:t>
            </a:r>
            <a:r>
              <a:rPr lang="en-US" sz="1700" spc="-5" dirty="0">
                <a:solidFill>
                  <a:srgbClr val="242424"/>
                </a:solidFill>
                <a:latin typeface="Times New Roman"/>
                <a:cs typeface="Times New Roman"/>
              </a:rPr>
              <a:t>struc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a:t>
            </a:r>
            <a:endParaRPr lang="en-US" sz="1700" dirty="0">
              <a:latin typeface="Times New Roman"/>
              <a:cs typeface="Times New Roman"/>
            </a:endParaRPr>
          </a:p>
          <a:p>
            <a:pPr marL="116065" marR="3360" algn="just">
              <a:buClr>
                <a:srgbClr val="242424"/>
              </a:buClr>
              <a:tabLst>
                <a:tab pos="226022" algn="l"/>
              </a:tabLst>
            </a:pPr>
            <a:endParaRPr lang="en-US" sz="1700" b="1" spc="-2" dirty="0">
              <a:solidFill>
                <a:srgbClr val="242424"/>
              </a:solidFill>
              <a:latin typeface="Times New Roman"/>
              <a:cs typeface="Times New Roman"/>
            </a:endParaRPr>
          </a:p>
          <a:p>
            <a:pPr marL="116065" marR="3360" algn="just">
              <a:buClr>
                <a:srgbClr val="242424"/>
              </a:buClr>
              <a:tabLst>
                <a:tab pos="226022" algn="l"/>
              </a:tabLst>
            </a:pPr>
            <a:r>
              <a:rPr lang="en-US" sz="1700" b="1" spc="-2" dirty="0">
                <a:solidFill>
                  <a:srgbClr val="242424"/>
                </a:solidFill>
                <a:latin typeface="Times New Roman"/>
                <a:cs typeface="Times New Roman"/>
              </a:rPr>
              <a:t>5. Da</a:t>
            </a:r>
            <a:r>
              <a:rPr lang="en-US" sz="1700" b="1" spc="-5" dirty="0">
                <a:solidFill>
                  <a:srgbClr val="242424"/>
                </a:solidFill>
                <a:latin typeface="Times New Roman"/>
                <a:cs typeface="Times New Roman"/>
              </a:rPr>
              <a:t>t</a:t>
            </a:r>
            <a:r>
              <a:rPr lang="en-US" sz="1700" b="1" dirty="0">
                <a:solidFill>
                  <a:srgbClr val="242424"/>
                </a:solidFill>
                <a:latin typeface="Times New Roman"/>
                <a:cs typeface="Times New Roman"/>
              </a:rPr>
              <a:t>a</a:t>
            </a:r>
            <a:r>
              <a:rPr lang="en-US" sz="1700" b="1" spc="46" dirty="0">
                <a:solidFill>
                  <a:srgbClr val="242424"/>
                </a:solidFill>
                <a:latin typeface="Times New Roman"/>
                <a:cs typeface="Times New Roman"/>
              </a:rPr>
              <a:t> </a:t>
            </a:r>
            <a:r>
              <a:rPr lang="en-US" sz="1700" b="1" spc="-2" dirty="0">
                <a:solidFill>
                  <a:srgbClr val="242424"/>
                </a:solidFill>
                <a:latin typeface="Times New Roman"/>
                <a:cs typeface="Times New Roman"/>
              </a:rPr>
              <a:t>D</a:t>
            </a:r>
            <a:r>
              <a:rPr lang="en-US" sz="1700" b="1" spc="-5" dirty="0">
                <a:solidFill>
                  <a:srgbClr val="242424"/>
                </a:solidFill>
                <a:latin typeface="Times New Roman"/>
                <a:cs typeface="Times New Roman"/>
              </a:rPr>
              <a:t>e</a:t>
            </a:r>
            <a:r>
              <a:rPr lang="en-US" sz="1700" b="1" dirty="0">
                <a:solidFill>
                  <a:srgbClr val="242424"/>
                </a:solidFill>
                <a:latin typeface="Times New Roman"/>
                <a:cs typeface="Times New Roman"/>
              </a:rPr>
              <a:t>p</a:t>
            </a:r>
            <a:r>
              <a:rPr lang="en-US" sz="1700" b="1" spc="-7" dirty="0">
                <a:solidFill>
                  <a:srgbClr val="242424"/>
                </a:solidFill>
                <a:latin typeface="Times New Roman"/>
                <a:cs typeface="Times New Roman"/>
              </a:rPr>
              <a:t>e</a:t>
            </a:r>
            <a:r>
              <a:rPr lang="en-US" sz="1700" b="1" dirty="0">
                <a:solidFill>
                  <a:srgbClr val="242424"/>
                </a:solidFill>
                <a:latin typeface="Times New Roman"/>
                <a:cs typeface="Times New Roman"/>
              </a:rPr>
              <a:t>nd</a:t>
            </a:r>
            <a:r>
              <a:rPr lang="en-US" sz="1700" b="1" spc="-7" dirty="0">
                <a:solidFill>
                  <a:srgbClr val="242424"/>
                </a:solidFill>
                <a:latin typeface="Times New Roman"/>
                <a:cs typeface="Times New Roman"/>
              </a:rPr>
              <a:t>e</a:t>
            </a:r>
            <a:r>
              <a:rPr lang="en-US" sz="1700" b="1" dirty="0">
                <a:solidFill>
                  <a:srgbClr val="242424"/>
                </a:solidFill>
                <a:latin typeface="Times New Roman"/>
                <a:cs typeface="Times New Roman"/>
              </a:rPr>
              <a:t>n</a:t>
            </a:r>
            <a:r>
              <a:rPr lang="en-US" sz="1700" b="1" spc="-7" dirty="0">
                <a:solidFill>
                  <a:srgbClr val="242424"/>
                </a:solidFill>
                <a:latin typeface="Times New Roman"/>
                <a:cs typeface="Times New Roman"/>
              </a:rPr>
              <a:t>c</a:t>
            </a:r>
            <a:r>
              <a:rPr lang="en-US" sz="1700" b="1" spc="2" dirty="0">
                <a:solidFill>
                  <a:srgbClr val="242424"/>
                </a:solidFill>
                <a:latin typeface="Times New Roman"/>
                <a:cs typeface="Times New Roman"/>
              </a:rPr>
              <a:t>y</a:t>
            </a:r>
            <a:r>
              <a:rPr lang="en-US" sz="1700" b="1" dirty="0">
                <a:solidFill>
                  <a:srgbClr val="242424"/>
                </a:solidFill>
                <a:latin typeface="Times New Roman"/>
                <a:cs typeface="Times New Roman"/>
              </a:rPr>
              <a:t>:</a:t>
            </a:r>
            <a:r>
              <a:rPr lang="en-US" sz="1700" b="1" spc="48" dirty="0">
                <a:solidFill>
                  <a:srgbClr val="242424"/>
                </a:solidFill>
                <a:latin typeface="Times New Roman"/>
                <a:cs typeface="Times New Roman"/>
              </a:rPr>
              <a:t> </a:t>
            </a:r>
            <a:r>
              <a:rPr lang="en-US" sz="1700" spc="-10" dirty="0">
                <a:solidFill>
                  <a:srgbClr val="242424"/>
                </a:solidFill>
                <a:latin typeface="Times New Roman"/>
                <a:cs typeface="Times New Roman"/>
              </a:rPr>
              <a:t>I</a:t>
            </a:r>
            <a:r>
              <a:rPr lang="en-US" sz="1700" spc="-2" dirty="0">
                <a:solidFill>
                  <a:srgbClr val="242424"/>
                </a:solidFill>
                <a:latin typeface="Times New Roman"/>
                <a:cs typeface="Times New Roman"/>
              </a:rPr>
              <a:t>t</a:t>
            </a:r>
            <a:r>
              <a:rPr lang="en-US" sz="1700" spc="46" dirty="0">
                <a:solidFill>
                  <a:srgbClr val="242424"/>
                </a:solidFill>
                <a:latin typeface="Times New Roman"/>
                <a:cs typeface="Times New Roman"/>
              </a:rPr>
              <a:t> </a:t>
            </a:r>
            <a:r>
              <a:rPr lang="en-US" sz="1700" spc="-2" dirty="0">
                <a:solidFill>
                  <a:srgbClr val="242424"/>
                </a:solidFill>
                <a:latin typeface="Times New Roman"/>
                <a:cs typeface="Times New Roman"/>
              </a:rPr>
              <a:t>a</a:t>
            </a:r>
            <a:r>
              <a:rPr lang="en-US" sz="1700" spc="2" dirty="0">
                <a:solidFill>
                  <a:srgbClr val="242424"/>
                </a:solidFill>
                <a:latin typeface="Times New Roman"/>
                <a:cs typeface="Times New Roman"/>
              </a:rPr>
              <a:t>r</a:t>
            </a:r>
            <a:r>
              <a:rPr lang="en-US" sz="1700" dirty="0">
                <a:solidFill>
                  <a:srgbClr val="242424"/>
                </a:solidFill>
                <a:latin typeface="Times New Roman"/>
                <a:cs typeface="Times New Roman"/>
              </a:rPr>
              <a:t>ises</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wh</a:t>
            </a:r>
            <a:r>
              <a:rPr lang="en-US" sz="1700" spc="-5" dirty="0">
                <a:solidFill>
                  <a:srgbClr val="242424"/>
                </a:solidFill>
                <a:latin typeface="Times New Roman"/>
                <a:cs typeface="Times New Roman"/>
              </a:rPr>
              <a:t>e</a:t>
            </a:r>
            <a:r>
              <a:rPr lang="en-US" sz="1700" dirty="0">
                <a:solidFill>
                  <a:srgbClr val="242424"/>
                </a:solidFill>
                <a:latin typeface="Times New Roman"/>
                <a:cs typeface="Times New Roman"/>
              </a:rPr>
              <a:t>n</a:t>
            </a:r>
            <a:r>
              <a:rPr lang="en-US" sz="1700" spc="43"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n</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a:t>
            </a:r>
            <a:r>
              <a:rPr lang="en-US" sz="1700" spc="51" dirty="0">
                <a:solidFill>
                  <a:srgbClr val="242424"/>
                </a:solidFill>
                <a:latin typeface="Times New Roman"/>
                <a:cs typeface="Times New Roman"/>
              </a:rPr>
              <a:t> </a:t>
            </a:r>
            <a:r>
              <a:rPr lang="en-US" sz="1700" spc="-5" dirty="0">
                <a:solidFill>
                  <a:srgbClr val="242424"/>
                </a:solidFill>
                <a:latin typeface="Times New Roman"/>
                <a:cs typeface="Times New Roman"/>
              </a:rPr>
              <a:t>d</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p</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nds</a:t>
            </a:r>
            <a:r>
              <a:rPr lang="en-US" sz="1700" spc="46" dirty="0">
                <a:solidFill>
                  <a:srgbClr val="242424"/>
                </a:solidFill>
                <a:latin typeface="Times New Roman"/>
                <a:cs typeface="Times New Roman"/>
              </a:rPr>
              <a:t> </a:t>
            </a:r>
            <a:r>
              <a:rPr lang="en-US" sz="1700" dirty="0">
                <a:solidFill>
                  <a:srgbClr val="242424"/>
                </a:solidFill>
                <a:latin typeface="Times New Roman"/>
                <a:cs typeface="Times New Roman"/>
              </a:rPr>
              <a:t>on</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sul</a:t>
            </a:r>
            <a:r>
              <a:rPr lang="en-US" sz="1700" spc="-2" dirty="0">
                <a:solidFill>
                  <a:srgbClr val="242424"/>
                </a:solidFill>
                <a:latin typeface="Times New Roman"/>
                <a:cs typeface="Times New Roman"/>
              </a:rPr>
              <a:t>t</a:t>
            </a:r>
            <a:r>
              <a:rPr lang="en-US" sz="1700" spc="48" dirty="0">
                <a:solidFill>
                  <a:srgbClr val="242424"/>
                </a:solidFill>
                <a:latin typeface="Times New Roman"/>
                <a:cs typeface="Times New Roman"/>
              </a:rPr>
              <a:t> </a:t>
            </a:r>
            <a:r>
              <a:rPr lang="en-US" sz="1700" dirty="0">
                <a:solidFill>
                  <a:srgbClr val="242424"/>
                </a:solidFill>
                <a:latin typeface="Times New Roman"/>
                <a:cs typeface="Times New Roman"/>
              </a:rPr>
              <a:t>of</a:t>
            </a:r>
            <a:r>
              <a:rPr lang="en-US" sz="1700" spc="48" dirty="0">
                <a:solidFill>
                  <a:srgbClr val="242424"/>
                </a:solidFill>
                <a:latin typeface="Times New Roman"/>
                <a:cs typeface="Times New Roman"/>
              </a:rPr>
              <a:t> </a:t>
            </a:r>
            <a:r>
              <a:rPr lang="en-US" sz="1700" spc="-5" dirty="0">
                <a:solidFill>
                  <a:srgbClr val="242424"/>
                </a:solidFill>
                <a:latin typeface="Times New Roman"/>
                <a:cs typeface="Times New Roman"/>
              </a:rPr>
              <a:t>a</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pr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vious</a:t>
            </a:r>
            <a:r>
              <a:rPr lang="en-US" sz="1700" spc="-2" dirty="0">
                <a:solidFill>
                  <a:srgbClr val="242424"/>
                </a:solidFill>
                <a:latin typeface="Times New Roman"/>
                <a:cs typeface="Times New Roman"/>
              </a:rPr>
              <a:t> 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 </a:t>
            </a:r>
            <a:r>
              <a:rPr lang="en-US" sz="1700" spc="-5" dirty="0">
                <a:solidFill>
                  <a:srgbClr val="242424"/>
                </a:solidFill>
                <a:latin typeface="Times New Roman"/>
                <a:cs typeface="Times New Roman"/>
              </a:rPr>
              <a:t>but</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this</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r</a:t>
            </a:r>
            <a:r>
              <a:rPr lang="en-US" sz="1700" spc="-5" dirty="0">
                <a:solidFill>
                  <a:srgbClr val="242424"/>
                </a:solidFill>
                <a:latin typeface="Times New Roman"/>
                <a:cs typeface="Times New Roman"/>
              </a:rPr>
              <a:t>esul</a:t>
            </a:r>
            <a:r>
              <a:rPr lang="en-US" sz="1700" spc="-2" dirty="0">
                <a:solidFill>
                  <a:srgbClr val="242424"/>
                </a:solidFill>
                <a:latin typeface="Times New Roman"/>
                <a:cs typeface="Times New Roman"/>
              </a:rPr>
              <a:t>t</a:t>
            </a:r>
            <a:r>
              <a:rPr lang="en-US" sz="1700" spc="-5" dirty="0">
                <a:solidFill>
                  <a:srgbClr val="242424"/>
                </a:solidFill>
                <a:latin typeface="Times New Roman"/>
                <a:cs typeface="Times New Roman"/>
              </a:rPr>
              <a:t> </a:t>
            </a:r>
            <a:r>
              <a:rPr lang="en-US" sz="1700" spc="-2" dirty="0">
                <a:solidFill>
                  <a:srgbClr val="242424"/>
                </a:solidFill>
                <a:latin typeface="Times New Roman"/>
                <a:cs typeface="Times New Roman"/>
              </a:rPr>
              <a:t>is </a:t>
            </a:r>
            <a:r>
              <a:rPr lang="en-US" sz="1700" dirty="0">
                <a:solidFill>
                  <a:srgbClr val="242424"/>
                </a:solidFill>
                <a:latin typeface="Times New Roman"/>
                <a:cs typeface="Times New Roman"/>
              </a:rPr>
              <a:t>no</a:t>
            </a:r>
            <a:r>
              <a:rPr lang="en-US" sz="1700" spc="-2" dirty="0">
                <a:solidFill>
                  <a:srgbClr val="242424"/>
                </a:solidFill>
                <a:latin typeface="Times New Roman"/>
                <a:cs typeface="Times New Roman"/>
              </a:rPr>
              <a:t>t</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yet</a:t>
            </a:r>
            <a:r>
              <a:rPr lang="en-US" sz="1700" dirty="0">
                <a:solidFill>
                  <a:srgbClr val="242424"/>
                </a:solidFill>
                <a:latin typeface="Times New Roman"/>
                <a:cs typeface="Times New Roman"/>
              </a:rPr>
              <a:t> </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v</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il</a:t>
            </a:r>
            <a:r>
              <a:rPr lang="en-US" sz="1700" spc="-7" dirty="0">
                <a:solidFill>
                  <a:srgbClr val="242424"/>
                </a:solidFill>
                <a:latin typeface="Times New Roman"/>
                <a:cs typeface="Times New Roman"/>
              </a:rPr>
              <a:t>a</a:t>
            </a:r>
            <a:r>
              <a:rPr lang="en-US" sz="1700" spc="-2" dirty="0">
                <a:solidFill>
                  <a:srgbClr val="242424"/>
                </a:solidFill>
                <a:latin typeface="Times New Roman"/>
                <a:cs typeface="Times New Roman"/>
              </a:rPr>
              <a:t>ble.</a:t>
            </a:r>
            <a:endParaRPr lang="en-US" sz="1700" dirty="0">
              <a:latin typeface="Times New Roman"/>
              <a:cs typeface="Times New Roman"/>
            </a:endParaRPr>
          </a:p>
        </p:txBody>
      </p:sp>
    </p:spTree>
    <p:extLst>
      <p:ext uri="{BB962C8B-B14F-4D97-AF65-F5344CB8AC3E}">
        <p14:creationId xmlns:p14="http://schemas.microsoft.com/office/powerpoint/2010/main" val="24513359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3EB81-796B-F67A-13E5-97183FB82A8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6AB058D-A5F1-023E-7D2B-CCE5C93A5D7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CE0764CD-ECDD-3859-7345-F85BB714C4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1AED8B18-3674-F4E0-EE60-4FEB67DCD5E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8F8A5608-29D2-5F92-1B9E-7B0F1454D8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03BB2FDC-4FB4-ACE9-AF6C-4D42C8852D63}"/>
              </a:ext>
            </a:extLst>
          </p:cNvPr>
          <p:cNvSpPr txBox="1"/>
          <p:nvPr/>
        </p:nvSpPr>
        <p:spPr>
          <a:xfrm>
            <a:off x="1014922" y="819150"/>
            <a:ext cx="6986078" cy="2092881"/>
          </a:xfrm>
          <a:prstGeom prst="rect">
            <a:avLst/>
          </a:prstGeom>
        </p:spPr>
        <p:txBody>
          <a:bodyPr vert="horz" wrap="square" lIns="0" tIns="0" rIns="0" bIns="0" rtlCol="0">
            <a:spAutoFit/>
          </a:bodyPr>
          <a:lstStyle/>
          <a:p>
            <a:pPr marL="6109" algn="just"/>
            <a:r>
              <a:rPr lang="en-US" sz="1700" b="1" spc="-2" dirty="0">
                <a:solidFill>
                  <a:srgbClr val="242424"/>
                </a:solidFill>
                <a:latin typeface="Times New Roman"/>
                <a:cs typeface="Times New Roman"/>
              </a:rPr>
              <a:t>Adva</a:t>
            </a:r>
            <a:r>
              <a:rPr lang="en-US" sz="1700" b="1" spc="2" dirty="0">
                <a:solidFill>
                  <a:srgbClr val="242424"/>
                </a:solidFill>
                <a:latin typeface="Times New Roman"/>
                <a:cs typeface="Times New Roman"/>
              </a:rPr>
              <a:t>n</a:t>
            </a:r>
            <a:r>
              <a:rPr lang="en-US" sz="1700" b="1" spc="-5" dirty="0">
                <a:solidFill>
                  <a:srgbClr val="242424"/>
                </a:solidFill>
                <a:latin typeface="Times New Roman"/>
                <a:cs typeface="Times New Roman"/>
              </a:rPr>
              <a:t>tag</a:t>
            </a:r>
            <a:r>
              <a:rPr lang="en-US" sz="1700" b="1" spc="-10" dirty="0">
                <a:solidFill>
                  <a:srgbClr val="242424"/>
                </a:solidFill>
                <a:latin typeface="Times New Roman"/>
                <a:cs typeface="Times New Roman"/>
              </a:rPr>
              <a:t>e</a:t>
            </a:r>
            <a:r>
              <a:rPr lang="en-US" sz="1700" b="1" dirty="0">
                <a:solidFill>
                  <a:srgbClr val="242424"/>
                </a:solidFill>
                <a:latin typeface="Times New Roman"/>
                <a:cs typeface="Times New Roman"/>
              </a:rPr>
              <a:t>s</a:t>
            </a:r>
            <a:r>
              <a:rPr lang="en-US" sz="1700" b="1" spc="-2" dirty="0">
                <a:solidFill>
                  <a:srgbClr val="242424"/>
                </a:solidFill>
                <a:latin typeface="Times New Roman"/>
                <a:cs typeface="Times New Roman"/>
              </a:rPr>
              <a:t> </a:t>
            </a:r>
            <a:r>
              <a:rPr lang="en-US" sz="1700" b="1" dirty="0">
                <a:solidFill>
                  <a:srgbClr val="242424"/>
                </a:solidFill>
                <a:latin typeface="Times New Roman"/>
                <a:cs typeface="Times New Roman"/>
              </a:rPr>
              <a:t>of </a:t>
            </a:r>
            <a:r>
              <a:rPr lang="en-US" sz="1700" b="1" spc="-7" dirty="0">
                <a:solidFill>
                  <a:srgbClr val="242424"/>
                </a:solidFill>
                <a:latin typeface="Times New Roman"/>
                <a:cs typeface="Times New Roman"/>
              </a:rPr>
              <a:t>P</a:t>
            </a:r>
            <a:r>
              <a:rPr lang="en-US" sz="1700" b="1" spc="-2" dirty="0">
                <a:solidFill>
                  <a:srgbClr val="242424"/>
                </a:solidFill>
                <a:latin typeface="Times New Roman"/>
                <a:cs typeface="Times New Roman"/>
              </a:rPr>
              <a:t>ip</a:t>
            </a:r>
            <a:r>
              <a:rPr lang="en-US" sz="1700" b="1" spc="-7" dirty="0">
                <a:solidFill>
                  <a:srgbClr val="242424"/>
                </a:solidFill>
                <a:latin typeface="Times New Roman"/>
                <a:cs typeface="Times New Roman"/>
              </a:rPr>
              <a:t>e</a:t>
            </a:r>
            <a:r>
              <a:rPr lang="en-US" sz="1700" b="1" spc="-2" dirty="0">
                <a:solidFill>
                  <a:srgbClr val="242424"/>
                </a:solidFill>
                <a:latin typeface="Times New Roman"/>
                <a:cs typeface="Times New Roman"/>
              </a:rPr>
              <a:t>li</a:t>
            </a:r>
            <a:r>
              <a:rPr lang="en-US" sz="1700" b="1" dirty="0">
                <a:solidFill>
                  <a:srgbClr val="242424"/>
                </a:solidFill>
                <a:latin typeface="Times New Roman"/>
                <a:cs typeface="Times New Roman"/>
              </a:rPr>
              <a:t>n</a:t>
            </a:r>
            <a:r>
              <a:rPr lang="en-US" sz="1700" b="1" spc="-2" dirty="0">
                <a:solidFill>
                  <a:srgbClr val="242424"/>
                </a:solidFill>
                <a:latin typeface="Times New Roman"/>
                <a:cs typeface="Times New Roman"/>
              </a:rPr>
              <a:t>i</a:t>
            </a:r>
            <a:r>
              <a:rPr lang="en-US" sz="1700" b="1" spc="-7" dirty="0">
                <a:solidFill>
                  <a:srgbClr val="242424"/>
                </a:solidFill>
                <a:latin typeface="Times New Roman"/>
                <a:cs typeface="Times New Roman"/>
              </a:rPr>
              <a:t>n</a:t>
            </a:r>
            <a:r>
              <a:rPr lang="en-US" sz="1700" b="1" dirty="0">
                <a:solidFill>
                  <a:srgbClr val="242424"/>
                </a:solidFill>
                <a:latin typeface="Times New Roman"/>
                <a:cs typeface="Times New Roman"/>
              </a:rPr>
              <a:t>g</a:t>
            </a:r>
            <a:endParaRPr lang="en-US" sz="1700" dirty="0">
              <a:latin typeface="Times New Roman"/>
              <a:cs typeface="Times New Roman"/>
            </a:endParaRPr>
          </a:p>
          <a:p>
            <a:pPr>
              <a:spcBef>
                <a:spcPts val="10"/>
              </a:spcBef>
            </a:pPr>
            <a:endParaRPr lang="en-US" sz="1700" dirty="0">
              <a:latin typeface="Times New Roman"/>
              <a:cs typeface="Times New Roman"/>
            </a:endParaRPr>
          </a:p>
          <a:p>
            <a:pPr marL="225716" indent="-109651">
              <a:buClr>
                <a:srgbClr val="242424"/>
              </a:buClr>
              <a:buSzPct val="83333"/>
              <a:buFont typeface="Symbol"/>
              <a:buChar char=""/>
              <a:tabLst>
                <a:tab pos="226022" algn="l"/>
              </a:tabLst>
            </a:pPr>
            <a:r>
              <a:rPr lang="en-US" sz="1700" spc="-10" dirty="0">
                <a:solidFill>
                  <a:srgbClr val="242424"/>
                </a:solidFill>
                <a:latin typeface="Times New Roman"/>
                <a:cs typeface="Times New Roman"/>
              </a:rPr>
              <a:t>I</a:t>
            </a:r>
            <a:r>
              <a:rPr lang="en-US" sz="1700" dirty="0">
                <a:solidFill>
                  <a:srgbClr val="242424"/>
                </a:solidFill>
                <a:latin typeface="Times New Roman"/>
                <a:cs typeface="Times New Roman"/>
              </a:rPr>
              <a:t>nstr</a:t>
            </a:r>
            <a:r>
              <a:rPr lang="en-US" sz="1700" spc="5" dirty="0">
                <a:solidFill>
                  <a:srgbClr val="242424"/>
                </a:solidFill>
                <a:latin typeface="Times New Roman"/>
                <a:cs typeface="Times New Roman"/>
              </a:rPr>
              <a:t>u</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 </a:t>
            </a:r>
            <a:r>
              <a:rPr lang="en-US" sz="1700" spc="-5" dirty="0">
                <a:solidFill>
                  <a:srgbClr val="242424"/>
                </a:solidFill>
                <a:latin typeface="Times New Roman"/>
                <a:cs typeface="Times New Roman"/>
              </a:rPr>
              <a:t>throughput</a:t>
            </a:r>
            <a:r>
              <a:rPr lang="en-US" sz="1700" spc="-2" dirty="0">
                <a:solidFill>
                  <a:srgbClr val="242424"/>
                </a:solidFill>
                <a:latin typeface="Times New Roman"/>
                <a:cs typeface="Times New Roman"/>
              </a:rPr>
              <a:t> in</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s</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a:t>
            </a:r>
            <a:endParaRPr lang="en-US" sz="1700" dirty="0">
              <a:latin typeface="Times New Roman"/>
              <a:cs typeface="Times New Roman"/>
            </a:endParaRPr>
          </a:p>
          <a:p>
            <a:pPr marL="225716" marR="3360" indent="-109651" algn="just">
              <a:spcBef>
                <a:spcPts val="31"/>
              </a:spcBef>
              <a:buClr>
                <a:srgbClr val="242424"/>
              </a:buClr>
              <a:buSzPct val="83333"/>
              <a:buFont typeface="Symbol"/>
              <a:buChar char=""/>
              <a:tabLst>
                <a:tab pos="226022" algn="l"/>
              </a:tabLst>
            </a:pPr>
            <a:r>
              <a:rPr lang="en-US" sz="1700" spc="-2" dirty="0">
                <a:solidFill>
                  <a:srgbClr val="242424"/>
                </a:solidFill>
                <a:latin typeface="Times New Roman"/>
                <a:cs typeface="Times New Roman"/>
              </a:rPr>
              <a:t>A</a:t>
            </a:r>
            <a:r>
              <a:rPr lang="en-US" sz="1700" dirty="0">
                <a:solidFill>
                  <a:srgbClr val="242424"/>
                </a:solidFill>
                <a:latin typeface="Times New Roman"/>
                <a:cs typeface="Times New Roman"/>
              </a:rPr>
              <a:t>n </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inc</a:t>
            </a:r>
            <a:r>
              <a:rPr lang="en-US" sz="1700" spc="-7" dirty="0">
                <a:solidFill>
                  <a:srgbClr val="242424"/>
                </a:solidFill>
                <a:latin typeface="Times New Roman"/>
                <a:cs typeface="Times New Roman"/>
              </a:rPr>
              <a:t>rea</a:t>
            </a:r>
            <a:r>
              <a:rPr lang="en-US" sz="1700" spc="-2" dirty="0">
                <a:solidFill>
                  <a:srgbClr val="242424"/>
                </a:solidFill>
                <a:latin typeface="Times New Roman"/>
                <a:cs typeface="Times New Roman"/>
              </a:rPr>
              <a:t>s</a:t>
            </a:r>
            <a:r>
              <a:rPr lang="en-US" sz="1700" dirty="0">
                <a:solidFill>
                  <a:srgbClr val="242424"/>
                </a:solidFill>
                <a:latin typeface="Times New Roman"/>
                <a:cs typeface="Times New Roman"/>
              </a:rPr>
              <a:t>e </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in</a:t>
            </a:r>
            <a:r>
              <a:rPr lang="en-US" sz="1700" dirty="0">
                <a:solidFill>
                  <a:srgbClr val="242424"/>
                </a:solidFill>
                <a:latin typeface="Times New Roman"/>
                <a:cs typeface="Times New Roman"/>
              </a:rPr>
              <a:t> </a:t>
            </a:r>
            <a:r>
              <a:rPr lang="en-US" sz="1700" spc="-41"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dirty="0">
                <a:solidFill>
                  <a:srgbClr val="242424"/>
                </a:solidFill>
                <a:latin typeface="Times New Roman"/>
                <a:cs typeface="Times New Roman"/>
              </a:rPr>
              <a:t> </a:t>
            </a:r>
            <a:r>
              <a:rPr lang="en-US" sz="1700" spc="-43" dirty="0">
                <a:solidFill>
                  <a:srgbClr val="242424"/>
                </a:solidFill>
                <a:latin typeface="Times New Roman"/>
                <a:cs typeface="Times New Roman"/>
              </a:rPr>
              <a:t> </a:t>
            </a:r>
            <a:r>
              <a:rPr lang="en-US" sz="1700" spc="-5" dirty="0">
                <a:solidFill>
                  <a:srgbClr val="242424"/>
                </a:solidFill>
                <a:latin typeface="Times New Roman"/>
                <a:cs typeface="Times New Roman"/>
              </a:rPr>
              <a:t>number</a:t>
            </a:r>
            <a:r>
              <a:rPr lang="en-US" sz="1700" dirty="0">
                <a:solidFill>
                  <a:srgbClr val="242424"/>
                </a:solidFill>
                <a:latin typeface="Times New Roman"/>
                <a:cs typeface="Times New Roman"/>
              </a:rPr>
              <a:t> </a:t>
            </a:r>
            <a:r>
              <a:rPr lang="en-US" sz="1700" spc="-46" dirty="0">
                <a:solidFill>
                  <a:srgbClr val="242424"/>
                </a:solidFill>
                <a:latin typeface="Times New Roman"/>
                <a:cs typeface="Times New Roman"/>
              </a:rPr>
              <a:t> </a:t>
            </a:r>
            <a:r>
              <a:rPr lang="en-US" sz="1700" dirty="0">
                <a:solidFill>
                  <a:srgbClr val="242424"/>
                </a:solidFill>
                <a:latin typeface="Times New Roman"/>
                <a:cs typeface="Times New Roman"/>
              </a:rPr>
              <a:t>of </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pipeline</a:t>
            </a:r>
            <a:r>
              <a:rPr lang="en-US" sz="1700" dirty="0">
                <a:solidFill>
                  <a:srgbClr val="242424"/>
                </a:solidFill>
                <a:latin typeface="Times New Roman"/>
                <a:cs typeface="Times New Roman"/>
              </a:rPr>
              <a:t> </a:t>
            </a:r>
            <a:r>
              <a:rPr lang="en-US" sz="1700" spc="-43" dirty="0">
                <a:solidFill>
                  <a:srgbClr val="242424"/>
                </a:solidFill>
                <a:latin typeface="Times New Roman"/>
                <a:cs typeface="Times New Roman"/>
              </a:rPr>
              <a:t> </a:t>
            </a:r>
            <a:r>
              <a:rPr lang="en-US" sz="1700" spc="-5" dirty="0">
                <a:solidFill>
                  <a:srgbClr val="242424"/>
                </a:solidFill>
                <a:latin typeface="Times New Roman"/>
                <a:cs typeface="Times New Roman"/>
              </a:rPr>
              <a:t>stage</a:t>
            </a:r>
            <a:r>
              <a:rPr lang="en-US" sz="1700" dirty="0">
                <a:solidFill>
                  <a:srgbClr val="242424"/>
                </a:solidFill>
                <a:latin typeface="Times New Roman"/>
                <a:cs typeface="Times New Roman"/>
              </a:rPr>
              <a:t>s </a:t>
            </a:r>
            <a:r>
              <a:rPr lang="en-US" sz="1700" spc="-41" dirty="0">
                <a:solidFill>
                  <a:srgbClr val="242424"/>
                </a:solidFill>
                <a:latin typeface="Times New Roman"/>
                <a:cs typeface="Times New Roman"/>
              </a:rPr>
              <a:t> </a:t>
            </a:r>
            <a:r>
              <a:rPr lang="en-US" sz="1700" spc="-2" dirty="0">
                <a:solidFill>
                  <a:srgbClr val="242424"/>
                </a:solidFill>
                <a:latin typeface="Times New Roman"/>
                <a:cs typeface="Times New Roman"/>
              </a:rPr>
              <a:t>inc</a:t>
            </a:r>
            <a:r>
              <a:rPr lang="en-US" sz="1700" spc="-7" dirty="0">
                <a:solidFill>
                  <a:srgbClr val="242424"/>
                </a:solidFill>
                <a:latin typeface="Times New Roman"/>
                <a:cs typeface="Times New Roman"/>
              </a:rPr>
              <a:t>rea</a:t>
            </a:r>
            <a:r>
              <a:rPr lang="en-US" sz="1700" spc="5" dirty="0">
                <a:solidFill>
                  <a:srgbClr val="242424"/>
                </a:solidFill>
                <a:latin typeface="Times New Roman"/>
                <a:cs typeface="Times New Roman"/>
              </a:rPr>
              <a:t>s</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s </a:t>
            </a:r>
            <a:r>
              <a:rPr lang="en-US" sz="1700" spc="-41" dirty="0">
                <a:solidFill>
                  <a:srgbClr val="242424"/>
                </a:solidFill>
                <a:latin typeface="Times New Roman"/>
                <a:cs typeface="Times New Roman"/>
              </a:rPr>
              <a:t> </a:t>
            </a:r>
            <a:r>
              <a:rPr lang="en-US" sz="1700" spc="-2" dirty="0">
                <a:solidFill>
                  <a:srgbClr val="242424"/>
                </a:solidFill>
                <a:latin typeface="Times New Roman"/>
                <a:cs typeface="Times New Roman"/>
              </a:rPr>
              <a:t>the</a:t>
            </a:r>
            <a:r>
              <a:rPr lang="en-US" sz="1700" dirty="0">
                <a:solidFill>
                  <a:srgbClr val="242424"/>
                </a:solidFill>
                <a:latin typeface="Times New Roman"/>
                <a:cs typeface="Times New Roman"/>
              </a:rPr>
              <a:t> </a:t>
            </a:r>
            <a:r>
              <a:rPr lang="en-US" sz="1700" spc="-43" dirty="0">
                <a:solidFill>
                  <a:srgbClr val="242424"/>
                </a:solidFill>
                <a:latin typeface="Times New Roman"/>
                <a:cs typeface="Times New Roman"/>
              </a:rPr>
              <a:t> </a:t>
            </a:r>
            <a:r>
              <a:rPr lang="en-US" sz="1700" spc="-5" dirty="0">
                <a:solidFill>
                  <a:srgbClr val="242424"/>
                </a:solidFill>
                <a:latin typeface="Times New Roman"/>
                <a:cs typeface="Times New Roman"/>
              </a:rPr>
              <a:t>number</a:t>
            </a:r>
            <a:r>
              <a:rPr lang="en-US" sz="1700" dirty="0">
                <a:solidFill>
                  <a:srgbClr val="242424"/>
                </a:solidFill>
                <a:latin typeface="Times New Roman"/>
                <a:cs typeface="Times New Roman"/>
              </a:rPr>
              <a:t> </a:t>
            </a:r>
            <a:r>
              <a:rPr lang="en-US" sz="1700" spc="-46" dirty="0">
                <a:solidFill>
                  <a:srgbClr val="242424"/>
                </a:solidFill>
                <a:latin typeface="Times New Roman"/>
                <a:cs typeface="Times New Roman"/>
              </a:rPr>
              <a:t> </a:t>
            </a:r>
            <a:r>
              <a:rPr lang="en-US" sz="1700" dirty="0">
                <a:solidFill>
                  <a:srgbClr val="242424"/>
                </a:solidFill>
                <a:latin typeface="Times New Roman"/>
                <a:cs typeface="Times New Roman"/>
              </a:rPr>
              <a:t>of </a:t>
            </a:r>
            <a:r>
              <a:rPr lang="en-US" sz="1700" spc="-43"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ons </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x</a:t>
            </a:r>
            <a:r>
              <a:rPr lang="en-US" sz="1700" spc="-7" dirty="0">
                <a:solidFill>
                  <a:srgbClr val="242424"/>
                </a:solidFill>
                <a:latin typeface="Times New Roman"/>
                <a:cs typeface="Times New Roman"/>
              </a:rPr>
              <a:t>ec</a:t>
            </a:r>
            <a:r>
              <a:rPr lang="en-US" sz="1700" spc="-5" dirty="0">
                <a:solidFill>
                  <a:srgbClr val="242424"/>
                </a:solidFill>
                <a:latin typeface="Times New Roman"/>
                <a:cs typeface="Times New Roman"/>
              </a:rPr>
              <a:t>uted</a:t>
            </a:r>
            <a:r>
              <a:rPr lang="en-US" sz="1700" dirty="0">
                <a:solidFill>
                  <a:srgbClr val="242424"/>
                </a:solidFill>
                <a:latin typeface="Times New Roman"/>
                <a:cs typeface="Times New Roman"/>
              </a:rPr>
              <a:t> </a:t>
            </a:r>
            <a:r>
              <a:rPr lang="en-US" sz="1700" spc="-5" dirty="0">
                <a:solidFill>
                  <a:srgbClr val="242424"/>
                </a:solidFill>
                <a:latin typeface="Times New Roman"/>
                <a:cs typeface="Times New Roman"/>
              </a:rPr>
              <a:t>simult</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ousl</a:t>
            </a:r>
            <a:r>
              <a:rPr lang="en-US" sz="1700" dirty="0">
                <a:solidFill>
                  <a:srgbClr val="242424"/>
                </a:solidFill>
                <a:latin typeface="Times New Roman"/>
                <a:cs typeface="Times New Roman"/>
              </a:rPr>
              <a:t>y.</a:t>
            </a:r>
            <a:endParaRPr lang="en-US" sz="1700" dirty="0">
              <a:latin typeface="Times New Roman"/>
              <a:cs typeface="Times New Roman"/>
            </a:endParaRPr>
          </a:p>
          <a:p>
            <a:pPr marL="225716" indent="-109651">
              <a:buClr>
                <a:srgbClr val="242424"/>
              </a:buClr>
              <a:buSzPct val="83333"/>
              <a:buFont typeface="Symbol"/>
              <a:buChar char=""/>
              <a:tabLst>
                <a:tab pos="226022" algn="l"/>
              </a:tabLst>
            </a:pPr>
            <a:r>
              <a:rPr lang="en-US" sz="1700" spc="-5" dirty="0">
                <a:solidFill>
                  <a:srgbClr val="242424"/>
                </a:solidFill>
                <a:latin typeface="Times New Roman"/>
                <a:cs typeface="Times New Roman"/>
              </a:rPr>
              <a:t>Faste</a:t>
            </a:r>
            <a:r>
              <a:rPr lang="en-US" sz="1700" spc="-2" dirty="0">
                <a:solidFill>
                  <a:srgbClr val="242424"/>
                </a:solidFill>
                <a:latin typeface="Times New Roman"/>
                <a:cs typeface="Times New Roman"/>
              </a:rPr>
              <a:t>r</a:t>
            </a:r>
            <a:r>
              <a:rPr lang="en-US" sz="1700" spc="2" dirty="0">
                <a:solidFill>
                  <a:srgbClr val="242424"/>
                </a:solidFill>
                <a:latin typeface="Times New Roman"/>
                <a:cs typeface="Times New Roman"/>
              </a:rPr>
              <a:t> </a:t>
            </a:r>
            <a:r>
              <a:rPr lang="en-US" sz="1700" spc="-2" dirty="0">
                <a:solidFill>
                  <a:srgbClr val="242424"/>
                </a:solidFill>
                <a:latin typeface="Times New Roman"/>
                <a:cs typeface="Times New Roman"/>
              </a:rPr>
              <a:t>AL</a:t>
            </a:r>
            <a:r>
              <a:rPr lang="en-US" sz="1700" dirty="0">
                <a:solidFill>
                  <a:srgbClr val="242424"/>
                </a:solidFill>
                <a:latin typeface="Times New Roman"/>
                <a:cs typeface="Times New Roman"/>
              </a:rPr>
              <a:t>U</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c</a:t>
            </a:r>
            <a:r>
              <a:rPr lang="en-US" sz="1700" spc="-7" dirty="0">
                <a:solidFill>
                  <a:srgbClr val="242424"/>
                </a:solidFill>
                <a:latin typeface="Times New Roman"/>
                <a:cs typeface="Times New Roman"/>
              </a:rPr>
              <a:t>a</a:t>
            </a:r>
            <a:r>
              <a:rPr lang="en-US" sz="1700" dirty="0">
                <a:solidFill>
                  <a:srgbClr val="242424"/>
                </a:solidFill>
                <a:latin typeface="Times New Roman"/>
                <a:cs typeface="Times New Roman"/>
              </a:rPr>
              <a:t>n </a:t>
            </a:r>
            <a:r>
              <a:rPr lang="en-US" sz="1700" spc="-5" dirty="0">
                <a:solidFill>
                  <a:srgbClr val="242424"/>
                </a:solidFill>
                <a:latin typeface="Times New Roman"/>
                <a:cs typeface="Times New Roman"/>
              </a:rPr>
              <a:t>be</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d</a:t>
            </a:r>
            <a:r>
              <a:rPr lang="en-US" sz="1700" spc="-7" dirty="0">
                <a:solidFill>
                  <a:srgbClr val="242424"/>
                </a:solidFill>
                <a:latin typeface="Times New Roman"/>
                <a:cs typeface="Times New Roman"/>
              </a:rPr>
              <a:t>esigne</a:t>
            </a:r>
            <a:r>
              <a:rPr lang="en-US" sz="1700" spc="-5" dirty="0">
                <a:solidFill>
                  <a:srgbClr val="242424"/>
                </a:solidFill>
                <a:latin typeface="Times New Roman"/>
                <a:cs typeface="Times New Roman"/>
              </a:rPr>
              <a:t>d</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w</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n </a:t>
            </a:r>
            <a:r>
              <a:rPr lang="en-US" sz="1700" spc="-2" dirty="0">
                <a:solidFill>
                  <a:srgbClr val="242424"/>
                </a:solidFill>
                <a:latin typeface="Times New Roman"/>
                <a:cs typeface="Times New Roman"/>
              </a:rPr>
              <a:t>pipelini</a:t>
            </a:r>
            <a:r>
              <a:rPr lang="en-US" sz="1700" dirty="0">
                <a:solidFill>
                  <a:srgbClr val="242424"/>
                </a:solidFill>
                <a:latin typeface="Times New Roman"/>
                <a:cs typeface="Times New Roman"/>
              </a:rPr>
              <a:t>ng </a:t>
            </a:r>
            <a:r>
              <a:rPr lang="en-US" sz="1700" spc="-2" dirty="0">
                <a:solidFill>
                  <a:srgbClr val="242424"/>
                </a:solidFill>
                <a:latin typeface="Times New Roman"/>
                <a:cs typeface="Times New Roman"/>
              </a:rPr>
              <a:t>is</a:t>
            </a:r>
            <a:r>
              <a:rPr lang="en-US" sz="1700" dirty="0">
                <a:solidFill>
                  <a:srgbClr val="242424"/>
                </a:solidFill>
                <a:latin typeface="Times New Roman"/>
                <a:cs typeface="Times New Roman"/>
              </a:rPr>
              <a:t> us</a:t>
            </a:r>
            <a:r>
              <a:rPr lang="en-US" sz="1700" spc="-2" dirty="0">
                <a:solidFill>
                  <a:srgbClr val="242424"/>
                </a:solidFill>
                <a:latin typeface="Times New Roman"/>
                <a:cs typeface="Times New Roman"/>
              </a:rPr>
              <a:t>e</a:t>
            </a:r>
            <a:r>
              <a:rPr lang="en-US" sz="1700" dirty="0">
                <a:solidFill>
                  <a:srgbClr val="242424"/>
                </a:solidFill>
                <a:latin typeface="Times New Roman"/>
                <a:cs typeface="Times New Roman"/>
              </a:rPr>
              <a:t>d.</a:t>
            </a:r>
            <a:endParaRPr lang="en-US" sz="1700" dirty="0">
              <a:latin typeface="Times New Roman"/>
              <a:cs typeface="Times New Roman"/>
            </a:endParaRPr>
          </a:p>
          <a:p>
            <a:pPr marL="225716" indent="-109651">
              <a:buClr>
                <a:srgbClr val="242424"/>
              </a:buClr>
              <a:buSzPct val="83333"/>
              <a:buFont typeface="Symbol"/>
              <a:buChar char=""/>
              <a:tabLst>
                <a:tab pos="226022" algn="l"/>
              </a:tabLst>
            </a:pPr>
            <a:r>
              <a:rPr lang="en-US" sz="1700" dirty="0">
                <a:solidFill>
                  <a:srgbClr val="242424"/>
                </a:solidFill>
                <a:latin typeface="Times New Roman"/>
                <a:cs typeface="Times New Roman"/>
              </a:rPr>
              <a:t>P</a:t>
            </a:r>
            <a:r>
              <a:rPr lang="en-US" sz="1700" spc="-2" dirty="0">
                <a:solidFill>
                  <a:srgbClr val="242424"/>
                </a:solidFill>
                <a:latin typeface="Times New Roman"/>
                <a:cs typeface="Times New Roman"/>
              </a:rPr>
              <a:t>ipelined </a:t>
            </a:r>
            <a:r>
              <a:rPr lang="en-US" sz="1700" dirty="0">
                <a:solidFill>
                  <a:srgbClr val="242424"/>
                </a:solidFill>
                <a:latin typeface="Times New Roman"/>
                <a:cs typeface="Times New Roman"/>
              </a:rPr>
              <a:t>CP</a:t>
            </a:r>
            <a:r>
              <a:rPr lang="en-US" sz="1700" spc="-2" dirty="0">
                <a:solidFill>
                  <a:srgbClr val="242424"/>
                </a:solidFill>
                <a:latin typeface="Times New Roman"/>
                <a:cs typeface="Times New Roman"/>
              </a:rPr>
              <a:t>U</a:t>
            </a:r>
            <a:r>
              <a:rPr lang="en-US" sz="1700" dirty="0">
                <a:solidFill>
                  <a:srgbClr val="242424"/>
                </a:solidFill>
                <a:latin typeface="Times New Roman"/>
                <a:cs typeface="Times New Roman"/>
              </a:rPr>
              <a:t>s </a:t>
            </a:r>
            <a:r>
              <a:rPr lang="en-US" sz="1700" spc="-2" dirty="0">
                <a:solidFill>
                  <a:srgbClr val="242424"/>
                </a:solidFill>
                <a:latin typeface="Times New Roman"/>
                <a:cs typeface="Times New Roman"/>
              </a:rPr>
              <a:t>w</a:t>
            </a:r>
            <a:r>
              <a:rPr lang="en-US" sz="1700" dirty="0">
                <a:solidFill>
                  <a:srgbClr val="242424"/>
                </a:solidFill>
                <a:latin typeface="Times New Roman"/>
                <a:cs typeface="Times New Roman"/>
              </a:rPr>
              <a:t>ork </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t</a:t>
            </a:r>
            <a:r>
              <a:rPr lang="en-US" sz="1700" dirty="0">
                <a:solidFill>
                  <a:srgbClr val="242424"/>
                </a:solidFill>
                <a:latin typeface="Times New Roman"/>
                <a:cs typeface="Times New Roman"/>
              </a:rPr>
              <a:t> </a:t>
            </a:r>
            <a:r>
              <a:rPr lang="en-US" sz="1700" spc="-5" dirty="0">
                <a:solidFill>
                  <a:srgbClr val="242424"/>
                </a:solidFill>
                <a:latin typeface="Times New Roman"/>
                <a:cs typeface="Times New Roman"/>
              </a:rPr>
              <a:t>high</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r </a:t>
            </a:r>
            <a:r>
              <a:rPr lang="en-US" sz="1700" spc="-10" dirty="0">
                <a:solidFill>
                  <a:srgbClr val="242424"/>
                </a:solidFill>
                <a:latin typeface="Times New Roman"/>
                <a:cs typeface="Times New Roman"/>
              </a:rPr>
              <a:t>c</a:t>
            </a:r>
            <a:r>
              <a:rPr lang="en-US" sz="1700" spc="-5" dirty="0">
                <a:solidFill>
                  <a:srgbClr val="242424"/>
                </a:solidFill>
                <a:latin typeface="Times New Roman"/>
                <a:cs typeface="Times New Roman"/>
              </a:rPr>
              <a:t>lock</a:t>
            </a:r>
            <a:r>
              <a:rPr lang="en-US" sz="1700" spc="-2" dirty="0">
                <a:solidFill>
                  <a:srgbClr val="242424"/>
                </a:solidFill>
                <a:latin typeface="Times New Roman"/>
                <a:cs typeface="Times New Roman"/>
              </a:rPr>
              <a:t> </a:t>
            </a:r>
            <a:r>
              <a:rPr lang="en-US" sz="1700" dirty="0">
                <a:solidFill>
                  <a:srgbClr val="242424"/>
                </a:solidFill>
                <a:latin typeface="Times New Roman"/>
                <a:cs typeface="Times New Roman"/>
              </a:rPr>
              <a:t>f</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qu</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c</a:t>
            </a:r>
            <a:r>
              <a:rPr lang="en-US" sz="1700" spc="-2" dirty="0">
                <a:solidFill>
                  <a:srgbClr val="242424"/>
                </a:solidFill>
                <a:latin typeface="Times New Roman"/>
                <a:cs typeface="Times New Roman"/>
              </a:rPr>
              <a:t>ies</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than</a:t>
            </a:r>
            <a:r>
              <a:rPr lang="en-US" sz="1700" spc="-2" dirty="0">
                <a:solidFill>
                  <a:srgbClr val="242424"/>
                </a:solidFill>
                <a:latin typeface="Times New Roman"/>
                <a:cs typeface="Times New Roman"/>
              </a:rPr>
              <a:t> the </a:t>
            </a:r>
            <a:r>
              <a:rPr lang="en-US" sz="1700" spc="-5" dirty="0">
                <a:solidFill>
                  <a:srgbClr val="242424"/>
                </a:solidFill>
                <a:latin typeface="Times New Roman"/>
                <a:cs typeface="Times New Roman"/>
              </a:rPr>
              <a:t>R</a:t>
            </a:r>
            <a:r>
              <a:rPr lang="en-US" sz="1700" spc="-2" dirty="0">
                <a:solidFill>
                  <a:srgbClr val="242424"/>
                </a:solidFill>
                <a:latin typeface="Times New Roman"/>
                <a:cs typeface="Times New Roman"/>
              </a:rPr>
              <a:t>AM.</a:t>
            </a:r>
            <a:endParaRPr lang="en-US" sz="1700" dirty="0">
              <a:latin typeface="Times New Roman"/>
              <a:cs typeface="Times New Roman"/>
            </a:endParaRPr>
          </a:p>
          <a:p>
            <a:pPr marL="225716" indent="-109651">
              <a:buClr>
                <a:srgbClr val="242424"/>
              </a:buClr>
              <a:buSzPct val="83333"/>
              <a:buFont typeface="Symbol"/>
              <a:buChar char=""/>
              <a:tabLst>
                <a:tab pos="226022" algn="l"/>
              </a:tabLst>
            </a:pPr>
            <a:r>
              <a:rPr lang="en-US" sz="1700" dirty="0">
                <a:solidFill>
                  <a:srgbClr val="242424"/>
                </a:solidFill>
                <a:latin typeface="Times New Roman"/>
                <a:cs typeface="Times New Roman"/>
              </a:rPr>
              <a:t>P</a:t>
            </a:r>
            <a:r>
              <a:rPr lang="en-US" sz="1700" spc="-2" dirty="0">
                <a:solidFill>
                  <a:srgbClr val="242424"/>
                </a:solidFill>
                <a:latin typeface="Times New Roman"/>
                <a:cs typeface="Times New Roman"/>
              </a:rPr>
              <a:t>ipelining inc</a:t>
            </a:r>
            <a:r>
              <a:rPr lang="en-US" sz="1700" spc="-7" dirty="0">
                <a:solidFill>
                  <a:srgbClr val="242424"/>
                </a:solidFill>
                <a:latin typeface="Times New Roman"/>
                <a:cs typeface="Times New Roman"/>
              </a:rPr>
              <a:t>rea</a:t>
            </a:r>
            <a:r>
              <a:rPr lang="en-US" sz="1700" spc="-2" dirty="0">
                <a:solidFill>
                  <a:srgbClr val="242424"/>
                </a:solidFill>
                <a:latin typeface="Times New Roman"/>
                <a:cs typeface="Times New Roman"/>
              </a:rPr>
              <a:t>se</a:t>
            </a:r>
            <a:r>
              <a:rPr lang="en-US" sz="1700" dirty="0">
                <a:solidFill>
                  <a:srgbClr val="242424"/>
                </a:solidFill>
                <a:latin typeface="Times New Roman"/>
                <a:cs typeface="Times New Roman"/>
              </a:rPr>
              <a:t>s</a:t>
            </a:r>
            <a:r>
              <a:rPr lang="en-US" sz="1700" spc="-2" dirty="0">
                <a:solidFill>
                  <a:srgbClr val="242424"/>
                </a:solidFill>
                <a:latin typeface="Times New Roman"/>
                <a:cs typeface="Times New Roman"/>
              </a:rPr>
              <a:t> the</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ov</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a:t>
            </a:r>
            <a:r>
              <a:rPr lang="en-US" sz="1700" spc="-10" dirty="0">
                <a:solidFill>
                  <a:srgbClr val="242424"/>
                </a:solidFill>
                <a:latin typeface="Times New Roman"/>
                <a:cs typeface="Times New Roman"/>
              </a:rPr>
              <a:t>a</a:t>
            </a:r>
            <a:r>
              <a:rPr lang="en-US" sz="1700" spc="-2" dirty="0">
                <a:solidFill>
                  <a:srgbClr val="242424"/>
                </a:solidFill>
                <a:latin typeface="Times New Roman"/>
                <a:cs typeface="Times New Roman"/>
              </a:rPr>
              <a:t>ll</a:t>
            </a:r>
            <a:r>
              <a:rPr lang="en-US" sz="1700" dirty="0">
                <a:solidFill>
                  <a:srgbClr val="242424"/>
                </a:solidFill>
                <a:latin typeface="Times New Roman"/>
                <a:cs typeface="Times New Roman"/>
              </a:rPr>
              <a:t> </a:t>
            </a:r>
            <a:r>
              <a:rPr lang="en-US" sz="1700" spc="-5" dirty="0">
                <a:solidFill>
                  <a:srgbClr val="242424"/>
                </a:solidFill>
                <a:latin typeface="Times New Roman"/>
                <a:cs typeface="Times New Roman"/>
              </a:rPr>
              <a:t>p</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r</a:t>
            </a:r>
            <a:r>
              <a:rPr lang="en-US" sz="1700" dirty="0">
                <a:solidFill>
                  <a:srgbClr val="242424"/>
                </a:solidFill>
                <a:latin typeface="Times New Roman"/>
                <a:cs typeface="Times New Roman"/>
              </a:rPr>
              <a:t>fo</a:t>
            </a:r>
            <a:r>
              <a:rPr lang="en-US" sz="1700" spc="-5" dirty="0">
                <a:solidFill>
                  <a:srgbClr val="242424"/>
                </a:solidFill>
                <a:latin typeface="Times New Roman"/>
                <a:cs typeface="Times New Roman"/>
              </a:rPr>
              <a:t>rma</a:t>
            </a:r>
            <a:r>
              <a:rPr lang="en-US" sz="1700" spc="-2" dirty="0">
                <a:solidFill>
                  <a:srgbClr val="242424"/>
                </a:solidFill>
                <a:latin typeface="Times New Roman"/>
                <a:cs typeface="Times New Roman"/>
              </a:rPr>
              <a:t>n</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e</a:t>
            </a:r>
            <a:r>
              <a:rPr lang="en-US" sz="1700" spc="-2" dirty="0">
                <a:solidFill>
                  <a:srgbClr val="242424"/>
                </a:solidFill>
                <a:latin typeface="Times New Roman"/>
                <a:cs typeface="Times New Roman"/>
              </a:rPr>
              <a:t> </a:t>
            </a:r>
            <a:r>
              <a:rPr lang="en-US" sz="1700" dirty="0">
                <a:solidFill>
                  <a:srgbClr val="242424"/>
                </a:solidFill>
                <a:latin typeface="Times New Roman"/>
                <a:cs typeface="Times New Roman"/>
              </a:rPr>
              <a:t>of </a:t>
            </a:r>
            <a:r>
              <a:rPr lang="en-US" sz="1700" spc="-2" dirty="0">
                <a:solidFill>
                  <a:srgbClr val="242424"/>
                </a:solidFill>
                <a:latin typeface="Times New Roman"/>
                <a:cs typeface="Times New Roman"/>
              </a:rPr>
              <a:t>th</a:t>
            </a:r>
            <a:r>
              <a:rPr lang="en-US" sz="1700" spc="-5" dirty="0">
                <a:solidFill>
                  <a:srgbClr val="242424"/>
                </a:solidFill>
                <a:latin typeface="Times New Roman"/>
                <a:cs typeface="Times New Roman"/>
              </a:rPr>
              <a:t>e</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C</a:t>
            </a:r>
            <a:r>
              <a:rPr lang="en-US" sz="1700" dirty="0">
                <a:solidFill>
                  <a:srgbClr val="242424"/>
                </a:solidFill>
                <a:latin typeface="Times New Roman"/>
                <a:cs typeface="Times New Roman"/>
              </a:rPr>
              <a:t>P</a:t>
            </a:r>
            <a:r>
              <a:rPr lang="en-US" sz="1700" spc="-2" dirty="0">
                <a:solidFill>
                  <a:srgbClr val="242424"/>
                </a:solidFill>
                <a:latin typeface="Times New Roman"/>
                <a:cs typeface="Times New Roman"/>
              </a:rPr>
              <a:t>U.</a:t>
            </a:r>
            <a:endParaRPr lang="en-US" sz="1700" dirty="0">
              <a:latin typeface="Times New Roman"/>
              <a:cs typeface="Times New Roman"/>
            </a:endParaRPr>
          </a:p>
        </p:txBody>
      </p:sp>
    </p:spTree>
    <p:extLst>
      <p:ext uri="{BB962C8B-B14F-4D97-AF65-F5344CB8AC3E}">
        <p14:creationId xmlns:p14="http://schemas.microsoft.com/office/powerpoint/2010/main" val="1706033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2F751-FB7E-C9D8-71A3-8FCC21FB9A4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2D63659-8D84-B313-1477-49C7F7ADE01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28A5023-DEAE-79B3-588F-2D3F5646D6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F80745A-904B-2B79-A478-E2A994311DF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641D579-62EA-8B12-E942-C05F8C317E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6201E236-F825-BD94-0775-A06A139BF752}"/>
              </a:ext>
            </a:extLst>
          </p:cNvPr>
          <p:cNvSpPr txBox="1"/>
          <p:nvPr/>
        </p:nvSpPr>
        <p:spPr>
          <a:xfrm>
            <a:off x="1014922" y="819150"/>
            <a:ext cx="6986078" cy="1831271"/>
          </a:xfrm>
          <a:prstGeom prst="rect">
            <a:avLst/>
          </a:prstGeom>
        </p:spPr>
        <p:txBody>
          <a:bodyPr vert="horz" wrap="square" lIns="0" tIns="0" rIns="0" bIns="0" rtlCol="0">
            <a:spAutoFit/>
          </a:bodyPr>
          <a:lstStyle/>
          <a:p>
            <a:pPr marL="6109" algn="just"/>
            <a:r>
              <a:rPr lang="en-US" sz="1700" b="1" spc="-2" dirty="0">
                <a:solidFill>
                  <a:srgbClr val="242424"/>
                </a:solidFill>
                <a:latin typeface="Times New Roman"/>
                <a:cs typeface="Times New Roman"/>
              </a:rPr>
              <a:t>Disa</a:t>
            </a:r>
            <a:r>
              <a:rPr lang="en-US" sz="1700" b="1" spc="2" dirty="0">
                <a:solidFill>
                  <a:srgbClr val="242424"/>
                </a:solidFill>
                <a:latin typeface="Times New Roman"/>
                <a:cs typeface="Times New Roman"/>
              </a:rPr>
              <a:t>d</a:t>
            </a:r>
            <a:r>
              <a:rPr lang="en-US" sz="1700" b="1" dirty="0">
                <a:solidFill>
                  <a:srgbClr val="242424"/>
                </a:solidFill>
                <a:latin typeface="Times New Roman"/>
                <a:cs typeface="Times New Roman"/>
              </a:rPr>
              <a:t>van</a:t>
            </a:r>
            <a:r>
              <a:rPr lang="en-US" sz="1700" b="1" spc="-5" dirty="0">
                <a:solidFill>
                  <a:srgbClr val="242424"/>
                </a:solidFill>
                <a:latin typeface="Times New Roman"/>
                <a:cs typeface="Times New Roman"/>
              </a:rPr>
              <a:t>tag</a:t>
            </a:r>
            <a:r>
              <a:rPr lang="en-US" sz="1700" b="1" spc="-10" dirty="0">
                <a:solidFill>
                  <a:srgbClr val="242424"/>
                </a:solidFill>
                <a:latin typeface="Times New Roman"/>
                <a:cs typeface="Times New Roman"/>
              </a:rPr>
              <a:t>e</a:t>
            </a:r>
            <a:r>
              <a:rPr lang="en-US" sz="1700" b="1" dirty="0">
                <a:solidFill>
                  <a:srgbClr val="242424"/>
                </a:solidFill>
                <a:latin typeface="Times New Roman"/>
                <a:cs typeface="Times New Roman"/>
              </a:rPr>
              <a:t>s</a:t>
            </a:r>
            <a:r>
              <a:rPr lang="en-US" sz="1700" b="1" spc="-2" dirty="0">
                <a:solidFill>
                  <a:srgbClr val="242424"/>
                </a:solidFill>
                <a:latin typeface="Times New Roman"/>
                <a:cs typeface="Times New Roman"/>
              </a:rPr>
              <a:t> </a:t>
            </a:r>
            <a:r>
              <a:rPr lang="en-US" sz="1700" b="1" dirty="0">
                <a:solidFill>
                  <a:srgbClr val="242424"/>
                </a:solidFill>
                <a:latin typeface="Times New Roman"/>
                <a:cs typeface="Times New Roman"/>
              </a:rPr>
              <a:t>of </a:t>
            </a:r>
            <a:r>
              <a:rPr lang="en-US" sz="1700" b="1" spc="-7" dirty="0">
                <a:solidFill>
                  <a:srgbClr val="242424"/>
                </a:solidFill>
                <a:latin typeface="Times New Roman"/>
                <a:cs typeface="Times New Roman"/>
              </a:rPr>
              <a:t>P</a:t>
            </a:r>
            <a:r>
              <a:rPr lang="en-US" sz="1700" b="1" spc="-2" dirty="0">
                <a:solidFill>
                  <a:srgbClr val="242424"/>
                </a:solidFill>
                <a:latin typeface="Times New Roman"/>
                <a:cs typeface="Times New Roman"/>
              </a:rPr>
              <a:t>ip</a:t>
            </a:r>
            <a:r>
              <a:rPr lang="en-US" sz="1700" b="1" spc="-7" dirty="0">
                <a:solidFill>
                  <a:srgbClr val="242424"/>
                </a:solidFill>
                <a:latin typeface="Times New Roman"/>
                <a:cs typeface="Times New Roman"/>
              </a:rPr>
              <a:t>e</a:t>
            </a:r>
            <a:r>
              <a:rPr lang="en-US" sz="1700" b="1" spc="-2" dirty="0">
                <a:solidFill>
                  <a:srgbClr val="242424"/>
                </a:solidFill>
                <a:latin typeface="Times New Roman"/>
                <a:cs typeface="Times New Roman"/>
              </a:rPr>
              <a:t>li</a:t>
            </a:r>
            <a:r>
              <a:rPr lang="en-US" sz="1700" b="1" dirty="0">
                <a:solidFill>
                  <a:srgbClr val="242424"/>
                </a:solidFill>
                <a:latin typeface="Times New Roman"/>
                <a:cs typeface="Times New Roman"/>
              </a:rPr>
              <a:t>n</a:t>
            </a:r>
            <a:r>
              <a:rPr lang="en-US" sz="1700" b="1" spc="-2" dirty="0">
                <a:solidFill>
                  <a:srgbClr val="242424"/>
                </a:solidFill>
                <a:latin typeface="Times New Roman"/>
                <a:cs typeface="Times New Roman"/>
              </a:rPr>
              <a:t>in</a:t>
            </a:r>
            <a:r>
              <a:rPr lang="en-US" sz="1700" b="1" dirty="0">
                <a:solidFill>
                  <a:srgbClr val="242424"/>
                </a:solidFill>
                <a:latin typeface="Times New Roman"/>
                <a:cs typeface="Times New Roman"/>
              </a:rPr>
              <a:t>g</a:t>
            </a:r>
          </a:p>
          <a:p>
            <a:pPr marL="6109" algn="just"/>
            <a:endParaRPr lang="en-US" sz="1700" b="1" dirty="0">
              <a:solidFill>
                <a:srgbClr val="242424"/>
              </a:solidFill>
              <a:latin typeface="Times New Roman"/>
              <a:cs typeface="Times New Roman"/>
            </a:endParaRPr>
          </a:p>
          <a:p>
            <a:pPr marL="225716" indent="-109651">
              <a:buClr>
                <a:srgbClr val="242424"/>
              </a:buClr>
              <a:buSzPct val="83333"/>
              <a:buFont typeface="Symbol"/>
              <a:buChar char=""/>
              <a:tabLst>
                <a:tab pos="226022" algn="l"/>
              </a:tabLst>
            </a:pPr>
            <a:r>
              <a:rPr lang="en-US" sz="1700" spc="-5" dirty="0">
                <a:solidFill>
                  <a:srgbClr val="242424"/>
                </a:solidFill>
                <a:latin typeface="Times New Roman"/>
                <a:cs typeface="Times New Roman"/>
              </a:rPr>
              <a:t>The design</a:t>
            </a:r>
            <a:r>
              <a:rPr lang="en-US" sz="1700" dirty="0">
                <a:solidFill>
                  <a:srgbClr val="242424"/>
                </a:solidFill>
                <a:latin typeface="Times New Roman"/>
                <a:cs typeface="Times New Roman"/>
              </a:rPr>
              <a:t> of </a:t>
            </a:r>
            <a:r>
              <a:rPr lang="en-US" sz="1700" spc="-2" dirty="0">
                <a:solidFill>
                  <a:srgbClr val="242424"/>
                </a:solidFill>
                <a:latin typeface="Times New Roman"/>
                <a:cs typeface="Times New Roman"/>
              </a:rPr>
              <a:t>the </a:t>
            </a:r>
            <a:r>
              <a:rPr lang="en-US" sz="1700" spc="-5" dirty="0">
                <a:solidFill>
                  <a:srgbClr val="242424"/>
                </a:solidFill>
                <a:latin typeface="Times New Roman"/>
                <a:cs typeface="Times New Roman"/>
              </a:rPr>
              <a:t>pip</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li</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d pr</a:t>
            </a:r>
            <a:r>
              <a:rPr lang="en-US" sz="1700" spc="-2" dirty="0">
                <a:solidFill>
                  <a:srgbClr val="242424"/>
                </a:solidFill>
                <a:latin typeface="Times New Roman"/>
                <a:cs typeface="Times New Roman"/>
              </a:rPr>
              <a:t>o</a:t>
            </a:r>
            <a:r>
              <a:rPr lang="en-US" sz="1700" spc="-7" dirty="0">
                <a:solidFill>
                  <a:srgbClr val="242424"/>
                </a:solidFill>
                <a:latin typeface="Times New Roman"/>
                <a:cs typeface="Times New Roman"/>
              </a:rPr>
              <a:t>ce</a:t>
            </a:r>
            <a:r>
              <a:rPr lang="en-US" sz="1700" spc="-2" dirty="0">
                <a:solidFill>
                  <a:srgbClr val="242424"/>
                </a:solidFill>
                <a:latin typeface="Times New Roman"/>
                <a:cs typeface="Times New Roman"/>
              </a:rPr>
              <a:t>ss</a:t>
            </a:r>
            <a:r>
              <a:rPr lang="en-US" sz="1700" spc="5" dirty="0">
                <a:solidFill>
                  <a:srgbClr val="242424"/>
                </a:solidFill>
                <a:latin typeface="Times New Roman"/>
                <a:cs typeface="Times New Roman"/>
              </a:rPr>
              <a:t>o</a:t>
            </a:r>
            <a:r>
              <a:rPr lang="en-US" sz="1700" dirty="0">
                <a:solidFill>
                  <a:srgbClr val="242424"/>
                </a:solidFill>
                <a:latin typeface="Times New Roman"/>
                <a:cs typeface="Times New Roman"/>
              </a:rPr>
              <a:t>r </a:t>
            </a:r>
            <a:r>
              <a:rPr lang="en-US" sz="1700" spc="-2" dirty="0">
                <a:solidFill>
                  <a:srgbClr val="242424"/>
                </a:solidFill>
                <a:latin typeface="Times New Roman"/>
                <a:cs typeface="Times New Roman"/>
              </a:rPr>
              <a:t>is </a:t>
            </a:r>
            <a:r>
              <a:rPr lang="en-US" sz="1700" spc="-7" dirty="0">
                <a:solidFill>
                  <a:srgbClr val="242424"/>
                </a:solidFill>
                <a:latin typeface="Times New Roman"/>
                <a:cs typeface="Times New Roman"/>
              </a:rPr>
              <a:t>c</a:t>
            </a:r>
            <a:r>
              <a:rPr lang="en-US" sz="1700" spc="-5" dirty="0">
                <a:solidFill>
                  <a:srgbClr val="242424"/>
                </a:solidFill>
                <a:latin typeface="Times New Roman"/>
                <a:cs typeface="Times New Roman"/>
              </a:rPr>
              <a:t>ompl</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x.</a:t>
            </a:r>
            <a:endParaRPr lang="en-US" sz="1700" dirty="0">
              <a:latin typeface="Times New Roman"/>
              <a:cs typeface="Times New Roman"/>
            </a:endParaRPr>
          </a:p>
          <a:p>
            <a:pPr marL="225716" indent="-109651">
              <a:buClr>
                <a:srgbClr val="242424"/>
              </a:buClr>
              <a:buSzPct val="83333"/>
              <a:buFont typeface="Symbol"/>
              <a:buChar char=""/>
              <a:tabLst>
                <a:tab pos="226022" algn="l"/>
              </a:tabLst>
            </a:pPr>
            <a:r>
              <a:rPr lang="en-US" sz="1700" spc="-10" dirty="0">
                <a:solidFill>
                  <a:srgbClr val="242424"/>
                </a:solidFill>
                <a:latin typeface="Times New Roman"/>
                <a:cs typeface="Times New Roman"/>
              </a:rPr>
              <a:t>I</a:t>
            </a:r>
            <a:r>
              <a:rPr lang="en-US" sz="1700" dirty="0">
                <a:solidFill>
                  <a:srgbClr val="242424"/>
                </a:solidFill>
                <a:latin typeface="Times New Roman"/>
                <a:cs typeface="Times New Roman"/>
              </a:rPr>
              <a:t>n </a:t>
            </a:r>
            <a:r>
              <a:rPr lang="en-US" sz="1700" spc="-2" dirty="0">
                <a:solidFill>
                  <a:srgbClr val="242424"/>
                </a:solidFill>
                <a:latin typeface="Times New Roman"/>
                <a:cs typeface="Times New Roman"/>
              </a:rPr>
              <a:t>pipelined</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p</a:t>
            </a:r>
            <a:r>
              <a:rPr lang="en-US" sz="1700" spc="-5" dirty="0">
                <a:solidFill>
                  <a:srgbClr val="242424"/>
                </a:solidFill>
                <a:latin typeface="Times New Roman"/>
                <a:cs typeface="Times New Roman"/>
              </a:rPr>
              <a:t>roc</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ssors</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instru</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ti</a:t>
            </a:r>
            <a:r>
              <a:rPr lang="en-US" sz="1700" dirty="0">
                <a:solidFill>
                  <a:srgbClr val="242424"/>
                </a:solidFill>
                <a:latin typeface="Times New Roman"/>
                <a:cs typeface="Times New Roman"/>
              </a:rPr>
              <a:t>on </a:t>
            </a:r>
            <a:r>
              <a:rPr lang="en-US" sz="1700" spc="-2" dirty="0">
                <a:solidFill>
                  <a:srgbClr val="242424"/>
                </a:solidFill>
                <a:latin typeface="Times New Roman"/>
                <a:cs typeface="Times New Roman"/>
              </a:rPr>
              <a:t>lat</a:t>
            </a:r>
            <a:r>
              <a:rPr lang="en-US" sz="1700" spc="-7" dirty="0">
                <a:solidFill>
                  <a:srgbClr val="242424"/>
                </a:solidFill>
                <a:latin typeface="Times New Roman"/>
                <a:cs typeface="Times New Roman"/>
              </a:rPr>
              <a:t>e</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y </a:t>
            </a:r>
            <a:r>
              <a:rPr lang="en-US" sz="1700" spc="-2" dirty="0">
                <a:solidFill>
                  <a:srgbClr val="242424"/>
                </a:solidFill>
                <a:latin typeface="Times New Roman"/>
                <a:cs typeface="Times New Roman"/>
              </a:rPr>
              <a:t>incr</a:t>
            </a:r>
            <a:r>
              <a:rPr lang="en-US" sz="1700" spc="-7" dirty="0">
                <a:solidFill>
                  <a:srgbClr val="242424"/>
                </a:solidFill>
                <a:latin typeface="Times New Roman"/>
                <a:cs typeface="Times New Roman"/>
              </a:rPr>
              <a:t>ea</a:t>
            </a:r>
            <a:r>
              <a:rPr lang="en-US" sz="1700" spc="5" dirty="0">
                <a:solidFill>
                  <a:srgbClr val="242424"/>
                </a:solidFill>
                <a:latin typeface="Times New Roman"/>
                <a:cs typeface="Times New Roman"/>
              </a:rPr>
              <a:t>s</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s.</a:t>
            </a:r>
            <a:endParaRPr lang="en-US" sz="1700" dirty="0">
              <a:latin typeface="Times New Roman"/>
              <a:cs typeface="Times New Roman"/>
            </a:endParaRPr>
          </a:p>
          <a:p>
            <a:pPr marL="225716" indent="-109651">
              <a:buClr>
                <a:srgbClr val="242424"/>
              </a:buClr>
              <a:buSzPct val="83333"/>
              <a:buFont typeface="Symbol"/>
              <a:buChar char=""/>
              <a:tabLst>
                <a:tab pos="226022" algn="l"/>
              </a:tabLst>
            </a:pPr>
            <a:r>
              <a:rPr lang="en-US" sz="1700" spc="-5" dirty="0">
                <a:solidFill>
                  <a:srgbClr val="242424"/>
                </a:solidFill>
                <a:latin typeface="Times New Roman"/>
                <a:cs typeface="Times New Roman"/>
              </a:rPr>
              <a:t>The throughput</a:t>
            </a:r>
            <a:r>
              <a:rPr lang="en-US" sz="1700" spc="-2" dirty="0">
                <a:solidFill>
                  <a:srgbClr val="242424"/>
                </a:solidFill>
                <a:latin typeface="Times New Roman"/>
                <a:cs typeface="Times New Roman"/>
              </a:rPr>
              <a:t> </a:t>
            </a:r>
            <a:r>
              <a:rPr lang="en-US" sz="1700" dirty="0">
                <a:solidFill>
                  <a:srgbClr val="242424"/>
                </a:solidFill>
                <a:latin typeface="Times New Roman"/>
                <a:cs typeface="Times New Roman"/>
              </a:rPr>
              <a:t>of </a:t>
            </a:r>
            <a:r>
              <a:rPr lang="en-US" sz="1700" spc="-5" dirty="0">
                <a:solidFill>
                  <a:srgbClr val="242424"/>
                </a:solidFill>
                <a:latin typeface="Times New Roman"/>
                <a:cs typeface="Times New Roman"/>
              </a:rPr>
              <a:t>a pipe</a:t>
            </a:r>
            <a:r>
              <a:rPr lang="en-US" sz="1700" dirty="0">
                <a:solidFill>
                  <a:srgbClr val="242424"/>
                </a:solidFill>
                <a:latin typeface="Times New Roman"/>
                <a:cs typeface="Times New Roman"/>
              </a:rPr>
              <a:t>l</a:t>
            </a:r>
            <a:r>
              <a:rPr lang="en-US" sz="1700" spc="-5" dirty="0">
                <a:solidFill>
                  <a:srgbClr val="242424"/>
                </a:solidFill>
                <a:latin typeface="Times New Roman"/>
                <a:cs typeface="Times New Roman"/>
              </a:rPr>
              <a:t>ined</a:t>
            </a:r>
            <a:r>
              <a:rPr lang="en-US" sz="1700" spc="-2" dirty="0">
                <a:solidFill>
                  <a:srgbClr val="242424"/>
                </a:solidFill>
                <a:latin typeface="Times New Roman"/>
                <a:cs typeface="Times New Roman"/>
              </a:rPr>
              <a:t> </a:t>
            </a:r>
            <a:r>
              <a:rPr lang="en-US" sz="1700" dirty="0">
                <a:solidFill>
                  <a:srgbClr val="242424"/>
                </a:solidFill>
                <a:latin typeface="Times New Roman"/>
                <a:cs typeface="Times New Roman"/>
              </a:rPr>
              <a:t>p</a:t>
            </a:r>
            <a:r>
              <a:rPr lang="en-US" sz="1700" spc="-5" dirty="0">
                <a:solidFill>
                  <a:srgbClr val="242424"/>
                </a:solidFill>
                <a:latin typeface="Times New Roman"/>
                <a:cs typeface="Times New Roman"/>
              </a:rPr>
              <a:t>ro</a:t>
            </a:r>
            <a:r>
              <a:rPr lang="en-US" sz="1700" spc="-7" dirty="0">
                <a:solidFill>
                  <a:srgbClr val="242424"/>
                </a:solidFill>
                <a:latin typeface="Times New Roman"/>
                <a:cs typeface="Times New Roman"/>
              </a:rPr>
              <a:t>ce</a:t>
            </a:r>
            <a:r>
              <a:rPr lang="en-US" sz="1700" spc="-2" dirty="0">
                <a:solidFill>
                  <a:srgbClr val="242424"/>
                </a:solidFill>
                <a:latin typeface="Times New Roman"/>
                <a:cs typeface="Times New Roman"/>
              </a:rPr>
              <a:t>sso</a:t>
            </a:r>
            <a:r>
              <a:rPr lang="en-US" sz="1700" dirty="0">
                <a:solidFill>
                  <a:srgbClr val="242424"/>
                </a:solidFill>
                <a:latin typeface="Times New Roman"/>
                <a:cs typeface="Times New Roman"/>
              </a:rPr>
              <a:t>r </a:t>
            </a:r>
            <a:r>
              <a:rPr lang="en-US" sz="1700" spc="-2" dirty="0">
                <a:solidFill>
                  <a:srgbClr val="242424"/>
                </a:solidFill>
                <a:latin typeface="Times New Roman"/>
                <a:cs typeface="Times New Roman"/>
              </a:rPr>
              <a:t>is di</a:t>
            </a:r>
            <a:r>
              <a:rPr lang="en-US" sz="1700" spc="2" dirty="0">
                <a:solidFill>
                  <a:srgbClr val="242424"/>
                </a:solidFill>
                <a:latin typeface="Times New Roman"/>
                <a:cs typeface="Times New Roman"/>
              </a:rPr>
              <a:t>f</a:t>
            </a:r>
            <a:r>
              <a:rPr lang="en-US" sz="1700" spc="-2" dirty="0">
                <a:solidFill>
                  <a:srgbClr val="242424"/>
                </a:solidFill>
                <a:latin typeface="Times New Roman"/>
                <a:cs typeface="Times New Roman"/>
              </a:rPr>
              <a:t>fi</a:t>
            </a:r>
            <a:r>
              <a:rPr lang="en-US" sz="1700" spc="-10" dirty="0">
                <a:solidFill>
                  <a:srgbClr val="242424"/>
                </a:solidFill>
                <a:latin typeface="Times New Roman"/>
                <a:cs typeface="Times New Roman"/>
              </a:rPr>
              <a:t>c</a:t>
            </a:r>
            <a:r>
              <a:rPr lang="en-US" sz="1700" spc="-2" dirty="0">
                <a:solidFill>
                  <a:srgbClr val="242424"/>
                </a:solidFill>
                <a:latin typeface="Times New Roman"/>
                <a:cs typeface="Times New Roman"/>
              </a:rPr>
              <a:t>ult</a:t>
            </a:r>
            <a:r>
              <a:rPr lang="en-US" sz="1700" dirty="0">
                <a:solidFill>
                  <a:srgbClr val="242424"/>
                </a:solidFill>
                <a:latin typeface="Times New Roman"/>
                <a:cs typeface="Times New Roman"/>
              </a:rPr>
              <a:t> </a:t>
            </a:r>
            <a:r>
              <a:rPr lang="en-US" sz="1700" spc="-2" dirty="0">
                <a:solidFill>
                  <a:srgbClr val="242424"/>
                </a:solidFill>
                <a:latin typeface="Times New Roman"/>
                <a:cs typeface="Times New Roman"/>
              </a:rPr>
              <a:t>to pr</a:t>
            </a:r>
            <a:r>
              <a:rPr lang="en-US" sz="1700" spc="-10" dirty="0">
                <a:solidFill>
                  <a:srgbClr val="242424"/>
                </a:solidFill>
                <a:latin typeface="Times New Roman"/>
                <a:cs typeface="Times New Roman"/>
              </a:rPr>
              <a:t>e</a:t>
            </a:r>
            <a:r>
              <a:rPr lang="en-US" sz="1700" spc="-2" dirty="0">
                <a:solidFill>
                  <a:srgbClr val="242424"/>
                </a:solidFill>
                <a:latin typeface="Times New Roman"/>
                <a:cs typeface="Times New Roman"/>
              </a:rPr>
              <a:t>dict.</a:t>
            </a:r>
            <a:endParaRPr lang="en-US" sz="1700" dirty="0">
              <a:latin typeface="Times New Roman"/>
              <a:cs typeface="Times New Roman"/>
            </a:endParaRPr>
          </a:p>
          <a:p>
            <a:pPr marL="225716" indent="-109651">
              <a:buClr>
                <a:srgbClr val="242424"/>
              </a:buClr>
              <a:buSzPct val="83333"/>
              <a:buFont typeface="Symbol"/>
              <a:buChar char=""/>
              <a:tabLst>
                <a:tab pos="226022" algn="l"/>
              </a:tabLst>
            </a:pPr>
            <a:r>
              <a:rPr lang="en-US" sz="1700" spc="-5" dirty="0">
                <a:solidFill>
                  <a:srgbClr val="242424"/>
                </a:solidFill>
                <a:latin typeface="Times New Roman"/>
                <a:cs typeface="Times New Roman"/>
              </a:rPr>
              <a:t>The longer </a:t>
            </a:r>
            <a:r>
              <a:rPr lang="en-US" sz="1700" spc="-2" dirty="0">
                <a:solidFill>
                  <a:srgbClr val="242424"/>
                </a:solidFill>
                <a:latin typeface="Times New Roman"/>
                <a:cs typeface="Times New Roman"/>
              </a:rPr>
              <a:t>the </a:t>
            </a:r>
            <a:r>
              <a:rPr lang="en-US" sz="1700" spc="-5" dirty="0">
                <a:solidFill>
                  <a:srgbClr val="242424"/>
                </a:solidFill>
                <a:latin typeface="Times New Roman"/>
                <a:cs typeface="Times New Roman"/>
              </a:rPr>
              <a:t>pip</a:t>
            </a:r>
            <a:r>
              <a:rPr lang="en-US" sz="1700" spc="-7" dirty="0">
                <a:solidFill>
                  <a:srgbClr val="242424"/>
                </a:solidFill>
                <a:latin typeface="Times New Roman"/>
                <a:cs typeface="Times New Roman"/>
              </a:rPr>
              <a:t>e</a:t>
            </a:r>
            <a:r>
              <a:rPr lang="en-US" sz="1700" spc="-2" dirty="0">
                <a:solidFill>
                  <a:srgbClr val="242424"/>
                </a:solidFill>
                <a:latin typeface="Times New Roman"/>
                <a:cs typeface="Times New Roman"/>
              </a:rPr>
              <a:t>lin</a:t>
            </a:r>
            <a:r>
              <a:rPr lang="en-US" sz="1700" spc="-7" dirty="0">
                <a:solidFill>
                  <a:srgbClr val="242424"/>
                </a:solidFill>
                <a:latin typeface="Times New Roman"/>
                <a:cs typeface="Times New Roman"/>
              </a:rPr>
              <a:t>e</a:t>
            </a:r>
            <a:r>
              <a:rPr lang="en-US" sz="1700" dirty="0">
                <a:solidFill>
                  <a:srgbClr val="242424"/>
                </a:solidFill>
                <a:latin typeface="Times New Roman"/>
                <a:cs typeface="Times New Roman"/>
              </a:rPr>
              <a:t>, t</a:t>
            </a:r>
            <a:r>
              <a:rPr lang="en-US" sz="1700" spc="-5" dirty="0">
                <a:solidFill>
                  <a:srgbClr val="242424"/>
                </a:solidFill>
                <a:latin typeface="Times New Roman"/>
                <a:cs typeface="Times New Roman"/>
              </a:rPr>
              <a:t>he</a:t>
            </a:r>
            <a:r>
              <a:rPr lang="en-US" sz="1700" spc="-2" dirty="0">
                <a:solidFill>
                  <a:srgbClr val="242424"/>
                </a:solidFill>
                <a:latin typeface="Times New Roman"/>
                <a:cs typeface="Times New Roman"/>
              </a:rPr>
              <a:t> wo</a:t>
            </a:r>
            <a:r>
              <a:rPr lang="en-US" sz="1700" spc="-5" dirty="0">
                <a:solidFill>
                  <a:srgbClr val="242424"/>
                </a:solidFill>
                <a:latin typeface="Times New Roman"/>
                <a:cs typeface="Times New Roman"/>
              </a:rPr>
              <a:t>r</a:t>
            </a:r>
            <a:r>
              <a:rPr lang="en-US" sz="1700" spc="-2" dirty="0">
                <a:solidFill>
                  <a:srgbClr val="242424"/>
                </a:solidFill>
                <a:latin typeface="Times New Roman"/>
                <a:cs typeface="Times New Roman"/>
              </a:rPr>
              <a:t>s</a:t>
            </a:r>
            <a:r>
              <a:rPr lang="en-US" sz="1700" dirty="0">
                <a:solidFill>
                  <a:srgbClr val="242424"/>
                </a:solidFill>
                <a:latin typeface="Times New Roman"/>
                <a:cs typeface="Times New Roman"/>
              </a:rPr>
              <a:t>e</a:t>
            </a:r>
            <a:r>
              <a:rPr lang="en-US" sz="1700" spc="-2" dirty="0">
                <a:solidFill>
                  <a:srgbClr val="242424"/>
                </a:solidFill>
                <a:latin typeface="Times New Roman"/>
                <a:cs typeface="Times New Roman"/>
              </a:rPr>
              <a:t> the </a:t>
            </a:r>
            <a:r>
              <a:rPr lang="en-US" sz="1700" spc="2" dirty="0">
                <a:solidFill>
                  <a:srgbClr val="242424"/>
                </a:solidFill>
                <a:latin typeface="Times New Roman"/>
                <a:cs typeface="Times New Roman"/>
              </a:rPr>
              <a:t>p</a:t>
            </a:r>
            <a:r>
              <a:rPr lang="en-US" sz="1700" spc="-2" dirty="0">
                <a:solidFill>
                  <a:srgbClr val="242424"/>
                </a:solidFill>
                <a:latin typeface="Times New Roman"/>
                <a:cs typeface="Times New Roman"/>
              </a:rPr>
              <a:t>robl</a:t>
            </a:r>
            <a:r>
              <a:rPr lang="en-US" sz="1700" spc="-10" dirty="0">
                <a:solidFill>
                  <a:srgbClr val="242424"/>
                </a:solidFill>
                <a:latin typeface="Times New Roman"/>
                <a:cs typeface="Times New Roman"/>
              </a:rPr>
              <a:t>e</a:t>
            </a:r>
            <a:r>
              <a:rPr lang="en-US" sz="1700" spc="-5" dirty="0">
                <a:solidFill>
                  <a:srgbClr val="242424"/>
                </a:solidFill>
                <a:latin typeface="Times New Roman"/>
                <a:cs typeface="Times New Roman"/>
              </a:rPr>
              <a:t>m</a:t>
            </a:r>
            <a:r>
              <a:rPr lang="en-US" sz="1700" dirty="0">
                <a:solidFill>
                  <a:srgbClr val="242424"/>
                </a:solidFill>
                <a:latin typeface="Times New Roman"/>
                <a:cs typeface="Times New Roman"/>
              </a:rPr>
              <a:t> of</a:t>
            </a:r>
            <a:r>
              <a:rPr lang="en-US" sz="1700" spc="2" dirty="0">
                <a:solidFill>
                  <a:srgbClr val="242424"/>
                </a:solidFill>
                <a:latin typeface="Times New Roman"/>
                <a:cs typeface="Times New Roman"/>
              </a:rPr>
              <a:t> </a:t>
            </a:r>
            <a:r>
              <a:rPr lang="en-US" sz="1700" spc="-5" dirty="0">
                <a:solidFill>
                  <a:srgbClr val="242424"/>
                </a:solidFill>
                <a:latin typeface="Times New Roman"/>
                <a:cs typeface="Times New Roman"/>
              </a:rPr>
              <a:t>h</a:t>
            </a:r>
            <a:r>
              <a:rPr lang="en-US" sz="1700" spc="-7" dirty="0">
                <a:solidFill>
                  <a:srgbClr val="242424"/>
                </a:solidFill>
                <a:latin typeface="Times New Roman"/>
                <a:cs typeface="Times New Roman"/>
              </a:rPr>
              <a:t>aza</a:t>
            </a:r>
            <a:r>
              <a:rPr lang="en-US" sz="1700" dirty="0">
                <a:solidFill>
                  <a:srgbClr val="242424"/>
                </a:solidFill>
                <a:latin typeface="Times New Roman"/>
                <a:cs typeface="Times New Roman"/>
              </a:rPr>
              <a:t>rd</a:t>
            </a:r>
            <a:r>
              <a:rPr lang="en-US" sz="1700" spc="2" dirty="0">
                <a:solidFill>
                  <a:srgbClr val="242424"/>
                </a:solidFill>
                <a:latin typeface="Times New Roman"/>
                <a:cs typeface="Times New Roman"/>
              </a:rPr>
              <a:t> </a:t>
            </a:r>
            <a:r>
              <a:rPr lang="en-US" sz="1700" dirty="0">
                <a:solidFill>
                  <a:srgbClr val="242424"/>
                </a:solidFill>
                <a:latin typeface="Times New Roman"/>
                <a:cs typeface="Times New Roman"/>
              </a:rPr>
              <a:t>for</a:t>
            </a:r>
            <a:r>
              <a:rPr lang="en-US" sz="1700" spc="-5" dirty="0">
                <a:solidFill>
                  <a:srgbClr val="242424"/>
                </a:solidFill>
                <a:latin typeface="Times New Roman"/>
                <a:cs typeface="Times New Roman"/>
              </a:rPr>
              <a:t> </a:t>
            </a:r>
            <a:r>
              <a:rPr lang="en-US" sz="1700" dirty="0">
                <a:solidFill>
                  <a:srgbClr val="242424"/>
                </a:solidFill>
                <a:latin typeface="Times New Roman"/>
                <a:cs typeface="Times New Roman"/>
              </a:rPr>
              <a:t>b</a:t>
            </a:r>
            <a:r>
              <a:rPr lang="en-US" sz="1700" spc="2" dirty="0">
                <a:solidFill>
                  <a:srgbClr val="242424"/>
                </a:solidFill>
                <a:latin typeface="Times New Roman"/>
                <a:cs typeface="Times New Roman"/>
              </a:rPr>
              <a:t>r</a:t>
            </a:r>
            <a:r>
              <a:rPr lang="en-US" sz="1700" spc="-7" dirty="0">
                <a:solidFill>
                  <a:srgbClr val="242424"/>
                </a:solidFill>
                <a:latin typeface="Times New Roman"/>
                <a:cs typeface="Times New Roman"/>
              </a:rPr>
              <a:t>a</a:t>
            </a:r>
            <a:r>
              <a:rPr lang="en-US" sz="1700" spc="-5" dirty="0">
                <a:solidFill>
                  <a:srgbClr val="242424"/>
                </a:solidFill>
                <a:latin typeface="Times New Roman"/>
                <a:cs typeface="Times New Roman"/>
              </a:rPr>
              <a:t>n</a:t>
            </a:r>
            <a:r>
              <a:rPr lang="en-US" sz="1700" spc="-7" dirty="0">
                <a:solidFill>
                  <a:srgbClr val="242424"/>
                </a:solidFill>
                <a:latin typeface="Times New Roman"/>
                <a:cs typeface="Times New Roman"/>
              </a:rPr>
              <a:t>c</a:t>
            </a:r>
            <a:r>
              <a:rPr lang="en-US" sz="1700" dirty="0">
                <a:solidFill>
                  <a:srgbClr val="242424"/>
                </a:solidFill>
                <a:latin typeface="Times New Roman"/>
                <a:cs typeface="Times New Roman"/>
              </a:rPr>
              <a:t>h </a:t>
            </a:r>
            <a:r>
              <a:rPr lang="en-US" sz="1700" spc="-2" dirty="0">
                <a:solidFill>
                  <a:srgbClr val="242424"/>
                </a:solidFill>
                <a:latin typeface="Times New Roman"/>
                <a:cs typeface="Times New Roman"/>
              </a:rPr>
              <a:t>instructi</a:t>
            </a:r>
            <a:r>
              <a:rPr lang="en-US" sz="1700" dirty="0">
                <a:solidFill>
                  <a:srgbClr val="242424"/>
                </a:solidFill>
                <a:latin typeface="Times New Roman"/>
                <a:cs typeface="Times New Roman"/>
              </a:rPr>
              <a:t>ons.</a:t>
            </a:r>
            <a:endParaRPr lang="en-US" sz="1700" dirty="0">
              <a:latin typeface="Times New Roman"/>
              <a:cs typeface="Times New Roman"/>
            </a:endParaRPr>
          </a:p>
        </p:txBody>
      </p:sp>
    </p:spTree>
    <p:extLst>
      <p:ext uri="{BB962C8B-B14F-4D97-AF65-F5344CB8AC3E}">
        <p14:creationId xmlns:p14="http://schemas.microsoft.com/office/powerpoint/2010/main" val="413656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51C98-9504-F0E5-15DF-082646551F7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B02CF03-03F5-1488-506D-FA827353B34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5C77E33-E33B-32D9-AAED-AC3321FC8A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BAAE429-3D4E-7E47-B7B8-2EF5A774122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C69656B-7A83-702C-5E07-E20D552783D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13700" y="819150"/>
            <a:ext cx="6911100" cy="3811300"/>
          </a:xfrm>
          <a:prstGeom prst="rect">
            <a:avLst/>
          </a:prstGeom>
        </p:spPr>
        <p:txBody>
          <a:bodyPr vert="horz" wrap="square" lIns="0" tIns="0" rIns="0" bIns="0" rtlCol="0">
            <a:spAutoFit/>
          </a:bodyPr>
          <a:lstStyle/>
          <a:p>
            <a:pPr marL="6109" marR="2213487">
              <a:spcBef>
                <a:spcPts val="248"/>
              </a:spcBef>
            </a:pP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ce</a:t>
            </a:r>
            <a:r>
              <a:rPr sz="1700" b="1" dirty="0">
                <a:latin typeface="Times New Roman"/>
                <a:cs typeface="Times New Roman"/>
              </a:rPr>
              <a:t>s</a:t>
            </a:r>
            <a:endParaRPr lang="en-US" sz="1700" b="1" dirty="0">
              <a:latin typeface="Times New Roman"/>
              <a:cs typeface="Times New Roman"/>
            </a:endParaRPr>
          </a:p>
          <a:p>
            <a:pPr marL="6109" marR="2213487">
              <a:spcBef>
                <a:spcPts val="248"/>
              </a:spcBef>
            </a:pPr>
            <a:endParaRPr lang="en-US" sz="1700" b="1" spc="-2" dirty="0">
              <a:latin typeface="Times New Roman"/>
              <a:cs typeface="Times New Roman"/>
            </a:endParaRPr>
          </a:p>
          <a:p>
            <a:pPr marL="6109" marR="2213487">
              <a:spcBef>
                <a:spcPts val="248"/>
              </a:spcBef>
            </a:pP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a:t>
            </a:r>
            <a:r>
              <a:rPr sz="1700" b="1" spc="-5" dirty="0">
                <a:latin typeface="Times New Roman"/>
                <a:cs typeface="Times New Roman"/>
              </a:rPr>
              <a:t>e</a:t>
            </a:r>
            <a:r>
              <a:rPr sz="1700" b="1" spc="-2" dirty="0">
                <a:latin typeface="Times New Roman"/>
                <a:cs typeface="Times New Roman"/>
              </a:rPr>
              <a:t> </a:t>
            </a:r>
            <a:r>
              <a:rPr sz="1700" b="1" spc="-5" dirty="0">
                <a:latin typeface="Times New Roman"/>
                <a:cs typeface="Times New Roman"/>
              </a:rPr>
              <a:t>B</a:t>
            </a:r>
            <a:r>
              <a:rPr sz="1700" b="1" dirty="0">
                <a:latin typeface="Times New Roman"/>
                <a:cs typeface="Times New Roman"/>
              </a:rPr>
              <a:t>ook</a:t>
            </a:r>
            <a:r>
              <a:rPr sz="1700" b="1" spc="-2" dirty="0">
                <a:latin typeface="Times New Roman"/>
                <a:cs typeface="Times New Roman"/>
              </a:rPr>
              <a:t>s:</a:t>
            </a:r>
            <a:endParaRPr sz="1700" dirty="0">
              <a:latin typeface="Times New Roman"/>
              <a:cs typeface="Times New Roman"/>
            </a:endParaRPr>
          </a:p>
          <a:p>
            <a:pPr marL="225716" indent="-109651">
              <a:spcBef>
                <a:spcPts val="397"/>
              </a:spcBef>
              <a:buFont typeface="Times New Roman"/>
              <a:buChar char="●"/>
              <a:tabLst>
                <a:tab pos="226022" algn="l"/>
              </a:tabLst>
            </a:pPr>
            <a:r>
              <a:rPr sz="1700" spc="-2" dirty="0">
                <a:latin typeface="Times New Roman"/>
                <a:cs typeface="Times New Roman"/>
              </a:rPr>
              <a:t>J.</a:t>
            </a:r>
            <a:r>
              <a:rPr sz="1700" dirty="0">
                <a:latin typeface="Times New Roman"/>
                <a:cs typeface="Times New Roman"/>
              </a:rPr>
              <a:t>P. </a:t>
            </a:r>
            <a:r>
              <a:rPr sz="1700" spc="-2" dirty="0">
                <a:latin typeface="Times New Roman"/>
                <a:cs typeface="Times New Roman"/>
              </a:rPr>
              <a:t>H</a:t>
            </a:r>
            <a:r>
              <a:rPr sz="1700" spc="-5" dirty="0">
                <a:latin typeface="Times New Roman"/>
                <a:cs typeface="Times New Roman"/>
              </a:rPr>
              <a:t>ay</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2"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O</a:t>
            </a:r>
            <a:r>
              <a:rPr sz="1700" spc="-5" dirty="0">
                <a:latin typeface="Times New Roman"/>
                <a:cs typeface="Times New Roman"/>
              </a:rPr>
              <a:t>r</a:t>
            </a:r>
            <a:r>
              <a:rPr sz="1700" spc="5" dirty="0">
                <a:latin typeface="Times New Roman"/>
                <a:cs typeface="Times New Roman"/>
              </a:rPr>
              <a:t>g</a:t>
            </a:r>
            <a:r>
              <a:rPr sz="1700" spc="-7"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dirty="0">
                <a:latin typeface="Times New Roman"/>
                <a:cs typeface="Times New Roman"/>
              </a:rPr>
              <a:t>t</a:t>
            </a:r>
            <a:r>
              <a:rPr sz="1700" spc="-2" dirty="0">
                <a:latin typeface="Times New Roman"/>
                <a:cs typeface="Times New Roman"/>
              </a:rPr>
              <a:t>io</a:t>
            </a:r>
            <a:r>
              <a:rPr sz="1700" dirty="0">
                <a:latin typeface="Times New Roman"/>
                <a:cs typeface="Times New Roman"/>
              </a:rPr>
              <a:t>n</a:t>
            </a:r>
            <a:r>
              <a:rPr sz="1700" spc="-7" dirty="0">
                <a:latin typeface="Times New Roman"/>
                <a:cs typeface="Times New Roman"/>
              </a:rPr>
              <a:t>”</a:t>
            </a:r>
            <a:r>
              <a:rPr sz="1700" dirty="0">
                <a:latin typeface="Times New Roman"/>
                <a:cs typeface="Times New Roman"/>
              </a:rPr>
              <a:t>, </a:t>
            </a:r>
            <a:r>
              <a:rPr sz="1700" spc="-5" dirty="0">
                <a:latin typeface="Times New Roman"/>
                <a:cs typeface="Times New Roman"/>
              </a:rPr>
              <a:t>Third</a:t>
            </a:r>
            <a:r>
              <a:rPr sz="1700" spc="-2" dirty="0">
                <a:latin typeface="Times New Roman"/>
                <a:cs typeface="Times New Roman"/>
              </a:rPr>
              <a:t> </a:t>
            </a:r>
            <a:r>
              <a:rPr sz="1700" spc="-7" dirty="0">
                <a:latin typeface="Times New Roman"/>
                <a:cs typeface="Times New Roman"/>
              </a:rPr>
              <a:t>E</a:t>
            </a:r>
            <a:r>
              <a:rPr sz="1700" spc="-2" dirty="0">
                <a:latin typeface="Times New Roman"/>
                <a:cs typeface="Times New Roman"/>
              </a:rPr>
              <a:t>dition.</a:t>
            </a:r>
            <a:endParaRPr sz="1700" dirty="0">
              <a:latin typeface="Times New Roman"/>
              <a:cs typeface="Times New Roman"/>
            </a:endParaRPr>
          </a:p>
          <a:p>
            <a:pPr marL="225716" indent="-109651">
              <a:spcBef>
                <a:spcPts val="404"/>
              </a:spcBef>
              <a:buFont typeface="Times New Roman"/>
              <a:buChar char="●"/>
              <a:tabLst>
                <a:tab pos="226022" algn="l"/>
              </a:tabLst>
            </a:pPr>
            <a:r>
              <a:rPr sz="1700" spc="-2" dirty="0">
                <a:latin typeface="Times New Roman"/>
                <a:cs typeface="Times New Roman"/>
              </a:rPr>
              <a:t>Ma</a:t>
            </a:r>
            <a:r>
              <a:rPr sz="1700" dirty="0">
                <a:latin typeface="Times New Roman"/>
                <a:cs typeface="Times New Roman"/>
              </a:rPr>
              <a:t>no, </a:t>
            </a:r>
            <a:r>
              <a:rPr sz="1700" spc="-2" dirty="0">
                <a:latin typeface="Times New Roman"/>
                <a:cs typeface="Times New Roman"/>
              </a:rPr>
              <a:t>M.</a:t>
            </a:r>
            <a:r>
              <a:rPr sz="1700"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dirty="0">
                <a:latin typeface="Times New Roman"/>
                <a:cs typeface="Times New Roman"/>
              </a:rPr>
              <a:t> </a:t>
            </a:r>
            <a:r>
              <a:rPr sz="1700" spc="-2" dirty="0">
                <a:latin typeface="Times New Roman"/>
                <a:cs typeface="Times New Roman"/>
              </a:rPr>
              <a:t>Ar</a:t>
            </a:r>
            <a:r>
              <a:rPr sz="1700" spc="-7"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7" dirty="0">
                <a:latin typeface="Times New Roman"/>
                <a:cs typeface="Times New Roman"/>
              </a:rPr>
              <a:t>”</a:t>
            </a:r>
            <a:r>
              <a:rPr sz="1700" dirty="0">
                <a:latin typeface="Times New Roman"/>
                <a:cs typeface="Times New Roman"/>
              </a:rPr>
              <a:t>, </a:t>
            </a:r>
            <a:r>
              <a:rPr sz="1700" spc="-5" dirty="0">
                <a:latin typeface="Times New Roman"/>
                <a:cs typeface="Times New Roman"/>
              </a:rPr>
              <a:t>Thi</a:t>
            </a:r>
            <a:r>
              <a:rPr sz="1700" dirty="0">
                <a:latin typeface="Times New Roman"/>
                <a:cs typeface="Times New Roman"/>
              </a:rPr>
              <a:t>rd </a:t>
            </a:r>
            <a:r>
              <a:rPr sz="1700" spc="-2" dirty="0">
                <a:latin typeface="Times New Roman"/>
                <a:cs typeface="Times New Roman"/>
              </a:rPr>
              <a:t>Edition, </a:t>
            </a:r>
            <a:r>
              <a:rPr sz="1700" spc="2" dirty="0">
                <a:latin typeface="Times New Roman"/>
                <a:cs typeface="Times New Roman"/>
              </a:rPr>
              <a:t>P</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nti</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H</a:t>
            </a:r>
            <a:r>
              <a:rPr sz="1700" spc="-5" dirty="0">
                <a:latin typeface="Times New Roman"/>
                <a:cs typeface="Times New Roman"/>
              </a:rPr>
              <a:t>a</a:t>
            </a:r>
            <a:r>
              <a:rPr sz="1700" spc="-2" dirty="0">
                <a:latin typeface="Times New Roman"/>
                <a:cs typeface="Times New Roman"/>
              </a:rPr>
              <a:t>ll</a:t>
            </a:r>
            <a:r>
              <a:rPr sz="1700" dirty="0">
                <a:latin typeface="Times New Roman"/>
                <a:cs typeface="Times New Roman"/>
              </a:rPr>
              <a:t>.</a:t>
            </a:r>
          </a:p>
          <a:p>
            <a:pPr marL="225716" marR="3665" indent="-109651">
              <a:spcBef>
                <a:spcPts val="380"/>
              </a:spcBef>
              <a:buFont typeface="Times New Roman"/>
              <a:buChar char="●"/>
              <a:tabLst>
                <a:tab pos="226022" algn="l"/>
              </a:tabLst>
            </a:pPr>
            <a:r>
              <a:rPr sz="1700" dirty="0">
                <a:latin typeface="Times New Roman"/>
                <a:cs typeface="Times New Roman"/>
              </a:rPr>
              <a:t>S</a:t>
            </a:r>
            <a:r>
              <a:rPr sz="1700" spc="-2" dirty="0">
                <a:latin typeface="Times New Roman"/>
                <a:cs typeface="Times New Roman"/>
              </a:rPr>
              <a:t>tallings, </a:t>
            </a:r>
            <a:r>
              <a:rPr sz="1700" spc="-31" dirty="0">
                <a:latin typeface="Times New Roman"/>
                <a:cs typeface="Times New Roman"/>
              </a:rPr>
              <a:t> </a:t>
            </a:r>
            <a:r>
              <a:rPr sz="1700" spc="-10" dirty="0">
                <a:latin typeface="Times New Roman"/>
                <a:cs typeface="Times New Roman"/>
              </a:rPr>
              <a:t>W</a:t>
            </a:r>
            <a:r>
              <a:rPr sz="1700" dirty="0">
                <a:latin typeface="Times New Roman"/>
                <a:cs typeface="Times New Roman"/>
              </a:rPr>
              <a:t>., </a:t>
            </a:r>
            <a:r>
              <a:rPr sz="1700" spc="-26"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14" dirty="0">
                <a:latin typeface="Times New Roman"/>
                <a:cs typeface="Times New Roman"/>
              </a:rPr>
              <a:t>e</a:t>
            </a:r>
            <a:r>
              <a:rPr sz="1700" dirty="0">
                <a:latin typeface="Times New Roman"/>
                <a:cs typeface="Times New Roman"/>
              </a:rPr>
              <a:t>r </a:t>
            </a:r>
            <a:r>
              <a:rPr sz="1700" spc="-31" dirty="0">
                <a:latin typeface="Times New Roman"/>
                <a:cs typeface="Times New Roman"/>
              </a:rPr>
              <a:t> </a:t>
            </a:r>
            <a:r>
              <a:rPr sz="1700" spc="-2" dirty="0">
                <a:latin typeface="Times New Roman"/>
                <a:cs typeface="Times New Roman"/>
              </a:rPr>
              <a:t>O</a:t>
            </a:r>
            <a:r>
              <a:rPr sz="1700" spc="-5" dirty="0">
                <a:latin typeface="Times New Roman"/>
                <a:cs typeface="Times New Roman"/>
              </a:rPr>
              <a:t>rg</a:t>
            </a:r>
            <a:r>
              <a:rPr sz="1700" spc="-7" dirty="0">
                <a:latin typeface="Times New Roman"/>
                <a:cs typeface="Times New Roman"/>
              </a:rPr>
              <a:t>a</a:t>
            </a:r>
            <a:r>
              <a:rPr sz="1700" spc="-2" dirty="0">
                <a:latin typeface="Times New Roman"/>
                <a:cs typeface="Times New Roman"/>
              </a:rPr>
              <a:t>niz</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31"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31" dirty="0">
                <a:latin typeface="Times New Roman"/>
                <a:cs typeface="Times New Roman"/>
              </a:rPr>
              <a:t> </a:t>
            </a:r>
            <a:r>
              <a:rPr sz="1700" spc="-2" dirty="0">
                <a:latin typeface="Times New Roman"/>
                <a:cs typeface="Times New Roman"/>
              </a:rPr>
              <a:t>A</a:t>
            </a:r>
            <a:r>
              <a:rPr sz="1700" spc="-5" dirty="0">
                <a:latin typeface="Times New Roman"/>
                <a:cs typeface="Times New Roman"/>
              </a:rPr>
              <a:t>r</a:t>
            </a:r>
            <a:r>
              <a:rPr sz="1700" spc="-2" dirty="0">
                <a:latin typeface="Times New Roman"/>
                <a:cs typeface="Times New Roman"/>
              </a:rPr>
              <a:t>chit</a:t>
            </a:r>
            <a:r>
              <a:rPr sz="1700" spc="-7" dirty="0">
                <a:latin typeface="Times New Roman"/>
                <a:cs typeface="Times New Roman"/>
              </a:rPr>
              <a:t>ec</a:t>
            </a:r>
            <a:r>
              <a:rPr sz="1700" spc="-2" dirty="0">
                <a:latin typeface="Times New Roman"/>
                <a:cs typeface="Times New Roman"/>
              </a:rPr>
              <a:t>ture</a:t>
            </a:r>
            <a:r>
              <a:rPr sz="1700" spc="-7" dirty="0">
                <a:latin typeface="Times New Roman"/>
                <a:cs typeface="Times New Roman"/>
              </a:rPr>
              <a:t>”</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Eight</a:t>
            </a:r>
            <a:r>
              <a:rPr sz="1700" dirty="0">
                <a:latin typeface="Times New Roman"/>
                <a:cs typeface="Times New Roman"/>
              </a:rPr>
              <a:t>h </a:t>
            </a:r>
            <a:r>
              <a:rPr sz="1700" spc="-31"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31" dirty="0">
                <a:latin typeface="Times New Roman"/>
                <a:cs typeface="Times New Roman"/>
              </a:rPr>
              <a:t> </a:t>
            </a:r>
            <a:r>
              <a:rPr sz="1700" dirty="0">
                <a:latin typeface="Times New Roman"/>
                <a:cs typeface="Times New Roman"/>
              </a:rPr>
              <a:t>P</a:t>
            </a:r>
            <a:r>
              <a:rPr sz="1700" spc="-7" dirty="0">
                <a:latin typeface="Times New Roman"/>
                <a:cs typeface="Times New Roman"/>
              </a:rPr>
              <a:t>ea</a:t>
            </a:r>
            <a:r>
              <a:rPr sz="1700" dirty="0">
                <a:latin typeface="Times New Roman"/>
                <a:cs typeface="Times New Roman"/>
              </a:rPr>
              <a:t>rson </a:t>
            </a:r>
            <a:r>
              <a:rPr sz="1700" spc="-5" dirty="0">
                <a:latin typeface="Times New Roman"/>
                <a:cs typeface="Times New Roman"/>
              </a:rPr>
              <a:t>Edu</a:t>
            </a:r>
            <a:r>
              <a:rPr sz="1700" spc="-10" dirty="0">
                <a:latin typeface="Times New Roman"/>
                <a:cs typeface="Times New Roman"/>
              </a:rPr>
              <a:t>c</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a:p>
            <a:pPr marL="6109">
              <a:spcBef>
                <a:spcPts val="399"/>
              </a:spcBef>
            </a:pPr>
            <a:endParaRPr lang="en-US" sz="1700" b="1" spc="-5" dirty="0">
              <a:latin typeface="Times New Roman"/>
              <a:cs typeface="Times New Roman"/>
            </a:endParaRPr>
          </a:p>
          <a:p>
            <a:pPr marL="6109">
              <a:spcBef>
                <a:spcPts val="399"/>
              </a:spcBef>
            </a:pPr>
            <a:r>
              <a:rPr sz="1700" b="1" spc="-5" dirty="0">
                <a:latin typeface="Times New Roman"/>
                <a:cs typeface="Times New Roman"/>
              </a:rPr>
              <a:t>T</a:t>
            </a:r>
            <a:r>
              <a:rPr sz="1700" b="1" spc="-7" dirty="0">
                <a:latin typeface="Times New Roman"/>
                <a:cs typeface="Times New Roman"/>
              </a:rPr>
              <a:t>e</a:t>
            </a:r>
            <a:r>
              <a:rPr sz="1700" b="1" dirty="0">
                <a:latin typeface="Times New Roman"/>
                <a:cs typeface="Times New Roman"/>
              </a:rPr>
              <a:t>xt Book</a:t>
            </a:r>
            <a:r>
              <a:rPr sz="1700" b="1" spc="-2" dirty="0">
                <a:latin typeface="Times New Roman"/>
                <a:cs typeface="Times New Roman"/>
              </a:rPr>
              <a:t>s:</a:t>
            </a:r>
            <a:endParaRPr sz="1700" dirty="0">
              <a:latin typeface="Times New Roman"/>
              <a:cs typeface="Times New Roman"/>
            </a:endParaRPr>
          </a:p>
          <a:p>
            <a:pPr marL="225716" marR="2443" indent="-109651">
              <a:spcBef>
                <a:spcPts val="380"/>
              </a:spcBef>
              <a:buFont typeface="Times New Roman"/>
              <a:buChar char="●"/>
              <a:tabLst>
                <a:tab pos="226022" algn="l"/>
              </a:tabLst>
            </a:pPr>
            <a:r>
              <a:rPr sz="1700" spc="-5" dirty="0">
                <a:latin typeface="Times New Roman"/>
                <a:cs typeface="Times New Roman"/>
              </a:rPr>
              <a:t>C</a:t>
            </a:r>
            <a:r>
              <a:rPr sz="1700" spc="-7" dirty="0">
                <a:latin typeface="Times New Roman"/>
                <a:cs typeface="Times New Roman"/>
              </a:rPr>
              <a:t>a</a:t>
            </a:r>
            <a:r>
              <a:rPr sz="1700" spc="-2" dirty="0">
                <a:latin typeface="Times New Roman"/>
                <a:cs typeface="Times New Roman"/>
              </a:rPr>
              <a:t>rpin</a:t>
            </a:r>
            <a:r>
              <a:rPr sz="1700" spc="-10" dirty="0">
                <a:latin typeface="Times New Roman"/>
                <a:cs typeface="Times New Roman"/>
              </a:rPr>
              <a:t>e</a:t>
            </a:r>
            <a:r>
              <a:rPr sz="1700" spc="-2" dirty="0">
                <a:latin typeface="Times New Roman"/>
                <a:cs typeface="Times New Roman"/>
              </a:rPr>
              <a:t>lli</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J.D</a:t>
            </a:r>
            <a:r>
              <a:rPr sz="1700" spc="2" dirty="0">
                <a:latin typeface="Times New Roman"/>
                <a:cs typeface="Times New Roman"/>
              </a:rPr>
              <a:t>,</a:t>
            </a:r>
            <a:r>
              <a:rPr sz="1700" spc="-5" dirty="0">
                <a:latin typeface="Times New Roman"/>
                <a:cs typeface="Times New Roman"/>
              </a:rPr>
              <a:t>”</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43"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dirty="0">
                <a:latin typeface="Times New Roman"/>
                <a:cs typeface="Times New Roman"/>
              </a:rPr>
              <a:t> </a:t>
            </a:r>
            <a:r>
              <a:rPr sz="1700" spc="46"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spc="5" dirty="0">
                <a:latin typeface="Times New Roman"/>
                <a:cs typeface="Times New Roman"/>
              </a:rPr>
              <a:t>o</a:t>
            </a:r>
            <a:r>
              <a:rPr sz="1700" dirty="0">
                <a:latin typeface="Times New Roman"/>
                <a:cs typeface="Times New Roman"/>
              </a:rPr>
              <a:t>n </a:t>
            </a:r>
            <a:r>
              <a:rPr sz="1700" spc="43" dirty="0">
                <a:latin typeface="Times New Roman"/>
                <a:cs typeface="Times New Roman"/>
              </a:rPr>
              <a:t> </a:t>
            </a:r>
            <a:r>
              <a:rPr sz="1700" spc="-5" dirty="0">
                <a:latin typeface="Times New Roman"/>
                <a:cs typeface="Times New Roman"/>
              </a:rPr>
              <a:t>&amp;Ar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re</a:t>
            </a:r>
            <a:r>
              <a:rPr sz="1700" spc="-7" dirty="0">
                <a:latin typeface="Times New Roman"/>
                <a:cs typeface="Times New Roman"/>
              </a:rPr>
              <a:t>”</a:t>
            </a:r>
            <a:r>
              <a:rPr sz="1700" dirty="0">
                <a:latin typeface="Times New Roman"/>
                <a:cs typeface="Times New Roman"/>
              </a:rPr>
              <a:t>, </a:t>
            </a:r>
            <a:r>
              <a:rPr sz="1700" spc="51" dirty="0">
                <a:latin typeface="Times New Roman"/>
                <a:cs typeface="Times New Roman"/>
              </a:rPr>
              <a:t> </a:t>
            </a:r>
            <a:r>
              <a:rPr sz="1700" spc="-5" dirty="0">
                <a:latin typeface="Times New Roman"/>
                <a:cs typeface="Times New Roman"/>
              </a:rPr>
              <a:t>F</a:t>
            </a:r>
            <a:r>
              <a:rPr sz="1700" dirty="0">
                <a:latin typeface="Times New Roman"/>
                <a:cs typeface="Times New Roman"/>
              </a:rPr>
              <a:t>ou</a:t>
            </a:r>
            <a:r>
              <a:rPr sz="1700" spc="2" dirty="0">
                <a:latin typeface="Times New Roman"/>
                <a:cs typeface="Times New Roman"/>
              </a:rPr>
              <a:t>r</a:t>
            </a:r>
            <a:r>
              <a:rPr sz="1700" spc="-2" dirty="0">
                <a:latin typeface="Times New Roman"/>
                <a:cs typeface="Times New Roman"/>
              </a:rPr>
              <a:t>th</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2" dirty="0">
                <a:latin typeface="Times New Roman"/>
                <a:cs typeface="Times New Roman"/>
              </a:rPr>
              <a:t>Addiso</a:t>
            </a:r>
            <a:r>
              <a:rPr sz="1700" dirty="0">
                <a:latin typeface="Times New Roman"/>
                <a:cs typeface="Times New Roman"/>
              </a:rPr>
              <a:t>n </a:t>
            </a:r>
            <a:r>
              <a:rPr sz="1700" spc="-10" dirty="0">
                <a:latin typeface="Times New Roman"/>
                <a:cs typeface="Times New Roman"/>
              </a:rPr>
              <a:t>W</a:t>
            </a:r>
            <a:r>
              <a:rPr sz="1700" spc="-5" dirty="0">
                <a:latin typeface="Times New Roman"/>
                <a:cs typeface="Times New Roman"/>
              </a:rPr>
              <a:t>esley.</a:t>
            </a:r>
            <a:endParaRPr sz="1700" dirty="0">
              <a:latin typeface="Times New Roman"/>
              <a:cs typeface="Times New Roman"/>
            </a:endParaRPr>
          </a:p>
          <a:p>
            <a:pPr marL="225716" indent="-109651">
              <a:spcBef>
                <a:spcPts val="397"/>
              </a:spcBef>
              <a:buFont typeface="Times New Roman"/>
              <a:buChar char="●"/>
              <a:tabLst>
                <a:tab pos="226022" algn="l"/>
              </a:tabLst>
            </a:pPr>
            <a:r>
              <a:rPr sz="1700" dirty="0">
                <a:latin typeface="Times New Roman"/>
                <a:cs typeface="Times New Roman"/>
              </a:rPr>
              <a:t>P</a:t>
            </a:r>
            <a:r>
              <a:rPr sz="1700" spc="-7" dirty="0">
                <a:latin typeface="Times New Roman"/>
                <a:cs typeface="Times New Roman"/>
              </a:rPr>
              <a:t>a</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rson</a:t>
            </a:r>
            <a:r>
              <a:rPr sz="1700" spc="19"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2" dirty="0">
                <a:latin typeface="Times New Roman"/>
                <a:cs typeface="Times New Roman"/>
              </a:rPr>
              <a:t> </a:t>
            </a:r>
            <a:r>
              <a:rPr sz="1700" spc="-2" dirty="0">
                <a:latin typeface="Times New Roman"/>
                <a:cs typeface="Times New Roman"/>
              </a:rPr>
              <a:t>H</a:t>
            </a:r>
            <a:r>
              <a:rPr sz="1700" spc="-5" dirty="0">
                <a:latin typeface="Times New Roman"/>
                <a:cs typeface="Times New Roman"/>
              </a:rPr>
              <a:t>enn</a:t>
            </a:r>
            <a:r>
              <a:rPr sz="1700" spc="-7" dirty="0">
                <a:latin typeface="Times New Roman"/>
                <a:cs typeface="Times New Roman"/>
              </a:rPr>
              <a:t>e</a:t>
            </a:r>
            <a:r>
              <a:rPr sz="1700" spc="-2" dirty="0">
                <a:latin typeface="Times New Roman"/>
                <a:cs typeface="Times New Roman"/>
              </a:rPr>
              <a:t>ssy</a:t>
            </a:r>
            <a:r>
              <a:rPr sz="1700" dirty="0">
                <a:latin typeface="Times New Roman"/>
                <a:cs typeface="Times New Roman"/>
              </a:rPr>
              <a:t>,</a:t>
            </a:r>
            <a:r>
              <a:rPr sz="1700" spc="34"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a:t>
            </a:r>
            <a:r>
              <a:rPr sz="1700" spc="19" dirty="0">
                <a:latin typeface="Times New Roman"/>
                <a:cs typeface="Times New Roman"/>
              </a:rPr>
              <a:t> </a:t>
            </a:r>
            <a:r>
              <a:rPr sz="1700" spc="-2" dirty="0">
                <a:latin typeface="Times New Roman"/>
                <a:cs typeface="Times New Roman"/>
              </a:rPr>
              <a:t>A</a:t>
            </a:r>
            <a:r>
              <a:rPr sz="1700" spc="-5" dirty="0">
                <a:latin typeface="Times New Roman"/>
                <a:cs typeface="Times New Roman"/>
              </a:rPr>
              <a:t>r</a:t>
            </a:r>
            <a:r>
              <a:rPr sz="1700" spc="-7" dirty="0">
                <a:latin typeface="Times New Roman"/>
                <a:cs typeface="Times New Roman"/>
              </a:rPr>
              <a:t>c</a:t>
            </a:r>
            <a:r>
              <a:rPr sz="1700" spc="-2" dirty="0">
                <a:latin typeface="Times New Roman"/>
                <a:cs typeface="Times New Roman"/>
              </a:rPr>
              <a:t>hite</a:t>
            </a:r>
            <a:r>
              <a:rPr sz="1700" spc="-7" dirty="0">
                <a:latin typeface="Times New Roman"/>
                <a:cs typeface="Times New Roman"/>
              </a:rPr>
              <a:t>c</a:t>
            </a:r>
            <a:r>
              <a:rPr sz="1700" spc="-2" dirty="0">
                <a:latin typeface="Times New Roman"/>
                <a:cs typeface="Times New Roman"/>
              </a:rPr>
              <a:t>ture”</a:t>
            </a:r>
            <a:r>
              <a:rPr sz="1700" dirty="0">
                <a:latin typeface="Times New Roman"/>
                <a:cs typeface="Times New Roman"/>
              </a:rPr>
              <a:t>,</a:t>
            </a:r>
            <a:r>
              <a:rPr sz="1700" spc="22" dirty="0">
                <a:latin typeface="Times New Roman"/>
                <a:cs typeface="Times New Roman"/>
              </a:rPr>
              <a:t> </a:t>
            </a:r>
            <a:r>
              <a:rPr sz="1700" spc="-5" dirty="0">
                <a:latin typeface="Times New Roman"/>
                <a:cs typeface="Times New Roman"/>
              </a:rPr>
              <a:t>F</a:t>
            </a:r>
            <a:r>
              <a:rPr sz="1700" spc="-2" dirty="0">
                <a:latin typeface="Times New Roman"/>
                <a:cs typeface="Times New Roman"/>
              </a:rPr>
              <a:t>ifth</a:t>
            </a:r>
            <a:r>
              <a:rPr sz="1700" spc="22" dirty="0">
                <a:latin typeface="Times New Roman"/>
                <a:cs typeface="Times New Roman"/>
              </a:rPr>
              <a:t> </a:t>
            </a:r>
            <a:r>
              <a:rPr sz="1700" spc="-2" dirty="0">
                <a:latin typeface="Times New Roman"/>
                <a:cs typeface="Times New Roman"/>
              </a:rPr>
              <a:t>Editi</a:t>
            </a:r>
            <a:r>
              <a:rPr sz="1700" dirty="0">
                <a:latin typeface="Times New Roman"/>
                <a:cs typeface="Times New Roman"/>
              </a:rPr>
              <a:t>on</a:t>
            </a:r>
            <a:r>
              <a:rPr sz="1700" spc="22" dirty="0">
                <a:latin typeface="Times New Roman"/>
                <a:cs typeface="Times New Roman"/>
              </a:rPr>
              <a:t> </a:t>
            </a:r>
            <a:r>
              <a:rPr sz="1700" spc="-2" dirty="0">
                <a:latin typeface="Times New Roman"/>
                <a:cs typeface="Times New Roman"/>
              </a:rPr>
              <a:t>Morg</a:t>
            </a:r>
            <a:r>
              <a:rPr sz="1700" spc="-5" dirty="0">
                <a:latin typeface="Times New Roman"/>
                <a:cs typeface="Times New Roman"/>
              </a:rPr>
              <a:t>a</a:t>
            </a:r>
            <a:r>
              <a:rPr sz="1700" dirty="0">
                <a:latin typeface="Times New Roman"/>
                <a:cs typeface="Times New Roman"/>
              </a:rPr>
              <a:t>on</a:t>
            </a:r>
            <a:r>
              <a:rPr sz="1700" spc="22" dirty="0">
                <a:latin typeface="Times New Roman"/>
                <a:cs typeface="Times New Roman"/>
              </a:rPr>
              <a:t> </a:t>
            </a:r>
            <a:r>
              <a:rPr sz="1700" spc="-2" dirty="0">
                <a:latin typeface="Times New Roman"/>
                <a:cs typeface="Times New Roman"/>
              </a:rPr>
              <a:t>K</a:t>
            </a:r>
            <a:r>
              <a:rPr sz="1700" spc="-5" dirty="0">
                <a:latin typeface="Times New Roman"/>
                <a:cs typeface="Times New Roman"/>
              </a:rPr>
              <a:t>a</a:t>
            </a:r>
            <a:r>
              <a:rPr sz="1700" dirty="0">
                <a:latin typeface="Times New Roman"/>
                <a:cs typeface="Times New Roman"/>
              </a:rPr>
              <a:t>uf</a:t>
            </a:r>
            <a:r>
              <a:rPr sz="1700" spc="-5" dirty="0">
                <a:latin typeface="Times New Roman"/>
                <a:cs typeface="Times New Roman"/>
              </a:rPr>
              <a:t>fman.</a:t>
            </a:r>
            <a:endParaRPr sz="1700" dirty="0">
              <a:latin typeface="Times New Roman"/>
              <a:cs typeface="Times New Roman"/>
            </a:endParaRPr>
          </a:p>
        </p:txBody>
      </p:sp>
    </p:spTree>
    <p:extLst>
      <p:ext uri="{BB962C8B-B14F-4D97-AF65-F5344CB8AC3E}">
        <p14:creationId xmlns:p14="http://schemas.microsoft.com/office/powerpoint/2010/main" val="742412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C8F43-43AD-F11E-F7CE-51709FAEED3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9FB5C2-FD22-BF09-7B6A-05D1C0145DA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EAA8E9C-17C2-F5D6-91AA-14620AC36A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2420D9ED-0BA4-08F4-06FF-7C44F81759D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2824000-E7F1-7925-2E53-5129540D68B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49C40D66-E809-FCDF-F10B-2112BBF56CCE}"/>
              </a:ext>
            </a:extLst>
          </p:cNvPr>
          <p:cNvSpPr txBox="1"/>
          <p:nvPr/>
        </p:nvSpPr>
        <p:spPr>
          <a:xfrm>
            <a:off x="990600" y="692514"/>
            <a:ext cx="6911100" cy="3975447"/>
          </a:xfrm>
          <a:prstGeom prst="rect">
            <a:avLst/>
          </a:prstGeom>
        </p:spPr>
        <p:txBody>
          <a:bodyPr vert="horz" wrap="square" lIns="0" tIns="0" rIns="0" bIns="0" rtlCol="0">
            <a:spAutoFit/>
          </a:bodyPr>
          <a:lstStyle/>
          <a:p>
            <a:pPr marL="6109">
              <a:spcBef>
                <a:spcPts val="445"/>
              </a:spcBef>
            </a:pPr>
            <a:r>
              <a:rPr sz="1700" b="1" spc="-5" dirty="0">
                <a:solidFill>
                  <a:srgbClr val="242424"/>
                </a:solidFill>
                <a:latin typeface="Times New Roman"/>
                <a:cs typeface="Times New Roman"/>
              </a:rPr>
              <a:t>Oth</a:t>
            </a:r>
            <a:r>
              <a:rPr sz="1700" b="1" spc="-7" dirty="0">
                <a:solidFill>
                  <a:srgbClr val="242424"/>
                </a:solidFill>
                <a:latin typeface="Times New Roman"/>
                <a:cs typeface="Times New Roman"/>
              </a:rPr>
              <a:t>e</a:t>
            </a:r>
            <a:r>
              <a:rPr sz="1700" b="1" spc="-5" dirty="0">
                <a:solidFill>
                  <a:srgbClr val="242424"/>
                </a:solidFill>
                <a:latin typeface="Times New Roman"/>
                <a:cs typeface="Times New Roman"/>
              </a:rPr>
              <a:t>r</a:t>
            </a:r>
            <a:r>
              <a:rPr sz="1700" b="1" spc="-2" dirty="0">
                <a:solidFill>
                  <a:srgbClr val="242424"/>
                </a:solidFill>
                <a:latin typeface="Times New Roman"/>
                <a:cs typeface="Times New Roman"/>
              </a:rPr>
              <a:t> R</a:t>
            </a:r>
            <a:r>
              <a:rPr sz="1700" b="1" spc="-5" dirty="0">
                <a:solidFill>
                  <a:srgbClr val="242424"/>
                </a:solidFill>
                <a:latin typeface="Times New Roman"/>
                <a:cs typeface="Times New Roman"/>
              </a:rPr>
              <a:t>e</a:t>
            </a:r>
            <a:r>
              <a:rPr sz="1700" b="1" spc="2" dirty="0">
                <a:solidFill>
                  <a:srgbClr val="242424"/>
                </a:solidFill>
                <a:latin typeface="Times New Roman"/>
                <a:cs typeface="Times New Roman"/>
              </a:rPr>
              <a:t>f</a:t>
            </a:r>
            <a:r>
              <a:rPr sz="1700" b="1" spc="-7" dirty="0">
                <a:solidFill>
                  <a:srgbClr val="242424"/>
                </a:solidFill>
                <a:latin typeface="Times New Roman"/>
                <a:cs typeface="Times New Roman"/>
              </a:rPr>
              <a:t>e</a:t>
            </a:r>
            <a:r>
              <a:rPr sz="1700" b="1" spc="-2" dirty="0">
                <a:solidFill>
                  <a:srgbClr val="242424"/>
                </a:solidFill>
                <a:latin typeface="Times New Roman"/>
                <a:cs typeface="Times New Roman"/>
              </a:rPr>
              <a:t>r</a:t>
            </a:r>
            <a:r>
              <a:rPr sz="1700" b="1" spc="-7" dirty="0">
                <a:solidFill>
                  <a:srgbClr val="242424"/>
                </a:solidFill>
                <a:latin typeface="Times New Roman"/>
                <a:cs typeface="Times New Roman"/>
              </a:rPr>
              <a:t>e</a:t>
            </a:r>
            <a:r>
              <a:rPr sz="1700" b="1" dirty="0">
                <a:solidFill>
                  <a:srgbClr val="242424"/>
                </a:solidFill>
                <a:latin typeface="Times New Roman"/>
                <a:cs typeface="Times New Roman"/>
              </a:rPr>
              <a:t>n</a:t>
            </a:r>
            <a:r>
              <a:rPr sz="1700" b="1" spc="-7" dirty="0">
                <a:solidFill>
                  <a:srgbClr val="242424"/>
                </a:solidFill>
                <a:latin typeface="Times New Roman"/>
                <a:cs typeface="Times New Roman"/>
              </a:rPr>
              <a:t>ce</a:t>
            </a:r>
            <a:r>
              <a:rPr sz="1700" b="1" spc="2" dirty="0">
                <a:solidFill>
                  <a:srgbClr val="242424"/>
                </a:solidFill>
                <a:latin typeface="Times New Roman"/>
                <a:cs typeface="Times New Roman"/>
              </a:rPr>
              <a:t>s</a:t>
            </a:r>
            <a:r>
              <a:rPr sz="1700" b="1" dirty="0">
                <a:solidFill>
                  <a:srgbClr val="242424"/>
                </a:solidFill>
                <a:latin typeface="Times New Roman"/>
                <a:cs typeface="Times New Roman"/>
              </a:rPr>
              <a:t>:</a:t>
            </a:r>
            <a:endParaRPr sz="1700" dirty="0">
              <a:latin typeface="Times New Roman"/>
              <a:cs typeface="Times New Roman"/>
            </a:endParaRPr>
          </a:p>
          <a:p>
            <a:pPr marL="225716" indent="-109651">
              <a:spcBef>
                <a:spcPts val="397"/>
              </a:spcBef>
              <a:buClr>
                <a:srgbClr val="242424"/>
              </a:buClr>
              <a:buSzPct val="83333"/>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dirty="0">
                <a:solidFill>
                  <a:srgbClr val="0000FF"/>
                </a:solidFill>
                <a:latin typeface="Times New Roman"/>
                <a:cs typeface="Times New Roman"/>
                <a:hlinkClick r:id="rId6"/>
              </a:rPr>
              <a:t>/ww</a:t>
            </a:r>
            <a:r>
              <a:rPr sz="1700" u="sng" spc="-5" dirty="0">
                <a:solidFill>
                  <a:srgbClr val="0000FF"/>
                </a:solidFill>
                <a:latin typeface="Times New Roman"/>
                <a:cs typeface="Times New Roman"/>
                <a:hlinkClick r:id="rId6"/>
              </a:rPr>
              <a:t>w</a:t>
            </a:r>
            <a:r>
              <a:rPr sz="1700" u="sng" spc="-2" dirty="0">
                <a:solidFill>
                  <a:srgbClr val="0000FF"/>
                </a:solidFill>
                <a:latin typeface="Times New Roman"/>
                <a:cs typeface="Times New Roman"/>
                <a:hlinkClick r:id="rId6"/>
              </a:rPr>
              <a:t>.studytoni</a:t>
            </a:r>
            <a:r>
              <a:rPr sz="1700" u="sng" spc="-5" dirty="0">
                <a:solidFill>
                  <a:srgbClr val="0000FF"/>
                </a:solidFill>
                <a:latin typeface="Times New Roman"/>
                <a:cs typeface="Times New Roman"/>
                <a:hlinkClick r:id="rId6"/>
              </a:rPr>
              <a:t>gh</a:t>
            </a:r>
            <a:r>
              <a:rPr sz="1700" u="sng" spc="-7" dirty="0">
                <a:solidFill>
                  <a:srgbClr val="0000FF"/>
                </a:solidFill>
                <a:latin typeface="Times New Roman"/>
                <a:cs typeface="Times New Roman"/>
                <a:hlinkClick r:id="rId6"/>
              </a:rPr>
              <a:t>t</a:t>
            </a:r>
            <a:r>
              <a:rPr sz="1700" u="sng" spc="-2" dirty="0">
                <a:solidFill>
                  <a:srgbClr val="0000FF"/>
                </a:solidFill>
                <a:latin typeface="Times New Roman"/>
                <a:cs typeface="Times New Roman"/>
                <a:hlinkClick r:id="rId6"/>
              </a:rPr>
              <a:t>.</a:t>
            </a:r>
            <a:r>
              <a:rPr sz="1700" u="sng" spc="-7" dirty="0">
                <a:solidFill>
                  <a:srgbClr val="0000FF"/>
                </a:solidFill>
                <a:latin typeface="Times New Roman"/>
                <a:cs typeface="Times New Roman"/>
                <a:hlinkClick r:id="rId6"/>
              </a:rPr>
              <a:t>c</a:t>
            </a:r>
            <a:r>
              <a:rPr sz="1700" u="sng" spc="-5" dirty="0">
                <a:solidFill>
                  <a:srgbClr val="0000FF"/>
                </a:solidFill>
                <a:latin typeface="Times New Roman"/>
                <a:cs typeface="Times New Roman"/>
                <a:hlinkClick r:id="rId6"/>
              </a:rPr>
              <a:t>om/</a:t>
            </a:r>
            <a:r>
              <a:rPr sz="1700" u="sng" spc="-7" dirty="0">
                <a:solidFill>
                  <a:srgbClr val="0000FF"/>
                </a:solidFill>
                <a:latin typeface="Times New Roman"/>
                <a:cs typeface="Times New Roman"/>
              </a:rPr>
              <a:t>c</a:t>
            </a:r>
            <a:r>
              <a:rPr sz="1700" u="sng" spc="-5" dirty="0">
                <a:solidFill>
                  <a:srgbClr val="0000FF"/>
                </a:solidFill>
                <a:latin typeface="Times New Roman"/>
                <a:cs typeface="Times New Roman"/>
                <a:hlinkClick r:id="rId6"/>
              </a:rPr>
              <a:t>omput</a:t>
            </a:r>
            <a:r>
              <a:rPr sz="1700" u="sng" spc="-7" dirty="0">
                <a:solidFill>
                  <a:srgbClr val="0000FF"/>
                </a:solidFill>
                <a:latin typeface="Times New Roman"/>
                <a:cs typeface="Times New Roman"/>
                <a:hlinkClick r:id="rId6"/>
              </a:rPr>
              <a:t>e</a:t>
            </a:r>
            <a:r>
              <a:rPr sz="1700" u="sng" spc="2" dirty="0">
                <a:solidFill>
                  <a:srgbClr val="0000FF"/>
                </a:solidFill>
                <a:latin typeface="Times New Roman"/>
                <a:cs typeface="Times New Roman"/>
                <a:hlinkClick r:id="rId6"/>
              </a:rPr>
              <a:t>r</a:t>
            </a:r>
            <a:r>
              <a:rPr sz="1700" u="sng" spc="-2" dirty="0">
                <a:solidFill>
                  <a:srgbClr val="0000FF"/>
                </a:solidFill>
                <a:latin typeface="Times New Roman"/>
                <a:cs typeface="Times New Roman"/>
                <a:hlinkClick r:id="rId6"/>
              </a:rPr>
              <a:t>-ar</a:t>
            </a:r>
            <a:r>
              <a:rPr sz="1700" u="sng" spc="-10" dirty="0">
                <a:solidFill>
                  <a:srgbClr val="0000FF"/>
                </a:solidFill>
                <a:latin typeface="Times New Roman"/>
                <a:cs typeface="Times New Roman"/>
                <a:hlinkClick r:id="rId6"/>
              </a:rPr>
              <a:t>c</a:t>
            </a:r>
            <a:r>
              <a:rPr sz="1700" u="sng" spc="-2" dirty="0">
                <a:solidFill>
                  <a:srgbClr val="0000FF"/>
                </a:solidFill>
                <a:latin typeface="Times New Roman"/>
                <a:cs typeface="Times New Roman"/>
                <a:hlinkClick r:id="rId6"/>
              </a:rPr>
              <a:t>hit</a:t>
            </a:r>
            <a:r>
              <a:rPr sz="1700" u="sng" spc="-7" dirty="0">
                <a:solidFill>
                  <a:srgbClr val="0000FF"/>
                </a:solidFill>
                <a:latin typeface="Times New Roman"/>
                <a:cs typeface="Times New Roman"/>
                <a:hlinkClick r:id="rId6"/>
              </a:rPr>
              <a:t>ec</a:t>
            </a:r>
            <a:r>
              <a:rPr sz="1700" u="sng" dirty="0">
                <a:solidFill>
                  <a:srgbClr val="0000FF"/>
                </a:solidFill>
                <a:latin typeface="Times New Roman"/>
                <a:cs typeface="Times New Roman"/>
                <a:hlinkClick r:id="rId6"/>
              </a:rPr>
              <a:t>t</a:t>
            </a:r>
            <a:r>
              <a:rPr sz="1700" u="sng" spc="-2" dirty="0">
                <a:solidFill>
                  <a:srgbClr val="0000FF"/>
                </a:solidFill>
                <a:latin typeface="Times New Roman"/>
                <a:cs typeface="Times New Roman"/>
                <a:hlinkClick r:id="rId6"/>
              </a:rPr>
              <a:t>ur</a:t>
            </a:r>
            <a:r>
              <a:rPr sz="1700" u="sng" spc="-10" dirty="0">
                <a:solidFill>
                  <a:srgbClr val="0000FF"/>
                </a:solidFill>
                <a:latin typeface="Times New Roman"/>
                <a:cs typeface="Times New Roman"/>
                <a:hlinkClick r:id="rId6"/>
              </a:rPr>
              <a:t>e</a:t>
            </a:r>
            <a:r>
              <a:rPr sz="1700" u="sng" spc="-2" dirty="0">
                <a:solidFill>
                  <a:srgbClr val="0000FF"/>
                </a:solidFill>
                <a:latin typeface="Times New Roman"/>
                <a:cs typeface="Times New Roman"/>
                <a:hlinkClick r:id="rId6"/>
              </a:rPr>
              <a:t>/pi</a:t>
            </a:r>
            <a:r>
              <a:rPr sz="1700" u="sng" spc="-5" dirty="0">
                <a:solidFill>
                  <a:srgbClr val="0000FF"/>
                </a:solidFill>
                <a:latin typeface="Times New Roman"/>
                <a:cs typeface="Times New Roman"/>
                <a:hlinkClick r:id="rId6"/>
              </a:rPr>
              <a:t>p</a:t>
            </a:r>
            <a:r>
              <a:rPr sz="1700" u="sng" spc="-7" dirty="0">
                <a:solidFill>
                  <a:srgbClr val="0000FF"/>
                </a:solidFill>
                <a:latin typeface="Times New Roman"/>
                <a:cs typeface="Times New Roman"/>
                <a:hlinkClick r:id="rId6"/>
              </a:rPr>
              <a:t>e</a:t>
            </a:r>
            <a:r>
              <a:rPr sz="1700" u="sng" spc="-2" dirty="0">
                <a:solidFill>
                  <a:srgbClr val="0000FF"/>
                </a:solidFill>
                <a:latin typeface="Times New Roman"/>
                <a:cs typeface="Times New Roman"/>
                <a:hlinkClick r:id="rId6"/>
              </a:rPr>
              <a:t>li</a:t>
            </a:r>
            <a:r>
              <a:rPr sz="1700" u="sng" spc="-5" dirty="0">
                <a:solidFill>
                  <a:srgbClr val="0000FF"/>
                </a:solidFill>
                <a:latin typeface="Times New Roman"/>
                <a:cs typeface="Times New Roman"/>
                <a:hlinkClick r:id="rId6"/>
              </a:rPr>
              <a:t>ning</a:t>
            </a:r>
            <a:endParaRPr sz="1700" dirty="0">
              <a:latin typeface="Times New Roman"/>
              <a:cs typeface="Times New Roman"/>
            </a:endParaRPr>
          </a:p>
          <a:p>
            <a:pPr marL="225716" indent="-109651">
              <a:buClr>
                <a:srgbClr val="242424"/>
              </a:buClr>
              <a:buSzPct val="83333"/>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dirty="0">
                <a:solidFill>
                  <a:srgbClr val="0000FF"/>
                </a:solidFill>
                <a:latin typeface="Times New Roman"/>
                <a:cs typeface="Times New Roman"/>
                <a:hlinkClick r:id="rId7"/>
              </a:rPr>
              <a:t>/ww</a:t>
            </a:r>
            <a:r>
              <a:rPr sz="1700" u="sng" spc="-5" dirty="0">
                <a:solidFill>
                  <a:srgbClr val="0000FF"/>
                </a:solidFill>
                <a:latin typeface="Times New Roman"/>
                <a:cs typeface="Times New Roman"/>
                <a:hlinkClick r:id="rId7"/>
              </a:rPr>
              <a:t>w</a:t>
            </a:r>
            <a:r>
              <a:rPr sz="1700" u="sng" spc="-2" dirty="0">
                <a:solidFill>
                  <a:srgbClr val="0000FF"/>
                </a:solidFill>
                <a:latin typeface="Times New Roman"/>
                <a:cs typeface="Times New Roman"/>
                <a:hlinkClick r:id="rId7"/>
              </a:rPr>
              <a:t>.tutori</a:t>
            </a:r>
            <a:r>
              <a:rPr sz="1700" u="sng" spc="-10" dirty="0">
                <a:solidFill>
                  <a:srgbClr val="0000FF"/>
                </a:solidFill>
                <a:latin typeface="Times New Roman"/>
                <a:cs typeface="Times New Roman"/>
                <a:hlinkClick r:id="rId7"/>
              </a:rPr>
              <a:t>a</a:t>
            </a:r>
            <a:r>
              <a:rPr sz="1700" u="sng" spc="-2" dirty="0">
                <a:solidFill>
                  <a:srgbClr val="0000FF"/>
                </a:solidFill>
                <a:latin typeface="Times New Roman"/>
                <a:cs typeface="Times New Roman"/>
                <a:hlinkClick r:id="rId7"/>
              </a:rPr>
              <a:t>lspo</a:t>
            </a:r>
            <a:r>
              <a:rPr sz="1700" u="sng" spc="-7" dirty="0">
                <a:solidFill>
                  <a:srgbClr val="0000FF"/>
                </a:solidFill>
                <a:latin typeface="Times New Roman"/>
                <a:cs typeface="Times New Roman"/>
                <a:hlinkClick r:id="rId7"/>
              </a:rPr>
              <a:t>i</a:t>
            </a:r>
            <a:r>
              <a:rPr sz="1700" u="sng" spc="-5" dirty="0">
                <a:solidFill>
                  <a:srgbClr val="0000FF"/>
                </a:solidFill>
                <a:latin typeface="Times New Roman"/>
                <a:cs typeface="Times New Roman"/>
                <a:hlinkClick r:id="rId7"/>
              </a:rPr>
              <a:t>nt.com/wh</a:t>
            </a:r>
            <a:r>
              <a:rPr sz="1700" u="sng" spc="-7" dirty="0">
                <a:solidFill>
                  <a:srgbClr val="0000FF"/>
                </a:solidFill>
                <a:latin typeface="Times New Roman"/>
                <a:cs typeface="Times New Roman"/>
                <a:hlinkClick r:id="rId7"/>
              </a:rPr>
              <a:t>a</a:t>
            </a:r>
            <a:r>
              <a:rPr sz="1700" u="sng" dirty="0">
                <a:solidFill>
                  <a:srgbClr val="0000FF"/>
                </a:solidFill>
                <a:latin typeface="Times New Roman"/>
                <a:cs typeface="Times New Roman"/>
              </a:rPr>
              <a:t>t</a:t>
            </a:r>
            <a:r>
              <a:rPr sz="1700" u="sng" spc="-2" dirty="0">
                <a:solidFill>
                  <a:srgbClr val="0000FF"/>
                </a:solidFill>
                <a:latin typeface="Times New Roman"/>
                <a:cs typeface="Times New Roman"/>
                <a:hlinkClick r:id="rId7"/>
              </a:rPr>
              <a:t>-is-pipelini</a:t>
            </a:r>
            <a:r>
              <a:rPr sz="1700" u="sng" dirty="0">
                <a:solidFill>
                  <a:srgbClr val="0000FF"/>
                </a:solidFill>
                <a:latin typeface="Times New Roman"/>
                <a:cs typeface="Times New Roman"/>
                <a:hlinkClick r:id="rId7"/>
              </a:rPr>
              <a:t>ng</a:t>
            </a:r>
            <a:endParaRPr sz="1700" dirty="0">
              <a:latin typeface="Times New Roman"/>
              <a:cs typeface="Times New Roman"/>
            </a:endParaRPr>
          </a:p>
          <a:p>
            <a:pPr marL="225716" indent="-109651">
              <a:buClr>
                <a:srgbClr val="242424"/>
              </a:buClr>
              <a:buSzPct val="83333"/>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dirty="0">
                <a:solidFill>
                  <a:srgbClr val="0000FF"/>
                </a:solidFill>
                <a:latin typeface="Times New Roman"/>
                <a:cs typeface="Times New Roman"/>
                <a:hlinkClick r:id="rId8"/>
              </a:rPr>
              <a:t>/ww</a:t>
            </a:r>
            <a:r>
              <a:rPr sz="1700" u="sng" spc="-5" dirty="0">
                <a:solidFill>
                  <a:srgbClr val="0000FF"/>
                </a:solidFill>
                <a:latin typeface="Times New Roman"/>
                <a:cs typeface="Times New Roman"/>
                <a:hlinkClick r:id="rId8"/>
              </a:rPr>
              <a:t>w</a:t>
            </a:r>
            <a:r>
              <a:rPr sz="1700" u="sng" spc="-2" dirty="0">
                <a:solidFill>
                  <a:srgbClr val="0000FF"/>
                </a:solidFill>
                <a:latin typeface="Times New Roman"/>
                <a:cs typeface="Times New Roman"/>
                <a:hlinkClick r:id="rId8"/>
              </a:rPr>
              <a:t>.</a:t>
            </a:r>
            <a:r>
              <a:rPr sz="1700" u="sng" spc="-7" dirty="0">
                <a:solidFill>
                  <a:srgbClr val="0000FF"/>
                </a:solidFill>
                <a:latin typeface="Times New Roman"/>
                <a:cs typeface="Times New Roman"/>
                <a:hlinkClick r:id="rId8"/>
              </a:rPr>
              <a:t>e</a:t>
            </a:r>
            <a:r>
              <a:rPr sz="1700" u="sng" spc="-2" dirty="0">
                <a:solidFill>
                  <a:srgbClr val="0000FF"/>
                </a:solidFill>
                <a:latin typeface="Times New Roman"/>
                <a:cs typeface="Times New Roman"/>
                <a:hlinkClick r:id="rId8"/>
              </a:rPr>
              <a:t>lpro</a:t>
            </a:r>
            <a:r>
              <a:rPr sz="1700" u="sng" spc="-10" dirty="0">
                <a:solidFill>
                  <a:srgbClr val="0000FF"/>
                </a:solidFill>
                <a:latin typeface="Times New Roman"/>
                <a:cs typeface="Times New Roman"/>
                <a:hlinkClick r:id="rId8"/>
              </a:rPr>
              <a:t>c</a:t>
            </a:r>
            <a:r>
              <a:rPr sz="1700" u="sng" dirty="0">
                <a:solidFill>
                  <a:srgbClr val="0000FF"/>
                </a:solidFill>
                <a:latin typeface="Times New Roman"/>
                <a:cs typeface="Times New Roman"/>
                <a:hlinkClick r:id="rId8"/>
              </a:rPr>
              <a:t>us.</a:t>
            </a:r>
            <a:r>
              <a:rPr sz="1700" u="sng" spc="-2" dirty="0">
                <a:solidFill>
                  <a:srgbClr val="0000FF"/>
                </a:solidFill>
                <a:latin typeface="Times New Roman"/>
                <a:cs typeface="Times New Roman"/>
                <a:hlinkClick r:id="rId8"/>
              </a:rPr>
              <a:t>c</a:t>
            </a:r>
            <a:r>
              <a:rPr sz="1700" u="sng" spc="5" dirty="0">
                <a:solidFill>
                  <a:srgbClr val="0000FF"/>
                </a:solidFill>
                <a:latin typeface="Times New Roman"/>
                <a:cs typeface="Times New Roman"/>
              </a:rPr>
              <a:t>o</a:t>
            </a:r>
            <a:r>
              <a:rPr sz="1700" u="sng" spc="-5" dirty="0">
                <a:solidFill>
                  <a:srgbClr val="0000FF"/>
                </a:solidFill>
                <a:latin typeface="Times New Roman"/>
                <a:cs typeface="Times New Roman"/>
                <a:hlinkClick r:id="rId8"/>
              </a:rPr>
              <a:t>m/</a:t>
            </a:r>
            <a:r>
              <a:rPr sz="1700" u="sng" spc="-2" dirty="0">
                <a:solidFill>
                  <a:srgbClr val="0000FF"/>
                </a:solidFill>
                <a:latin typeface="Times New Roman"/>
                <a:cs typeface="Times New Roman"/>
                <a:hlinkClick r:id="rId8"/>
              </a:rPr>
              <a:t>pipelini</a:t>
            </a:r>
            <a:r>
              <a:rPr sz="1700" u="sng" dirty="0">
                <a:solidFill>
                  <a:srgbClr val="0000FF"/>
                </a:solidFill>
                <a:latin typeface="Times New Roman"/>
                <a:cs typeface="Times New Roman"/>
                <a:hlinkClick r:id="rId8"/>
              </a:rPr>
              <a:t>n</a:t>
            </a:r>
            <a:r>
              <a:rPr sz="1700" u="sng" spc="5" dirty="0">
                <a:solidFill>
                  <a:srgbClr val="0000FF"/>
                </a:solidFill>
                <a:latin typeface="Times New Roman"/>
                <a:cs typeface="Times New Roman"/>
                <a:hlinkClick r:id="rId8"/>
              </a:rPr>
              <a:t>g</a:t>
            </a:r>
            <a:r>
              <a:rPr sz="1700" u="sng" spc="-2" dirty="0">
                <a:solidFill>
                  <a:srgbClr val="0000FF"/>
                </a:solidFill>
                <a:latin typeface="Times New Roman"/>
                <a:cs typeface="Times New Roman"/>
                <a:hlinkClick r:id="rId8"/>
              </a:rPr>
              <a:t>-</a:t>
            </a:r>
            <a:r>
              <a:rPr sz="1700" u="sng" spc="-7" dirty="0">
                <a:solidFill>
                  <a:srgbClr val="0000FF"/>
                </a:solidFill>
                <a:latin typeface="Times New Roman"/>
                <a:cs typeface="Times New Roman"/>
                <a:hlinkClick r:id="rId8"/>
              </a:rPr>
              <a:t>a</a:t>
            </a:r>
            <a:r>
              <a:rPr sz="1700" u="sng" spc="-2" dirty="0">
                <a:solidFill>
                  <a:srgbClr val="0000FF"/>
                </a:solidFill>
                <a:latin typeface="Times New Roman"/>
                <a:cs typeface="Times New Roman"/>
                <a:hlinkClick r:id="rId8"/>
              </a:rPr>
              <a:t>r</a:t>
            </a:r>
            <a:r>
              <a:rPr sz="1700" u="sng" spc="-10" dirty="0">
                <a:solidFill>
                  <a:srgbClr val="0000FF"/>
                </a:solidFill>
                <a:latin typeface="Times New Roman"/>
                <a:cs typeface="Times New Roman"/>
                <a:hlinkClick r:id="rId8"/>
              </a:rPr>
              <a:t>c</a:t>
            </a:r>
            <a:r>
              <a:rPr sz="1700" u="sng" spc="-2" dirty="0">
                <a:solidFill>
                  <a:srgbClr val="0000FF"/>
                </a:solidFill>
                <a:latin typeface="Times New Roman"/>
                <a:cs typeface="Times New Roman"/>
                <a:hlinkClick r:id="rId8"/>
              </a:rPr>
              <a:t>hit</a:t>
            </a:r>
            <a:r>
              <a:rPr sz="1700" u="sng" spc="-7" dirty="0">
                <a:solidFill>
                  <a:srgbClr val="0000FF"/>
                </a:solidFill>
                <a:latin typeface="Times New Roman"/>
                <a:cs typeface="Times New Roman"/>
                <a:hlinkClick r:id="rId8"/>
              </a:rPr>
              <a:t>ec</a:t>
            </a:r>
            <a:r>
              <a:rPr sz="1700" u="sng" spc="-2" dirty="0">
                <a:solidFill>
                  <a:srgbClr val="0000FF"/>
                </a:solidFill>
                <a:latin typeface="Times New Roman"/>
                <a:cs typeface="Times New Roman"/>
                <a:hlinkClick r:id="rId8"/>
              </a:rPr>
              <a:t>ture-</a:t>
            </a:r>
            <a:r>
              <a:rPr sz="1700" u="sng" spc="-5" dirty="0">
                <a:solidFill>
                  <a:srgbClr val="0000FF"/>
                </a:solidFill>
                <a:latin typeface="Times New Roman"/>
                <a:cs typeface="Times New Roman"/>
                <a:hlinkClick r:id="rId8"/>
              </a:rPr>
              <a:t>h</a:t>
            </a:r>
            <a:r>
              <a:rPr sz="1700" u="sng" spc="-7" dirty="0">
                <a:solidFill>
                  <a:srgbClr val="0000FF"/>
                </a:solidFill>
                <a:latin typeface="Times New Roman"/>
                <a:cs typeface="Times New Roman"/>
                <a:hlinkClick r:id="rId8"/>
              </a:rPr>
              <a:t>az</a:t>
            </a:r>
            <a:r>
              <a:rPr sz="1700" u="sng" spc="-2" dirty="0">
                <a:solidFill>
                  <a:srgbClr val="0000FF"/>
                </a:solidFill>
                <a:latin typeface="Times New Roman"/>
                <a:cs typeface="Times New Roman"/>
                <a:hlinkClick r:id="rId8"/>
              </a:rPr>
              <a:t>a</a:t>
            </a:r>
            <a:r>
              <a:rPr sz="1700" u="sng" dirty="0">
                <a:solidFill>
                  <a:srgbClr val="0000FF"/>
                </a:solidFill>
                <a:latin typeface="Times New Roman"/>
                <a:cs typeface="Times New Roman"/>
                <a:hlinkClick r:id="rId8"/>
              </a:rPr>
              <a:t>rds</a:t>
            </a:r>
            <a:r>
              <a:rPr sz="1700" u="sng" spc="-2" dirty="0">
                <a:solidFill>
                  <a:srgbClr val="0000FF"/>
                </a:solidFill>
                <a:latin typeface="Times New Roman"/>
                <a:cs typeface="Times New Roman"/>
                <a:hlinkClick r:id="rId8"/>
              </a:rPr>
              <a:t>-</a:t>
            </a:r>
            <a:r>
              <a:rPr sz="1700" u="sng" spc="-7" dirty="0">
                <a:solidFill>
                  <a:srgbClr val="0000FF"/>
                </a:solidFill>
                <a:latin typeface="Times New Roman"/>
                <a:cs typeface="Times New Roman"/>
                <a:hlinkClick r:id="rId8"/>
              </a:rPr>
              <a:t>a</a:t>
            </a:r>
            <a:r>
              <a:rPr sz="1700" u="sng" dirty="0">
                <a:solidFill>
                  <a:srgbClr val="0000FF"/>
                </a:solidFill>
                <a:latin typeface="Times New Roman"/>
                <a:cs typeface="Times New Roman"/>
                <a:hlinkClick r:id="rId8"/>
              </a:rPr>
              <a:t>d</a:t>
            </a:r>
            <a:r>
              <a:rPr sz="1700" u="sng" spc="5" dirty="0">
                <a:solidFill>
                  <a:srgbClr val="0000FF"/>
                </a:solidFill>
                <a:latin typeface="Times New Roman"/>
                <a:cs typeface="Times New Roman"/>
                <a:hlinkClick r:id="rId8"/>
              </a:rPr>
              <a:t>v</a:t>
            </a:r>
            <a:r>
              <a:rPr sz="1700" u="sng" spc="-7" dirty="0">
                <a:solidFill>
                  <a:srgbClr val="0000FF"/>
                </a:solidFill>
                <a:latin typeface="Times New Roman"/>
                <a:cs typeface="Times New Roman"/>
                <a:hlinkClick r:id="rId8"/>
              </a:rPr>
              <a:t>a</a:t>
            </a:r>
            <a:r>
              <a:rPr sz="1700" u="sng" spc="-5" dirty="0">
                <a:solidFill>
                  <a:srgbClr val="0000FF"/>
                </a:solidFill>
                <a:latin typeface="Times New Roman"/>
                <a:cs typeface="Times New Roman"/>
                <a:hlinkClick r:id="rId8"/>
              </a:rPr>
              <a:t>ntag</a:t>
            </a:r>
            <a:r>
              <a:rPr sz="1700" u="sng" spc="-10" dirty="0">
                <a:solidFill>
                  <a:srgbClr val="0000FF"/>
                </a:solidFill>
                <a:latin typeface="Times New Roman"/>
                <a:cs typeface="Times New Roman"/>
                <a:hlinkClick r:id="rId8"/>
              </a:rPr>
              <a:t>e</a:t>
            </a:r>
            <a:r>
              <a:rPr sz="1700" u="sng" spc="5" dirty="0">
                <a:solidFill>
                  <a:srgbClr val="0000FF"/>
                </a:solidFill>
                <a:latin typeface="Times New Roman"/>
                <a:cs typeface="Times New Roman"/>
                <a:hlinkClick r:id="rId8"/>
              </a:rPr>
              <a:t>s</a:t>
            </a:r>
            <a:r>
              <a:rPr sz="1700" u="sng" spc="-2" dirty="0">
                <a:solidFill>
                  <a:srgbClr val="0000FF"/>
                </a:solidFill>
                <a:latin typeface="Times New Roman"/>
                <a:cs typeface="Times New Roman"/>
                <a:hlinkClick r:id="rId8"/>
              </a:rPr>
              <a:t>-disa</a:t>
            </a:r>
            <a:r>
              <a:rPr sz="1700" u="sng" spc="-5" dirty="0">
                <a:solidFill>
                  <a:srgbClr val="0000FF"/>
                </a:solidFill>
                <a:latin typeface="Times New Roman"/>
                <a:cs typeface="Times New Roman"/>
                <a:hlinkClick r:id="rId8"/>
              </a:rPr>
              <a:t>dv</a:t>
            </a:r>
            <a:r>
              <a:rPr sz="1700" u="sng" spc="-7" dirty="0">
                <a:solidFill>
                  <a:srgbClr val="0000FF"/>
                </a:solidFill>
                <a:latin typeface="Times New Roman"/>
                <a:cs typeface="Times New Roman"/>
                <a:hlinkClick r:id="rId8"/>
              </a:rPr>
              <a:t>a</a:t>
            </a:r>
            <a:r>
              <a:rPr sz="1700" u="sng" spc="-5" dirty="0">
                <a:solidFill>
                  <a:srgbClr val="0000FF"/>
                </a:solidFill>
                <a:latin typeface="Times New Roman"/>
                <a:cs typeface="Times New Roman"/>
                <a:hlinkClick r:id="rId8"/>
              </a:rPr>
              <a:t>ntag</a:t>
            </a:r>
            <a:r>
              <a:rPr sz="1700" u="sng" spc="-10" dirty="0">
                <a:solidFill>
                  <a:srgbClr val="0000FF"/>
                </a:solidFill>
                <a:latin typeface="Times New Roman"/>
                <a:cs typeface="Times New Roman"/>
                <a:hlinkClick r:id="rId8"/>
              </a:rPr>
              <a:t>e</a:t>
            </a:r>
            <a:r>
              <a:rPr sz="1700" u="sng" spc="-5" dirty="0">
                <a:solidFill>
                  <a:srgbClr val="0000FF"/>
                </a:solidFill>
                <a:latin typeface="Times New Roman"/>
                <a:cs typeface="Times New Roman"/>
                <a:hlinkClick r:id="rId8"/>
              </a:rPr>
              <a:t>s/</a:t>
            </a:r>
            <a:endParaRPr sz="1700" dirty="0">
              <a:latin typeface="Times New Roman"/>
              <a:cs typeface="Times New Roman"/>
            </a:endParaRPr>
          </a:p>
          <a:p>
            <a:pPr marL="225716" indent="-109651">
              <a:buClr>
                <a:srgbClr val="242424"/>
              </a:buClr>
              <a:buSzPct val="83333"/>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/byj</a:t>
            </a:r>
            <a:r>
              <a:rPr sz="1700" u="sng" dirty="0">
                <a:solidFill>
                  <a:srgbClr val="0000FF"/>
                </a:solidFill>
                <a:latin typeface="Times New Roman"/>
                <a:cs typeface="Times New Roman"/>
              </a:rPr>
              <a:t>us.</a:t>
            </a:r>
            <a:r>
              <a:rPr sz="1700" u="sng" spc="-2" dirty="0">
                <a:solidFill>
                  <a:srgbClr val="0000FF"/>
                </a:solidFill>
                <a:latin typeface="Times New Roman"/>
                <a:cs typeface="Times New Roman"/>
              </a:rPr>
              <a:t>c</a:t>
            </a:r>
            <a:r>
              <a:rPr sz="1700" u="sng" spc="-5" dirty="0">
                <a:solidFill>
                  <a:srgbClr val="0000FF"/>
                </a:solidFill>
                <a:latin typeface="Times New Roman"/>
                <a:cs typeface="Times New Roman"/>
              </a:rPr>
              <a:t>om/g</a:t>
            </a:r>
            <a:r>
              <a:rPr sz="1700" u="sng" spc="-7" dirty="0">
                <a:solidFill>
                  <a:srgbClr val="0000FF"/>
                </a:solidFill>
                <a:latin typeface="Times New Roman"/>
                <a:cs typeface="Times New Roman"/>
              </a:rPr>
              <a:t>a</a:t>
            </a:r>
            <a:r>
              <a:rPr sz="1700" u="sng" spc="-2" dirty="0">
                <a:solidFill>
                  <a:srgbClr val="0000FF"/>
                </a:solidFill>
                <a:latin typeface="Times New Roman"/>
                <a:cs typeface="Times New Roman"/>
              </a:rPr>
              <a:t>te/p</a:t>
            </a:r>
            <a:r>
              <a:rPr sz="1700" u="sng" spc="-7" dirty="0">
                <a:solidFill>
                  <a:srgbClr val="0000FF"/>
                </a:solidFill>
                <a:latin typeface="Times New Roman"/>
                <a:cs typeface="Times New Roman"/>
              </a:rPr>
              <a:t>i</a:t>
            </a:r>
            <a:r>
              <a:rPr sz="1700" u="sng" spc="-5" dirty="0">
                <a:solidFill>
                  <a:srgbClr val="0000FF"/>
                </a:solidFill>
                <a:latin typeface="Times New Roman"/>
                <a:cs typeface="Times New Roman"/>
              </a:rPr>
              <a:t>p</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li</a:t>
            </a:r>
            <a:r>
              <a:rPr sz="1700" u="sng" spc="-5" dirty="0">
                <a:solidFill>
                  <a:srgbClr val="0000FF"/>
                </a:solidFill>
                <a:latin typeface="Times New Roman"/>
                <a:cs typeface="Times New Roman"/>
              </a:rPr>
              <a:t>ne</a:t>
            </a:r>
            <a:r>
              <a:rPr sz="1700" u="sng" spc="-2" dirty="0">
                <a:solidFill>
                  <a:srgbClr val="0000FF"/>
                </a:solidFill>
                <a:latin typeface="Times New Roman"/>
                <a:cs typeface="Times New Roman"/>
              </a:rPr>
              <a:t>-</a:t>
            </a:r>
            <a:r>
              <a:rPr sz="1700" u="sng" spc="-5" dirty="0">
                <a:solidFill>
                  <a:srgbClr val="0000FF"/>
                </a:solidFill>
                <a:latin typeface="Times New Roman"/>
                <a:cs typeface="Times New Roman"/>
              </a:rPr>
              <a:t>h</a:t>
            </a:r>
            <a:r>
              <a:rPr sz="1700" u="sng" spc="-7" dirty="0">
                <a:solidFill>
                  <a:srgbClr val="0000FF"/>
                </a:solidFill>
                <a:latin typeface="Times New Roman"/>
                <a:cs typeface="Times New Roman"/>
              </a:rPr>
              <a:t>a</a:t>
            </a:r>
            <a:r>
              <a:rPr sz="1700" u="sng" spc="-2" dirty="0">
                <a:solidFill>
                  <a:srgbClr val="0000FF"/>
                </a:solidFill>
                <a:latin typeface="Times New Roman"/>
                <a:cs typeface="Times New Roman"/>
              </a:rPr>
              <a:t>z</a:t>
            </a:r>
            <a:r>
              <a:rPr sz="1700" u="sng" spc="-7" dirty="0">
                <a:solidFill>
                  <a:srgbClr val="0000FF"/>
                </a:solidFill>
                <a:latin typeface="Times New Roman"/>
                <a:cs typeface="Times New Roman"/>
              </a:rPr>
              <a:t>a</a:t>
            </a:r>
            <a:r>
              <a:rPr sz="1700" u="sng" dirty="0">
                <a:solidFill>
                  <a:srgbClr val="0000FF"/>
                </a:solidFill>
                <a:latin typeface="Times New Roman"/>
                <a:cs typeface="Times New Roman"/>
              </a:rPr>
              <a:t>rds</a:t>
            </a:r>
            <a:r>
              <a:rPr sz="1700" u="sng" spc="-2" dirty="0">
                <a:solidFill>
                  <a:srgbClr val="0000FF"/>
                </a:solidFill>
                <a:latin typeface="Times New Roman"/>
                <a:cs typeface="Times New Roman"/>
              </a:rPr>
              <a:t>-in</a:t>
            </a:r>
            <a:r>
              <a:rPr sz="1700" u="sng" spc="2" dirty="0">
                <a:solidFill>
                  <a:srgbClr val="0000FF"/>
                </a:solidFill>
                <a:latin typeface="Times New Roman"/>
                <a:cs typeface="Times New Roman"/>
              </a:rPr>
              <a:t>-</a:t>
            </a:r>
            <a:r>
              <a:rPr sz="1700" u="sng" spc="-7" dirty="0">
                <a:solidFill>
                  <a:srgbClr val="0000FF"/>
                </a:solidFill>
                <a:latin typeface="Times New Roman"/>
                <a:cs typeface="Times New Roman"/>
              </a:rPr>
              <a:t>c</a:t>
            </a:r>
            <a:r>
              <a:rPr sz="1700" u="sng" spc="-5" dirty="0">
                <a:solidFill>
                  <a:srgbClr val="0000FF"/>
                </a:solidFill>
                <a:latin typeface="Times New Roman"/>
                <a:cs typeface="Times New Roman"/>
              </a:rPr>
              <a:t>omp</a:t>
            </a:r>
            <a:r>
              <a:rPr sz="1700" u="sng" dirty="0">
                <a:solidFill>
                  <a:srgbClr val="0000FF"/>
                </a:solidFill>
                <a:latin typeface="Times New Roman"/>
                <a:cs typeface="Times New Roman"/>
              </a:rPr>
              <a:t>u</a:t>
            </a:r>
            <a:r>
              <a:rPr sz="1700" u="sng" spc="-2" dirty="0">
                <a:solidFill>
                  <a:srgbClr val="0000FF"/>
                </a:solidFill>
                <a:latin typeface="Times New Roman"/>
                <a:cs typeface="Times New Roman"/>
              </a:rPr>
              <a:t>te</a:t>
            </a:r>
            <a:r>
              <a:rPr sz="1700" u="sng" spc="-5" dirty="0">
                <a:solidFill>
                  <a:srgbClr val="0000FF"/>
                </a:solidFill>
                <a:latin typeface="Times New Roman"/>
                <a:cs typeface="Times New Roman"/>
              </a:rPr>
              <a:t>r</a:t>
            </a:r>
            <a:r>
              <a:rPr sz="1700" u="sng" spc="-2" dirty="0">
                <a:solidFill>
                  <a:srgbClr val="0000FF"/>
                </a:solidFill>
                <a:latin typeface="Times New Roman"/>
                <a:cs typeface="Times New Roman"/>
              </a:rPr>
              <a:t>-</a:t>
            </a:r>
            <a:r>
              <a:rPr sz="1700" u="sng" spc="-7" dirty="0">
                <a:solidFill>
                  <a:srgbClr val="0000FF"/>
                </a:solidFill>
                <a:latin typeface="Times New Roman"/>
                <a:cs typeface="Times New Roman"/>
              </a:rPr>
              <a:t>a</a:t>
            </a:r>
            <a:r>
              <a:rPr sz="1700" u="sng" spc="2" dirty="0">
                <a:solidFill>
                  <a:srgbClr val="0000FF"/>
                </a:solidFill>
                <a:latin typeface="Times New Roman"/>
                <a:cs typeface="Times New Roman"/>
              </a:rPr>
              <a:t>r</a:t>
            </a:r>
            <a:r>
              <a:rPr sz="1700" u="sng" spc="-7" dirty="0">
                <a:solidFill>
                  <a:srgbClr val="0000FF"/>
                </a:solidFill>
                <a:latin typeface="Times New Roman"/>
                <a:cs typeface="Times New Roman"/>
              </a:rPr>
              <a:t>c</a:t>
            </a:r>
            <a:r>
              <a:rPr sz="1700" u="sng" spc="-2" dirty="0">
                <a:solidFill>
                  <a:srgbClr val="0000FF"/>
                </a:solidFill>
                <a:latin typeface="Times New Roman"/>
                <a:cs typeface="Times New Roman"/>
              </a:rPr>
              <a:t>hit</a:t>
            </a:r>
            <a:r>
              <a:rPr sz="1700" u="sng" spc="-7" dirty="0">
                <a:solidFill>
                  <a:srgbClr val="0000FF"/>
                </a:solidFill>
                <a:latin typeface="Times New Roman"/>
                <a:cs typeface="Times New Roman"/>
              </a:rPr>
              <a:t>ec</a:t>
            </a:r>
            <a:r>
              <a:rPr sz="1700" u="sng" spc="-2" dirty="0">
                <a:solidFill>
                  <a:srgbClr val="0000FF"/>
                </a:solidFill>
                <a:latin typeface="Times New Roman"/>
                <a:cs typeface="Times New Roman"/>
              </a:rPr>
              <a:t>tu</a:t>
            </a:r>
            <a:r>
              <a:rPr sz="1700" u="sng" dirty="0">
                <a:solidFill>
                  <a:srgbClr val="0000FF"/>
                </a:solidFill>
                <a:latin typeface="Times New Roman"/>
                <a:cs typeface="Times New Roman"/>
              </a:rPr>
              <a:t>r</a:t>
            </a:r>
            <a:r>
              <a:rPr sz="1700" u="sng" spc="-5" dirty="0">
                <a:solidFill>
                  <a:srgbClr val="0000FF"/>
                </a:solidFill>
                <a:latin typeface="Times New Roman"/>
                <a:cs typeface="Times New Roman"/>
              </a:rPr>
              <a:t>e</a:t>
            </a:r>
            <a:r>
              <a:rPr sz="1700" u="sng" spc="-2" dirty="0">
                <a:solidFill>
                  <a:srgbClr val="0000FF"/>
                </a:solidFill>
                <a:latin typeface="Times New Roman"/>
                <a:cs typeface="Times New Roman"/>
              </a:rPr>
              <a:t>-notes/</a:t>
            </a:r>
            <a:endParaRPr sz="1700" dirty="0">
              <a:latin typeface="Times New Roman"/>
              <a:cs typeface="Times New Roman"/>
            </a:endParaRPr>
          </a:p>
          <a:p>
            <a:endParaRPr sz="1700" dirty="0">
              <a:latin typeface="Times New Roman"/>
              <a:cs typeface="Times New Roman"/>
            </a:endParaRPr>
          </a:p>
          <a:p>
            <a:pPr marL="24435"/>
            <a:r>
              <a:rPr sz="1700" b="1" spc="-2" dirty="0">
                <a:solidFill>
                  <a:srgbClr val="242424"/>
                </a:solidFill>
                <a:latin typeface="Times New Roman"/>
                <a:cs typeface="Times New Roman"/>
              </a:rPr>
              <a:t>Vi</a:t>
            </a:r>
            <a:r>
              <a:rPr sz="1700" b="1" dirty="0">
                <a:solidFill>
                  <a:srgbClr val="242424"/>
                </a:solidFill>
                <a:latin typeface="Times New Roman"/>
                <a:cs typeface="Times New Roman"/>
              </a:rPr>
              <a:t>d</a:t>
            </a:r>
            <a:r>
              <a:rPr sz="1700" b="1" spc="-7" dirty="0">
                <a:solidFill>
                  <a:srgbClr val="242424"/>
                </a:solidFill>
                <a:latin typeface="Times New Roman"/>
                <a:cs typeface="Times New Roman"/>
              </a:rPr>
              <a:t>e</a:t>
            </a:r>
            <a:r>
              <a:rPr sz="1700" b="1" dirty="0">
                <a:solidFill>
                  <a:srgbClr val="242424"/>
                </a:solidFill>
                <a:latin typeface="Times New Roman"/>
                <a:cs typeface="Times New Roman"/>
              </a:rPr>
              <a:t>o </a:t>
            </a:r>
            <a:r>
              <a:rPr sz="1700" b="1" spc="-5" dirty="0">
                <a:solidFill>
                  <a:srgbClr val="242424"/>
                </a:solidFill>
                <a:latin typeface="Times New Roman"/>
                <a:cs typeface="Times New Roman"/>
              </a:rPr>
              <a:t>Li</a:t>
            </a:r>
            <a:r>
              <a:rPr sz="1700" b="1" spc="-2" dirty="0">
                <a:solidFill>
                  <a:srgbClr val="242424"/>
                </a:solidFill>
                <a:latin typeface="Times New Roman"/>
                <a:cs typeface="Times New Roman"/>
              </a:rPr>
              <a:t>n</a:t>
            </a:r>
            <a:r>
              <a:rPr sz="1700" b="1" dirty="0">
                <a:solidFill>
                  <a:srgbClr val="242424"/>
                </a:solidFill>
                <a:latin typeface="Times New Roman"/>
                <a:cs typeface="Times New Roman"/>
              </a:rPr>
              <a:t>k</a:t>
            </a:r>
            <a:r>
              <a:rPr sz="1700" b="1" spc="-2" dirty="0">
                <a:solidFill>
                  <a:srgbClr val="242424"/>
                </a:solidFill>
                <a:latin typeface="Times New Roman"/>
                <a:cs typeface="Times New Roman"/>
              </a:rPr>
              <a:t>s:</a:t>
            </a:r>
            <a:endParaRPr sz="1700" dirty="0">
              <a:latin typeface="Times New Roman"/>
              <a:cs typeface="Times New Roman"/>
            </a:endParaRPr>
          </a:p>
          <a:p>
            <a:pPr>
              <a:spcBef>
                <a:spcPts val="23"/>
              </a:spcBef>
            </a:pPr>
            <a:endParaRPr sz="1700" dirty="0">
              <a:latin typeface="Times New Roman"/>
              <a:cs typeface="Times New Roman"/>
            </a:endParaRPr>
          </a:p>
          <a:p>
            <a:pPr marL="225716" indent="-109651">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/nv0yA</a:t>
            </a:r>
            <a:r>
              <a:rPr sz="1700" u="sng" spc="-12" dirty="0">
                <a:solidFill>
                  <a:srgbClr val="0000FF"/>
                </a:solidFill>
                <a:latin typeface="Times New Roman"/>
                <a:cs typeface="Times New Roman"/>
              </a:rPr>
              <a:t>m</a:t>
            </a:r>
            <a:r>
              <a:rPr sz="1700" u="sng" spc="-5" dirty="0">
                <a:solidFill>
                  <a:srgbClr val="0000FF"/>
                </a:solidFill>
                <a:latin typeface="Times New Roman"/>
                <a:cs typeface="Times New Roman"/>
              </a:rPr>
              <a:t>5gc</a:t>
            </a:r>
            <a:r>
              <a:rPr sz="1700" u="sng" spc="-2" dirty="0">
                <a:solidFill>
                  <a:srgbClr val="0000FF"/>
                </a:solidFill>
                <a:latin typeface="Times New Roman"/>
                <a:cs typeface="Times New Roman"/>
              </a:rPr>
              <a:t>-</a:t>
            </a:r>
            <a:r>
              <a:rPr sz="1700" u="sng" spc="-5" dirty="0">
                <a:solidFill>
                  <a:srgbClr val="0000FF"/>
                </a:solidFill>
                <a:latin typeface="Times New Roman"/>
                <a:cs typeface="Times New Roman"/>
              </a:rPr>
              <a:t>E</a:t>
            </a:r>
            <a:r>
              <a:rPr sz="1700" u="sng" spc="-10" dirty="0">
                <a:solidFill>
                  <a:srgbClr val="0000FF"/>
                </a:solidFill>
                <a:latin typeface="Times New Roman"/>
                <a:cs typeface="Times New Roman"/>
              </a:rPr>
              <a:t>?</a:t>
            </a:r>
            <a:r>
              <a:rPr sz="1700" u="sng" spc="-5" dirty="0">
                <a:solidFill>
                  <a:srgbClr val="0000FF"/>
                </a:solidFill>
                <a:latin typeface="Times New Roman"/>
                <a:cs typeface="Times New Roman"/>
              </a:rPr>
              <a:t>si</a:t>
            </a:r>
            <a:r>
              <a:rPr sz="1700" u="sng" dirty="0">
                <a:solidFill>
                  <a:srgbClr val="0000FF"/>
                </a:solidFill>
                <a:latin typeface="Times New Roman"/>
                <a:cs typeface="Times New Roman"/>
              </a:rPr>
              <a:t>=</a:t>
            </a:r>
            <a:r>
              <a:rPr sz="1700" u="sng" spc="-7" dirty="0">
                <a:solidFill>
                  <a:srgbClr val="0000FF"/>
                </a:solidFill>
                <a:latin typeface="Times New Roman"/>
                <a:cs typeface="Times New Roman"/>
              </a:rPr>
              <a:t>cz</a:t>
            </a:r>
            <a:r>
              <a:rPr sz="1700" u="sng" dirty="0">
                <a:solidFill>
                  <a:srgbClr val="0000FF"/>
                </a:solidFill>
                <a:latin typeface="Times New Roman"/>
                <a:cs typeface="Times New Roman"/>
              </a:rPr>
              <a:t>khP</a:t>
            </a:r>
            <a:r>
              <a:rPr sz="1700" u="sng" spc="-5" dirty="0">
                <a:solidFill>
                  <a:srgbClr val="0000FF"/>
                </a:solidFill>
                <a:latin typeface="Times New Roman"/>
                <a:cs typeface="Times New Roman"/>
              </a:rPr>
              <a:t>g50t</a:t>
            </a:r>
            <a:r>
              <a:rPr sz="1700" u="sng" spc="-2" dirty="0">
                <a:solidFill>
                  <a:srgbClr val="0000FF"/>
                </a:solidFill>
                <a:latin typeface="Times New Roman"/>
                <a:cs typeface="Times New Roman"/>
              </a:rPr>
              <a:t>PVMBUYN</a:t>
            </a:r>
            <a:endParaRPr sz="1700" dirty="0">
              <a:latin typeface="Times New Roman"/>
              <a:cs typeface="Times New Roman"/>
            </a:endParaRPr>
          </a:p>
          <a:p>
            <a:pPr marL="225716" indent="-109651">
              <a:spcBef>
                <a:spcPts val="12"/>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/R</a:t>
            </a:r>
            <a:r>
              <a:rPr sz="1700" u="sng" spc="-7" dirty="0">
                <a:solidFill>
                  <a:srgbClr val="0000FF"/>
                </a:solidFill>
                <a:latin typeface="Times New Roman"/>
                <a:cs typeface="Times New Roman"/>
              </a:rPr>
              <a:t>q</a:t>
            </a:r>
            <a:r>
              <a:rPr sz="1700" u="sng" spc="-5" dirty="0">
                <a:solidFill>
                  <a:srgbClr val="0000FF"/>
                </a:solidFill>
                <a:latin typeface="Times New Roman"/>
                <a:cs typeface="Times New Roman"/>
              </a:rPr>
              <a:t>l_N</a:t>
            </a:r>
            <a:r>
              <a:rPr sz="1700" u="sng" spc="-10" dirty="0">
                <a:solidFill>
                  <a:srgbClr val="0000FF"/>
                </a:solidFill>
                <a:latin typeface="Times New Roman"/>
                <a:cs typeface="Times New Roman"/>
              </a:rPr>
              <a:t>C</a:t>
            </a:r>
            <a:r>
              <a:rPr sz="1700" u="sng" dirty="0">
                <a:solidFill>
                  <a:srgbClr val="0000FF"/>
                </a:solidFill>
                <a:latin typeface="Times New Roman"/>
                <a:cs typeface="Times New Roman"/>
              </a:rPr>
              <a:t>oYqsM</a:t>
            </a:r>
            <a:r>
              <a:rPr sz="1700" u="sng" spc="-5" dirty="0">
                <a:solidFill>
                  <a:srgbClr val="0000FF"/>
                </a:solidFill>
                <a:latin typeface="Times New Roman"/>
                <a:cs typeface="Times New Roman"/>
              </a:rPr>
              <a:t>?</a:t>
            </a:r>
            <a:r>
              <a:rPr sz="1700" u="sng" spc="-2" dirty="0">
                <a:solidFill>
                  <a:srgbClr val="0000FF"/>
                </a:solidFill>
                <a:latin typeface="Times New Roman"/>
                <a:cs typeface="Times New Roman"/>
              </a:rPr>
              <a:t>si=9</a:t>
            </a:r>
            <a:r>
              <a:rPr sz="1700" u="sng" spc="-5" dirty="0">
                <a:solidFill>
                  <a:srgbClr val="0000FF"/>
                </a:solidFill>
                <a:latin typeface="Times New Roman"/>
                <a:cs typeface="Times New Roman"/>
              </a:rPr>
              <a:t>F</a:t>
            </a:r>
            <a:r>
              <a:rPr sz="1700" u="sng" spc="2" dirty="0">
                <a:solidFill>
                  <a:srgbClr val="0000FF"/>
                </a:solidFill>
                <a:latin typeface="Times New Roman"/>
                <a:cs typeface="Times New Roman"/>
              </a:rPr>
              <a:t>H</a:t>
            </a:r>
            <a:r>
              <a:rPr sz="1700" u="sng" spc="-7" dirty="0">
                <a:solidFill>
                  <a:srgbClr val="0000FF"/>
                </a:solidFill>
                <a:latin typeface="Times New Roman"/>
                <a:cs typeface="Times New Roman"/>
              </a:rPr>
              <a:t>z</a:t>
            </a:r>
            <a:r>
              <a:rPr sz="1700" u="sng" spc="-2" dirty="0">
                <a:solidFill>
                  <a:srgbClr val="0000FF"/>
                </a:solidFill>
                <a:latin typeface="Times New Roman"/>
                <a:cs typeface="Times New Roman"/>
              </a:rPr>
              <a:t>U0Y</a:t>
            </a:r>
            <a:r>
              <a:rPr sz="1700" u="sng" dirty="0">
                <a:solidFill>
                  <a:srgbClr val="0000FF"/>
                </a:solidFill>
                <a:latin typeface="Times New Roman"/>
                <a:cs typeface="Times New Roman"/>
              </a:rPr>
              <a:t>y</a:t>
            </a:r>
            <a:r>
              <a:rPr sz="1700" u="sng" spc="2" dirty="0">
                <a:solidFill>
                  <a:srgbClr val="0000FF"/>
                </a:solidFill>
                <a:latin typeface="Times New Roman"/>
                <a:cs typeface="Times New Roman"/>
              </a:rPr>
              <a:t>D</a:t>
            </a:r>
            <a:r>
              <a:rPr sz="1700" u="sng" spc="-2" dirty="0">
                <a:solidFill>
                  <a:srgbClr val="0000FF"/>
                </a:solidFill>
                <a:latin typeface="Times New Roman"/>
                <a:cs typeface="Times New Roman"/>
              </a:rPr>
              <a:t>YE</a:t>
            </a:r>
            <a:r>
              <a:rPr sz="1700" u="sng" spc="-5" dirty="0">
                <a:solidFill>
                  <a:srgbClr val="0000FF"/>
                </a:solidFill>
                <a:latin typeface="Times New Roman"/>
                <a:cs typeface="Times New Roman"/>
              </a:rPr>
              <a:t>Rd1</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X</a:t>
            </a:r>
            <a:endParaRPr sz="1700" dirty="0">
              <a:latin typeface="Times New Roman"/>
              <a:cs typeface="Times New Roman"/>
            </a:endParaRPr>
          </a:p>
          <a:p>
            <a:pPr marL="225716" indent="-109651">
              <a:spcBef>
                <a:spcPts val="12"/>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/z4y</a:t>
            </a:r>
            <a:r>
              <a:rPr sz="1700" u="sng" spc="-10" dirty="0">
                <a:solidFill>
                  <a:srgbClr val="0000FF"/>
                </a:solidFill>
                <a:latin typeface="Times New Roman"/>
                <a:cs typeface="Times New Roman"/>
              </a:rPr>
              <a:t>c</a:t>
            </a:r>
            <a:r>
              <a:rPr sz="1700" u="sng" dirty="0">
                <a:solidFill>
                  <a:srgbClr val="0000FF"/>
                </a:solidFill>
                <a:latin typeface="Times New Roman"/>
                <a:cs typeface="Times New Roman"/>
              </a:rPr>
              <a:t>nU</a:t>
            </a:r>
            <a:r>
              <a:rPr sz="1700" u="sng" spc="-5" dirty="0">
                <a:solidFill>
                  <a:srgbClr val="0000FF"/>
                </a:solidFill>
                <a:latin typeface="Times New Roman"/>
                <a:cs typeface="Times New Roman"/>
              </a:rPr>
              <a:t>z5tNE</a:t>
            </a:r>
            <a:r>
              <a:rPr sz="1700" u="sng" spc="-10" dirty="0">
                <a:solidFill>
                  <a:srgbClr val="0000FF"/>
                </a:solidFill>
                <a:latin typeface="Times New Roman"/>
                <a:cs typeface="Times New Roman"/>
              </a:rPr>
              <a:t>?</a:t>
            </a:r>
            <a:r>
              <a:rPr sz="1700" u="sng" spc="-7" dirty="0">
                <a:solidFill>
                  <a:srgbClr val="0000FF"/>
                </a:solidFill>
                <a:latin typeface="Times New Roman"/>
                <a:cs typeface="Times New Roman"/>
              </a:rPr>
              <a:t>si=nmu</a:t>
            </a:r>
            <a:r>
              <a:rPr sz="1700" u="sng" spc="-5" dirty="0">
                <a:solidFill>
                  <a:srgbClr val="0000FF"/>
                </a:solidFill>
                <a:latin typeface="Times New Roman"/>
                <a:cs typeface="Times New Roman"/>
              </a:rPr>
              <a:t>mR</a:t>
            </a:r>
            <a:r>
              <a:rPr sz="1700" u="sng" dirty="0">
                <a:solidFill>
                  <a:srgbClr val="0000FF"/>
                </a:solidFill>
                <a:latin typeface="Times New Roman"/>
                <a:cs typeface="Times New Roman"/>
              </a:rPr>
              <a:t>_QokgM4tK2n</a:t>
            </a:r>
            <a:endParaRPr sz="1700" dirty="0">
              <a:latin typeface="Times New Roman"/>
              <a:cs typeface="Times New Roman"/>
            </a:endParaRPr>
          </a:p>
          <a:p>
            <a:pPr marL="225716" indent="-109651">
              <a:spcBef>
                <a:spcPts val="12"/>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/srlgaJg</a:t>
            </a:r>
            <a:r>
              <a:rPr sz="1700" u="sng" spc="-10" dirty="0">
                <a:solidFill>
                  <a:srgbClr val="0000FF"/>
                </a:solidFill>
                <a:latin typeface="Times New Roman"/>
                <a:cs typeface="Times New Roman"/>
              </a:rPr>
              <a:t>a</a:t>
            </a:r>
            <a:r>
              <a:rPr sz="1700" u="sng" spc="-5" dirty="0">
                <a:solidFill>
                  <a:srgbClr val="0000FF"/>
                </a:solidFill>
                <a:latin typeface="Times New Roman"/>
                <a:cs typeface="Times New Roman"/>
              </a:rPr>
              <a:t>xRE</a:t>
            </a:r>
            <a:r>
              <a:rPr sz="1700" u="sng" spc="-10" dirty="0">
                <a:solidFill>
                  <a:srgbClr val="0000FF"/>
                </a:solidFill>
                <a:latin typeface="Times New Roman"/>
                <a:cs typeface="Times New Roman"/>
              </a:rPr>
              <a:t>?</a:t>
            </a:r>
            <a:r>
              <a:rPr sz="1700" u="sng" spc="-7" dirty="0">
                <a:solidFill>
                  <a:srgbClr val="0000FF"/>
                </a:solidFill>
                <a:latin typeface="Times New Roman"/>
                <a:cs typeface="Times New Roman"/>
              </a:rPr>
              <a:t>si=BYz</a:t>
            </a:r>
            <a:r>
              <a:rPr sz="1700" u="sng" spc="-2" dirty="0">
                <a:solidFill>
                  <a:srgbClr val="0000FF"/>
                </a:solidFill>
                <a:latin typeface="Times New Roman"/>
                <a:cs typeface="Times New Roman"/>
              </a:rPr>
              <a:t>DL</a:t>
            </a:r>
            <a:r>
              <a:rPr sz="1700" u="sng" dirty="0">
                <a:solidFill>
                  <a:srgbClr val="0000FF"/>
                </a:solidFill>
                <a:latin typeface="Times New Roman"/>
                <a:cs typeface="Times New Roman"/>
              </a:rPr>
              <a:t>8Jvgr</a:t>
            </a:r>
            <a:r>
              <a:rPr sz="1700" u="sng" spc="-5" dirty="0">
                <a:solidFill>
                  <a:srgbClr val="0000FF"/>
                </a:solidFill>
                <a:latin typeface="Times New Roman"/>
                <a:cs typeface="Times New Roman"/>
              </a:rPr>
              <a:t>r</a:t>
            </a:r>
            <a:r>
              <a:rPr sz="1700" u="sng" spc="5" dirty="0">
                <a:solidFill>
                  <a:srgbClr val="0000FF"/>
                </a:solidFill>
                <a:latin typeface="Times New Roman"/>
                <a:cs typeface="Times New Roman"/>
              </a:rPr>
              <a:t>n</a:t>
            </a:r>
            <a:r>
              <a:rPr sz="1700" u="sng" spc="-7" dirty="0">
                <a:solidFill>
                  <a:srgbClr val="0000FF"/>
                </a:solidFill>
                <a:latin typeface="Times New Roman"/>
                <a:cs typeface="Times New Roman"/>
              </a:rPr>
              <a:t>AlIW</a:t>
            </a:r>
            <a:endParaRPr sz="1700" dirty="0">
              <a:latin typeface="Times New Roman"/>
              <a:cs typeface="Times New Roman"/>
            </a:endParaRPr>
          </a:p>
          <a:p>
            <a:pPr marL="225716" indent="-109651">
              <a:spcBef>
                <a:spcPts val="12"/>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/qn7z</a:t>
            </a:r>
            <a:r>
              <a:rPr sz="1700" u="sng" spc="-7" dirty="0">
                <a:solidFill>
                  <a:srgbClr val="0000FF"/>
                </a:solidFill>
                <a:latin typeface="Times New Roman"/>
                <a:cs typeface="Times New Roman"/>
              </a:rPr>
              <a:t>f</a:t>
            </a:r>
            <a:r>
              <a:rPr sz="1700" u="sng" dirty="0">
                <a:solidFill>
                  <a:srgbClr val="0000FF"/>
                </a:solidFill>
                <a:latin typeface="Times New Roman"/>
                <a:cs typeface="Times New Roman"/>
              </a:rPr>
              <a:t>_OSLsk?si</a:t>
            </a:r>
            <a:r>
              <a:rPr sz="1700" u="sng" spc="-2" dirty="0">
                <a:solidFill>
                  <a:srgbClr val="0000FF"/>
                </a:solidFill>
                <a:latin typeface="Times New Roman"/>
                <a:cs typeface="Times New Roman"/>
              </a:rPr>
              <a:t>=</a:t>
            </a:r>
            <a:r>
              <a:rPr sz="1700" u="sng" spc="-5" dirty="0">
                <a:solidFill>
                  <a:srgbClr val="0000FF"/>
                </a:solidFill>
                <a:latin typeface="Times New Roman"/>
                <a:cs typeface="Times New Roman"/>
              </a:rPr>
              <a:t>2j0_n</a:t>
            </a:r>
            <a:r>
              <a:rPr sz="1700" u="sng" spc="-2" dirty="0">
                <a:solidFill>
                  <a:srgbClr val="0000FF"/>
                </a:solidFill>
                <a:latin typeface="Times New Roman"/>
                <a:cs typeface="Times New Roman"/>
              </a:rPr>
              <a:t>B</a:t>
            </a:r>
            <a:r>
              <a:rPr sz="1700" u="sng" spc="-5" dirty="0">
                <a:solidFill>
                  <a:srgbClr val="0000FF"/>
                </a:solidFill>
                <a:latin typeface="Times New Roman"/>
                <a:cs typeface="Times New Roman"/>
              </a:rPr>
              <a:t>EMjvjE</a:t>
            </a:r>
            <a:r>
              <a:rPr sz="1700" u="sng" spc="-10" dirty="0">
                <a:solidFill>
                  <a:srgbClr val="0000FF"/>
                </a:solidFill>
                <a:latin typeface="Times New Roman"/>
                <a:cs typeface="Times New Roman"/>
              </a:rPr>
              <a:t>i</a:t>
            </a:r>
            <a:r>
              <a:rPr sz="1700" u="sng" dirty="0">
                <a:solidFill>
                  <a:srgbClr val="0000FF"/>
                </a:solidFill>
                <a:latin typeface="Times New Roman"/>
                <a:cs typeface="Times New Roman"/>
              </a:rPr>
              <a:t>xK2</a:t>
            </a:r>
            <a:endParaRPr sz="1700" dirty="0">
              <a:latin typeface="Times New Roman"/>
              <a:cs typeface="Times New Roman"/>
            </a:endParaRPr>
          </a:p>
          <a:p>
            <a:pPr marL="225716" indent="-109651">
              <a:spcBef>
                <a:spcPts val="17"/>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/h0</a:t>
            </a:r>
            <a:r>
              <a:rPr sz="1700" u="sng" spc="-10" dirty="0">
                <a:solidFill>
                  <a:srgbClr val="0000FF"/>
                </a:solidFill>
                <a:latin typeface="Times New Roman"/>
                <a:cs typeface="Times New Roman"/>
              </a:rPr>
              <a:t>I</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nt</a:t>
            </a:r>
            <a:r>
              <a:rPr sz="1700" u="sng" spc="5" dirty="0">
                <a:solidFill>
                  <a:srgbClr val="0000FF"/>
                </a:solidFill>
                <a:latin typeface="Times New Roman"/>
                <a:cs typeface="Times New Roman"/>
              </a:rPr>
              <a:t>w</a:t>
            </a:r>
            <a:r>
              <a:rPr sz="1700" u="sng" spc="-5" dirty="0">
                <a:solidFill>
                  <a:srgbClr val="0000FF"/>
                </a:solidFill>
                <a:latin typeface="Times New Roman"/>
                <a:cs typeface="Times New Roman"/>
              </a:rPr>
              <a:t>mZLU</a:t>
            </a:r>
            <a:r>
              <a:rPr sz="1700" u="sng" spc="-10" dirty="0">
                <a:solidFill>
                  <a:srgbClr val="0000FF"/>
                </a:solidFill>
                <a:latin typeface="Times New Roman"/>
                <a:cs typeface="Times New Roman"/>
              </a:rPr>
              <a:t>?</a:t>
            </a:r>
            <a:r>
              <a:rPr sz="1700" u="sng" spc="-2" dirty="0">
                <a:solidFill>
                  <a:srgbClr val="0000FF"/>
                </a:solidFill>
                <a:latin typeface="Times New Roman"/>
                <a:cs typeface="Times New Roman"/>
              </a:rPr>
              <a:t>si=8uD</a:t>
            </a:r>
            <a:r>
              <a:rPr sz="1700" u="sng" dirty="0">
                <a:solidFill>
                  <a:srgbClr val="0000FF"/>
                </a:solidFill>
                <a:latin typeface="Times New Roman"/>
                <a:cs typeface="Times New Roman"/>
              </a:rPr>
              <a:t>p8Y1p9</a:t>
            </a:r>
            <a:r>
              <a:rPr sz="1700" u="sng" spc="2" dirty="0">
                <a:solidFill>
                  <a:srgbClr val="0000FF"/>
                </a:solidFill>
                <a:latin typeface="Times New Roman"/>
                <a:cs typeface="Times New Roman"/>
              </a:rPr>
              <a:t>p</a:t>
            </a:r>
            <a:r>
              <a:rPr sz="1700" u="sng" dirty="0">
                <a:solidFill>
                  <a:srgbClr val="0000FF"/>
                </a:solidFill>
                <a:latin typeface="Times New Roman"/>
                <a:cs typeface="Times New Roman"/>
              </a:rPr>
              <a:t>o4o1yn</a:t>
            </a:r>
            <a:endParaRPr sz="1700" dirty="0">
              <a:latin typeface="Times New Roman"/>
              <a:cs typeface="Times New Roman"/>
            </a:endParaRPr>
          </a:p>
        </p:txBody>
      </p:sp>
    </p:spTree>
    <p:extLst>
      <p:ext uri="{BB962C8B-B14F-4D97-AF65-F5344CB8AC3E}">
        <p14:creationId xmlns:p14="http://schemas.microsoft.com/office/powerpoint/2010/main" val="420393027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53</TotalTime>
  <Words>1654</Words>
  <Application>Microsoft Office PowerPoint</Application>
  <PresentationFormat>On-screen Show (16:9)</PresentationFormat>
  <Paragraphs>170</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Symbol</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Shikha Atwal</cp:lastModifiedBy>
  <cp:revision>3</cp:revision>
  <dcterms:created xsi:type="dcterms:W3CDTF">2024-12-26T11:05:19Z</dcterms:created>
  <dcterms:modified xsi:type="dcterms:W3CDTF">2024-12-27T07:31:19Z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2024-12-26T00:00:00Z</vt:filetime>
  </property>
  <property fmtid="{D5CDD505-2E9C-101B-9397-08002B2CF9AE}" pid="3" name="LastSaved">
    <vt:filetime>2024-12-26T00:00:00Z</vt:filetime>
  </property>
</Properties>
</file>