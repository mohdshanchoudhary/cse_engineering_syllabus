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jpg" ContentType="image/jpg"/>
  <Override PartName="/ppt/media/image7.jpg" ContentType="image/jpg"/>
  <Override PartName="/ppt/media/image8.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10"/>
  </p:notesMasterIdLst>
  <p:sldIdLst>
    <p:sldId id="269" r:id="rId2"/>
    <p:sldId id="500" r:id="rId3"/>
    <p:sldId id="506" r:id="rId4"/>
    <p:sldId id="507" r:id="rId5"/>
    <p:sldId id="501" r:id="rId6"/>
    <p:sldId id="508" r:id="rId7"/>
    <p:sldId id="503" r:id="rId8"/>
    <p:sldId id="509" r:id="rId9"/>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586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784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07779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90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5319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5616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24331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36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12/27/2024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44695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771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30700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27274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12/27/2024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94970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hyperlink" Target="https://youtu.be/1fZP47jjrv8?si=JBwtI8FZKLW6PM_P" TargetMode="External"/><Relationship Id="rId3" Type="http://schemas.openxmlformats.org/officeDocument/2006/relationships/image" Target="../media/image3.png"/><Relationship Id="rId7" Type="http://schemas.openxmlformats.org/officeDocument/2006/relationships/hyperlink" Target="http://www.techopedia.com/definition/4617/non-uniform-memory-access-numa"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www.tutorialspoint.com/difference-between-uma-and-numa" TargetMode="External"/><Relationship Id="rId11" Type="http://schemas.openxmlformats.org/officeDocument/2006/relationships/hyperlink" Target="https://youtu.be/OajrtK74COs?si=sw9izfCUpNW7Q8L0" TargetMode="External"/><Relationship Id="rId5" Type="http://schemas.openxmlformats.org/officeDocument/2006/relationships/image" Target="../media/image5.png"/><Relationship Id="rId10" Type="http://schemas.openxmlformats.org/officeDocument/2006/relationships/hyperlink" Target="https://youtu.be/gCOEunP5kjs?si=fP-15bbat0-kxNKP" TargetMode="External"/><Relationship Id="rId4" Type="http://schemas.openxmlformats.org/officeDocument/2006/relationships/image" Target="../media/image4.png"/><Relationship Id="rId9" Type="http://schemas.openxmlformats.org/officeDocument/2006/relationships/hyperlink" Target="https://youtu.be/uegCWqMyvuk?si=tOfZbb0laMHWPfN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32292-2CB5-90B5-0531-DF38DE64E1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593097-0A98-17BE-3218-46F8B2713F5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F264286-A000-2B1E-BD4F-6B813D4D32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83FCAD7-0F8F-03B0-228B-EF27956EB66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674C41C-3869-4039-5DAE-E648FD2965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66800" y="918285"/>
            <a:ext cx="7010400" cy="3400931"/>
          </a:xfrm>
          <a:prstGeom prst="rect">
            <a:avLst/>
          </a:prstGeom>
        </p:spPr>
        <p:txBody>
          <a:bodyPr vert="horz" wrap="square" lIns="0" tIns="0" rIns="0" bIns="0" rtlCol="0">
            <a:spAutoFit/>
          </a:bodyPr>
          <a:lstStyle/>
          <a:p>
            <a:pPr marL="6109" marR="248624" algn="ctr"/>
            <a:r>
              <a:rPr sz="1700" b="1" spc="-2" dirty="0">
                <a:solidFill>
                  <a:srgbClr val="252525"/>
                </a:solidFill>
                <a:latin typeface="Times New Roman"/>
                <a:cs typeface="Times New Roman"/>
              </a:rPr>
              <a:t>UN</a:t>
            </a:r>
            <a:r>
              <a:rPr sz="1700" b="1" spc="-7" dirty="0">
                <a:solidFill>
                  <a:srgbClr val="252525"/>
                </a:solidFill>
                <a:latin typeface="Times New Roman"/>
                <a:cs typeface="Times New Roman"/>
              </a:rPr>
              <a:t>IFORM</a:t>
            </a:r>
            <a:r>
              <a:rPr sz="1700" b="1" spc="-2" dirty="0">
                <a:solidFill>
                  <a:srgbClr val="252525"/>
                </a:solidFill>
                <a:latin typeface="Times New Roman"/>
                <a:cs typeface="Times New Roman"/>
              </a:rPr>
              <a:t> </a:t>
            </a:r>
            <a:r>
              <a:rPr sz="1700" b="1" spc="-10" dirty="0">
                <a:solidFill>
                  <a:srgbClr val="252525"/>
                </a:solidFill>
                <a:latin typeface="Times New Roman"/>
                <a:cs typeface="Times New Roman"/>
              </a:rPr>
              <a:t>M</a:t>
            </a:r>
            <a:r>
              <a:rPr sz="1700" b="1" spc="-5" dirty="0">
                <a:solidFill>
                  <a:srgbClr val="252525"/>
                </a:solidFill>
                <a:latin typeface="Times New Roman"/>
                <a:cs typeface="Times New Roman"/>
              </a:rPr>
              <a:t>E</a:t>
            </a:r>
            <a:r>
              <a:rPr sz="1700" b="1" spc="-10" dirty="0">
                <a:solidFill>
                  <a:srgbClr val="252525"/>
                </a:solidFill>
                <a:latin typeface="Times New Roman"/>
                <a:cs typeface="Times New Roman"/>
              </a:rPr>
              <a:t>M</a:t>
            </a:r>
            <a:r>
              <a:rPr sz="1700" b="1" dirty="0">
                <a:solidFill>
                  <a:srgbClr val="252525"/>
                </a:solidFill>
                <a:latin typeface="Times New Roman"/>
                <a:cs typeface="Times New Roman"/>
              </a:rPr>
              <a:t>O</a:t>
            </a:r>
            <a:r>
              <a:rPr sz="1700" b="1" spc="5" dirty="0">
                <a:solidFill>
                  <a:srgbClr val="252525"/>
                </a:solidFill>
                <a:latin typeface="Times New Roman"/>
                <a:cs typeface="Times New Roman"/>
              </a:rPr>
              <a:t>R</a:t>
            </a:r>
            <a:r>
              <a:rPr sz="1700" b="1" dirty="0">
                <a:solidFill>
                  <a:srgbClr val="252525"/>
                </a:solidFill>
                <a:latin typeface="Times New Roman"/>
                <a:cs typeface="Times New Roman"/>
              </a:rPr>
              <a:t>Y</a:t>
            </a:r>
            <a:r>
              <a:rPr sz="1700" b="1" spc="2" dirty="0">
                <a:solidFill>
                  <a:srgbClr val="252525"/>
                </a:solidFill>
                <a:latin typeface="Times New Roman"/>
                <a:cs typeface="Times New Roman"/>
              </a:rPr>
              <a:t> </a:t>
            </a:r>
            <a:r>
              <a:rPr sz="1700" b="1" spc="-2" dirty="0">
                <a:solidFill>
                  <a:srgbClr val="252525"/>
                </a:solidFill>
                <a:latin typeface="Times New Roman"/>
                <a:cs typeface="Times New Roman"/>
              </a:rPr>
              <a:t>ACCE</a:t>
            </a:r>
            <a:r>
              <a:rPr sz="1700" b="1" dirty="0">
                <a:solidFill>
                  <a:srgbClr val="252525"/>
                </a:solidFill>
                <a:latin typeface="Times New Roman"/>
                <a:cs typeface="Times New Roman"/>
              </a:rPr>
              <a:t>SS (</a:t>
            </a:r>
            <a:r>
              <a:rPr sz="1700" b="1" spc="-5" dirty="0">
                <a:solidFill>
                  <a:srgbClr val="252525"/>
                </a:solidFill>
                <a:latin typeface="Times New Roman"/>
                <a:cs typeface="Times New Roman"/>
              </a:rPr>
              <a:t>U</a:t>
            </a:r>
            <a:r>
              <a:rPr sz="1700" b="1" spc="-10" dirty="0">
                <a:solidFill>
                  <a:srgbClr val="252525"/>
                </a:solidFill>
                <a:latin typeface="Times New Roman"/>
                <a:cs typeface="Times New Roman"/>
              </a:rPr>
              <a:t>M</a:t>
            </a:r>
            <a:r>
              <a:rPr sz="1700" b="1" spc="-2" dirty="0">
                <a:solidFill>
                  <a:srgbClr val="252525"/>
                </a:solidFill>
                <a:latin typeface="Times New Roman"/>
                <a:cs typeface="Times New Roman"/>
              </a:rPr>
              <a:t>A)</a:t>
            </a:r>
            <a:endParaRPr sz="1700" dirty="0">
              <a:latin typeface="Times New Roman"/>
              <a:cs typeface="Times New Roman"/>
            </a:endParaRPr>
          </a:p>
          <a:p>
            <a:pPr marL="6109" marR="2443" algn="just">
              <a:spcBef>
                <a:spcPts val="17"/>
              </a:spcBef>
            </a:pPr>
            <a:endParaRPr lang="en-US" sz="1700" spc="-2" dirty="0">
              <a:solidFill>
                <a:srgbClr val="252525"/>
              </a:solidFill>
              <a:latin typeface="Times New Roman"/>
              <a:cs typeface="Times New Roman"/>
            </a:endParaRPr>
          </a:p>
          <a:p>
            <a:pPr marL="291859" marR="2443" indent="-285750" algn="just">
              <a:spcBef>
                <a:spcPts val="17"/>
              </a:spcBef>
              <a:buFont typeface="Arial" panose="020B0604020202020204" pitchFamily="34" charset="0"/>
              <a:buChar char="•"/>
            </a:pPr>
            <a:r>
              <a:rPr sz="1700" spc="-5" dirty="0">
                <a:solidFill>
                  <a:srgbClr val="252525"/>
                </a:solidFill>
                <a:latin typeface="Times New Roman"/>
                <a:cs typeface="Times New Roman"/>
              </a:rPr>
              <a:t>U</a:t>
            </a:r>
            <a:r>
              <a:rPr sz="1700" spc="-2" dirty="0">
                <a:solidFill>
                  <a:srgbClr val="252525"/>
                </a:solidFill>
                <a:latin typeface="Times New Roman"/>
                <a:cs typeface="Times New Roman"/>
              </a:rPr>
              <a:t>MA</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24"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19" dirty="0">
                <a:solidFill>
                  <a:srgbClr val="252525"/>
                </a:solidFill>
                <a:latin typeface="Times New Roman"/>
                <a:cs typeface="Times New Roman"/>
              </a:rPr>
              <a:t> </a:t>
            </a:r>
            <a:r>
              <a:rPr sz="1700" spc="-2" dirty="0">
                <a:solidFill>
                  <a:srgbClr val="252525"/>
                </a:solidFill>
                <a:latin typeface="Times New Roman"/>
                <a:cs typeface="Times New Roman"/>
              </a:rPr>
              <a:t>sh</a:t>
            </a:r>
            <a:r>
              <a:rPr sz="1700" spc="2"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dirty="0">
                <a:solidFill>
                  <a:srgbClr val="252525"/>
                </a:solidFill>
                <a:latin typeface="Times New Roman"/>
                <a:cs typeface="Times New Roman"/>
              </a:rPr>
              <a:t>d</a:t>
            </a:r>
            <a:r>
              <a:rPr sz="1700" spc="22" dirty="0">
                <a:solidFill>
                  <a:srgbClr val="252525"/>
                </a:solidFill>
                <a:latin typeface="Times New Roman"/>
                <a:cs typeface="Times New Roman"/>
              </a:rPr>
              <a:t> </a:t>
            </a:r>
            <a:r>
              <a:rPr sz="1700" spc="-5" dirty="0">
                <a:solidFill>
                  <a:srgbClr val="252525"/>
                </a:solidFill>
                <a:latin typeface="Times New Roman"/>
                <a:cs typeface="Times New Roman"/>
              </a:rPr>
              <a:t>me</a:t>
            </a:r>
            <a:r>
              <a:rPr sz="1700" dirty="0">
                <a:solidFill>
                  <a:srgbClr val="252525"/>
                </a:solidFill>
                <a:latin typeface="Times New Roman"/>
                <a:cs typeface="Times New Roman"/>
              </a:rPr>
              <a:t>mory</a:t>
            </a:r>
            <a:r>
              <a:rPr sz="1700" spc="19"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c</a:t>
            </a:r>
            <a:r>
              <a:rPr sz="1700" spc="-2" dirty="0">
                <a:solidFill>
                  <a:srgbClr val="252525"/>
                </a:solidFill>
                <a:latin typeface="Times New Roman"/>
                <a:cs typeface="Times New Roman"/>
              </a:rPr>
              <a:t>hite</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ture</a:t>
            </a:r>
            <a:r>
              <a:rPr sz="1700" spc="19" dirty="0">
                <a:solidFill>
                  <a:srgbClr val="252525"/>
                </a:solidFill>
                <a:latin typeface="Times New Roman"/>
                <a:cs typeface="Times New Roman"/>
              </a:rPr>
              <a:t> </a:t>
            </a:r>
            <a:r>
              <a:rPr sz="1700" dirty="0">
                <a:solidFill>
                  <a:srgbClr val="252525"/>
                </a:solidFill>
                <a:latin typeface="Times New Roman"/>
                <a:cs typeface="Times New Roman"/>
              </a:rPr>
              <a:t>u</a:t>
            </a:r>
            <a:r>
              <a:rPr sz="1700" spc="5" dirty="0">
                <a:solidFill>
                  <a:srgbClr val="252525"/>
                </a:solidFill>
                <a:latin typeface="Times New Roman"/>
                <a:cs typeface="Times New Roman"/>
              </a:rPr>
              <a:t>s</a:t>
            </a:r>
            <a:r>
              <a:rPr sz="1700" spc="-7" dirty="0">
                <a:solidFill>
                  <a:srgbClr val="252525"/>
                </a:solidFill>
                <a:latin typeface="Times New Roman"/>
                <a:cs typeface="Times New Roman"/>
              </a:rPr>
              <a:t>e</a:t>
            </a:r>
            <a:r>
              <a:rPr sz="1700" dirty="0">
                <a:solidFill>
                  <a:srgbClr val="252525"/>
                </a:solidFill>
                <a:latin typeface="Times New Roman"/>
                <a:cs typeface="Times New Roman"/>
              </a:rPr>
              <a:t>d</a:t>
            </a:r>
            <a:r>
              <a:rPr sz="1700" spc="22" dirty="0">
                <a:solidFill>
                  <a:srgbClr val="252525"/>
                </a:solidFill>
                <a:latin typeface="Times New Roman"/>
                <a:cs typeface="Times New Roman"/>
              </a:rPr>
              <a:t> </a:t>
            </a:r>
            <a:r>
              <a:rPr sz="1700" spc="-2" dirty="0">
                <a:solidFill>
                  <a:srgbClr val="252525"/>
                </a:solidFill>
                <a:latin typeface="Times New Roman"/>
                <a:cs typeface="Times New Roman"/>
              </a:rPr>
              <a:t>in</a:t>
            </a:r>
            <a:r>
              <a:rPr sz="1700" spc="22"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ll</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l</a:t>
            </a:r>
            <a:r>
              <a:rPr sz="1700" spc="22"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omput</a:t>
            </a:r>
            <a:r>
              <a:rPr sz="1700" spc="-2" dirty="0">
                <a:solidFill>
                  <a:srgbClr val="252525"/>
                </a:solidFill>
                <a:latin typeface="Times New Roman"/>
                <a:cs typeface="Times New Roman"/>
              </a:rPr>
              <a:t>e</a:t>
            </a:r>
            <a:r>
              <a:rPr sz="1700" dirty="0">
                <a:solidFill>
                  <a:srgbClr val="252525"/>
                </a:solidFill>
                <a:latin typeface="Times New Roman"/>
                <a:cs typeface="Times New Roman"/>
              </a:rPr>
              <a:t>rs.</a:t>
            </a:r>
            <a:endParaRPr lang="en-US" sz="1700" dirty="0">
              <a:solidFill>
                <a:srgbClr val="252525"/>
              </a:solidFill>
              <a:latin typeface="Times New Roman"/>
              <a:cs typeface="Times New Roman"/>
            </a:endParaRPr>
          </a:p>
          <a:p>
            <a:pPr marL="291859" marR="2443" indent="-285750" algn="just">
              <a:spcBef>
                <a:spcPts val="17"/>
              </a:spcBef>
              <a:buFont typeface="Arial" panose="020B0604020202020204" pitchFamily="34" charset="0"/>
              <a:buChar char="•"/>
            </a:pPr>
            <a:endParaRPr lang="en-US" sz="1700" spc="-7" dirty="0">
              <a:solidFill>
                <a:srgbClr val="252525"/>
              </a:solidFill>
              <a:latin typeface="Times New Roman"/>
              <a:cs typeface="Times New Roman"/>
            </a:endParaRPr>
          </a:p>
          <a:p>
            <a:pPr marL="291859" marR="2443" indent="-285750" algn="just">
              <a:spcBef>
                <a:spcPts val="17"/>
              </a:spcBef>
              <a:buFont typeface="Arial" panose="020B0604020202020204" pitchFamily="34" charset="0"/>
              <a:buChar char="•"/>
            </a:pPr>
            <a:r>
              <a:rPr sz="1700" spc="-7" dirty="0">
                <a:solidFill>
                  <a:srgbClr val="252525"/>
                </a:solidFill>
                <a:latin typeface="Times New Roman"/>
                <a:cs typeface="Times New Roman"/>
              </a:rPr>
              <a:t>Al</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 </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pro</a:t>
            </a:r>
            <a:r>
              <a:rPr sz="1700" spc="-10"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ssor</a:t>
            </a:r>
            <a:r>
              <a:rPr sz="1700" dirty="0">
                <a:solidFill>
                  <a:srgbClr val="252525"/>
                </a:solidFill>
                <a:latin typeface="Times New Roman"/>
                <a:cs typeface="Times New Roman"/>
              </a:rPr>
              <a:t>s </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in</a:t>
            </a:r>
            <a:r>
              <a:rPr sz="1700" dirty="0">
                <a:solidFill>
                  <a:srgbClr val="252525"/>
                </a:solidFill>
                <a:latin typeface="Times New Roman"/>
                <a:cs typeface="Times New Roman"/>
              </a:rPr>
              <a:t> </a:t>
            </a:r>
            <a:r>
              <a:rPr sz="1700" spc="5" dirty="0">
                <a:solidFill>
                  <a:srgbClr val="252525"/>
                </a:solidFill>
                <a:latin typeface="Times New Roman"/>
                <a:cs typeface="Times New Roman"/>
              </a:rPr>
              <a:t> </a:t>
            </a:r>
            <a:r>
              <a:rPr sz="1700" dirty="0">
                <a:solidFill>
                  <a:srgbClr val="252525"/>
                </a:solidFill>
                <a:latin typeface="Times New Roman"/>
                <a:cs typeface="Times New Roman"/>
              </a:rPr>
              <a:t>t</a:t>
            </a:r>
            <a:r>
              <a:rPr sz="1700" spc="-5" dirty="0">
                <a:solidFill>
                  <a:srgbClr val="252525"/>
                </a:solidFill>
                <a:latin typeface="Times New Roman"/>
                <a:cs typeface="Times New Roman"/>
              </a:rPr>
              <a:t>he</a:t>
            </a:r>
            <a:r>
              <a:rPr sz="1700" dirty="0">
                <a:solidFill>
                  <a:srgbClr val="252525"/>
                </a:solidFill>
                <a:latin typeface="Times New Roman"/>
                <a:cs typeface="Times New Roman"/>
              </a:rPr>
              <a:t> </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UM</a:t>
            </a:r>
            <a:r>
              <a:rPr sz="1700" dirty="0">
                <a:solidFill>
                  <a:srgbClr val="252525"/>
                </a:solidFill>
                <a:latin typeface="Times New Roman"/>
                <a:cs typeface="Times New Roman"/>
              </a:rPr>
              <a:t>A </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model</a:t>
            </a:r>
            <a:r>
              <a:rPr sz="1700" dirty="0">
                <a:solidFill>
                  <a:srgbClr val="252525"/>
                </a:solidFill>
                <a:latin typeface="Times New Roman"/>
                <a:cs typeface="Times New Roman"/>
              </a:rPr>
              <a:t> </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sh</a:t>
            </a:r>
            <a:r>
              <a:rPr sz="1700" spc="2" dirty="0">
                <a:solidFill>
                  <a:srgbClr val="252525"/>
                </a:solidFill>
                <a:latin typeface="Times New Roman"/>
                <a:cs typeface="Times New Roman"/>
              </a:rPr>
              <a:t>a</a:t>
            </a:r>
            <a:r>
              <a:rPr sz="1700" spc="-2" dirty="0">
                <a:solidFill>
                  <a:srgbClr val="252525"/>
                </a:solidFill>
                <a:latin typeface="Times New Roman"/>
                <a:cs typeface="Times New Roman"/>
              </a:rPr>
              <a:t>re</a:t>
            </a:r>
            <a:r>
              <a:rPr sz="1700" dirty="0">
                <a:solidFill>
                  <a:srgbClr val="252525"/>
                </a:solidFill>
                <a:latin typeface="Times New Roman"/>
                <a:cs typeface="Times New Roman"/>
              </a:rPr>
              <a:t>  t</a:t>
            </a:r>
            <a:r>
              <a:rPr sz="1700" spc="-5" dirty="0">
                <a:solidFill>
                  <a:srgbClr val="252525"/>
                </a:solidFill>
                <a:latin typeface="Times New Roman"/>
                <a:cs typeface="Times New Roman"/>
              </a:rPr>
              <a:t>he</a:t>
            </a:r>
            <a:r>
              <a:rPr sz="1700" dirty="0">
                <a:solidFill>
                  <a:srgbClr val="252525"/>
                </a:solidFill>
                <a:latin typeface="Times New Roman"/>
                <a:cs typeface="Times New Roman"/>
              </a:rPr>
              <a:t> </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physi</a:t>
            </a:r>
            <a:r>
              <a:rPr sz="1700" spc="-7" dirty="0">
                <a:solidFill>
                  <a:srgbClr val="252525"/>
                </a:solidFill>
                <a:latin typeface="Times New Roman"/>
                <a:cs typeface="Times New Roman"/>
              </a:rPr>
              <a:t>ca</a:t>
            </a:r>
            <a:r>
              <a:rPr sz="1700" spc="-2" dirty="0">
                <a:solidFill>
                  <a:srgbClr val="252525"/>
                </a:solidFill>
                <a:latin typeface="Times New Roman"/>
                <a:cs typeface="Times New Roman"/>
              </a:rPr>
              <a:t>l</a:t>
            </a:r>
            <a:r>
              <a:rPr sz="1700" dirty="0">
                <a:solidFill>
                  <a:srgbClr val="252525"/>
                </a:solidFill>
                <a:latin typeface="Times New Roman"/>
                <a:cs typeface="Times New Roman"/>
              </a:rPr>
              <a:t> </a:t>
            </a:r>
            <a:r>
              <a:rPr sz="1700" spc="17" dirty="0">
                <a:solidFill>
                  <a:srgbClr val="252525"/>
                </a:solidFill>
                <a:latin typeface="Times New Roman"/>
                <a:cs typeface="Times New Roman"/>
              </a:rPr>
              <a:t> </a:t>
            </a:r>
            <a:r>
              <a:rPr sz="1700" spc="-5" dirty="0">
                <a:solidFill>
                  <a:srgbClr val="252525"/>
                </a:solidFill>
                <a:latin typeface="Times New Roman"/>
                <a:cs typeface="Times New Roman"/>
              </a:rPr>
              <a:t>memor</a:t>
            </a:r>
            <a:r>
              <a:rPr sz="1700" dirty="0">
                <a:solidFill>
                  <a:srgbClr val="252525"/>
                </a:solidFill>
                <a:latin typeface="Times New Roman"/>
                <a:cs typeface="Times New Roman"/>
              </a:rPr>
              <a:t>y </a:t>
            </a:r>
            <a:r>
              <a:rPr sz="1700" spc="5" dirty="0">
                <a:solidFill>
                  <a:srgbClr val="252525"/>
                </a:solidFill>
                <a:latin typeface="Times New Roman"/>
                <a:cs typeface="Times New Roman"/>
              </a:rPr>
              <a:t> </a:t>
            </a:r>
            <a:r>
              <a:rPr sz="1700" dirty="0">
                <a:solidFill>
                  <a:srgbClr val="252525"/>
                </a:solidFill>
                <a:latin typeface="Times New Roman"/>
                <a:cs typeface="Times New Roman"/>
              </a:rPr>
              <a:t>u</a:t>
            </a:r>
            <a:r>
              <a:rPr sz="1700" spc="5" dirty="0">
                <a:solidFill>
                  <a:srgbClr val="252525"/>
                </a:solidFill>
                <a:latin typeface="Times New Roman"/>
                <a:cs typeface="Times New Roman"/>
              </a:rPr>
              <a:t>n</a:t>
            </a:r>
            <a:r>
              <a:rPr sz="1700" spc="-2" dirty="0">
                <a:solidFill>
                  <a:srgbClr val="252525"/>
                </a:solidFill>
                <a:latin typeface="Times New Roman"/>
                <a:cs typeface="Times New Roman"/>
              </a:rPr>
              <a:t>ifo</a:t>
            </a:r>
            <a:r>
              <a:rPr sz="1700" spc="-7" dirty="0">
                <a:solidFill>
                  <a:srgbClr val="252525"/>
                </a:solidFill>
                <a:latin typeface="Times New Roman"/>
                <a:cs typeface="Times New Roman"/>
              </a:rPr>
              <a:t>r</a:t>
            </a:r>
            <a:r>
              <a:rPr sz="1700" spc="-5" dirty="0">
                <a:solidFill>
                  <a:srgbClr val="252525"/>
                </a:solidFill>
                <a:latin typeface="Times New Roman"/>
                <a:cs typeface="Times New Roman"/>
              </a:rPr>
              <a:t>ml</a:t>
            </a:r>
            <a:r>
              <a:rPr sz="1700" dirty="0">
                <a:solidFill>
                  <a:srgbClr val="252525"/>
                </a:solidFill>
                <a:latin typeface="Times New Roman"/>
                <a:cs typeface="Times New Roman"/>
              </a:rPr>
              <a:t>y.</a:t>
            </a:r>
            <a:endParaRPr lang="en-US" sz="1700" dirty="0">
              <a:solidFill>
                <a:srgbClr val="252525"/>
              </a:solidFill>
              <a:latin typeface="Times New Roman"/>
              <a:cs typeface="Times New Roman"/>
            </a:endParaRPr>
          </a:p>
          <a:p>
            <a:pPr marL="291859" marR="2443" indent="-285750" algn="just">
              <a:spcBef>
                <a:spcPts val="17"/>
              </a:spcBef>
              <a:buFont typeface="Arial" panose="020B0604020202020204" pitchFamily="34" charset="0"/>
              <a:buChar char="•"/>
            </a:pPr>
            <a:endParaRPr lang="en-US" sz="1700" spc="5" dirty="0">
              <a:solidFill>
                <a:srgbClr val="252525"/>
              </a:solidFill>
              <a:latin typeface="Times New Roman"/>
              <a:cs typeface="Times New Roman"/>
            </a:endParaRPr>
          </a:p>
          <a:p>
            <a:pPr marL="291859" marR="2443" indent="-285750" algn="just">
              <a:spcBef>
                <a:spcPts val="17"/>
              </a:spcBef>
              <a:buFont typeface="Arial" panose="020B0604020202020204" pitchFamily="34" charset="0"/>
              <a:buChar char="•"/>
            </a:pPr>
            <a:r>
              <a:rPr lang="en-US" sz="1700" spc="5" dirty="0">
                <a:solidFill>
                  <a:srgbClr val="252525"/>
                </a:solidFill>
                <a:latin typeface="Times New Roman"/>
                <a:cs typeface="Times New Roman"/>
              </a:rPr>
              <a:t>A</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ce</a:t>
            </a:r>
            <a:r>
              <a:rPr sz="1700" spc="-2" dirty="0">
                <a:solidFill>
                  <a:srgbClr val="252525"/>
                </a:solidFill>
                <a:latin typeface="Times New Roman"/>
                <a:cs typeface="Times New Roman"/>
              </a:rPr>
              <a:t>s</a:t>
            </a:r>
            <a:r>
              <a:rPr sz="1700" dirty="0">
                <a:solidFill>
                  <a:srgbClr val="252525"/>
                </a:solidFill>
                <a:latin typeface="Times New Roman"/>
                <a:cs typeface="Times New Roman"/>
              </a:rPr>
              <a:t>s</a:t>
            </a:r>
            <a:r>
              <a:rPr sz="1700" spc="34" dirty="0">
                <a:solidFill>
                  <a:srgbClr val="252525"/>
                </a:solidFill>
                <a:latin typeface="Times New Roman"/>
                <a:cs typeface="Times New Roman"/>
              </a:rPr>
              <a:t> </a:t>
            </a:r>
            <a:r>
              <a:rPr sz="1700" spc="-5" dirty="0">
                <a:solidFill>
                  <a:srgbClr val="252525"/>
                </a:solidFill>
                <a:latin typeface="Times New Roman"/>
                <a:cs typeface="Times New Roman"/>
              </a:rPr>
              <a:t>time</a:t>
            </a:r>
            <a:r>
              <a:rPr sz="1700" spc="36" dirty="0">
                <a:solidFill>
                  <a:srgbClr val="252525"/>
                </a:solidFill>
                <a:latin typeface="Times New Roman"/>
                <a:cs typeface="Times New Roman"/>
              </a:rPr>
              <a:t> </a:t>
            </a:r>
            <a:r>
              <a:rPr sz="1700" spc="-2" dirty="0">
                <a:solidFill>
                  <a:srgbClr val="252525"/>
                </a:solidFill>
                <a:latin typeface="Times New Roman"/>
                <a:cs typeface="Times New Roman"/>
              </a:rPr>
              <a:t>to</a:t>
            </a:r>
            <a:r>
              <a:rPr sz="1700" spc="34" dirty="0">
                <a:solidFill>
                  <a:srgbClr val="252525"/>
                </a:solidFill>
                <a:latin typeface="Times New Roman"/>
                <a:cs typeface="Times New Roman"/>
              </a:rPr>
              <a:t> </a:t>
            </a:r>
            <a:r>
              <a:rPr sz="1700" spc="-5" dirty="0">
                <a:solidFill>
                  <a:srgbClr val="252525"/>
                </a:solidFill>
                <a:latin typeface="Times New Roman"/>
                <a:cs typeface="Times New Roman"/>
              </a:rPr>
              <a:t>a</a:t>
            </a:r>
            <a:r>
              <a:rPr sz="1700" spc="36" dirty="0">
                <a:solidFill>
                  <a:srgbClr val="252525"/>
                </a:solidFill>
                <a:latin typeface="Times New Roman"/>
                <a:cs typeface="Times New Roman"/>
              </a:rPr>
              <a:t> </a:t>
            </a:r>
            <a:r>
              <a:rPr sz="1700" spc="-5" dirty="0">
                <a:solidFill>
                  <a:srgbClr val="252525"/>
                </a:solidFill>
                <a:latin typeface="Times New Roman"/>
                <a:cs typeface="Times New Roman"/>
              </a:rPr>
              <a:t>memor</a:t>
            </a:r>
            <a:r>
              <a:rPr sz="1700" dirty="0">
                <a:solidFill>
                  <a:srgbClr val="252525"/>
                </a:solidFill>
                <a:latin typeface="Times New Roman"/>
                <a:cs typeface="Times New Roman"/>
              </a:rPr>
              <a:t>y</a:t>
            </a:r>
            <a:r>
              <a:rPr sz="1700" spc="34" dirty="0">
                <a:solidFill>
                  <a:srgbClr val="252525"/>
                </a:solidFill>
                <a:latin typeface="Times New Roman"/>
                <a:cs typeface="Times New Roman"/>
              </a:rPr>
              <a:t> </a:t>
            </a:r>
            <a:r>
              <a:rPr sz="1700" spc="-2" dirty="0">
                <a:solidFill>
                  <a:srgbClr val="252525"/>
                </a:solidFill>
                <a:latin typeface="Times New Roman"/>
                <a:cs typeface="Times New Roman"/>
              </a:rPr>
              <a:t>l</a:t>
            </a:r>
            <a:r>
              <a:rPr sz="1700" dirty="0">
                <a:solidFill>
                  <a:srgbClr val="252525"/>
                </a:solidFill>
                <a:latin typeface="Times New Roman"/>
                <a:cs typeface="Times New Roman"/>
              </a:rPr>
              <a:t>o</a:t>
            </a:r>
            <a:r>
              <a:rPr sz="1700" spc="-7" dirty="0">
                <a:solidFill>
                  <a:srgbClr val="252525"/>
                </a:solidFill>
                <a:latin typeface="Times New Roman"/>
                <a:cs typeface="Times New Roman"/>
              </a:rPr>
              <a:t>ca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a:t>
            </a:r>
            <a:r>
              <a:rPr sz="1700" spc="34" dirty="0">
                <a:solidFill>
                  <a:srgbClr val="252525"/>
                </a:solidFill>
                <a:latin typeface="Times New Roman"/>
                <a:cs typeface="Times New Roman"/>
              </a:rPr>
              <a:t> </a:t>
            </a:r>
            <a:r>
              <a:rPr sz="1700" spc="-2" dirty="0">
                <a:solidFill>
                  <a:srgbClr val="252525"/>
                </a:solidFill>
                <a:latin typeface="Times New Roman"/>
                <a:cs typeface="Times New Roman"/>
              </a:rPr>
              <a:t>is</a:t>
            </a:r>
            <a:r>
              <a:rPr sz="1700" spc="41" dirty="0">
                <a:solidFill>
                  <a:srgbClr val="252525"/>
                </a:solidFill>
                <a:latin typeface="Times New Roman"/>
                <a:cs typeface="Times New Roman"/>
              </a:rPr>
              <a:t> </a:t>
            </a:r>
            <a:r>
              <a:rPr sz="1700" spc="-5" dirty="0">
                <a:solidFill>
                  <a:srgbClr val="252525"/>
                </a:solidFill>
                <a:latin typeface="Times New Roman"/>
                <a:cs typeface="Times New Roman"/>
              </a:rPr>
              <a:t>indep</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nd</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nt</a:t>
            </a:r>
            <a:r>
              <a:rPr sz="1700" spc="38" dirty="0">
                <a:solidFill>
                  <a:srgbClr val="252525"/>
                </a:solidFill>
                <a:latin typeface="Times New Roman"/>
                <a:cs typeface="Times New Roman"/>
              </a:rPr>
              <a:t> </a:t>
            </a:r>
            <a:r>
              <a:rPr sz="1700" dirty="0">
                <a:solidFill>
                  <a:srgbClr val="252525"/>
                </a:solidFill>
                <a:latin typeface="Times New Roman"/>
                <a:cs typeface="Times New Roman"/>
              </a:rPr>
              <a:t>of</a:t>
            </a:r>
            <a:r>
              <a:rPr sz="1700" spc="36" dirty="0">
                <a:solidFill>
                  <a:srgbClr val="252525"/>
                </a:solidFill>
                <a:latin typeface="Times New Roman"/>
                <a:cs typeface="Times New Roman"/>
              </a:rPr>
              <a:t> </a:t>
            </a:r>
            <a:r>
              <a:rPr sz="1700" spc="-7" dirty="0">
                <a:solidFill>
                  <a:srgbClr val="252525"/>
                </a:solidFill>
                <a:latin typeface="Times New Roman"/>
                <a:cs typeface="Times New Roman"/>
              </a:rPr>
              <a:t>whic</a:t>
            </a:r>
            <a:r>
              <a:rPr sz="1700" dirty="0">
                <a:solidFill>
                  <a:srgbClr val="252525"/>
                </a:solidFill>
                <a:latin typeface="Times New Roman"/>
                <a:cs typeface="Times New Roman"/>
              </a:rPr>
              <a:t>h</a:t>
            </a:r>
            <a:r>
              <a:rPr sz="1700" spc="34" dirty="0">
                <a:solidFill>
                  <a:srgbClr val="252525"/>
                </a:solidFill>
                <a:latin typeface="Times New Roman"/>
                <a:cs typeface="Times New Roman"/>
              </a:rPr>
              <a:t> </a:t>
            </a:r>
            <a:r>
              <a:rPr sz="1700" spc="5" dirty="0">
                <a:solidFill>
                  <a:srgbClr val="252525"/>
                </a:solidFill>
                <a:latin typeface="Times New Roman"/>
                <a:cs typeface="Times New Roman"/>
              </a:rPr>
              <a:t>p</a:t>
            </a:r>
            <a:r>
              <a:rPr sz="1700" spc="-2" dirty="0">
                <a:solidFill>
                  <a:srgbClr val="252525"/>
                </a:solidFill>
                <a:latin typeface="Times New Roman"/>
                <a:cs typeface="Times New Roman"/>
              </a:rPr>
              <a:t>ro</a:t>
            </a:r>
            <a:r>
              <a:rPr sz="1700" spc="-10"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sso</a:t>
            </a:r>
            <a:r>
              <a:rPr sz="1700" dirty="0">
                <a:solidFill>
                  <a:srgbClr val="252525"/>
                </a:solidFill>
                <a:latin typeface="Times New Roman"/>
                <a:cs typeface="Times New Roman"/>
              </a:rPr>
              <a:t>r</a:t>
            </a:r>
            <a:r>
              <a:rPr sz="1700" spc="38" dirty="0">
                <a:solidFill>
                  <a:srgbClr val="252525"/>
                </a:solidFill>
                <a:latin typeface="Times New Roman"/>
                <a:cs typeface="Times New Roman"/>
              </a:rPr>
              <a:t> </a:t>
            </a:r>
            <a:r>
              <a:rPr sz="1700" spc="-5" dirty="0">
                <a:solidFill>
                  <a:srgbClr val="252525"/>
                </a:solidFill>
                <a:latin typeface="Times New Roman"/>
                <a:cs typeface="Times New Roman"/>
              </a:rPr>
              <a:t>mak</a:t>
            </a:r>
            <a:r>
              <a:rPr sz="1700" spc="-10" dirty="0">
                <a:solidFill>
                  <a:srgbClr val="252525"/>
                </a:solidFill>
                <a:latin typeface="Times New Roman"/>
                <a:cs typeface="Times New Roman"/>
              </a:rPr>
              <a:t>e</a:t>
            </a:r>
            <a:r>
              <a:rPr sz="1700" dirty="0">
                <a:solidFill>
                  <a:srgbClr val="252525"/>
                </a:solidFill>
                <a:latin typeface="Times New Roman"/>
                <a:cs typeface="Times New Roman"/>
              </a:rPr>
              <a:t>s</a:t>
            </a:r>
            <a:r>
              <a:rPr sz="1700" spc="38" dirty="0">
                <a:solidFill>
                  <a:srgbClr val="252525"/>
                </a:solidFill>
                <a:latin typeface="Times New Roman"/>
                <a:cs typeface="Times New Roman"/>
              </a:rPr>
              <a:t> </a:t>
            </a:r>
            <a:r>
              <a:rPr sz="1700" spc="-2" dirty="0">
                <a:solidFill>
                  <a:srgbClr val="252525"/>
                </a:solidFill>
                <a:latin typeface="Times New Roman"/>
                <a:cs typeface="Times New Roman"/>
              </a:rPr>
              <a:t>the r</a:t>
            </a:r>
            <a:r>
              <a:rPr sz="1700" spc="-10" dirty="0">
                <a:solidFill>
                  <a:srgbClr val="252525"/>
                </a:solidFill>
                <a:latin typeface="Times New Roman"/>
                <a:cs typeface="Times New Roman"/>
              </a:rPr>
              <a:t>e</a:t>
            </a:r>
            <a:r>
              <a:rPr sz="1700" spc="-5" dirty="0">
                <a:solidFill>
                  <a:srgbClr val="252525"/>
                </a:solidFill>
                <a:latin typeface="Times New Roman"/>
                <a:cs typeface="Times New Roman"/>
              </a:rPr>
              <a:t>ques</a:t>
            </a:r>
            <a:r>
              <a:rPr sz="1700" spc="-2" dirty="0">
                <a:solidFill>
                  <a:srgbClr val="252525"/>
                </a:solidFill>
                <a:latin typeface="Times New Roman"/>
                <a:cs typeface="Times New Roman"/>
              </a:rPr>
              <a:t>t</a:t>
            </a:r>
            <a:r>
              <a:rPr sz="1700" dirty="0">
                <a:solidFill>
                  <a:srgbClr val="252525"/>
                </a:solidFill>
                <a:latin typeface="Times New Roman"/>
                <a:cs typeface="Times New Roman"/>
              </a:rPr>
              <a:t> or </a:t>
            </a:r>
            <a:r>
              <a:rPr sz="1700" spc="-2" dirty="0">
                <a:solidFill>
                  <a:srgbClr val="252525"/>
                </a:solidFill>
                <a:latin typeface="Times New Roman"/>
                <a:cs typeface="Times New Roman"/>
              </a:rPr>
              <a:t>wh</a:t>
            </a:r>
            <a:r>
              <a:rPr sz="1700" spc="5" dirty="0">
                <a:solidFill>
                  <a:srgbClr val="252525"/>
                </a:solidFill>
                <a:latin typeface="Times New Roman"/>
                <a:cs typeface="Times New Roman"/>
              </a:rPr>
              <a:t>i</a:t>
            </a:r>
            <a:r>
              <a:rPr sz="1700" spc="-7" dirty="0">
                <a:solidFill>
                  <a:srgbClr val="252525"/>
                </a:solidFill>
                <a:latin typeface="Times New Roman"/>
                <a:cs typeface="Times New Roman"/>
              </a:rPr>
              <a:t>c</a:t>
            </a:r>
            <a:r>
              <a:rPr sz="1700" dirty="0">
                <a:solidFill>
                  <a:srgbClr val="252525"/>
                </a:solidFill>
                <a:latin typeface="Times New Roman"/>
                <a:cs typeface="Times New Roman"/>
              </a:rPr>
              <a:t>h </a:t>
            </a:r>
            <a:r>
              <a:rPr sz="1700" spc="-5" dirty="0">
                <a:solidFill>
                  <a:srgbClr val="252525"/>
                </a:solidFill>
                <a:latin typeface="Times New Roman"/>
                <a:cs typeface="Times New Roman"/>
              </a:rPr>
              <a:t>memo</a:t>
            </a:r>
            <a:r>
              <a:rPr sz="1700" dirty="0">
                <a:solidFill>
                  <a:srgbClr val="252525"/>
                </a:solidFill>
                <a:latin typeface="Times New Roman"/>
                <a:cs typeface="Times New Roman"/>
              </a:rPr>
              <a:t>ry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hip</a:t>
            </a:r>
            <a:r>
              <a:rPr sz="1700" dirty="0">
                <a:solidFill>
                  <a:srgbClr val="252525"/>
                </a:solidFill>
                <a:latin typeface="Times New Roman"/>
                <a:cs typeface="Times New Roman"/>
              </a:rPr>
              <a:t> </a:t>
            </a:r>
            <a:r>
              <a:rPr sz="1700" spc="-5" dirty="0">
                <a:solidFill>
                  <a:srgbClr val="252525"/>
                </a:solidFill>
                <a:latin typeface="Times New Roman"/>
                <a:cs typeface="Times New Roman"/>
              </a:rPr>
              <a:t>cont</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ins </a:t>
            </a:r>
            <a:r>
              <a:rPr sz="1700" dirty="0">
                <a:solidFill>
                  <a:srgbClr val="252525"/>
                </a:solidFill>
                <a:latin typeface="Times New Roman"/>
                <a:cs typeface="Times New Roman"/>
              </a:rPr>
              <a:t>t</a:t>
            </a:r>
            <a:r>
              <a:rPr sz="1700" spc="-5" dirty="0">
                <a:solidFill>
                  <a:srgbClr val="252525"/>
                </a:solidFill>
                <a:latin typeface="Times New Roman"/>
                <a:cs typeface="Times New Roman"/>
              </a:rPr>
              <a:t>he</a:t>
            </a:r>
            <a:r>
              <a:rPr sz="1700" spc="-2" dirty="0">
                <a:solidFill>
                  <a:srgbClr val="252525"/>
                </a:solidFill>
                <a:latin typeface="Times New Roman"/>
                <a:cs typeface="Times New Roman"/>
              </a:rPr>
              <a:t> tr</a:t>
            </a:r>
            <a:r>
              <a:rPr sz="1700" spc="-10" dirty="0">
                <a:solidFill>
                  <a:srgbClr val="252525"/>
                </a:solidFill>
                <a:latin typeface="Times New Roman"/>
                <a:cs typeface="Times New Roman"/>
              </a:rPr>
              <a:t>a</a:t>
            </a:r>
            <a:r>
              <a:rPr sz="1700" dirty="0">
                <a:solidFill>
                  <a:srgbClr val="252525"/>
                </a:solidFill>
                <a:latin typeface="Times New Roman"/>
                <a:cs typeface="Times New Roman"/>
              </a:rPr>
              <a:t>ns</a:t>
            </a:r>
            <a:r>
              <a:rPr sz="1700" spc="2" dirty="0">
                <a:solidFill>
                  <a:srgbClr val="252525"/>
                </a:solidFill>
                <a:latin typeface="Times New Roman"/>
                <a:cs typeface="Times New Roman"/>
              </a:rPr>
              <a:t>f</a:t>
            </a:r>
            <a:r>
              <a:rPr sz="1700" spc="-7" dirty="0">
                <a:solidFill>
                  <a:srgbClr val="252525"/>
                </a:solidFill>
                <a:latin typeface="Times New Roman"/>
                <a:cs typeface="Times New Roman"/>
              </a:rPr>
              <a:t>e</a:t>
            </a:r>
            <a:r>
              <a:rPr sz="1700" dirty="0">
                <a:solidFill>
                  <a:srgbClr val="252525"/>
                </a:solidFill>
                <a:latin typeface="Times New Roman"/>
                <a:cs typeface="Times New Roman"/>
              </a:rPr>
              <a:t>r</a:t>
            </a:r>
            <a:r>
              <a:rPr sz="1700" spc="-5" dirty="0">
                <a:solidFill>
                  <a:srgbClr val="252525"/>
                </a:solidFill>
                <a:latin typeface="Times New Roman"/>
                <a:cs typeface="Times New Roman"/>
              </a:rPr>
              <a:t>r</a:t>
            </a:r>
            <a:r>
              <a:rPr sz="1700" spc="-7" dirty="0">
                <a:solidFill>
                  <a:srgbClr val="252525"/>
                </a:solidFill>
                <a:latin typeface="Times New Roman"/>
                <a:cs typeface="Times New Roman"/>
              </a:rPr>
              <a:t>e</a:t>
            </a:r>
            <a:r>
              <a:rPr sz="1700" dirty="0">
                <a:solidFill>
                  <a:srgbClr val="252525"/>
                </a:solidFill>
                <a:latin typeface="Times New Roman"/>
                <a:cs typeface="Times New Roman"/>
              </a:rPr>
              <a:t>d </a:t>
            </a:r>
            <a:r>
              <a:rPr sz="1700" spc="5" dirty="0">
                <a:solidFill>
                  <a:srgbClr val="252525"/>
                </a:solidFill>
                <a:latin typeface="Times New Roman"/>
                <a:cs typeface="Times New Roman"/>
              </a:rPr>
              <a:t>d</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ta.</a:t>
            </a:r>
            <a:endParaRPr lang="en-US" sz="1700" dirty="0">
              <a:latin typeface="Times New Roman"/>
              <a:cs typeface="Times New Roman"/>
            </a:endParaRPr>
          </a:p>
          <a:p>
            <a:pPr marL="291859" marR="2443" indent="-285750" algn="just">
              <a:spcBef>
                <a:spcPts val="17"/>
              </a:spcBef>
              <a:buFont typeface="Arial" panose="020B0604020202020204" pitchFamily="34" charset="0"/>
              <a:buChar char="•"/>
            </a:pPr>
            <a:endParaRPr lang="en-US" sz="1700" spc="-5" dirty="0">
              <a:solidFill>
                <a:srgbClr val="252525"/>
              </a:solidFill>
              <a:latin typeface="Times New Roman"/>
              <a:cs typeface="Times New Roman"/>
            </a:endParaRPr>
          </a:p>
          <a:p>
            <a:pPr marL="291859" marR="2443" indent="-285750" algn="just">
              <a:spcBef>
                <a:spcPts val="17"/>
              </a:spcBef>
              <a:buFont typeface="Arial" panose="020B0604020202020204" pitchFamily="34" charset="0"/>
              <a:buChar char="•"/>
            </a:pPr>
            <a:r>
              <a:rPr sz="1700" spc="-5" dirty="0">
                <a:solidFill>
                  <a:srgbClr val="252525"/>
                </a:solidFill>
                <a:latin typeface="Times New Roman"/>
                <a:cs typeface="Times New Roman"/>
              </a:rPr>
              <a:t>Th</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re</a:t>
            </a:r>
            <a:r>
              <a:rPr sz="1700"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re</a:t>
            </a:r>
            <a:r>
              <a:rPr sz="1700" spc="-5" dirty="0">
                <a:solidFill>
                  <a:srgbClr val="252525"/>
                </a:solidFill>
                <a:latin typeface="Times New Roman"/>
                <a:cs typeface="Times New Roman"/>
              </a:rPr>
              <a:t> </a:t>
            </a:r>
            <a:r>
              <a:rPr sz="1700" spc="-2" dirty="0">
                <a:solidFill>
                  <a:srgbClr val="252525"/>
                </a:solidFill>
                <a:latin typeface="Times New Roman"/>
                <a:cs typeface="Times New Roman"/>
              </a:rPr>
              <a:t>th</a:t>
            </a:r>
            <a:r>
              <a:rPr sz="1700" dirty="0">
                <a:solidFill>
                  <a:srgbClr val="252525"/>
                </a:solidFill>
                <a:latin typeface="Times New Roman"/>
                <a:cs typeface="Times New Roman"/>
              </a:rPr>
              <a:t>r</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types </a:t>
            </a:r>
            <a:r>
              <a:rPr sz="1700" spc="2" dirty="0">
                <a:solidFill>
                  <a:srgbClr val="252525"/>
                </a:solidFill>
                <a:latin typeface="Times New Roman"/>
                <a:cs typeface="Times New Roman"/>
              </a:rPr>
              <a:t>o</a:t>
            </a:r>
            <a:r>
              <a:rPr sz="1700" dirty="0">
                <a:solidFill>
                  <a:srgbClr val="252525"/>
                </a:solidFill>
                <a:latin typeface="Times New Roman"/>
                <a:cs typeface="Times New Roman"/>
              </a:rPr>
              <a:t>f</a:t>
            </a:r>
            <a:r>
              <a:rPr sz="1700" spc="2" dirty="0">
                <a:solidFill>
                  <a:srgbClr val="252525"/>
                </a:solidFill>
                <a:latin typeface="Times New Roman"/>
                <a:cs typeface="Times New Roman"/>
              </a:rPr>
              <a:t> </a:t>
            </a:r>
            <a:r>
              <a:rPr sz="1700" spc="-2" dirty="0">
                <a:solidFill>
                  <a:srgbClr val="252525"/>
                </a:solidFill>
                <a:latin typeface="Times New Roman"/>
                <a:cs typeface="Times New Roman"/>
              </a:rPr>
              <a:t>unifo</a:t>
            </a:r>
            <a:r>
              <a:rPr sz="1700" spc="-5" dirty="0">
                <a:solidFill>
                  <a:srgbClr val="252525"/>
                </a:solidFill>
                <a:latin typeface="Times New Roman"/>
                <a:cs typeface="Times New Roman"/>
              </a:rPr>
              <a:t>rm</a:t>
            </a:r>
            <a:r>
              <a:rPr sz="1700" dirty="0">
                <a:solidFill>
                  <a:srgbClr val="252525"/>
                </a:solidFill>
                <a:latin typeface="Times New Roman"/>
                <a:cs typeface="Times New Roman"/>
              </a:rPr>
              <a:t> </a:t>
            </a:r>
            <a:r>
              <a:rPr sz="1700" spc="-5" dirty="0">
                <a:solidFill>
                  <a:srgbClr val="252525"/>
                </a:solidFill>
                <a:latin typeface="Times New Roman"/>
                <a:cs typeface="Times New Roman"/>
              </a:rPr>
              <a:t>m</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mory</a:t>
            </a:r>
            <a:r>
              <a:rPr sz="1700" spc="-2" dirty="0">
                <a:solidFill>
                  <a:srgbClr val="252525"/>
                </a:solidFill>
                <a:latin typeface="Times New Roman"/>
                <a:cs typeface="Times New Roman"/>
              </a:rPr>
              <a:t> </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ce</a:t>
            </a:r>
            <a:r>
              <a:rPr sz="1700" spc="-2" dirty="0">
                <a:solidFill>
                  <a:srgbClr val="252525"/>
                </a:solidFill>
                <a:latin typeface="Times New Roman"/>
                <a:cs typeface="Times New Roman"/>
              </a:rPr>
              <a:t>s</a:t>
            </a:r>
            <a:r>
              <a:rPr sz="1700" dirty="0">
                <a:solidFill>
                  <a:srgbClr val="252525"/>
                </a:solidFill>
                <a:latin typeface="Times New Roman"/>
                <a:cs typeface="Times New Roman"/>
              </a:rPr>
              <a:t>s </a:t>
            </a:r>
            <a:r>
              <a:rPr sz="1700" spc="2" dirty="0">
                <a:solidFill>
                  <a:srgbClr val="252525"/>
                </a:solidFill>
                <a:latin typeface="Times New Roman"/>
                <a:cs typeface="Times New Roman"/>
              </a:rPr>
              <a:t>(</a:t>
            </a:r>
            <a:r>
              <a:rPr sz="1700" spc="-2" dirty="0">
                <a:solidFill>
                  <a:srgbClr val="252525"/>
                </a:solidFill>
                <a:latin typeface="Times New Roman"/>
                <a:cs typeface="Times New Roman"/>
              </a:rPr>
              <a:t>UMA</a:t>
            </a:r>
            <a:r>
              <a:rPr sz="1700" dirty="0">
                <a:solidFill>
                  <a:srgbClr val="252525"/>
                </a:solidFill>
                <a:latin typeface="Times New Roman"/>
                <a:cs typeface="Times New Roman"/>
              </a:rPr>
              <a:t>) </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hit</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tu</a:t>
            </a:r>
            <a:r>
              <a:rPr sz="1700" dirty="0">
                <a:solidFill>
                  <a:srgbClr val="252525"/>
                </a:solidFill>
                <a:latin typeface="Times New Roman"/>
                <a:cs typeface="Times New Roman"/>
              </a:rPr>
              <a:t>r</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a:t>
            </a:r>
            <a:r>
              <a:rPr sz="1700" dirty="0">
                <a:solidFill>
                  <a:srgbClr val="252525"/>
                </a:solidFill>
                <a:latin typeface="Times New Roman"/>
                <a:cs typeface="Times New Roman"/>
              </a:rPr>
              <a:t>, </a:t>
            </a:r>
            <a:r>
              <a:rPr sz="1700" spc="-2" dirty="0">
                <a:solidFill>
                  <a:srgbClr val="252525"/>
                </a:solidFill>
                <a:latin typeface="Times New Roman"/>
                <a:cs typeface="Times New Roman"/>
              </a:rPr>
              <a:t>the</a:t>
            </a:r>
            <a:r>
              <a:rPr sz="1700" dirty="0">
                <a:solidFill>
                  <a:srgbClr val="252525"/>
                </a:solidFill>
                <a:latin typeface="Times New Roman"/>
                <a:cs typeface="Times New Roman"/>
              </a:rPr>
              <a:t>y </a:t>
            </a:r>
            <a:r>
              <a:rPr sz="1700" spc="-2" dirty="0">
                <a:solidFill>
                  <a:srgbClr val="252525"/>
                </a:solidFill>
                <a:latin typeface="Times New Roman"/>
                <a:cs typeface="Times New Roman"/>
              </a:rPr>
              <a:t>includ</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a:t>
            </a:r>
            <a:r>
              <a:rPr lang="en-US" sz="1700" spc="-2" dirty="0">
                <a:solidFill>
                  <a:srgbClr val="252525"/>
                </a:solidFill>
                <a:latin typeface="Times New Roman"/>
                <a:cs typeface="Times New Roman"/>
              </a:rPr>
              <a:t> </a:t>
            </a:r>
            <a:r>
              <a:rPr sz="1700" spc="-2" dirty="0">
                <a:solidFill>
                  <a:srgbClr val="252525"/>
                </a:solidFill>
                <a:latin typeface="Times New Roman"/>
                <a:cs typeface="Times New Roman"/>
              </a:rPr>
              <a:t>UM</a:t>
            </a:r>
            <a:r>
              <a:rPr sz="1700" dirty="0">
                <a:solidFill>
                  <a:srgbClr val="252525"/>
                </a:solidFill>
                <a:latin typeface="Times New Roman"/>
                <a:cs typeface="Times New Roman"/>
              </a:rPr>
              <a:t>A</a:t>
            </a:r>
            <a:r>
              <a:rPr sz="1700" spc="-2" dirty="0">
                <a:solidFill>
                  <a:srgbClr val="252525"/>
                </a:solidFill>
                <a:latin typeface="Times New Roman"/>
                <a:cs typeface="Times New Roman"/>
              </a:rPr>
              <a:t> usi</a:t>
            </a:r>
            <a:r>
              <a:rPr sz="1700" dirty="0">
                <a:solidFill>
                  <a:srgbClr val="252525"/>
                </a:solidFill>
                <a:latin typeface="Times New Roman"/>
                <a:cs typeface="Times New Roman"/>
              </a:rPr>
              <a:t>ng </a:t>
            </a:r>
            <a:r>
              <a:rPr sz="1700" spc="-2" dirty="0">
                <a:solidFill>
                  <a:srgbClr val="252525"/>
                </a:solidFill>
                <a:latin typeface="Times New Roman"/>
                <a:cs typeface="Times New Roman"/>
              </a:rPr>
              <a:t>multi</a:t>
            </a:r>
            <a:r>
              <a:rPr sz="1700" spc="-5" dirty="0">
                <a:solidFill>
                  <a:srgbClr val="252525"/>
                </a:solidFill>
                <a:latin typeface="Times New Roman"/>
                <a:cs typeface="Times New Roman"/>
              </a:rPr>
              <a:t>stage</a:t>
            </a:r>
            <a:r>
              <a:rPr sz="1700" spc="-2" dirty="0">
                <a:solidFill>
                  <a:srgbClr val="252525"/>
                </a:solidFill>
                <a:latin typeface="Times New Roman"/>
                <a:cs typeface="Times New Roman"/>
              </a:rPr>
              <a:t> int</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c</a:t>
            </a:r>
            <a:r>
              <a:rPr sz="1700" spc="-5" dirty="0">
                <a:solidFill>
                  <a:srgbClr val="252525"/>
                </a:solidFill>
                <a:latin typeface="Times New Roman"/>
                <a:cs typeface="Times New Roman"/>
              </a:rPr>
              <a:t>onn</a:t>
            </a:r>
            <a:r>
              <a:rPr sz="1700" spc="-2" dirty="0">
                <a:solidFill>
                  <a:srgbClr val="252525"/>
                </a:solidFill>
                <a:latin typeface="Times New Roman"/>
                <a:cs typeface="Times New Roman"/>
              </a:rPr>
              <a:t>e</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ti</a:t>
            </a:r>
            <a:r>
              <a:rPr sz="1700" dirty="0">
                <a:solidFill>
                  <a:srgbClr val="252525"/>
                </a:solidFill>
                <a:latin typeface="Times New Roman"/>
                <a:cs typeface="Times New Roman"/>
              </a:rPr>
              <a:t>on </a:t>
            </a:r>
            <a:r>
              <a:rPr sz="1700" spc="-5" dirty="0">
                <a:solidFill>
                  <a:srgbClr val="252525"/>
                </a:solidFill>
                <a:latin typeface="Times New Roman"/>
                <a:cs typeface="Times New Roman"/>
              </a:rPr>
              <a:t>n</a:t>
            </a:r>
            <a:r>
              <a:rPr sz="1700" spc="-7" dirty="0">
                <a:solidFill>
                  <a:srgbClr val="252525"/>
                </a:solidFill>
                <a:latin typeface="Times New Roman"/>
                <a:cs typeface="Times New Roman"/>
              </a:rPr>
              <a:t>e</a:t>
            </a:r>
            <a:r>
              <a:rPr sz="1700" dirty="0">
                <a:solidFill>
                  <a:srgbClr val="252525"/>
                </a:solidFill>
                <a:latin typeface="Times New Roman"/>
                <a:cs typeface="Times New Roman"/>
              </a:rPr>
              <a:t>twor</a:t>
            </a:r>
            <a:r>
              <a:rPr sz="1700" spc="-2" dirty="0">
                <a:solidFill>
                  <a:srgbClr val="252525"/>
                </a:solidFill>
                <a:latin typeface="Times New Roman"/>
                <a:cs typeface="Times New Roman"/>
              </a:rPr>
              <a:t>ks</a:t>
            </a:r>
            <a:r>
              <a:rPr lang="en-US" sz="1700" spc="-2" dirty="0">
                <a:solidFill>
                  <a:srgbClr val="252525"/>
                </a:solidFill>
                <a:latin typeface="Times New Roman"/>
                <a:cs typeface="Times New Roman"/>
              </a:rPr>
              <a:t>, </a:t>
            </a:r>
            <a:r>
              <a:rPr sz="1700" dirty="0">
                <a:solidFill>
                  <a:srgbClr val="252525"/>
                </a:solidFill>
                <a:latin typeface="Times New Roman"/>
                <a:cs typeface="Times New Roman"/>
              </a:rPr>
              <a:t>bu</a:t>
            </a:r>
            <a:r>
              <a:rPr sz="1700" spc="2" dirty="0">
                <a:solidFill>
                  <a:srgbClr val="252525"/>
                </a:solidFill>
                <a:latin typeface="Times New Roman"/>
                <a:cs typeface="Times New Roman"/>
              </a:rPr>
              <a:t>s</a:t>
            </a:r>
            <a:r>
              <a:rPr sz="1700" spc="-2" dirty="0">
                <a:solidFill>
                  <a:srgbClr val="252525"/>
                </a:solidFill>
                <a:latin typeface="Times New Roman"/>
                <a:cs typeface="Times New Roman"/>
              </a:rPr>
              <a:t>-</a:t>
            </a:r>
            <a:r>
              <a:rPr sz="1700" spc="-5" dirty="0">
                <a:solidFill>
                  <a:srgbClr val="252525"/>
                </a:solidFill>
                <a:latin typeface="Times New Roman"/>
                <a:cs typeface="Times New Roman"/>
              </a:rPr>
              <a:t>b</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se</a:t>
            </a:r>
            <a:r>
              <a:rPr sz="1700" dirty="0">
                <a:solidFill>
                  <a:srgbClr val="252525"/>
                </a:solidFill>
                <a:latin typeface="Times New Roman"/>
                <a:cs typeface="Times New Roman"/>
              </a:rPr>
              <a:t>d </a:t>
            </a:r>
            <a:r>
              <a:rPr sz="1700" spc="-2" dirty="0">
                <a:solidFill>
                  <a:srgbClr val="252525"/>
                </a:solidFill>
                <a:latin typeface="Times New Roman"/>
                <a:cs typeface="Times New Roman"/>
              </a:rPr>
              <a:t>s</a:t>
            </a:r>
            <a:r>
              <a:rPr sz="1700" spc="5" dirty="0">
                <a:solidFill>
                  <a:srgbClr val="252525"/>
                </a:solidFill>
                <a:latin typeface="Times New Roman"/>
                <a:cs typeface="Times New Roman"/>
              </a:rPr>
              <a:t>y</a:t>
            </a:r>
            <a:r>
              <a:rPr sz="1700" spc="-5" dirty="0">
                <a:solidFill>
                  <a:srgbClr val="252525"/>
                </a:solidFill>
                <a:latin typeface="Times New Roman"/>
                <a:cs typeface="Times New Roman"/>
              </a:rPr>
              <a:t>mm</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tric </a:t>
            </a:r>
            <a:r>
              <a:rPr sz="1700" spc="-5" dirty="0">
                <a:solidFill>
                  <a:srgbClr val="252525"/>
                </a:solidFill>
                <a:latin typeface="Times New Roman"/>
                <a:cs typeface="Times New Roman"/>
              </a:rPr>
              <a:t>multipro</a:t>
            </a:r>
            <a:r>
              <a:rPr sz="1700" spc="-10"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a:t>
            </a:r>
            <a:r>
              <a:rPr sz="1700" dirty="0">
                <a:solidFill>
                  <a:srgbClr val="252525"/>
                </a:solidFill>
                <a:latin typeface="Times New Roman"/>
                <a:cs typeface="Times New Roman"/>
              </a:rPr>
              <a:t>ing (SM</a:t>
            </a:r>
            <a:r>
              <a:rPr sz="1700" spc="2" dirty="0">
                <a:solidFill>
                  <a:srgbClr val="252525"/>
                </a:solidFill>
                <a:latin typeface="Times New Roman"/>
                <a:cs typeface="Times New Roman"/>
              </a:rPr>
              <a:t>P</a:t>
            </a:r>
            <a:r>
              <a:rPr sz="1700" dirty="0">
                <a:solidFill>
                  <a:srgbClr val="252525"/>
                </a:solidFill>
                <a:latin typeface="Times New Roman"/>
                <a:cs typeface="Times New Roman"/>
              </a:rPr>
              <a:t>) </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c</a:t>
            </a:r>
            <a:r>
              <a:rPr sz="1700" spc="-2" dirty="0">
                <a:solidFill>
                  <a:srgbClr val="252525"/>
                </a:solidFill>
                <a:latin typeface="Times New Roman"/>
                <a:cs typeface="Times New Roman"/>
              </a:rPr>
              <a:t>hit</a:t>
            </a:r>
            <a:r>
              <a:rPr sz="1700" spc="-7" dirty="0">
                <a:solidFill>
                  <a:srgbClr val="252525"/>
                </a:solidFill>
                <a:latin typeface="Times New Roman"/>
                <a:cs typeface="Times New Roman"/>
              </a:rPr>
              <a:t>ec</a:t>
            </a:r>
            <a:r>
              <a:rPr sz="1700" spc="-2" dirty="0">
                <a:solidFill>
                  <a:srgbClr val="252525"/>
                </a:solidFill>
                <a:latin typeface="Times New Roman"/>
                <a:cs typeface="Times New Roman"/>
              </a:rPr>
              <a:t>tu</a:t>
            </a:r>
            <a:r>
              <a:rPr sz="1700" dirty="0">
                <a:solidFill>
                  <a:srgbClr val="252525"/>
                </a:solidFill>
                <a:latin typeface="Times New Roman"/>
                <a:cs typeface="Times New Roman"/>
              </a:rPr>
              <a:t>r</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a:t>
            </a:r>
            <a:r>
              <a:rPr lang="en-US" sz="1700" spc="-2" dirty="0">
                <a:solidFill>
                  <a:srgbClr val="252525"/>
                </a:solidFill>
                <a:latin typeface="Times New Roman"/>
                <a:cs typeface="Times New Roman"/>
              </a:rPr>
              <a:t> and usi</a:t>
            </a:r>
            <a:r>
              <a:rPr sz="1700" dirty="0">
                <a:solidFill>
                  <a:srgbClr val="252525"/>
                </a:solidFill>
                <a:latin typeface="Times New Roman"/>
                <a:cs typeface="Times New Roman"/>
              </a:rPr>
              <a:t>ng </a:t>
            </a:r>
            <a:r>
              <a:rPr sz="1700" spc="-7" dirty="0">
                <a:solidFill>
                  <a:srgbClr val="252525"/>
                </a:solidFill>
                <a:latin typeface="Times New Roman"/>
                <a:cs typeface="Times New Roman"/>
              </a:rPr>
              <a:t>c</a:t>
            </a:r>
            <a:r>
              <a:rPr sz="1700" dirty="0">
                <a:solidFill>
                  <a:srgbClr val="252525"/>
                </a:solidFill>
                <a:latin typeface="Times New Roman"/>
                <a:cs typeface="Times New Roman"/>
              </a:rPr>
              <a:t>rossb</a:t>
            </a:r>
            <a:r>
              <a:rPr sz="1700" spc="-5" dirty="0">
                <a:solidFill>
                  <a:srgbClr val="252525"/>
                </a:solidFill>
                <a:latin typeface="Times New Roman"/>
                <a:cs typeface="Times New Roman"/>
              </a:rPr>
              <a:t>a</a:t>
            </a:r>
            <a:r>
              <a:rPr sz="1700" dirty="0">
                <a:solidFill>
                  <a:srgbClr val="252525"/>
                </a:solidFill>
                <a:latin typeface="Times New Roman"/>
                <a:cs typeface="Times New Roman"/>
              </a:rPr>
              <a:t>r </a:t>
            </a:r>
            <a:r>
              <a:rPr sz="1700" spc="-2" dirty="0">
                <a:solidFill>
                  <a:srgbClr val="252525"/>
                </a:solidFill>
                <a:latin typeface="Times New Roman"/>
                <a:cs typeface="Times New Roman"/>
              </a:rPr>
              <a:t>sw</a:t>
            </a:r>
            <a:r>
              <a:rPr sz="1700" dirty="0">
                <a:solidFill>
                  <a:srgbClr val="252525"/>
                </a:solidFill>
                <a:latin typeface="Times New Roman"/>
                <a:cs typeface="Times New Roman"/>
              </a:rPr>
              <a:t>i</a:t>
            </a:r>
            <a:r>
              <a:rPr sz="1700" spc="-2" dirty="0">
                <a:solidFill>
                  <a:srgbClr val="252525"/>
                </a:solidFill>
                <a:latin typeface="Times New Roman"/>
                <a:cs typeface="Times New Roman"/>
              </a:rPr>
              <a:t>tch</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s.</a:t>
            </a:r>
            <a:endParaRPr sz="1700" dirty="0">
              <a:latin typeface="Times New Roman"/>
              <a:cs typeface="Times New Roman"/>
            </a:endParaRPr>
          </a:p>
        </p:txBody>
      </p:sp>
    </p:spTree>
    <p:extLst>
      <p:ext uri="{BB962C8B-B14F-4D97-AF65-F5344CB8AC3E}">
        <p14:creationId xmlns:p14="http://schemas.microsoft.com/office/powerpoint/2010/main" val="2377494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27750-A95A-6904-38FC-159ED6CFF1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F99319-EC40-8A9D-C4EE-29DCF5B069C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06934AF7-D87E-FE83-E053-75613328B2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2D51DA5-9A3F-FAE1-FFB1-7CE6EFB21E0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859F5A6-B017-5DF0-4776-2FDE10C6396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4">
            <a:extLst>
              <a:ext uri="{FF2B5EF4-FFF2-40B4-BE49-F238E27FC236}">
                <a16:creationId xmlns:a16="http://schemas.microsoft.com/office/drawing/2014/main" id="{5DA89830-20FF-17E6-2992-E22DAC7B7CF6}"/>
              </a:ext>
            </a:extLst>
          </p:cNvPr>
          <p:cNvSpPr/>
          <p:nvPr/>
        </p:nvSpPr>
        <p:spPr>
          <a:xfrm>
            <a:off x="5627623" y="1524490"/>
            <a:ext cx="3276600" cy="2094519"/>
          </a:xfrm>
          <a:prstGeom prst="rect">
            <a:avLst/>
          </a:prstGeom>
          <a:blipFill>
            <a:blip r:embed="rId6" cstate="print"/>
            <a:stretch>
              <a:fillRect/>
            </a:stretch>
          </a:blipFill>
        </p:spPr>
        <p:txBody>
          <a:bodyPr wrap="square" lIns="0" tIns="0" rIns="0" bIns="0" rtlCol="0"/>
          <a:lstStyle/>
          <a:p>
            <a:endParaRPr sz="866"/>
          </a:p>
        </p:txBody>
      </p:sp>
      <p:sp>
        <p:nvSpPr>
          <p:cNvPr id="7" name="TextBox 6">
            <a:extLst>
              <a:ext uri="{FF2B5EF4-FFF2-40B4-BE49-F238E27FC236}">
                <a16:creationId xmlns:a16="http://schemas.microsoft.com/office/drawing/2014/main" id="{EBB519C5-5AEE-3AB3-ED23-3E66D9210407}"/>
              </a:ext>
            </a:extLst>
          </p:cNvPr>
          <p:cNvSpPr txBox="1"/>
          <p:nvPr/>
        </p:nvSpPr>
        <p:spPr>
          <a:xfrm>
            <a:off x="762000" y="923001"/>
            <a:ext cx="4941823" cy="2970044"/>
          </a:xfrm>
          <a:prstGeom prst="rect">
            <a:avLst/>
          </a:prstGeom>
          <a:noFill/>
        </p:spPr>
        <p:txBody>
          <a:bodyPr wrap="square">
            <a:spAutoFit/>
          </a:bodyPr>
          <a:lstStyle/>
          <a:p>
            <a:pPr marL="6109"/>
            <a:r>
              <a:rPr lang="en-US" sz="1700" b="1" spc="-2" dirty="0">
                <a:solidFill>
                  <a:srgbClr val="252525"/>
                </a:solidFill>
                <a:latin typeface="Times New Roman"/>
                <a:cs typeface="Times New Roman"/>
              </a:rPr>
              <a:t>A</a:t>
            </a:r>
            <a:r>
              <a:rPr lang="en-US" sz="1700" b="1" dirty="0">
                <a:solidFill>
                  <a:srgbClr val="252525"/>
                </a:solidFill>
                <a:latin typeface="Times New Roman"/>
                <a:cs typeface="Times New Roman"/>
              </a:rPr>
              <a:t>bout </a:t>
            </a:r>
            <a:r>
              <a:rPr lang="en-US" sz="1700" b="1" spc="-5" dirty="0">
                <a:solidFill>
                  <a:srgbClr val="252525"/>
                </a:solidFill>
                <a:latin typeface="Times New Roman"/>
                <a:cs typeface="Times New Roman"/>
              </a:rPr>
              <a:t>U</a:t>
            </a:r>
            <a:r>
              <a:rPr lang="en-US" sz="1700" b="1" dirty="0">
                <a:solidFill>
                  <a:srgbClr val="252525"/>
                </a:solidFill>
                <a:latin typeface="Times New Roman"/>
                <a:cs typeface="Times New Roman"/>
              </a:rPr>
              <a:t>n</a:t>
            </a:r>
            <a:r>
              <a:rPr lang="en-US" sz="1700" b="1" spc="-2" dirty="0">
                <a:solidFill>
                  <a:srgbClr val="252525"/>
                </a:solidFill>
                <a:latin typeface="Times New Roman"/>
                <a:cs typeface="Times New Roman"/>
              </a:rPr>
              <a:t>ifo</a:t>
            </a:r>
            <a:r>
              <a:rPr lang="en-US" sz="1700" b="1" spc="-10" dirty="0">
                <a:solidFill>
                  <a:srgbClr val="252525"/>
                </a:solidFill>
                <a:latin typeface="Times New Roman"/>
                <a:cs typeface="Times New Roman"/>
              </a:rPr>
              <a:t>r</a:t>
            </a:r>
            <a:r>
              <a:rPr lang="en-US" sz="1700" b="1" dirty="0">
                <a:solidFill>
                  <a:srgbClr val="252525"/>
                </a:solidFill>
                <a:latin typeface="Times New Roman"/>
                <a:cs typeface="Times New Roman"/>
              </a:rPr>
              <a:t>m</a:t>
            </a:r>
            <a:r>
              <a:rPr lang="en-US" sz="1700" b="1" spc="2" dirty="0">
                <a:solidFill>
                  <a:srgbClr val="252525"/>
                </a:solidFill>
                <a:latin typeface="Times New Roman"/>
                <a:cs typeface="Times New Roman"/>
              </a:rPr>
              <a:t> </a:t>
            </a:r>
            <a:r>
              <a:rPr lang="en-US" sz="1700" b="1" spc="-7" dirty="0">
                <a:solidFill>
                  <a:srgbClr val="252525"/>
                </a:solidFill>
                <a:latin typeface="Times New Roman"/>
                <a:cs typeface="Times New Roman"/>
              </a:rPr>
              <a:t>Me</a:t>
            </a:r>
            <a:r>
              <a:rPr lang="en-US" sz="1700" b="1" spc="2" dirty="0">
                <a:solidFill>
                  <a:srgbClr val="252525"/>
                </a:solidFill>
                <a:latin typeface="Times New Roman"/>
                <a:cs typeface="Times New Roman"/>
              </a:rPr>
              <a:t>m</a:t>
            </a:r>
            <a:r>
              <a:rPr lang="en-US" sz="1700" b="1" spc="-5" dirty="0">
                <a:solidFill>
                  <a:srgbClr val="252525"/>
                </a:solidFill>
                <a:latin typeface="Times New Roman"/>
                <a:cs typeface="Times New Roman"/>
              </a:rPr>
              <a:t>o</a:t>
            </a:r>
            <a:r>
              <a:rPr lang="en-US" sz="1700" b="1" spc="-7" dirty="0">
                <a:solidFill>
                  <a:srgbClr val="252525"/>
                </a:solidFill>
                <a:latin typeface="Times New Roman"/>
                <a:cs typeface="Times New Roman"/>
              </a:rPr>
              <a:t>r</a:t>
            </a:r>
            <a:r>
              <a:rPr lang="en-US" sz="1700" b="1" dirty="0">
                <a:solidFill>
                  <a:srgbClr val="252525"/>
                </a:solidFill>
                <a:latin typeface="Times New Roman"/>
                <a:cs typeface="Times New Roman"/>
              </a:rPr>
              <a:t>y </a:t>
            </a:r>
            <a:r>
              <a:rPr lang="en-US" sz="1700" b="1" spc="-2" dirty="0">
                <a:solidFill>
                  <a:srgbClr val="252525"/>
                </a:solidFill>
                <a:latin typeface="Times New Roman"/>
                <a:cs typeface="Times New Roman"/>
              </a:rPr>
              <a:t>A</a:t>
            </a:r>
            <a:r>
              <a:rPr lang="en-US" sz="1700" b="1" spc="-5" dirty="0">
                <a:solidFill>
                  <a:srgbClr val="252525"/>
                </a:solidFill>
                <a:latin typeface="Times New Roman"/>
                <a:cs typeface="Times New Roman"/>
              </a:rPr>
              <a:t>c</a:t>
            </a:r>
            <a:r>
              <a:rPr lang="en-US" sz="1700" b="1" spc="-2" dirty="0">
                <a:solidFill>
                  <a:srgbClr val="252525"/>
                </a:solidFill>
                <a:latin typeface="Times New Roman"/>
                <a:cs typeface="Times New Roman"/>
              </a:rPr>
              <a:t>c</a:t>
            </a:r>
            <a:r>
              <a:rPr lang="en-US" sz="1700" b="1" spc="-7" dirty="0">
                <a:solidFill>
                  <a:srgbClr val="252525"/>
                </a:solidFill>
                <a:latin typeface="Times New Roman"/>
                <a:cs typeface="Times New Roman"/>
              </a:rPr>
              <a:t>e</a:t>
            </a:r>
            <a:r>
              <a:rPr lang="en-US" sz="1700" b="1" spc="-2" dirty="0">
                <a:solidFill>
                  <a:srgbClr val="252525"/>
                </a:solidFill>
                <a:latin typeface="Times New Roman"/>
                <a:cs typeface="Times New Roman"/>
              </a:rPr>
              <a:t>s</a:t>
            </a:r>
            <a:r>
              <a:rPr lang="en-US" sz="1700" b="1" dirty="0">
                <a:solidFill>
                  <a:srgbClr val="252525"/>
                </a:solidFill>
                <a:latin typeface="Times New Roman"/>
                <a:cs typeface="Times New Roman"/>
              </a:rPr>
              <a:t>s (</a:t>
            </a:r>
            <a:r>
              <a:rPr lang="en-US" sz="1700" b="1" spc="2" dirty="0">
                <a:solidFill>
                  <a:srgbClr val="252525"/>
                </a:solidFill>
                <a:latin typeface="Times New Roman"/>
                <a:cs typeface="Times New Roman"/>
              </a:rPr>
              <a:t>U</a:t>
            </a:r>
            <a:r>
              <a:rPr lang="en-US" sz="1700" b="1" spc="-10" dirty="0">
                <a:solidFill>
                  <a:srgbClr val="252525"/>
                </a:solidFill>
                <a:latin typeface="Times New Roman"/>
                <a:cs typeface="Times New Roman"/>
              </a:rPr>
              <a:t>M</a:t>
            </a:r>
            <a:r>
              <a:rPr lang="en-US" sz="1700" b="1" spc="-2" dirty="0">
                <a:solidFill>
                  <a:srgbClr val="252525"/>
                </a:solidFill>
                <a:latin typeface="Times New Roman"/>
                <a:cs typeface="Times New Roman"/>
              </a:rPr>
              <a:t>A)</a:t>
            </a:r>
            <a:endParaRPr lang="en-US" sz="1700" b="1" dirty="0">
              <a:latin typeface="Times New Roman"/>
              <a:cs typeface="Times New Roman"/>
            </a:endParaRPr>
          </a:p>
          <a:p>
            <a:pPr marL="291859" indent="-285750">
              <a:buFont typeface="Arial" panose="020B0604020202020204" pitchFamily="34" charset="0"/>
              <a:buChar char="•"/>
            </a:pPr>
            <a:r>
              <a:rPr lang="en-US" sz="1700" spc="-7" dirty="0">
                <a:solidFill>
                  <a:srgbClr val="252525"/>
                </a:solidFill>
                <a:latin typeface="Times New Roman"/>
                <a:cs typeface="Times New Roman"/>
              </a:rPr>
              <a:t>Me</a:t>
            </a:r>
            <a:r>
              <a:rPr lang="en-US" sz="1700" spc="-5" dirty="0">
                <a:solidFill>
                  <a:srgbClr val="252525"/>
                </a:solidFill>
                <a:latin typeface="Times New Roman"/>
                <a:cs typeface="Times New Roman"/>
              </a:rPr>
              <a:t>mory</a:t>
            </a:r>
            <a:r>
              <a:rPr lang="en-US" sz="1700" spc="-2" dirty="0">
                <a:solidFill>
                  <a:srgbClr val="252525"/>
                </a:solidFill>
                <a:latin typeface="Times New Roman"/>
                <a:cs typeface="Times New Roman"/>
              </a:rPr>
              <a:t> </a:t>
            </a:r>
            <a:r>
              <a:rPr lang="en-US" sz="1700" spc="-10" dirty="0">
                <a:solidFill>
                  <a:srgbClr val="252525"/>
                </a:solidFill>
                <a:latin typeface="Times New Roman"/>
                <a:cs typeface="Times New Roman"/>
              </a:rPr>
              <a:t>a</a:t>
            </a:r>
            <a:r>
              <a:rPr lang="en-US" sz="1700" spc="-2" dirty="0">
                <a:solidFill>
                  <a:srgbClr val="252525"/>
                </a:solidFill>
                <a:latin typeface="Times New Roman"/>
                <a:cs typeface="Times New Roman"/>
              </a:rPr>
              <a:t>c</a:t>
            </a:r>
            <a:r>
              <a:rPr lang="en-US" sz="1700" spc="-7" dirty="0">
                <a:solidFill>
                  <a:srgbClr val="252525"/>
                </a:solidFill>
                <a:latin typeface="Times New Roman"/>
                <a:cs typeface="Times New Roman"/>
              </a:rPr>
              <a:t>ce</a:t>
            </a:r>
            <a:r>
              <a:rPr lang="en-US" sz="1700" spc="-2" dirty="0">
                <a:solidFill>
                  <a:srgbClr val="252525"/>
                </a:solidFill>
                <a:latin typeface="Times New Roman"/>
                <a:cs typeface="Times New Roman"/>
              </a:rPr>
              <a:t>s</a:t>
            </a:r>
            <a:r>
              <a:rPr lang="en-US" sz="1700" dirty="0">
                <a:solidFill>
                  <a:srgbClr val="252525"/>
                </a:solidFill>
                <a:latin typeface="Times New Roman"/>
                <a:cs typeface="Times New Roman"/>
              </a:rPr>
              <a:t>s </a:t>
            </a:r>
            <a:r>
              <a:rPr lang="en-US" sz="1700" spc="-5" dirty="0">
                <a:solidFill>
                  <a:srgbClr val="252525"/>
                </a:solidFill>
                <a:latin typeface="Times New Roman"/>
                <a:cs typeface="Times New Roman"/>
              </a:rPr>
              <a:t>time</a:t>
            </a:r>
            <a:r>
              <a:rPr lang="en-US" sz="1700" spc="2" dirty="0">
                <a:solidFill>
                  <a:srgbClr val="252525"/>
                </a:solidFill>
                <a:latin typeface="Times New Roman"/>
                <a:cs typeface="Times New Roman"/>
              </a:rPr>
              <a:t> </a:t>
            </a:r>
            <a:r>
              <a:rPr lang="en-US" sz="1700" spc="-2" dirty="0">
                <a:solidFill>
                  <a:srgbClr val="252525"/>
                </a:solidFill>
                <a:latin typeface="Times New Roman"/>
                <a:cs typeface="Times New Roman"/>
              </a:rPr>
              <a:t>is bal</a:t>
            </a:r>
            <a:r>
              <a:rPr lang="en-US" sz="1700" spc="-7" dirty="0">
                <a:solidFill>
                  <a:srgbClr val="252525"/>
                </a:solidFill>
                <a:latin typeface="Times New Roman"/>
                <a:cs typeface="Times New Roman"/>
              </a:rPr>
              <a:t>a</a:t>
            </a:r>
            <a:r>
              <a:rPr lang="en-US" sz="1700" spc="-5" dirty="0">
                <a:solidFill>
                  <a:srgbClr val="252525"/>
                </a:solidFill>
                <a:latin typeface="Times New Roman"/>
                <a:cs typeface="Times New Roman"/>
              </a:rPr>
              <a:t>n</a:t>
            </a:r>
            <a:r>
              <a:rPr lang="en-US" sz="1700" spc="-7" dirty="0">
                <a:solidFill>
                  <a:srgbClr val="252525"/>
                </a:solidFill>
                <a:latin typeface="Times New Roman"/>
                <a:cs typeface="Times New Roman"/>
              </a:rPr>
              <a:t>ce</a:t>
            </a:r>
            <a:r>
              <a:rPr lang="en-US" sz="1700" dirty="0">
                <a:solidFill>
                  <a:srgbClr val="252525"/>
                </a:solidFill>
                <a:latin typeface="Times New Roman"/>
                <a:cs typeface="Times New Roman"/>
              </a:rPr>
              <a:t>d or</a:t>
            </a:r>
            <a:r>
              <a:rPr lang="en-US" sz="1700" spc="2" dirty="0">
                <a:solidFill>
                  <a:srgbClr val="252525"/>
                </a:solidFill>
                <a:latin typeface="Times New Roman"/>
                <a:cs typeface="Times New Roman"/>
              </a:rPr>
              <a:t> </a:t>
            </a:r>
            <a:r>
              <a:rPr lang="en-US" sz="1700" spc="-7" dirty="0">
                <a:solidFill>
                  <a:srgbClr val="252525"/>
                </a:solidFill>
                <a:latin typeface="Times New Roman"/>
                <a:cs typeface="Times New Roman"/>
              </a:rPr>
              <a:t>e</a:t>
            </a:r>
            <a:r>
              <a:rPr lang="en-US" sz="1700" spc="-5" dirty="0">
                <a:solidFill>
                  <a:srgbClr val="252525"/>
                </a:solidFill>
                <a:latin typeface="Times New Roman"/>
                <a:cs typeface="Times New Roman"/>
              </a:rPr>
              <a:t>qu</a:t>
            </a:r>
            <a:r>
              <a:rPr lang="en-US" sz="1700" spc="-7" dirty="0">
                <a:solidFill>
                  <a:srgbClr val="252525"/>
                </a:solidFill>
                <a:latin typeface="Times New Roman"/>
                <a:cs typeface="Times New Roman"/>
              </a:rPr>
              <a:t>a</a:t>
            </a:r>
            <a:r>
              <a:rPr lang="en-US" sz="1700" spc="-2" dirty="0">
                <a:solidFill>
                  <a:srgbClr val="252525"/>
                </a:solidFill>
                <a:latin typeface="Times New Roman"/>
                <a:cs typeface="Times New Roman"/>
              </a:rPr>
              <a:t>l.</a:t>
            </a:r>
            <a:endParaRPr lang="en-US" sz="1700" dirty="0">
              <a:latin typeface="Times New Roman"/>
              <a:cs typeface="Times New Roman"/>
            </a:endParaRPr>
          </a:p>
          <a:p>
            <a:pPr marL="291859" indent="-285750">
              <a:buFont typeface="Arial" panose="020B0604020202020204" pitchFamily="34" charset="0"/>
              <a:buChar char="•"/>
            </a:pPr>
            <a:endParaRPr lang="en-US" sz="1700" spc="-5" dirty="0">
              <a:solidFill>
                <a:srgbClr val="252525"/>
              </a:solidFill>
              <a:latin typeface="Times New Roman"/>
              <a:cs typeface="Times New Roman"/>
            </a:endParaRPr>
          </a:p>
          <a:p>
            <a:pPr marL="291859" indent="-285750">
              <a:buFont typeface="Arial" panose="020B0604020202020204" pitchFamily="34" charset="0"/>
              <a:buChar char="•"/>
            </a:pPr>
            <a:r>
              <a:rPr lang="en-US" sz="1700" spc="-5" dirty="0">
                <a:solidFill>
                  <a:srgbClr val="252525"/>
                </a:solidFill>
                <a:latin typeface="Times New Roman"/>
                <a:cs typeface="Times New Roman"/>
              </a:rPr>
              <a:t>Th</a:t>
            </a:r>
            <a:r>
              <a:rPr lang="en-US" sz="1700" spc="-10" dirty="0">
                <a:solidFill>
                  <a:srgbClr val="252525"/>
                </a:solidFill>
                <a:latin typeface="Times New Roman"/>
                <a:cs typeface="Times New Roman"/>
              </a:rPr>
              <a:t>e</a:t>
            </a:r>
            <a:r>
              <a:rPr lang="en-US" sz="1700" spc="-2" dirty="0">
                <a:solidFill>
                  <a:srgbClr val="252525"/>
                </a:solidFill>
                <a:latin typeface="Times New Roman"/>
                <a:cs typeface="Times New Roman"/>
              </a:rPr>
              <a:t>re</a:t>
            </a:r>
            <a:r>
              <a:rPr lang="en-US" sz="1700" spc="17" dirty="0">
                <a:solidFill>
                  <a:srgbClr val="252525"/>
                </a:solidFill>
                <a:latin typeface="Times New Roman"/>
                <a:cs typeface="Times New Roman"/>
              </a:rPr>
              <a:t> </a:t>
            </a:r>
            <a:r>
              <a:rPr lang="en-US" sz="1700" spc="-2" dirty="0">
                <a:solidFill>
                  <a:srgbClr val="252525"/>
                </a:solidFill>
                <a:latin typeface="Times New Roman"/>
                <a:cs typeface="Times New Roman"/>
              </a:rPr>
              <a:t>are</a:t>
            </a:r>
            <a:r>
              <a:rPr lang="en-US" sz="1700" spc="17" dirty="0">
                <a:solidFill>
                  <a:srgbClr val="252525"/>
                </a:solidFill>
                <a:latin typeface="Times New Roman"/>
                <a:cs typeface="Times New Roman"/>
              </a:rPr>
              <a:t> </a:t>
            </a:r>
            <a:r>
              <a:rPr lang="en-US" sz="1700" spc="-2" dirty="0">
                <a:solidFill>
                  <a:srgbClr val="252525"/>
                </a:solidFill>
                <a:latin typeface="Times New Roman"/>
                <a:cs typeface="Times New Roman"/>
              </a:rPr>
              <a:t>three</a:t>
            </a:r>
            <a:r>
              <a:rPr lang="en-US" sz="1700" spc="19" dirty="0">
                <a:solidFill>
                  <a:srgbClr val="252525"/>
                </a:solidFill>
                <a:latin typeface="Times New Roman"/>
                <a:cs typeface="Times New Roman"/>
              </a:rPr>
              <a:t> </a:t>
            </a:r>
            <a:r>
              <a:rPr lang="en-US" sz="1700" spc="-2" dirty="0">
                <a:solidFill>
                  <a:srgbClr val="252525"/>
                </a:solidFill>
                <a:latin typeface="Times New Roman"/>
                <a:cs typeface="Times New Roman"/>
              </a:rPr>
              <a:t>types</a:t>
            </a:r>
            <a:r>
              <a:rPr lang="en-US" sz="1700" spc="19" dirty="0">
                <a:solidFill>
                  <a:srgbClr val="252525"/>
                </a:solidFill>
                <a:latin typeface="Times New Roman"/>
                <a:cs typeface="Times New Roman"/>
              </a:rPr>
              <a:t> </a:t>
            </a:r>
            <a:r>
              <a:rPr lang="en-US" sz="1700" dirty="0">
                <a:solidFill>
                  <a:srgbClr val="252525"/>
                </a:solidFill>
                <a:latin typeface="Times New Roman"/>
                <a:cs typeface="Times New Roman"/>
              </a:rPr>
              <a:t>of</a:t>
            </a:r>
            <a:r>
              <a:rPr lang="en-US" sz="1700" spc="19" dirty="0">
                <a:solidFill>
                  <a:srgbClr val="252525"/>
                </a:solidFill>
                <a:latin typeface="Times New Roman"/>
                <a:cs typeface="Times New Roman"/>
              </a:rPr>
              <a:t> </a:t>
            </a:r>
            <a:r>
              <a:rPr lang="en-US" sz="1700" dirty="0">
                <a:solidFill>
                  <a:srgbClr val="252525"/>
                </a:solidFill>
                <a:latin typeface="Times New Roman"/>
                <a:cs typeface="Times New Roman"/>
              </a:rPr>
              <a:t>bus</a:t>
            </a:r>
            <a:r>
              <a:rPr lang="en-US" sz="1700" spc="-2" dirty="0">
                <a:solidFill>
                  <a:srgbClr val="252525"/>
                </a:solidFill>
                <a:latin typeface="Times New Roman"/>
                <a:cs typeface="Times New Roman"/>
              </a:rPr>
              <a:t>e</a:t>
            </a:r>
            <a:r>
              <a:rPr lang="en-US" sz="1700" dirty="0">
                <a:solidFill>
                  <a:srgbClr val="252525"/>
                </a:solidFill>
                <a:latin typeface="Times New Roman"/>
                <a:cs typeface="Times New Roman"/>
              </a:rPr>
              <a:t>s</a:t>
            </a:r>
            <a:r>
              <a:rPr lang="en-US" sz="1700" spc="22" dirty="0">
                <a:solidFill>
                  <a:srgbClr val="252525"/>
                </a:solidFill>
                <a:latin typeface="Times New Roman"/>
                <a:cs typeface="Times New Roman"/>
              </a:rPr>
              <a:t> </a:t>
            </a:r>
            <a:r>
              <a:rPr lang="en-US" sz="1700" dirty="0">
                <a:solidFill>
                  <a:srgbClr val="252525"/>
                </a:solidFill>
                <a:latin typeface="Times New Roman"/>
                <a:cs typeface="Times New Roman"/>
              </a:rPr>
              <a:t>us</a:t>
            </a:r>
            <a:r>
              <a:rPr lang="en-US" sz="1700" spc="-2" dirty="0">
                <a:solidFill>
                  <a:srgbClr val="252525"/>
                </a:solidFill>
                <a:latin typeface="Times New Roman"/>
                <a:cs typeface="Times New Roman"/>
              </a:rPr>
              <a:t>e</a:t>
            </a:r>
            <a:r>
              <a:rPr lang="en-US" sz="1700" dirty="0">
                <a:solidFill>
                  <a:srgbClr val="252525"/>
                </a:solidFill>
                <a:latin typeface="Times New Roman"/>
                <a:cs typeface="Times New Roman"/>
              </a:rPr>
              <a:t>d</a:t>
            </a:r>
            <a:r>
              <a:rPr lang="en-US" sz="1700" spc="22" dirty="0">
                <a:solidFill>
                  <a:srgbClr val="252525"/>
                </a:solidFill>
                <a:latin typeface="Times New Roman"/>
                <a:cs typeface="Times New Roman"/>
              </a:rPr>
              <a:t> </a:t>
            </a:r>
            <a:r>
              <a:rPr lang="en-US" sz="1700" spc="-2" dirty="0">
                <a:solidFill>
                  <a:srgbClr val="252525"/>
                </a:solidFill>
                <a:latin typeface="Times New Roman"/>
                <a:cs typeface="Times New Roman"/>
              </a:rPr>
              <a:t>in</a:t>
            </a:r>
            <a:r>
              <a:rPr lang="en-US" sz="1700" spc="22" dirty="0">
                <a:solidFill>
                  <a:srgbClr val="252525"/>
                </a:solidFill>
                <a:latin typeface="Times New Roman"/>
                <a:cs typeface="Times New Roman"/>
              </a:rPr>
              <a:t> </a:t>
            </a:r>
            <a:r>
              <a:rPr lang="en-US" sz="1700" spc="-2" dirty="0">
                <a:solidFill>
                  <a:srgbClr val="252525"/>
                </a:solidFill>
                <a:latin typeface="Times New Roman"/>
                <a:cs typeface="Times New Roman"/>
              </a:rPr>
              <a:t>UMA i</a:t>
            </a:r>
            <a:r>
              <a:rPr lang="en-US" sz="1700" dirty="0">
                <a:solidFill>
                  <a:srgbClr val="252525"/>
                </a:solidFill>
                <a:latin typeface="Times New Roman"/>
                <a:cs typeface="Times New Roman"/>
              </a:rPr>
              <a:t>n</a:t>
            </a:r>
            <a:r>
              <a:rPr lang="en-US" sz="1700" spc="-7" dirty="0">
                <a:solidFill>
                  <a:srgbClr val="252525"/>
                </a:solidFill>
                <a:latin typeface="Times New Roman"/>
                <a:cs typeface="Times New Roman"/>
              </a:rPr>
              <a:t>c</a:t>
            </a:r>
            <a:r>
              <a:rPr lang="en-US" sz="1700" spc="-2" dirty="0">
                <a:solidFill>
                  <a:srgbClr val="252525"/>
                </a:solidFill>
                <a:latin typeface="Times New Roman"/>
                <a:cs typeface="Times New Roman"/>
              </a:rPr>
              <a:t>luding</a:t>
            </a:r>
            <a:r>
              <a:rPr lang="en-US" sz="1700" spc="22" dirty="0">
                <a:solidFill>
                  <a:srgbClr val="252525"/>
                </a:solidFill>
                <a:latin typeface="Times New Roman"/>
                <a:cs typeface="Times New Roman"/>
              </a:rPr>
              <a:t> S</a:t>
            </a:r>
            <a:r>
              <a:rPr lang="en-US" sz="1700" spc="-5" dirty="0">
                <a:solidFill>
                  <a:srgbClr val="252525"/>
                </a:solidFill>
                <a:latin typeface="Times New Roman"/>
                <a:cs typeface="Times New Roman"/>
              </a:rPr>
              <a:t>ing</a:t>
            </a:r>
            <a:r>
              <a:rPr lang="en-US" sz="1700" dirty="0">
                <a:solidFill>
                  <a:srgbClr val="252525"/>
                </a:solidFill>
                <a:latin typeface="Times New Roman"/>
                <a:cs typeface="Times New Roman"/>
              </a:rPr>
              <a:t>l</a:t>
            </a:r>
            <a:r>
              <a:rPr lang="en-US" sz="1700" spc="-7" dirty="0">
                <a:solidFill>
                  <a:srgbClr val="252525"/>
                </a:solidFill>
                <a:latin typeface="Times New Roman"/>
                <a:cs typeface="Times New Roman"/>
              </a:rPr>
              <a:t>e</a:t>
            </a:r>
            <a:r>
              <a:rPr lang="en-US" sz="1700" dirty="0">
                <a:solidFill>
                  <a:srgbClr val="252525"/>
                </a:solidFill>
                <a:latin typeface="Times New Roman"/>
                <a:cs typeface="Times New Roman"/>
              </a:rPr>
              <a:t>, M</a:t>
            </a:r>
            <a:r>
              <a:rPr lang="en-US" sz="1700" spc="-2" dirty="0">
                <a:solidFill>
                  <a:srgbClr val="252525"/>
                </a:solidFill>
                <a:latin typeface="Times New Roman"/>
                <a:cs typeface="Times New Roman"/>
              </a:rPr>
              <a:t>ultiple</a:t>
            </a:r>
            <a:r>
              <a:rPr lang="en-US" sz="1700" dirty="0">
                <a:solidFill>
                  <a:srgbClr val="252525"/>
                </a:solidFill>
                <a:latin typeface="Times New Roman"/>
                <a:cs typeface="Times New Roman"/>
              </a:rPr>
              <a:t> </a:t>
            </a:r>
            <a:r>
              <a:rPr lang="en-US" sz="1700" spc="-10" dirty="0">
                <a:solidFill>
                  <a:srgbClr val="252525"/>
                </a:solidFill>
                <a:latin typeface="Times New Roman"/>
                <a:cs typeface="Times New Roman"/>
              </a:rPr>
              <a:t>a</a:t>
            </a:r>
            <a:r>
              <a:rPr lang="en-US" sz="1700" dirty="0">
                <a:solidFill>
                  <a:srgbClr val="252525"/>
                </a:solidFill>
                <a:latin typeface="Times New Roman"/>
                <a:cs typeface="Times New Roman"/>
              </a:rPr>
              <a:t>nd </a:t>
            </a:r>
            <a:r>
              <a:rPr lang="en-US" sz="1700" spc="-5" dirty="0">
                <a:solidFill>
                  <a:srgbClr val="252525"/>
                </a:solidFill>
                <a:latin typeface="Times New Roman"/>
                <a:cs typeface="Times New Roman"/>
              </a:rPr>
              <a:t>C</a:t>
            </a:r>
            <a:r>
              <a:rPr lang="en-US" sz="1700" dirty="0">
                <a:solidFill>
                  <a:srgbClr val="252525"/>
                </a:solidFill>
                <a:latin typeface="Times New Roman"/>
                <a:cs typeface="Times New Roman"/>
              </a:rPr>
              <a:t>rossb</a:t>
            </a:r>
            <a:r>
              <a:rPr lang="en-US" sz="1700" spc="-5" dirty="0">
                <a:solidFill>
                  <a:srgbClr val="252525"/>
                </a:solidFill>
                <a:latin typeface="Times New Roman"/>
                <a:cs typeface="Times New Roman"/>
              </a:rPr>
              <a:t>a</a:t>
            </a:r>
            <a:r>
              <a:rPr lang="en-US" sz="1700" dirty="0">
                <a:solidFill>
                  <a:srgbClr val="252525"/>
                </a:solidFill>
                <a:latin typeface="Times New Roman"/>
                <a:cs typeface="Times New Roman"/>
              </a:rPr>
              <a:t>r.</a:t>
            </a:r>
            <a:endParaRPr lang="en-US" sz="1700" dirty="0">
              <a:latin typeface="Times New Roman"/>
              <a:cs typeface="Times New Roman"/>
            </a:endParaRPr>
          </a:p>
          <a:p>
            <a:pPr marL="291859" indent="-285750">
              <a:buFont typeface="Arial" panose="020B0604020202020204" pitchFamily="34" charset="0"/>
              <a:buChar char="•"/>
            </a:pPr>
            <a:r>
              <a:rPr lang="en-US" sz="1700" dirty="0">
                <a:solidFill>
                  <a:srgbClr val="252525"/>
                </a:solidFill>
                <a:latin typeface="Times New Roman"/>
                <a:cs typeface="Times New Roman"/>
              </a:rPr>
              <a:t>Us</a:t>
            </a:r>
            <a:r>
              <a:rPr lang="en-US" sz="1700" spc="-2" dirty="0">
                <a:solidFill>
                  <a:srgbClr val="252525"/>
                </a:solidFill>
                <a:latin typeface="Times New Roman"/>
                <a:cs typeface="Times New Roman"/>
              </a:rPr>
              <a:t>e</a:t>
            </a:r>
            <a:r>
              <a:rPr lang="en-US" sz="1700" dirty="0">
                <a:solidFill>
                  <a:srgbClr val="252525"/>
                </a:solidFill>
                <a:latin typeface="Times New Roman"/>
                <a:cs typeface="Times New Roman"/>
              </a:rPr>
              <a:t>d </a:t>
            </a:r>
            <a:r>
              <a:rPr lang="en-US" sz="1700" spc="-19" dirty="0">
                <a:solidFill>
                  <a:srgbClr val="252525"/>
                </a:solidFill>
                <a:latin typeface="Times New Roman"/>
                <a:cs typeface="Times New Roman"/>
              </a:rPr>
              <a:t> </a:t>
            </a:r>
            <a:r>
              <a:rPr lang="en-US" sz="1700" spc="-2" dirty="0">
                <a:solidFill>
                  <a:srgbClr val="252525"/>
                </a:solidFill>
                <a:latin typeface="Times New Roman"/>
                <a:cs typeface="Times New Roman"/>
              </a:rPr>
              <a:t>in</a:t>
            </a:r>
            <a:r>
              <a:rPr lang="en-US" sz="1700" dirty="0">
                <a:solidFill>
                  <a:srgbClr val="252525"/>
                </a:solidFill>
                <a:latin typeface="Times New Roman"/>
                <a:cs typeface="Times New Roman"/>
              </a:rPr>
              <a:t> </a:t>
            </a:r>
            <a:r>
              <a:rPr lang="en-US" sz="1700" spc="-17" dirty="0">
                <a:solidFill>
                  <a:srgbClr val="252525"/>
                </a:solidFill>
                <a:latin typeface="Times New Roman"/>
                <a:cs typeface="Times New Roman"/>
              </a:rPr>
              <a:t> </a:t>
            </a:r>
            <a:r>
              <a:rPr lang="en-US" sz="1700" spc="-5" dirty="0">
                <a:solidFill>
                  <a:srgbClr val="252525"/>
                </a:solidFill>
                <a:latin typeface="Times New Roman"/>
                <a:cs typeface="Times New Roman"/>
              </a:rPr>
              <a:t>tim</a:t>
            </a:r>
            <a:r>
              <a:rPr lang="en-US" sz="1700" dirty="0">
                <a:solidFill>
                  <a:srgbClr val="252525"/>
                </a:solidFill>
                <a:latin typeface="Times New Roman"/>
                <a:cs typeface="Times New Roman"/>
              </a:rPr>
              <a:t>e</a:t>
            </a:r>
            <a:r>
              <a:rPr lang="en-US" sz="1700" spc="-2" dirty="0">
                <a:solidFill>
                  <a:srgbClr val="252525"/>
                </a:solidFill>
                <a:latin typeface="Times New Roman"/>
                <a:cs typeface="Times New Roman"/>
              </a:rPr>
              <a:t>-sharing</a:t>
            </a:r>
            <a:r>
              <a:rPr lang="en-US" sz="1700" dirty="0">
                <a:solidFill>
                  <a:srgbClr val="252525"/>
                </a:solidFill>
                <a:latin typeface="Times New Roman"/>
                <a:cs typeface="Times New Roman"/>
              </a:rPr>
              <a:t> </a:t>
            </a:r>
            <a:r>
              <a:rPr lang="en-US" sz="1700" spc="-19" dirty="0">
                <a:solidFill>
                  <a:srgbClr val="252525"/>
                </a:solidFill>
                <a:latin typeface="Times New Roman"/>
                <a:cs typeface="Times New Roman"/>
              </a:rPr>
              <a:t> </a:t>
            </a:r>
            <a:r>
              <a:rPr lang="en-US" sz="1700" spc="-7" dirty="0">
                <a:solidFill>
                  <a:srgbClr val="252525"/>
                </a:solidFill>
                <a:latin typeface="Times New Roman"/>
                <a:cs typeface="Times New Roman"/>
              </a:rPr>
              <a:t>a</a:t>
            </a:r>
            <a:r>
              <a:rPr lang="en-US" sz="1700" spc="-2" dirty="0">
                <a:solidFill>
                  <a:srgbClr val="252525"/>
                </a:solidFill>
                <a:latin typeface="Times New Roman"/>
                <a:cs typeface="Times New Roman"/>
              </a:rPr>
              <a:t>ppli</a:t>
            </a:r>
            <a:r>
              <a:rPr lang="en-US" sz="1700" spc="-7" dirty="0">
                <a:solidFill>
                  <a:srgbClr val="252525"/>
                </a:solidFill>
                <a:latin typeface="Times New Roman"/>
                <a:cs typeface="Times New Roman"/>
              </a:rPr>
              <a:t>ca</a:t>
            </a:r>
            <a:r>
              <a:rPr lang="en-US" sz="1700" spc="-2" dirty="0">
                <a:solidFill>
                  <a:srgbClr val="252525"/>
                </a:solidFill>
                <a:latin typeface="Times New Roman"/>
                <a:cs typeface="Times New Roman"/>
              </a:rPr>
              <a:t>ti</a:t>
            </a:r>
            <a:r>
              <a:rPr lang="en-US" sz="1700" dirty="0">
                <a:solidFill>
                  <a:srgbClr val="252525"/>
                </a:solidFill>
                <a:latin typeface="Times New Roman"/>
                <a:cs typeface="Times New Roman"/>
              </a:rPr>
              <a:t>ons </a:t>
            </a:r>
            <a:r>
              <a:rPr lang="en-US" sz="1700" spc="-19" dirty="0">
                <a:solidFill>
                  <a:srgbClr val="252525"/>
                </a:solidFill>
                <a:latin typeface="Times New Roman"/>
                <a:cs typeface="Times New Roman"/>
              </a:rPr>
              <a:t> </a:t>
            </a:r>
            <a:r>
              <a:rPr lang="en-US" sz="1700" spc="-7" dirty="0">
                <a:solidFill>
                  <a:srgbClr val="252525"/>
                </a:solidFill>
                <a:latin typeface="Times New Roman"/>
                <a:cs typeface="Times New Roman"/>
              </a:rPr>
              <a:t>a</a:t>
            </a:r>
            <a:r>
              <a:rPr lang="en-US" sz="1700" dirty="0">
                <a:solidFill>
                  <a:srgbClr val="252525"/>
                </a:solidFill>
                <a:latin typeface="Times New Roman"/>
                <a:cs typeface="Times New Roman"/>
              </a:rPr>
              <a:t>nd </a:t>
            </a:r>
            <a:r>
              <a:rPr lang="en-US" sz="1700" spc="-19" dirty="0">
                <a:solidFill>
                  <a:srgbClr val="252525"/>
                </a:solidFill>
                <a:latin typeface="Times New Roman"/>
                <a:cs typeface="Times New Roman"/>
              </a:rPr>
              <a:t> </a:t>
            </a:r>
            <a:r>
              <a:rPr lang="en-US" sz="1700" spc="-5" dirty="0">
                <a:solidFill>
                  <a:srgbClr val="252525"/>
                </a:solidFill>
                <a:latin typeface="Times New Roman"/>
                <a:cs typeface="Times New Roman"/>
              </a:rPr>
              <a:t>g</a:t>
            </a:r>
            <a:r>
              <a:rPr lang="en-US" sz="1700" spc="-7" dirty="0">
                <a:solidFill>
                  <a:srgbClr val="252525"/>
                </a:solidFill>
                <a:latin typeface="Times New Roman"/>
                <a:cs typeface="Times New Roman"/>
              </a:rPr>
              <a:t>e</a:t>
            </a:r>
            <a:r>
              <a:rPr lang="en-US" sz="1700" spc="-5" dirty="0">
                <a:solidFill>
                  <a:srgbClr val="252525"/>
                </a:solidFill>
                <a:latin typeface="Times New Roman"/>
                <a:cs typeface="Times New Roman"/>
              </a:rPr>
              <a:t>n</a:t>
            </a:r>
            <a:r>
              <a:rPr lang="en-US" sz="1700" spc="-2" dirty="0">
                <a:solidFill>
                  <a:srgbClr val="252525"/>
                </a:solidFill>
                <a:latin typeface="Times New Roman"/>
                <a:cs typeface="Times New Roman"/>
              </a:rPr>
              <a:t>er</a:t>
            </a:r>
            <a:r>
              <a:rPr lang="en-US" sz="1700" spc="-10" dirty="0">
                <a:solidFill>
                  <a:srgbClr val="252525"/>
                </a:solidFill>
                <a:latin typeface="Times New Roman"/>
                <a:cs typeface="Times New Roman"/>
              </a:rPr>
              <a:t>a</a:t>
            </a:r>
            <a:r>
              <a:rPr lang="en-US" sz="1700" dirty="0">
                <a:solidFill>
                  <a:srgbClr val="252525"/>
                </a:solidFill>
                <a:latin typeface="Times New Roman"/>
                <a:cs typeface="Times New Roman"/>
              </a:rPr>
              <a:t>l</a:t>
            </a:r>
            <a:r>
              <a:rPr lang="en-US" sz="1700" spc="-2" dirty="0">
                <a:solidFill>
                  <a:srgbClr val="252525"/>
                </a:solidFill>
                <a:latin typeface="Times New Roman"/>
                <a:cs typeface="Times New Roman"/>
              </a:rPr>
              <a:t>-</a:t>
            </a:r>
            <a:r>
              <a:rPr lang="en-US" sz="1700" dirty="0">
                <a:solidFill>
                  <a:srgbClr val="252525"/>
                </a:solidFill>
                <a:latin typeface="Times New Roman"/>
                <a:cs typeface="Times New Roman"/>
              </a:rPr>
              <a:t>purp</a:t>
            </a:r>
            <a:r>
              <a:rPr lang="en-US" sz="1700" spc="-2" dirty="0">
                <a:solidFill>
                  <a:srgbClr val="252525"/>
                </a:solidFill>
                <a:latin typeface="Times New Roman"/>
                <a:cs typeface="Times New Roman"/>
              </a:rPr>
              <a:t>o</a:t>
            </a:r>
            <a:r>
              <a:rPr lang="en-US" sz="1700" spc="5" dirty="0">
                <a:solidFill>
                  <a:srgbClr val="252525"/>
                </a:solidFill>
                <a:latin typeface="Times New Roman"/>
                <a:cs typeface="Times New Roman"/>
              </a:rPr>
              <a:t>s</a:t>
            </a:r>
            <a:r>
              <a:rPr lang="en-US" sz="1700" spc="-5" dirty="0">
                <a:solidFill>
                  <a:srgbClr val="252525"/>
                </a:solidFill>
                <a:latin typeface="Times New Roman"/>
                <a:cs typeface="Times New Roman"/>
              </a:rPr>
              <a:t>e</a:t>
            </a:r>
            <a:r>
              <a:rPr lang="en-US" sz="1700" spc="-2" dirty="0">
                <a:solidFill>
                  <a:srgbClr val="252525"/>
                </a:solidFill>
                <a:latin typeface="Times New Roman"/>
                <a:cs typeface="Times New Roman"/>
              </a:rPr>
              <a:t> </a:t>
            </a:r>
            <a:r>
              <a:rPr lang="en-US" sz="1700" spc="-7" dirty="0">
                <a:solidFill>
                  <a:srgbClr val="252525"/>
                </a:solidFill>
                <a:latin typeface="Times New Roman"/>
                <a:cs typeface="Times New Roman"/>
              </a:rPr>
              <a:t>a</a:t>
            </a:r>
            <a:r>
              <a:rPr lang="en-US" sz="1700" spc="-2" dirty="0">
                <a:solidFill>
                  <a:srgbClr val="252525"/>
                </a:solidFill>
                <a:latin typeface="Times New Roman"/>
                <a:cs typeface="Times New Roman"/>
              </a:rPr>
              <a:t>ppli</a:t>
            </a:r>
            <a:r>
              <a:rPr lang="en-US" sz="1700" spc="-7" dirty="0">
                <a:solidFill>
                  <a:srgbClr val="252525"/>
                </a:solidFill>
                <a:latin typeface="Times New Roman"/>
                <a:cs typeface="Times New Roman"/>
              </a:rPr>
              <a:t>ca</a:t>
            </a:r>
            <a:r>
              <a:rPr lang="en-US" sz="1700" spc="-2" dirty="0">
                <a:solidFill>
                  <a:srgbClr val="252525"/>
                </a:solidFill>
                <a:latin typeface="Times New Roman"/>
                <a:cs typeface="Times New Roman"/>
              </a:rPr>
              <a:t>ti</a:t>
            </a:r>
            <a:r>
              <a:rPr lang="en-US" sz="1700" dirty="0">
                <a:solidFill>
                  <a:srgbClr val="252525"/>
                </a:solidFill>
                <a:latin typeface="Times New Roman"/>
                <a:cs typeface="Times New Roman"/>
              </a:rPr>
              <a:t>ons.</a:t>
            </a:r>
            <a:endParaRPr lang="en-US" sz="1700" dirty="0">
              <a:latin typeface="Times New Roman"/>
              <a:cs typeface="Times New Roman"/>
            </a:endParaRPr>
          </a:p>
          <a:p>
            <a:pPr marL="291859" indent="-285750">
              <a:buFont typeface="Arial" panose="020B0604020202020204" pitchFamily="34" charset="0"/>
              <a:buChar char="•"/>
            </a:pPr>
            <a:r>
              <a:rPr lang="en-US" sz="1700" dirty="0">
                <a:solidFill>
                  <a:srgbClr val="252525"/>
                </a:solidFill>
                <a:latin typeface="Times New Roman"/>
                <a:cs typeface="Times New Roman"/>
              </a:rPr>
              <a:t>Less</a:t>
            </a:r>
            <a:r>
              <a:rPr lang="en-US" sz="1700" spc="-26" dirty="0">
                <a:solidFill>
                  <a:srgbClr val="252525"/>
                </a:solidFill>
                <a:latin typeface="Times New Roman"/>
                <a:cs typeface="Times New Roman"/>
              </a:rPr>
              <a:t> </a:t>
            </a:r>
            <a:r>
              <a:rPr lang="en-US" sz="1700" spc="-5" dirty="0">
                <a:solidFill>
                  <a:srgbClr val="252525"/>
                </a:solidFill>
                <a:latin typeface="Times New Roman"/>
                <a:cs typeface="Times New Roman"/>
              </a:rPr>
              <a:t>b</a:t>
            </a:r>
            <a:r>
              <a:rPr lang="en-US" sz="1700" spc="-7" dirty="0">
                <a:solidFill>
                  <a:srgbClr val="252525"/>
                </a:solidFill>
                <a:latin typeface="Times New Roman"/>
                <a:cs typeface="Times New Roman"/>
              </a:rPr>
              <a:t>a</a:t>
            </a:r>
            <a:r>
              <a:rPr lang="en-US" sz="1700" spc="-5" dirty="0">
                <a:solidFill>
                  <a:srgbClr val="252525"/>
                </a:solidFill>
                <a:latin typeface="Times New Roman"/>
                <a:cs typeface="Times New Roman"/>
              </a:rPr>
              <a:t>ndwidth</a:t>
            </a:r>
            <a:r>
              <a:rPr lang="en-US" sz="1700" spc="-29" dirty="0">
                <a:solidFill>
                  <a:srgbClr val="252525"/>
                </a:solidFill>
                <a:latin typeface="Times New Roman"/>
                <a:cs typeface="Times New Roman"/>
              </a:rPr>
              <a:t> </a:t>
            </a:r>
            <a:r>
              <a:rPr lang="en-US" sz="1700" spc="-2" dirty="0">
                <a:solidFill>
                  <a:srgbClr val="252525"/>
                </a:solidFill>
                <a:latin typeface="Times New Roman"/>
                <a:cs typeface="Times New Roman"/>
              </a:rPr>
              <a:t>wh</a:t>
            </a:r>
            <a:r>
              <a:rPr lang="en-US" sz="1700" spc="-5" dirty="0">
                <a:solidFill>
                  <a:srgbClr val="252525"/>
                </a:solidFill>
                <a:latin typeface="Times New Roman"/>
                <a:cs typeface="Times New Roman"/>
              </a:rPr>
              <a:t>e</a:t>
            </a:r>
            <a:r>
              <a:rPr lang="en-US" sz="1700" dirty="0">
                <a:solidFill>
                  <a:srgbClr val="252525"/>
                </a:solidFill>
                <a:latin typeface="Times New Roman"/>
                <a:cs typeface="Times New Roman"/>
              </a:rPr>
              <a:t>n</a:t>
            </a:r>
            <a:r>
              <a:rPr lang="en-US" sz="1700" spc="-29" dirty="0">
                <a:solidFill>
                  <a:srgbClr val="252525"/>
                </a:solidFill>
                <a:latin typeface="Times New Roman"/>
                <a:cs typeface="Times New Roman"/>
              </a:rPr>
              <a:t> </a:t>
            </a:r>
            <a:r>
              <a:rPr lang="en-US" sz="1700" spc="-7" dirty="0">
                <a:solidFill>
                  <a:srgbClr val="252525"/>
                </a:solidFill>
                <a:latin typeface="Times New Roman"/>
                <a:cs typeface="Times New Roman"/>
              </a:rPr>
              <a:t>c</a:t>
            </a:r>
            <a:r>
              <a:rPr lang="en-US" sz="1700" spc="-5" dirty="0">
                <a:solidFill>
                  <a:srgbClr val="252525"/>
                </a:solidFill>
                <a:latin typeface="Times New Roman"/>
                <a:cs typeface="Times New Roman"/>
              </a:rPr>
              <a:t>ompa</a:t>
            </a:r>
            <a:r>
              <a:rPr lang="en-US" sz="1700" spc="-7" dirty="0">
                <a:solidFill>
                  <a:srgbClr val="252525"/>
                </a:solidFill>
                <a:latin typeface="Times New Roman"/>
                <a:cs typeface="Times New Roman"/>
              </a:rPr>
              <a:t>re</a:t>
            </a:r>
            <a:r>
              <a:rPr lang="en-US" sz="1700" dirty="0">
                <a:solidFill>
                  <a:srgbClr val="252525"/>
                </a:solidFill>
                <a:latin typeface="Times New Roman"/>
                <a:cs typeface="Times New Roman"/>
              </a:rPr>
              <a:t>d</a:t>
            </a:r>
            <a:r>
              <a:rPr lang="en-US" sz="1700" spc="-29" dirty="0">
                <a:solidFill>
                  <a:srgbClr val="252525"/>
                </a:solidFill>
                <a:latin typeface="Times New Roman"/>
                <a:cs typeface="Times New Roman"/>
              </a:rPr>
              <a:t> </a:t>
            </a:r>
            <a:r>
              <a:rPr lang="en-US" sz="1700" spc="-2" dirty="0">
                <a:solidFill>
                  <a:srgbClr val="252525"/>
                </a:solidFill>
                <a:latin typeface="Times New Roman"/>
                <a:cs typeface="Times New Roman"/>
              </a:rPr>
              <a:t>to</a:t>
            </a:r>
            <a:r>
              <a:rPr lang="en-US" sz="1700" spc="-29" dirty="0">
                <a:solidFill>
                  <a:srgbClr val="252525"/>
                </a:solidFill>
                <a:latin typeface="Times New Roman"/>
                <a:cs typeface="Times New Roman"/>
              </a:rPr>
              <a:t> </a:t>
            </a:r>
            <a:r>
              <a:rPr lang="en-US" sz="1700" spc="-2" dirty="0">
                <a:solidFill>
                  <a:srgbClr val="252525"/>
                </a:solidFill>
                <a:latin typeface="Times New Roman"/>
                <a:cs typeface="Times New Roman"/>
              </a:rPr>
              <a:t>No</a:t>
            </a:r>
            <a:r>
              <a:rPr lang="en-US" sz="1700" dirty="0">
                <a:solidFill>
                  <a:srgbClr val="252525"/>
                </a:solidFill>
                <a:latin typeface="Times New Roman"/>
                <a:cs typeface="Times New Roman"/>
              </a:rPr>
              <a:t>n</a:t>
            </a:r>
            <a:r>
              <a:rPr lang="en-US" sz="1700" spc="-2" dirty="0">
                <a:solidFill>
                  <a:srgbClr val="252525"/>
                </a:solidFill>
                <a:latin typeface="Times New Roman"/>
                <a:cs typeface="Times New Roman"/>
              </a:rPr>
              <a:t>-unifo</a:t>
            </a:r>
            <a:r>
              <a:rPr lang="en-US" sz="1700" spc="-5" dirty="0">
                <a:solidFill>
                  <a:srgbClr val="252525"/>
                </a:solidFill>
                <a:latin typeface="Times New Roman"/>
                <a:cs typeface="Times New Roman"/>
              </a:rPr>
              <a:t>rm</a:t>
            </a:r>
            <a:r>
              <a:rPr lang="en-US" sz="1700" spc="-31" dirty="0">
                <a:solidFill>
                  <a:srgbClr val="252525"/>
                </a:solidFill>
                <a:latin typeface="Times New Roman"/>
                <a:cs typeface="Times New Roman"/>
              </a:rPr>
              <a:t> </a:t>
            </a:r>
            <a:r>
              <a:rPr lang="en-US" sz="1700" spc="-2" dirty="0">
                <a:solidFill>
                  <a:srgbClr val="252525"/>
                </a:solidFill>
                <a:latin typeface="Times New Roman"/>
                <a:cs typeface="Times New Roman"/>
              </a:rPr>
              <a:t>Me</a:t>
            </a:r>
            <a:r>
              <a:rPr lang="en-US" sz="1700" spc="-5" dirty="0">
                <a:solidFill>
                  <a:srgbClr val="252525"/>
                </a:solidFill>
                <a:latin typeface="Times New Roman"/>
                <a:cs typeface="Times New Roman"/>
              </a:rPr>
              <a:t>mory</a:t>
            </a:r>
            <a:r>
              <a:rPr lang="en-US" sz="1700" spc="-2" dirty="0">
                <a:solidFill>
                  <a:srgbClr val="252525"/>
                </a:solidFill>
                <a:latin typeface="Times New Roman"/>
                <a:cs typeface="Times New Roman"/>
              </a:rPr>
              <a:t> A</a:t>
            </a:r>
            <a:r>
              <a:rPr lang="en-US" sz="1700" spc="-5" dirty="0">
                <a:solidFill>
                  <a:srgbClr val="252525"/>
                </a:solidFill>
                <a:latin typeface="Times New Roman"/>
                <a:cs typeface="Times New Roman"/>
              </a:rPr>
              <a:t>c</a:t>
            </a:r>
            <a:r>
              <a:rPr lang="en-US" sz="1700" spc="-7" dirty="0">
                <a:solidFill>
                  <a:srgbClr val="252525"/>
                </a:solidFill>
                <a:latin typeface="Times New Roman"/>
                <a:cs typeface="Times New Roman"/>
              </a:rPr>
              <a:t>ce</a:t>
            </a:r>
            <a:r>
              <a:rPr lang="en-US" sz="1700" spc="-2" dirty="0">
                <a:solidFill>
                  <a:srgbClr val="252525"/>
                </a:solidFill>
                <a:latin typeface="Times New Roman"/>
                <a:cs typeface="Times New Roman"/>
              </a:rPr>
              <a:t>ss.</a:t>
            </a:r>
            <a:endParaRPr lang="en-US" sz="1700" spc="-2" dirty="0">
              <a:latin typeface="Times New Roman"/>
              <a:cs typeface="Times New Roman"/>
            </a:endParaRPr>
          </a:p>
          <a:p>
            <a:pPr marL="291859" indent="-285750">
              <a:buFont typeface="Arial" panose="020B0604020202020204" pitchFamily="34" charset="0"/>
              <a:buChar char="•"/>
            </a:pPr>
            <a:r>
              <a:rPr lang="en-US" sz="1700" spc="-2" dirty="0">
                <a:solidFill>
                  <a:srgbClr val="252525"/>
                </a:solidFill>
                <a:latin typeface="Times New Roman"/>
                <a:cs typeface="Times New Roman"/>
              </a:rPr>
              <a:t>It ha</a:t>
            </a:r>
            <a:r>
              <a:rPr lang="en-US" sz="1700" dirty="0">
                <a:solidFill>
                  <a:srgbClr val="252525"/>
                </a:solidFill>
                <a:latin typeface="Times New Roman"/>
                <a:cs typeface="Times New Roman"/>
              </a:rPr>
              <a:t>s</a:t>
            </a:r>
            <a:r>
              <a:rPr lang="en-US" sz="1700" spc="-2" dirty="0">
                <a:solidFill>
                  <a:srgbClr val="252525"/>
                </a:solidFill>
                <a:latin typeface="Times New Roman"/>
                <a:cs typeface="Times New Roman"/>
              </a:rPr>
              <a:t> </a:t>
            </a:r>
            <a:r>
              <a:rPr lang="en-US" sz="1700" spc="-5" dirty="0">
                <a:solidFill>
                  <a:srgbClr val="252525"/>
                </a:solidFill>
                <a:latin typeface="Times New Roman"/>
                <a:cs typeface="Times New Roman"/>
              </a:rPr>
              <a:t>a</a:t>
            </a:r>
            <a:r>
              <a:rPr lang="en-US" sz="1700" spc="-2" dirty="0">
                <a:solidFill>
                  <a:srgbClr val="252525"/>
                </a:solidFill>
                <a:latin typeface="Times New Roman"/>
                <a:cs typeface="Times New Roman"/>
              </a:rPr>
              <a:t> </a:t>
            </a:r>
            <a:r>
              <a:rPr lang="en-US" sz="1700" spc="-5" dirty="0">
                <a:solidFill>
                  <a:srgbClr val="252525"/>
                </a:solidFill>
                <a:latin typeface="Times New Roman"/>
                <a:cs typeface="Times New Roman"/>
              </a:rPr>
              <a:t>sing</a:t>
            </a:r>
            <a:r>
              <a:rPr lang="en-US" sz="1700" dirty="0">
                <a:solidFill>
                  <a:srgbClr val="252525"/>
                </a:solidFill>
                <a:latin typeface="Times New Roman"/>
                <a:cs typeface="Times New Roman"/>
              </a:rPr>
              <a:t>l</a:t>
            </a:r>
            <a:r>
              <a:rPr lang="en-US" sz="1700" spc="-5" dirty="0">
                <a:solidFill>
                  <a:srgbClr val="252525"/>
                </a:solidFill>
                <a:latin typeface="Times New Roman"/>
                <a:cs typeface="Times New Roman"/>
              </a:rPr>
              <a:t>e</a:t>
            </a:r>
            <a:r>
              <a:rPr lang="en-US" sz="1700" spc="-2" dirty="0">
                <a:solidFill>
                  <a:srgbClr val="252525"/>
                </a:solidFill>
                <a:latin typeface="Times New Roman"/>
                <a:cs typeface="Times New Roman"/>
              </a:rPr>
              <a:t> </a:t>
            </a:r>
            <a:r>
              <a:rPr lang="en-US" sz="1700" spc="-5" dirty="0">
                <a:solidFill>
                  <a:srgbClr val="252525"/>
                </a:solidFill>
                <a:latin typeface="Times New Roman"/>
                <a:cs typeface="Times New Roman"/>
              </a:rPr>
              <a:t>memor</a:t>
            </a:r>
            <a:r>
              <a:rPr lang="en-US" sz="1700" dirty="0">
                <a:solidFill>
                  <a:srgbClr val="252525"/>
                </a:solidFill>
                <a:latin typeface="Times New Roman"/>
                <a:cs typeface="Times New Roman"/>
              </a:rPr>
              <a:t>y </a:t>
            </a:r>
            <a:r>
              <a:rPr lang="en-US" sz="1700" spc="-7" dirty="0">
                <a:solidFill>
                  <a:srgbClr val="252525"/>
                </a:solidFill>
                <a:latin typeface="Times New Roman"/>
                <a:cs typeface="Times New Roman"/>
              </a:rPr>
              <a:t>c</a:t>
            </a:r>
            <a:r>
              <a:rPr lang="en-US" sz="1700" dirty="0">
                <a:solidFill>
                  <a:srgbClr val="252525"/>
                </a:solidFill>
                <a:latin typeface="Times New Roman"/>
                <a:cs typeface="Times New Roman"/>
              </a:rPr>
              <a:t>o</a:t>
            </a:r>
            <a:r>
              <a:rPr lang="en-US" sz="1700" spc="5" dirty="0">
                <a:solidFill>
                  <a:srgbClr val="252525"/>
                </a:solidFill>
                <a:latin typeface="Times New Roman"/>
                <a:cs typeface="Times New Roman"/>
              </a:rPr>
              <a:t>n</a:t>
            </a:r>
            <a:r>
              <a:rPr lang="en-US" sz="1700" spc="-2" dirty="0">
                <a:solidFill>
                  <a:srgbClr val="252525"/>
                </a:solidFill>
                <a:latin typeface="Times New Roman"/>
                <a:cs typeface="Times New Roman"/>
              </a:rPr>
              <a:t>trolle</a:t>
            </a:r>
            <a:r>
              <a:rPr lang="en-US" sz="1700" spc="-7" dirty="0">
                <a:solidFill>
                  <a:srgbClr val="252525"/>
                </a:solidFill>
                <a:latin typeface="Times New Roman"/>
                <a:cs typeface="Times New Roman"/>
              </a:rPr>
              <a:t>r</a:t>
            </a:r>
            <a:r>
              <a:rPr lang="en-US" sz="1700" dirty="0">
                <a:solidFill>
                  <a:srgbClr val="252525"/>
                </a:solidFill>
                <a:latin typeface="Times New Roman"/>
                <a:cs typeface="Times New Roman"/>
              </a:rPr>
              <a:t>.</a:t>
            </a:r>
            <a:endParaRPr lang="en-US" sz="1700" dirty="0">
              <a:latin typeface="Times New Roman"/>
              <a:cs typeface="Times New Roman"/>
            </a:endParaRPr>
          </a:p>
          <a:p>
            <a:pPr marL="291859" indent="-285750">
              <a:buFont typeface="Arial" panose="020B0604020202020204" pitchFamily="34" charset="0"/>
              <a:buChar char="•"/>
            </a:pPr>
            <a:r>
              <a:rPr lang="en-US" sz="1700" spc="5" dirty="0">
                <a:solidFill>
                  <a:srgbClr val="252525"/>
                </a:solidFill>
                <a:latin typeface="Times New Roman"/>
                <a:cs typeface="Times New Roman"/>
              </a:rPr>
              <a:t>It </a:t>
            </a:r>
            <a:r>
              <a:rPr lang="en-US" sz="1700" spc="-2" dirty="0">
                <a:solidFill>
                  <a:srgbClr val="252525"/>
                </a:solidFill>
                <a:latin typeface="Times New Roman"/>
                <a:cs typeface="Times New Roman"/>
              </a:rPr>
              <a:t>is </a:t>
            </a:r>
            <a:r>
              <a:rPr lang="en-US" sz="1700" dirty="0">
                <a:solidFill>
                  <a:srgbClr val="252525"/>
                </a:solidFill>
                <a:latin typeface="Times New Roman"/>
                <a:cs typeface="Times New Roman"/>
              </a:rPr>
              <a:t>s</a:t>
            </a:r>
            <a:r>
              <a:rPr lang="en-US" sz="1700" spc="-5" dirty="0">
                <a:solidFill>
                  <a:srgbClr val="252525"/>
                </a:solidFill>
                <a:latin typeface="Times New Roman"/>
                <a:cs typeface="Times New Roman"/>
              </a:rPr>
              <a:t>low</a:t>
            </a:r>
            <a:r>
              <a:rPr lang="en-US" sz="1700" spc="-10" dirty="0">
                <a:solidFill>
                  <a:srgbClr val="252525"/>
                </a:solidFill>
                <a:latin typeface="Times New Roman"/>
                <a:cs typeface="Times New Roman"/>
              </a:rPr>
              <a:t>e</a:t>
            </a:r>
            <a:r>
              <a:rPr lang="en-US" sz="1700" dirty="0">
                <a:solidFill>
                  <a:srgbClr val="252525"/>
                </a:solidFill>
                <a:latin typeface="Times New Roman"/>
                <a:cs typeface="Times New Roman"/>
              </a:rPr>
              <a:t>r </a:t>
            </a:r>
            <a:r>
              <a:rPr lang="en-US" sz="1700" spc="-2" dirty="0">
                <a:solidFill>
                  <a:srgbClr val="252525"/>
                </a:solidFill>
                <a:latin typeface="Times New Roman"/>
                <a:cs typeface="Times New Roman"/>
              </a:rPr>
              <a:t>th</a:t>
            </a:r>
            <a:r>
              <a:rPr lang="en-US" sz="1700" spc="-10" dirty="0">
                <a:solidFill>
                  <a:srgbClr val="252525"/>
                </a:solidFill>
                <a:latin typeface="Times New Roman"/>
                <a:cs typeface="Times New Roman"/>
              </a:rPr>
              <a:t>a</a:t>
            </a:r>
            <a:r>
              <a:rPr lang="en-US" sz="1700" dirty="0">
                <a:solidFill>
                  <a:srgbClr val="252525"/>
                </a:solidFill>
                <a:latin typeface="Times New Roman"/>
                <a:cs typeface="Times New Roman"/>
              </a:rPr>
              <a:t>n </a:t>
            </a:r>
            <a:r>
              <a:rPr lang="en-US" sz="1700" spc="-2" dirty="0">
                <a:solidFill>
                  <a:srgbClr val="252525"/>
                </a:solidFill>
                <a:latin typeface="Times New Roman"/>
                <a:cs typeface="Times New Roman"/>
              </a:rPr>
              <a:t>No</a:t>
            </a:r>
            <a:r>
              <a:rPr lang="en-US" sz="1700" spc="2" dirty="0">
                <a:solidFill>
                  <a:srgbClr val="252525"/>
                </a:solidFill>
                <a:latin typeface="Times New Roman"/>
                <a:cs typeface="Times New Roman"/>
              </a:rPr>
              <a:t>n</a:t>
            </a:r>
            <a:r>
              <a:rPr lang="en-US" sz="1700" spc="-2" dirty="0">
                <a:solidFill>
                  <a:srgbClr val="252525"/>
                </a:solidFill>
                <a:latin typeface="Times New Roman"/>
                <a:cs typeface="Times New Roman"/>
              </a:rPr>
              <a:t>-unifo</a:t>
            </a:r>
            <a:r>
              <a:rPr lang="en-US" sz="1700" spc="-5" dirty="0">
                <a:solidFill>
                  <a:srgbClr val="252525"/>
                </a:solidFill>
                <a:latin typeface="Times New Roman"/>
                <a:cs typeface="Times New Roman"/>
              </a:rPr>
              <a:t>rm</a:t>
            </a:r>
            <a:r>
              <a:rPr lang="en-US" sz="1700" dirty="0">
                <a:solidFill>
                  <a:srgbClr val="252525"/>
                </a:solidFill>
                <a:latin typeface="Times New Roman"/>
                <a:cs typeface="Times New Roman"/>
              </a:rPr>
              <a:t> </a:t>
            </a:r>
            <a:r>
              <a:rPr lang="en-US" sz="1700" spc="-2" dirty="0">
                <a:solidFill>
                  <a:srgbClr val="252525"/>
                </a:solidFill>
                <a:latin typeface="Times New Roman"/>
                <a:cs typeface="Times New Roman"/>
              </a:rPr>
              <a:t>Me</a:t>
            </a:r>
            <a:r>
              <a:rPr lang="en-US" sz="1700" spc="-5" dirty="0">
                <a:solidFill>
                  <a:srgbClr val="252525"/>
                </a:solidFill>
                <a:latin typeface="Times New Roman"/>
                <a:cs typeface="Times New Roman"/>
              </a:rPr>
              <a:t>mory</a:t>
            </a:r>
            <a:r>
              <a:rPr lang="en-US" sz="1700" spc="-2" dirty="0">
                <a:solidFill>
                  <a:srgbClr val="252525"/>
                </a:solidFill>
                <a:latin typeface="Times New Roman"/>
                <a:cs typeface="Times New Roman"/>
              </a:rPr>
              <a:t> Ac</a:t>
            </a:r>
            <a:r>
              <a:rPr lang="en-US" sz="1700" spc="-7" dirty="0">
                <a:solidFill>
                  <a:srgbClr val="252525"/>
                </a:solidFill>
                <a:latin typeface="Times New Roman"/>
                <a:cs typeface="Times New Roman"/>
              </a:rPr>
              <a:t>ce</a:t>
            </a:r>
            <a:r>
              <a:rPr lang="en-US" sz="1700" spc="-2" dirty="0">
                <a:solidFill>
                  <a:srgbClr val="252525"/>
                </a:solidFill>
                <a:latin typeface="Times New Roman"/>
                <a:cs typeface="Times New Roman"/>
              </a:rPr>
              <a:t>ss.</a:t>
            </a:r>
            <a:endParaRPr lang="en-US" sz="1700" dirty="0">
              <a:latin typeface="Times New Roman"/>
              <a:cs typeface="Times New Roman"/>
            </a:endParaRPr>
          </a:p>
        </p:txBody>
      </p:sp>
    </p:spTree>
    <p:extLst>
      <p:ext uri="{BB962C8B-B14F-4D97-AF65-F5344CB8AC3E}">
        <p14:creationId xmlns:p14="http://schemas.microsoft.com/office/powerpoint/2010/main" val="634419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A12B8-F553-ABD9-5D55-9A673B778D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CA3FC7A-FEB7-0777-724A-88130453B74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E0DE281-2A47-8788-6E95-4E4591DDA9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88755E98-CCD8-F232-0058-74CF7E0BE59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8945C29-2681-6E70-6F88-C8928A6EE03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8588C940-AC0A-BEA0-E1EA-51E96055E9B2}"/>
              </a:ext>
            </a:extLst>
          </p:cNvPr>
          <p:cNvSpPr txBox="1"/>
          <p:nvPr/>
        </p:nvSpPr>
        <p:spPr>
          <a:xfrm>
            <a:off x="1104900" y="923001"/>
            <a:ext cx="6934200" cy="3662541"/>
          </a:xfrm>
          <a:prstGeom prst="rect">
            <a:avLst/>
          </a:prstGeom>
        </p:spPr>
        <p:txBody>
          <a:bodyPr vert="horz" wrap="square" lIns="0" tIns="0" rIns="0" bIns="0" rtlCol="0">
            <a:spAutoFit/>
          </a:bodyPr>
          <a:lstStyle/>
          <a:p>
            <a:pPr marL="6109" algn="ctr"/>
            <a:r>
              <a:rPr sz="1700" b="1" spc="-2" dirty="0">
                <a:solidFill>
                  <a:srgbClr val="252525"/>
                </a:solidFill>
                <a:latin typeface="Times New Roman"/>
                <a:cs typeface="Times New Roman"/>
              </a:rPr>
              <a:t>NON-UN</a:t>
            </a:r>
            <a:r>
              <a:rPr sz="1700" b="1" spc="-7" dirty="0">
                <a:solidFill>
                  <a:srgbClr val="252525"/>
                </a:solidFill>
                <a:latin typeface="Times New Roman"/>
                <a:cs typeface="Times New Roman"/>
              </a:rPr>
              <a:t>IFORM</a:t>
            </a:r>
            <a:r>
              <a:rPr sz="1700" b="1" spc="2" dirty="0">
                <a:solidFill>
                  <a:srgbClr val="252525"/>
                </a:solidFill>
                <a:latin typeface="Times New Roman"/>
                <a:cs typeface="Times New Roman"/>
              </a:rPr>
              <a:t> </a:t>
            </a:r>
            <a:r>
              <a:rPr sz="1700" b="1" spc="-10" dirty="0">
                <a:solidFill>
                  <a:srgbClr val="252525"/>
                </a:solidFill>
                <a:latin typeface="Times New Roman"/>
                <a:cs typeface="Times New Roman"/>
              </a:rPr>
              <a:t>M</a:t>
            </a:r>
            <a:r>
              <a:rPr sz="1700" b="1" spc="-5" dirty="0">
                <a:solidFill>
                  <a:srgbClr val="252525"/>
                </a:solidFill>
                <a:latin typeface="Times New Roman"/>
                <a:cs typeface="Times New Roman"/>
              </a:rPr>
              <a:t>E</a:t>
            </a:r>
            <a:r>
              <a:rPr sz="1700" b="1" spc="-10" dirty="0">
                <a:solidFill>
                  <a:srgbClr val="252525"/>
                </a:solidFill>
                <a:latin typeface="Times New Roman"/>
                <a:cs typeface="Times New Roman"/>
              </a:rPr>
              <a:t>M</a:t>
            </a:r>
            <a:r>
              <a:rPr sz="1700" b="1" dirty="0">
                <a:solidFill>
                  <a:srgbClr val="252525"/>
                </a:solidFill>
                <a:latin typeface="Times New Roman"/>
                <a:cs typeface="Times New Roman"/>
              </a:rPr>
              <a:t>ORY</a:t>
            </a:r>
            <a:r>
              <a:rPr sz="1700" b="1" spc="-2" dirty="0">
                <a:solidFill>
                  <a:srgbClr val="252525"/>
                </a:solidFill>
                <a:latin typeface="Times New Roman"/>
                <a:cs typeface="Times New Roman"/>
              </a:rPr>
              <a:t> ACC</a:t>
            </a:r>
            <a:r>
              <a:rPr sz="1700" b="1" spc="-5" dirty="0">
                <a:solidFill>
                  <a:srgbClr val="252525"/>
                </a:solidFill>
                <a:latin typeface="Times New Roman"/>
                <a:cs typeface="Times New Roman"/>
              </a:rPr>
              <a:t>E</a:t>
            </a:r>
            <a:r>
              <a:rPr sz="1700" b="1" dirty="0">
                <a:solidFill>
                  <a:srgbClr val="252525"/>
                </a:solidFill>
                <a:latin typeface="Times New Roman"/>
                <a:cs typeface="Times New Roman"/>
              </a:rPr>
              <a:t>SS (</a:t>
            </a:r>
            <a:r>
              <a:rPr sz="1700" b="1" spc="-5" dirty="0">
                <a:solidFill>
                  <a:srgbClr val="252525"/>
                </a:solidFill>
                <a:latin typeface="Times New Roman"/>
                <a:cs typeface="Times New Roman"/>
              </a:rPr>
              <a:t>N</a:t>
            </a:r>
            <a:r>
              <a:rPr sz="1700" b="1" spc="2" dirty="0">
                <a:solidFill>
                  <a:srgbClr val="252525"/>
                </a:solidFill>
                <a:latin typeface="Times New Roman"/>
                <a:cs typeface="Times New Roman"/>
              </a:rPr>
              <a:t>U</a:t>
            </a:r>
            <a:r>
              <a:rPr sz="1700" b="1" spc="-10" dirty="0">
                <a:solidFill>
                  <a:srgbClr val="252525"/>
                </a:solidFill>
                <a:latin typeface="Times New Roman"/>
                <a:cs typeface="Times New Roman"/>
              </a:rPr>
              <a:t>M</a:t>
            </a:r>
            <a:r>
              <a:rPr sz="1700" b="1" spc="-2" dirty="0">
                <a:solidFill>
                  <a:srgbClr val="252525"/>
                </a:solidFill>
                <a:latin typeface="Times New Roman"/>
                <a:cs typeface="Times New Roman"/>
              </a:rPr>
              <a:t>A)</a:t>
            </a:r>
            <a:endParaRPr sz="1700" dirty="0">
              <a:latin typeface="Times New Roman"/>
              <a:cs typeface="Times New Roman"/>
            </a:endParaRPr>
          </a:p>
          <a:p>
            <a:pPr algn="just">
              <a:spcBef>
                <a:spcPts val="17"/>
              </a:spcBef>
            </a:pPr>
            <a:endParaRPr sz="1700" dirty="0">
              <a:latin typeface="Times New Roman"/>
              <a:cs typeface="Times New Roman"/>
            </a:endParaRPr>
          </a:p>
          <a:p>
            <a:pPr marL="291859" marR="2749" indent="-285750" algn="just">
              <a:buFont typeface="Arial" panose="020B0604020202020204" pitchFamily="34" charset="0"/>
              <a:buChar char="•"/>
            </a:pPr>
            <a:r>
              <a:rPr lang="en-US" sz="1700" b="1" dirty="0">
                <a:solidFill>
                  <a:srgbClr val="252525"/>
                </a:solidFill>
                <a:latin typeface="Times New Roman"/>
                <a:cs typeface="Times New Roman"/>
              </a:rPr>
              <a:t>N</a:t>
            </a:r>
            <a:r>
              <a:rPr lang="en-US" sz="1700" b="1" spc="-2" dirty="0">
                <a:solidFill>
                  <a:srgbClr val="252525"/>
                </a:solidFill>
                <a:latin typeface="Times New Roman"/>
                <a:cs typeface="Times New Roman"/>
              </a:rPr>
              <a:t>U</a:t>
            </a:r>
            <a:r>
              <a:rPr lang="en-US" sz="1700" b="1" spc="-5" dirty="0">
                <a:solidFill>
                  <a:srgbClr val="252525"/>
                </a:solidFill>
                <a:latin typeface="Times New Roman"/>
                <a:cs typeface="Times New Roman"/>
              </a:rPr>
              <a:t>M</a:t>
            </a:r>
            <a:r>
              <a:rPr lang="en-US" sz="1700" b="1" spc="-2" dirty="0">
                <a:solidFill>
                  <a:srgbClr val="252525"/>
                </a:solidFill>
                <a:latin typeface="Times New Roman"/>
                <a:cs typeface="Times New Roman"/>
              </a:rPr>
              <a:t>A</a:t>
            </a:r>
            <a:r>
              <a:rPr lang="en-US" sz="1700" b="1" spc="2" dirty="0">
                <a:solidFill>
                  <a:srgbClr val="252525"/>
                </a:solidFill>
                <a:latin typeface="Times New Roman"/>
                <a:cs typeface="Times New Roman"/>
              </a:rPr>
              <a:t> </a:t>
            </a:r>
            <a:r>
              <a:rPr lang="en-US" sz="1700" spc="-2" dirty="0">
                <a:solidFill>
                  <a:srgbClr val="252525"/>
                </a:solidFill>
                <a:latin typeface="Times New Roman"/>
                <a:cs typeface="Times New Roman"/>
              </a:rPr>
              <a:t>is</a:t>
            </a:r>
            <a:r>
              <a:rPr lang="en-US" sz="1700" spc="-29" dirty="0">
                <a:solidFill>
                  <a:srgbClr val="252525"/>
                </a:solidFill>
                <a:latin typeface="Times New Roman"/>
                <a:cs typeface="Times New Roman"/>
              </a:rPr>
              <a:t> </a:t>
            </a:r>
            <a:r>
              <a:rPr lang="en-US" sz="1700" spc="-5" dirty="0">
                <a:solidFill>
                  <a:srgbClr val="252525"/>
                </a:solidFill>
                <a:latin typeface="Times New Roman"/>
                <a:cs typeface="Times New Roman"/>
              </a:rPr>
              <a:t>a</a:t>
            </a:r>
            <a:r>
              <a:rPr lang="en-US" sz="1700" spc="-31" dirty="0">
                <a:solidFill>
                  <a:srgbClr val="252525"/>
                </a:solidFill>
                <a:latin typeface="Times New Roman"/>
                <a:cs typeface="Times New Roman"/>
              </a:rPr>
              <a:t> </a:t>
            </a:r>
            <a:r>
              <a:rPr lang="en-US" sz="1700" spc="-7" dirty="0">
                <a:solidFill>
                  <a:srgbClr val="252525"/>
                </a:solidFill>
                <a:latin typeface="Times New Roman"/>
                <a:cs typeface="Times New Roman"/>
              </a:rPr>
              <a:t>c</a:t>
            </a:r>
            <a:r>
              <a:rPr lang="en-US" sz="1700" spc="-5" dirty="0">
                <a:solidFill>
                  <a:srgbClr val="252525"/>
                </a:solidFill>
                <a:latin typeface="Times New Roman"/>
                <a:cs typeface="Times New Roman"/>
              </a:rPr>
              <a:t>om</a:t>
            </a:r>
            <a:r>
              <a:rPr lang="en-US" sz="1700" dirty="0">
                <a:solidFill>
                  <a:srgbClr val="252525"/>
                </a:solidFill>
                <a:latin typeface="Times New Roman"/>
                <a:cs typeface="Times New Roman"/>
              </a:rPr>
              <a:t>p</a:t>
            </a:r>
            <a:r>
              <a:rPr lang="en-US" sz="1700" spc="-2" dirty="0">
                <a:solidFill>
                  <a:srgbClr val="252525"/>
                </a:solidFill>
                <a:latin typeface="Times New Roman"/>
                <a:cs typeface="Times New Roman"/>
              </a:rPr>
              <a:t>uter</a:t>
            </a:r>
            <a:r>
              <a:rPr lang="en-US" sz="1700" spc="-34" dirty="0">
                <a:solidFill>
                  <a:srgbClr val="252525"/>
                </a:solidFill>
                <a:latin typeface="Times New Roman"/>
                <a:cs typeface="Times New Roman"/>
              </a:rPr>
              <a:t> </a:t>
            </a:r>
            <a:r>
              <a:rPr lang="en-US" sz="1700" spc="-5" dirty="0">
                <a:solidFill>
                  <a:srgbClr val="252525"/>
                </a:solidFill>
                <a:latin typeface="Times New Roman"/>
                <a:cs typeface="Times New Roman"/>
              </a:rPr>
              <a:t>memor</a:t>
            </a:r>
            <a:r>
              <a:rPr lang="en-US" sz="1700" dirty="0">
                <a:solidFill>
                  <a:srgbClr val="252525"/>
                </a:solidFill>
                <a:latin typeface="Times New Roman"/>
                <a:cs typeface="Times New Roman"/>
              </a:rPr>
              <a:t>y</a:t>
            </a:r>
            <a:r>
              <a:rPr lang="en-US" sz="1700" spc="-29" dirty="0">
                <a:solidFill>
                  <a:srgbClr val="252525"/>
                </a:solidFill>
                <a:latin typeface="Times New Roman"/>
                <a:cs typeface="Times New Roman"/>
              </a:rPr>
              <a:t> </a:t>
            </a:r>
            <a:r>
              <a:rPr lang="en-US" sz="1700" spc="-5" dirty="0">
                <a:solidFill>
                  <a:srgbClr val="252525"/>
                </a:solidFill>
                <a:latin typeface="Times New Roman"/>
                <a:cs typeface="Times New Roman"/>
              </a:rPr>
              <a:t>design</a:t>
            </a:r>
            <a:r>
              <a:rPr lang="en-US" sz="1700" spc="-29" dirty="0">
                <a:solidFill>
                  <a:srgbClr val="252525"/>
                </a:solidFill>
                <a:latin typeface="Times New Roman"/>
                <a:cs typeface="Times New Roman"/>
              </a:rPr>
              <a:t> </a:t>
            </a:r>
            <a:r>
              <a:rPr lang="en-US" sz="1700" dirty="0">
                <a:solidFill>
                  <a:srgbClr val="252525"/>
                </a:solidFill>
                <a:latin typeface="Times New Roman"/>
                <a:cs typeface="Times New Roman"/>
              </a:rPr>
              <a:t>us</a:t>
            </a:r>
            <a:r>
              <a:rPr lang="en-US" sz="1700" spc="-2" dirty="0">
                <a:solidFill>
                  <a:srgbClr val="252525"/>
                </a:solidFill>
                <a:latin typeface="Times New Roman"/>
                <a:cs typeface="Times New Roman"/>
              </a:rPr>
              <a:t>e</a:t>
            </a:r>
            <a:r>
              <a:rPr lang="en-US" sz="1700" dirty="0">
                <a:solidFill>
                  <a:srgbClr val="252525"/>
                </a:solidFill>
                <a:latin typeface="Times New Roman"/>
                <a:cs typeface="Times New Roman"/>
              </a:rPr>
              <a:t>d</a:t>
            </a:r>
            <a:r>
              <a:rPr lang="en-US" sz="1700" spc="-29" dirty="0">
                <a:solidFill>
                  <a:srgbClr val="252525"/>
                </a:solidFill>
                <a:latin typeface="Times New Roman"/>
                <a:cs typeface="Times New Roman"/>
              </a:rPr>
              <a:t> </a:t>
            </a:r>
            <a:r>
              <a:rPr lang="en-US" sz="1700" spc="-2" dirty="0">
                <a:solidFill>
                  <a:srgbClr val="252525"/>
                </a:solidFill>
                <a:latin typeface="Times New Roman"/>
                <a:cs typeface="Times New Roman"/>
              </a:rPr>
              <a:t>in</a:t>
            </a:r>
            <a:r>
              <a:rPr lang="en-US" sz="1700" spc="-29" dirty="0">
                <a:solidFill>
                  <a:srgbClr val="252525"/>
                </a:solidFill>
                <a:latin typeface="Times New Roman"/>
                <a:cs typeface="Times New Roman"/>
              </a:rPr>
              <a:t> </a:t>
            </a:r>
            <a:r>
              <a:rPr lang="en-US" sz="1700" spc="-5" dirty="0">
                <a:solidFill>
                  <a:srgbClr val="252525"/>
                </a:solidFill>
                <a:latin typeface="Times New Roman"/>
                <a:cs typeface="Times New Roman"/>
              </a:rPr>
              <a:t>multipro</a:t>
            </a:r>
            <a:r>
              <a:rPr lang="en-US" sz="1700" spc="-10" dirty="0">
                <a:solidFill>
                  <a:srgbClr val="252525"/>
                </a:solidFill>
                <a:latin typeface="Times New Roman"/>
                <a:cs typeface="Times New Roman"/>
              </a:rPr>
              <a:t>c</a:t>
            </a:r>
            <a:r>
              <a:rPr lang="en-US" sz="1700" spc="-7" dirty="0">
                <a:solidFill>
                  <a:srgbClr val="252525"/>
                </a:solidFill>
                <a:latin typeface="Times New Roman"/>
                <a:cs typeface="Times New Roman"/>
              </a:rPr>
              <a:t>e</a:t>
            </a:r>
            <a:r>
              <a:rPr lang="en-US" sz="1700" spc="-2" dirty="0">
                <a:solidFill>
                  <a:srgbClr val="252525"/>
                </a:solidFill>
                <a:latin typeface="Times New Roman"/>
                <a:cs typeface="Times New Roman"/>
              </a:rPr>
              <a:t>ss</a:t>
            </a:r>
            <a:r>
              <a:rPr lang="en-US" sz="1700" dirty="0">
                <a:solidFill>
                  <a:srgbClr val="252525"/>
                </a:solidFill>
                <a:latin typeface="Times New Roman"/>
                <a:cs typeface="Times New Roman"/>
              </a:rPr>
              <a:t>ing </a:t>
            </a:r>
            <a:r>
              <a:rPr lang="en-US" sz="1700" spc="-2" dirty="0">
                <a:solidFill>
                  <a:srgbClr val="252525"/>
                </a:solidFill>
                <a:latin typeface="Times New Roman"/>
                <a:cs typeface="Times New Roman"/>
              </a:rPr>
              <a:t>wh</a:t>
            </a:r>
            <a:r>
              <a:rPr lang="en-US" sz="1700" spc="-5" dirty="0">
                <a:solidFill>
                  <a:srgbClr val="252525"/>
                </a:solidFill>
                <a:latin typeface="Times New Roman"/>
                <a:cs typeface="Times New Roman"/>
              </a:rPr>
              <a:t>e</a:t>
            </a:r>
            <a:r>
              <a:rPr lang="en-US" sz="1700" spc="-2" dirty="0">
                <a:solidFill>
                  <a:srgbClr val="252525"/>
                </a:solidFill>
                <a:latin typeface="Times New Roman"/>
                <a:cs typeface="Times New Roman"/>
              </a:rPr>
              <a:t>re the</a:t>
            </a:r>
            <a:r>
              <a:rPr lang="en-US" sz="1700" dirty="0">
                <a:solidFill>
                  <a:srgbClr val="252525"/>
                </a:solidFill>
                <a:latin typeface="Times New Roman"/>
                <a:cs typeface="Times New Roman"/>
              </a:rPr>
              <a:t>  </a:t>
            </a:r>
            <a:r>
              <a:rPr lang="en-US" sz="1700" spc="10" dirty="0">
                <a:solidFill>
                  <a:srgbClr val="252525"/>
                </a:solidFill>
                <a:latin typeface="Times New Roman"/>
                <a:cs typeface="Times New Roman"/>
              </a:rPr>
              <a:t> </a:t>
            </a:r>
            <a:r>
              <a:rPr lang="en-US" sz="1700" dirty="0">
                <a:solidFill>
                  <a:srgbClr val="252525"/>
                </a:solidFill>
                <a:latin typeface="Times New Roman"/>
                <a:cs typeface="Times New Roman"/>
              </a:rPr>
              <a:t>m</a:t>
            </a:r>
            <a:r>
              <a:rPr lang="en-US" sz="1700" spc="-7" dirty="0">
                <a:solidFill>
                  <a:srgbClr val="252525"/>
                </a:solidFill>
                <a:latin typeface="Times New Roman"/>
                <a:cs typeface="Times New Roman"/>
              </a:rPr>
              <a:t>e</a:t>
            </a:r>
            <a:r>
              <a:rPr lang="en-US" sz="1700" spc="-5" dirty="0">
                <a:solidFill>
                  <a:srgbClr val="252525"/>
                </a:solidFill>
                <a:latin typeface="Times New Roman"/>
                <a:cs typeface="Times New Roman"/>
              </a:rPr>
              <a:t>mory</a:t>
            </a:r>
            <a:r>
              <a:rPr lang="en-US" sz="1700" dirty="0">
                <a:solidFill>
                  <a:srgbClr val="252525"/>
                </a:solidFill>
                <a:latin typeface="Times New Roman"/>
                <a:cs typeface="Times New Roman"/>
              </a:rPr>
              <a:t> </a:t>
            </a:r>
            <a:r>
              <a:rPr lang="en-US" sz="1700" spc="-7" dirty="0">
                <a:solidFill>
                  <a:srgbClr val="252525"/>
                </a:solidFill>
                <a:latin typeface="Times New Roman"/>
                <a:cs typeface="Times New Roman"/>
              </a:rPr>
              <a:t>a</a:t>
            </a:r>
            <a:r>
              <a:rPr lang="en-US" sz="1700" spc="-2" dirty="0">
                <a:solidFill>
                  <a:srgbClr val="252525"/>
                </a:solidFill>
                <a:latin typeface="Times New Roman"/>
                <a:cs typeface="Times New Roman"/>
              </a:rPr>
              <a:t>c</a:t>
            </a:r>
            <a:r>
              <a:rPr lang="en-US" sz="1700" spc="-7" dirty="0">
                <a:solidFill>
                  <a:srgbClr val="252525"/>
                </a:solidFill>
                <a:latin typeface="Times New Roman"/>
                <a:cs typeface="Times New Roman"/>
              </a:rPr>
              <a:t>ce</a:t>
            </a:r>
            <a:r>
              <a:rPr lang="en-US" sz="1700" spc="-2" dirty="0">
                <a:solidFill>
                  <a:srgbClr val="252525"/>
                </a:solidFill>
                <a:latin typeface="Times New Roman"/>
                <a:cs typeface="Times New Roman"/>
              </a:rPr>
              <a:t>s</a:t>
            </a:r>
            <a:r>
              <a:rPr lang="en-US" sz="1700" dirty="0">
                <a:solidFill>
                  <a:srgbClr val="252525"/>
                </a:solidFill>
                <a:latin typeface="Times New Roman"/>
                <a:cs typeface="Times New Roman"/>
              </a:rPr>
              <a:t>s </a:t>
            </a:r>
            <a:r>
              <a:rPr lang="en-US" sz="1700" spc="-5" dirty="0">
                <a:solidFill>
                  <a:srgbClr val="252525"/>
                </a:solidFill>
                <a:latin typeface="Times New Roman"/>
                <a:cs typeface="Times New Roman"/>
              </a:rPr>
              <a:t>time</a:t>
            </a:r>
            <a:r>
              <a:rPr lang="en-US" sz="1700" dirty="0">
                <a:solidFill>
                  <a:srgbClr val="252525"/>
                </a:solidFill>
                <a:latin typeface="Times New Roman"/>
                <a:cs typeface="Times New Roman"/>
              </a:rPr>
              <a:t> </a:t>
            </a:r>
            <a:r>
              <a:rPr lang="en-US" sz="1700" spc="-5" dirty="0">
                <a:solidFill>
                  <a:srgbClr val="252525"/>
                </a:solidFill>
                <a:latin typeface="Times New Roman"/>
                <a:cs typeface="Times New Roman"/>
              </a:rPr>
              <a:t>d</a:t>
            </a:r>
            <a:r>
              <a:rPr lang="en-US" sz="1700" spc="-7" dirty="0">
                <a:solidFill>
                  <a:srgbClr val="252525"/>
                </a:solidFill>
                <a:latin typeface="Times New Roman"/>
                <a:cs typeface="Times New Roman"/>
              </a:rPr>
              <a:t>e</a:t>
            </a:r>
            <a:r>
              <a:rPr lang="en-US" sz="1700" spc="-5" dirty="0">
                <a:solidFill>
                  <a:srgbClr val="252525"/>
                </a:solidFill>
                <a:latin typeface="Times New Roman"/>
                <a:cs typeface="Times New Roman"/>
              </a:rPr>
              <a:t>p</a:t>
            </a:r>
            <a:r>
              <a:rPr lang="en-US" sz="1700" spc="-7" dirty="0">
                <a:solidFill>
                  <a:srgbClr val="252525"/>
                </a:solidFill>
                <a:latin typeface="Times New Roman"/>
                <a:cs typeface="Times New Roman"/>
              </a:rPr>
              <a:t>e</a:t>
            </a:r>
            <a:r>
              <a:rPr lang="en-US" sz="1700" dirty="0">
                <a:solidFill>
                  <a:srgbClr val="252525"/>
                </a:solidFill>
                <a:latin typeface="Times New Roman"/>
                <a:cs typeface="Times New Roman"/>
              </a:rPr>
              <a:t>nds on </a:t>
            </a:r>
            <a:r>
              <a:rPr lang="en-US" sz="1700" spc="-2" dirty="0">
                <a:solidFill>
                  <a:srgbClr val="252525"/>
                </a:solidFill>
                <a:latin typeface="Times New Roman"/>
                <a:cs typeface="Times New Roman"/>
              </a:rPr>
              <a:t>the</a:t>
            </a:r>
            <a:r>
              <a:rPr lang="en-US" sz="1700" dirty="0">
                <a:solidFill>
                  <a:srgbClr val="252525"/>
                </a:solidFill>
                <a:latin typeface="Times New Roman"/>
                <a:cs typeface="Times New Roman"/>
              </a:rPr>
              <a:t> </a:t>
            </a:r>
            <a:r>
              <a:rPr lang="en-US" sz="1700" spc="-5" dirty="0">
                <a:solidFill>
                  <a:srgbClr val="252525"/>
                </a:solidFill>
                <a:latin typeface="Times New Roman"/>
                <a:cs typeface="Times New Roman"/>
              </a:rPr>
              <a:t>memor</a:t>
            </a:r>
            <a:r>
              <a:rPr lang="en-US" sz="1700" dirty="0">
                <a:solidFill>
                  <a:srgbClr val="252525"/>
                </a:solidFill>
                <a:latin typeface="Times New Roman"/>
                <a:cs typeface="Times New Roman"/>
              </a:rPr>
              <a:t>y </a:t>
            </a:r>
            <a:r>
              <a:rPr lang="en-US" sz="1700" spc="-2" dirty="0">
                <a:solidFill>
                  <a:srgbClr val="252525"/>
                </a:solidFill>
                <a:latin typeface="Times New Roman"/>
                <a:cs typeface="Times New Roman"/>
              </a:rPr>
              <a:t>loc</a:t>
            </a:r>
            <a:r>
              <a:rPr lang="en-US" sz="1700" spc="-10" dirty="0">
                <a:solidFill>
                  <a:srgbClr val="252525"/>
                </a:solidFill>
                <a:latin typeface="Times New Roman"/>
                <a:cs typeface="Times New Roman"/>
              </a:rPr>
              <a:t>a</a:t>
            </a:r>
            <a:r>
              <a:rPr lang="en-US" sz="1700" spc="-2" dirty="0">
                <a:solidFill>
                  <a:srgbClr val="252525"/>
                </a:solidFill>
                <a:latin typeface="Times New Roman"/>
                <a:cs typeface="Times New Roman"/>
              </a:rPr>
              <a:t>ti</a:t>
            </a:r>
            <a:r>
              <a:rPr lang="en-US" sz="1700" dirty="0">
                <a:solidFill>
                  <a:srgbClr val="252525"/>
                </a:solidFill>
                <a:latin typeface="Times New Roman"/>
                <a:cs typeface="Times New Roman"/>
              </a:rPr>
              <a:t>on </a:t>
            </a:r>
            <a:r>
              <a:rPr lang="en-US" sz="1700" spc="-2" dirty="0">
                <a:solidFill>
                  <a:srgbClr val="252525"/>
                </a:solidFill>
                <a:latin typeface="Times New Roman"/>
                <a:cs typeface="Times New Roman"/>
              </a:rPr>
              <a:t>r</a:t>
            </a:r>
            <a:r>
              <a:rPr lang="en-US" sz="1700" spc="-10" dirty="0">
                <a:solidFill>
                  <a:srgbClr val="252525"/>
                </a:solidFill>
                <a:latin typeface="Times New Roman"/>
                <a:cs typeface="Times New Roman"/>
              </a:rPr>
              <a:t>e</a:t>
            </a:r>
            <a:r>
              <a:rPr lang="en-US" sz="1700" spc="-2" dirty="0">
                <a:solidFill>
                  <a:srgbClr val="252525"/>
                </a:solidFill>
                <a:latin typeface="Times New Roman"/>
                <a:cs typeface="Times New Roman"/>
              </a:rPr>
              <a:t>lative</a:t>
            </a:r>
            <a:r>
              <a:rPr lang="en-US" sz="1700" spc="7" dirty="0">
                <a:solidFill>
                  <a:srgbClr val="252525"/>
                </a:solidFill>
                <a:latin typeface="Times New Roman"/>
                <a:cs typeface="Times New Roman"/>
              </a:rPr>
              <a:t> </a:t>
            </a:r>
            <a:r>
              <a:rPr lang="en-US" sz="1700" spc="-2" dirty="0">
                <a:solidFill>
                  <a:srgbClr val="252525"/>
                </a:solidFill>
                <a:latin typeface="Times New Roman"/>
                <a:cs typeface="Times New Roman"/>
              </a:rPr>
              <a:t>to</a:t>
            </a:r>
            <a:r>
              <a:rPr lang="en-US" sz="1700" dirty="0">
                <a:solidFill>
                  <a:srgbClr val="252525"/>
                </a:solidFill>
                <a:latin typeface="Times New Roman"/>
                <a:cs typeface="Times New Roman"/>
              </a:rPr>
              <a:t> </a:t>
            </a:r>
            <a:r>
              <a:rPr lang="en-US" sz="1700" spc="-2" dirty="0">
                <a:solidFill>
                  <a:srgbClr val="252525"/>
                </a:solidFill>
                <a:latin typeface="Times New Roman"/>
                <a:cs typeface="Times New Roman"/>
              </a:rPr>
              <a:t>the processor.</a:t>
            </a:r>
          </a:p>
          <a:p>
            <a:pPr marL="291859" marR="2749" indent="-285750" algn="just">
              <a:buFont typeface="Arial" panose="020B0604020202020204" pitchFamily="34" charset="0"/>
              <a:buChar char="•"/>
            </a:pPr>
            <a:endParaRPr lang="en-US" sz="1700" spc="-2" dirty="0">
              <a:solidFill>
                <a:srgbClr val="252525"/>
              </a:solidFill>
              <a:latin typeface="Times New Roman"/>
              <a:cs typeface="Times New Roman"/>
            </a:endParaRPr>
          </a:p>
          <a:p>
            <a:pPr marL="291859" marR="2749" indent="-285750" algn="just">
              <a:buFont typeface="Arial" panose="020B0604020202020204" pitchFamily="34" charset="0"/>
              <a:buChar char="•"/>
            </a:pPr>
            <a:r>
              <a:rPr lang="en-US" sz="1700" spc="-2" dirty="0">
                <a:solidFill>
                  <a:srgbClr val="252525"/>
                </a:solidFill>
                <a:latin typeface="Times New Roman"/>
                <a:cs typeface="Times New Roman"/>
              </a:rPr>
              <a:t>It was developed largely due to the advent of modern microprocessors that are faster than memory speeds. As a result, local memory is placed closer to the processor, reducing signal path length together with latency times with fewer delays in accessing memory.</a:t>
            </a:r>
          </a:p>
          <a:p>
            <a:pPr marL="291859" marR="2749" indent="-285750" algn="just">
              <a:buFont typeface="Arial" panose="020B0604020202020204" pitchFamily="34" charset="0"/>
              <a:buChar char="•"/>
            </a:pPr>
            <a:endParaRPr lang="en-US" sz="1700" spc="-2" dirty="0">
              <a:solidFill>
                <a:srgbClr val="252525"/>
              </a:solidFill>
              <a:latin typeface="Times New Roman"/>
              <a:cs typeface="Times New Roman"/>
            </a:endParaRPr>
          </a:p>
          <a:p>
            <a:pPr marL="291859" marR="2749" indent="-285750" algn="just">
              <a:buFont typeface="Arial" panose="020B0604020202020204" pitchFamily="34" charset="0"/>
              <a:buChar char="•"/>
            </a:pPr>
            <a:r>
              <a:rPr lang="en-US" sz="1700" spc="-2" dirty="0">
                <a:solidFill>
                  <a:srgbClr val="252525"/>
                </a:solidFill>
                <a:latin typeface="Times New Roman"/>
                <a:cs typeface="Times New Roman"/>
              </a:rPr>
              <a:t>It allows for faster and easy access to memory for the processors, as opposed to shared memory architectures where access times may be longer, thus slowing down execution of key processor and systems tasks.</a:t>
            </a:r>
          </a:p>
        </p:txBody>
      </p:sp>
    </p:spTree>
    <p:extLst>
      <p:ext uri="{BB962C8B-B14F-4D97-AF65-F5344CB8AC3E}">
        <p14:creationId xmlns:p14="http://schemas.microsoft.com/office/powerpoint/2010/main" val="2261860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32292-2CB5-90B5-0531-DF38DE64E1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593097-0A98-17BE-3218-46F8B2713F5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F264286-A000-2B1E-BD4F-6B813D4D32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83FCAD7-0F8F-03B0-228B-EF27956EB66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674C41C-3869-4039-5DAE-E648FD2965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p:cNvSpPr txBox="1"/>
          <p:nvPr/>
        </p:nvSpPr>
        <p:spPr>
          <a:xfrm>
            <a:off x="914400" y="592542"/>
            <a:ext cx="4594156" cy="4185761"/>
          </a:xfrm>
          <a:prstGeom prst="rect">
            <a:avLst/>
          </a:prstGeom>
        </p:spPr>
        <p:txBody>
          <a:bodyPr vert="horz" wrap="square" lIns="0" tIns="0" rIns="0" bIns="0" rtlCol="0">
            <a:spAutoFit/>
          </a:bodyPr>
          <a:lstStyle/>
          <a:p>
            <a:pPr marL="6109" algn="just"/>
            <a:r>
              <a:rPr sz="1700" b="1" spc="-2" dirty="0">
                <a:solidFill>
                  <a:srgbClr val="252525"/>
                </a:solidFill>
                <a:latin typeface="Times New Roman"/>
                <a:cs typeface="Times New Roman"/>
              </a:rPr>
              <a:t>A</a:t>
            </a:r>
            <a:r>
              <a:rPr sz="1700" b="1" dirty="0">
                <a:solidFill>
                  <a:srgbClr val="252525"/>
                </a:solidFill>
                <a:latin typeface="Times New Roman"/>
                <a:cs typeface="Times New Roman"/>
              </a:rPr>
              <a:t>bout </a:t>
            </a:r>
            <a:r>
              <a:rPr sz="1700" b="1" spc="-5" dirty="0">
                <a:solidFill>
                  <a:srgbClr val="252525"/>
                </a:solidFill>
                <a:latin typeface="Times New Roman"/>
                <a:cs typeface="Times New Roman"/>
              </a:rPr>
              <a:t>N</a:t>
            </a:r>
            <a:r>
              <a:rPr sz="1700" b="1" dirty="0">
                <a:solidFill>
                  <a:srgbClr val="252525"/>
                </a:solidFill>
                <a:latin typeface="Times New Roman"/>
                <a:cs typeface="Times New Roman"/>
              </a:rPr>
              <a:t>o</a:t>
            </a:r>
            <a:r>
              <a:rPr sz="1700" b="1" spc="5" dirty="0">
                <a:solidFill>
                  <a:srgbClr val="252525"/>
                </a:solidFill>
                <a:latin typeface="Times New Roman"/>
                <a:cs typeface="Times New Roman"/>
              </a:rPr>
              <a:t>n</a:t>
            </a:r>
            <a:r>
              <a:rPr sz="1700" b="1" spc="-2" dirty="0">
                <a:solidFill>
                  <a:srgbClr val="252525"/>
                </a:solidFill>
                <a:latin typeface="Times New Roman"/>
                <a:cs typeface="Times New Roman"/>
              </a:rPr>
              <a:t>-Un</a:t>
            </a:r>
            <a:r>
              <a:rPr sz="1700" b="1" dirty="0">
                <a:solidFill>
                  <a:srgbClr val="252525"/>
                </a:solidFill>
                <a:latin typeface="Times New Roman"/>
                <a:cs typeface="Times New Roman"/>
              </a:rPr>
              <a:t>i</a:t>
            </a:r>
            <a:r>
              <a:rPr sz="1700" b="1" spc="-2" dirty="0">
                <a:solidFill>
                  <a:srgbClr val="252525"/>
                </a:solidFill>
                <a:latin typeface="Times New Roman"/>
                <a:cs typeface="Times New Roman"/>
              </a:rPr>
              <a:t>fo</a:t>
            </a:r>
            <a:r>
              <a:rPr sz="1700" b="1" spc="-10" dirty="0">
                <a:solidFill>
                  <a:srgbClr val="252525"/>
                </a:solidFill>
                <a:latin typeface="Times New Roman"/>
                <a:cs typeface="Times New Roman"/>
              </a:rPr>
              <a:t>r</a:t>
            </a:r>
            <a:r>
              <a:rPr sz="1700" b="1" dirty="0">
                <a:solidFill>
                  <a:srgbClr val="252525"/>
                </a:solidFill>
                <a:latin typeface="Times New Roman"/>
                <a:cs typeface="Times New Roman"/>
              </a:rPr>
              <a:t>m</a:t>
            </a:r>
            <a:r>
              <a:rPr sz="1700" b="1" spc="2" dirty="0">
                <a:solidFill>
                  <a:srgbClr val="252525"/>
                </a:solidFill>
                <a:latin typeface="Times New Roman"/>
                <a:cs typeface="Times New Roman"/>
              </a:rPr>
              <a:t> </a:t>
            </a:r>
            <a:r>
              <a:rPr sz="1700" b="1" spc="-7" dirty="0">
                <a:solidFill>
                  <a:srgbClr val="252525"/>
                </a:solidFill>
                <a:latin typeface="Times New Roman"/>
                <a:cs typeface="Times New Roman"/>
              </a:rPr>
              <a:t>Me</a:t>
            </a:r>
            <a:r>
              <a:rPr sz="1700" b="1" spc="2" dirty="0">
                <a:solidFill>
                  <a:srgbClr val="252525"/>
                </a:solidFill>
                <a:latin typeface="Times New Roman"/>
                <a:cs typeface="Times New Roman"/>
              </a:rPr>
              <a:t>m</a:t>
            </a:r>
            <a:r>
              <a:rPr sz="1700" b="1" spc="-5" dirty="0">
                <a:solidFill>
                  <a:srgbClr val="252525"/>
                </a:solidFill>
                <a:latin typeface="Times New Roman"/>
                <a:cs typeface="Times New Roman"/>
              </a:rPr>
              <a:t>o</a:t>
            </a:r>
            <a:r>
              <a:rPr sz="1700" b="1" spc="-7" dirty="0">
                <a:solidFill>
                  <a:srgbClr val="252525"/>
                </a:solidFill>
                <a:latin typeface="Times New Roman"/>
                <a:cs typeface="Times New Roman"/>
              </a:rPr>
              <a:t>r</a:t>
            </a:r>
            <a:r>
              <a:rPr sz="1700" b="1" dirty="0">
                <a:solidFill>
                  <a:srgbClr val="252525"/>
                </a:solidFill>
                <a:latin typeface="Times New Roman"/>
                <a:cs typeface="Times New Roman"/>
              </a:rPr>
              <a:t>y </a:t>
            </a:r>
            <a:r>
              <a:rPr sz="1700" b="1" spc="-2" dirty="0">
                <a:solidFill>
                  <a:srgbClr val="252525"/>
                </a:solidFill>
                <a:latin typeface="Times New Roman"/>
                <a:cs typeface="Times New Roman"/>
              </a:rPr>
              <a:t>A</a:t>
            </a:r>
            <a:r>
              <a:rPr sz="1700" b="1" spc="-5" dirty="0">
                <a:solidFill>
                  <a:srgbClr val="252525"/>
                </a:solidFill>
                <a:latin typeface="Times New Roman"/>
                <a:cs typeface="Times New Roman"/>
              </a:rPr>
              <a:t>c</a:t>
            </a:r>
            <a:r>
              <a:rPr sz="1700" b="1" spc="-2" dirty="0">
                <a:solidFill>
                  <a:srgbClr val="252525"/>
                </a:solidFill>
                <a:latin typeface="Times New Roman"/>
                <a:cs typeface="Times New Roman"/>
              </a:rPr>
              <a:t>c</a:t>
            </a:r>
            <a:r>
              <a:rPr sz="1700" b="1" spc="-7" dirty="0">
                <a:solidFill>
                  <a:srgbClr val="252525"/>
                </a:solidFill>
                <a:latin typeface="Times New Roman"/>
                <a:cs typeface="Times New Roman"/>
              </a:rPr>
              <a:t>e</a:t>
            </a:r>
            <a:r>
              <a:rPr sz="1700" b="1" spc="-2" dirty="0">
                <a:solidFill>
                  <a:srgbClr val="252525"/>
                </a:solidFill>
                <a:latin typeface="Times New Roman"/>
                <a:cs typeface="Times New Roman"/>
              </a:rPr>
              <a:t>s</a:t>
            </a:r>
            <a:r>
              <a:rPr sz="1700" b="1" dirty="0">
                <a:solidFill>
                  <a:srgbClr val="252525"/>
                </a:solidFill>
                <a:latin typeface="Times New Roman"/>
                <a:cs typeface="Times New Roman"/>
              </a:rPr>
              <a:t>s (</a:t>
            </a:r>
            <a:r>
              <a:rPr sz="1700" b="1" spc="-2" dirty="0">
                <a:solidFill>
                  <a:srgbClr val="252525"/>
                </a:solidFill>
                <a:latin typeface="Times New Roman"/>
                <a:cs typeface="Times New Roman"/>
              </a:rPr>
              <a:t>N</a:t>
            </a:r>
            <a:r>
              <a:rPr sz="1700" b="1" spc="2" dirty="0">
                <a:solidFill>
                  <a:srgbClr val="252525"/>
                </a:solidFill>
                <a:latin typeface="Times New Roman"/>
                <a:cs typeface="Times New Roman"/>
              </a:rPr>
              <a:t>U</a:t>
            </a:r>
            <a:r>
              <a:rPr sz="1700" b="1" spc="-5" dirty="0">
                <a:solidFill>
                  <a:srgbClr val="252525"/>
                </a:solidFill>
                <a:latin typeface="Times New Roman"/>
                <a:cs typeface="Times New Roman"/>
              </a:rPr>
              <a:t>M</a:t>
            </a:r>
            <a:r>
              <a:rPr sz="1700" b="1" spc="-2" dirty="0">
                <a:solidFill>
                  <a:srgbClr val="252525"/>
                </a:solidFill>
                <a:latin typeface="Times New Roman"/>
                <a:cs typeface="Times New Roman"/>
              </a:rPr>
              <a:t>A)</a:t>
            </a:r>
            <a:endParaRPr lang="en-US" sz="1700" b="1" dirty="0">
              <a:latin typeface="Times New Roman"/>
              <a:cs typeface="Times New Roman"/>
            </a:endParaRPr>
          </a:p>
          <a:p>
            <a:pPr marL="6109" algn="just"/>
            <a:endParaRPr lang="en-US" sz="1700" b="1" spc="-10" dirty="0">
              <a:solidFill>
                <a:srgbClr val="252525"/>
              </a:solidFill>
              <a:latin typeface="Times New Roman"/>
              <a:cs typeface="Times New Roman"/>
            </a:endParaRPr>
          </a:p>
          <a:p>
            <a:pPr marL="291859" indent="-285750" algn="just">
              <a:buFont typeface="Arial" panose="020B0604020202020204" pitchFamily="34" charset="0"/>
              <a:buChar char="•"/>
            </a:pPr>
            <a:r>
              <a:rPr sz="1700" spc="-10" dirty="0">
                <a:solidFill>
                  <a:srgbClr val="252525"/>
                </a:solidFill>
                <a:latin typeface="Times New Roman"/>
                <a:cs typeface="Times New Roman"/>
              </a:rPr>
              <a:t>I</a:t>
            </a:r>
            <a:r>
              <a:rPr sz="1700" dirty="0">
                <a:solidFill>
                  <a:srgbClr val="252525"/>
                </a:solidFill>
                <a:latin typeface="Times New Roman"/>
                <a:cs typeface="Times New Roman"/>
              </a:rPr>
              <a:t>n </a:t>
            </a:r>
            <a:r>
              <a:rPr lang="en-US" sz="1700" dirty="0">
                <a:solidFill>
                  <a:srgbClr val="252525"/>
                </a:solidFill>
                <a:latin typeface="Times New Roman"/>
                <a:cs typeface="Times New Roman"/>
              </a:rPr>
              <a:t>this</a:t>
            </a:r>
            <a:r>
              <a:rPr sz="1700" dirty="0">
                <a:solidFill>
                  <a:srgbClr val="252525"/>
                </a:solidFill>
                <a:latin typeface="Times New Roman"/>
                <a:cs typeface="Times New Roman"/>
              </a:rPr>
              <a:t>, </a:t>
            </a:r>
            <a:r>
              <a:rPr sz="1700" spc="-5" dirty="0">
                <a:solidFill>
                  <a:srgbClr val="252525"/>
                </a:solidFill>
                <a:latin typeface="Times New Roman"/>
                <a:cs typeface="Times New Roman"/>
              </a:rPr>
              <a:t>m</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mory</a:t>
            </a:r>
            <a:r>
              <a:rPr sz="1700" spc="-2" dirty="0">
                <a:solidFill>
                  <a:srgbClr val="252525"/>
                </a:solidFill>
                <a:latin typeface="Times New Roman"/>
                <a:cs typeface="Times New Roman"/>
              </a:rPr>
              <a:t> </a:t>
            </a:r>
            <a:r>
              <a:rPr sz="1700" spc="-10" dirty="0">
                <a:solidFill>
                  <a:srgbClr val="252525"/>
                </a:solidFill>
                <a:latin typeface="Times New Roman"/>
                <a:cs typeface="Times New Roman"/>
              </a:rPr>
              <a:t>a</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ce</a:t>
            </a:r>
            <a:r>
              <a:rPr sz="1700" spc="-2" dirty="0">
                <a:solidFill>
                  <a:srgbClr val="252525"/>
                </a:solidFill>
                <a:latin typeface="Times New Roman"/>
                <a:cs typeface="Times New Roman"/>
              </a:rPr>
              <a:t>s</a:t>
            </a:r>
            <a:r>
              <a:rPr sz="1700" dirty="0">
                <a:solidFill>
                  <a:srgbClr val="252525"/>
                </a:solidFill>
                <a:latin typeface="Times New Roman"/>
                <a:cs typeface="Times New Roman"/>
              </a:rPr>
              <a:t>s </a:t>
            </a:r>
            <a:r>
              <a:rPr sz="1700" spc="-2" dirty="0">
                <a:solidFill>
                  <a:srgbClr val="252525"/>
                </a:solidFill>
                <a:latin typeface="Times New Roman"/>
                <a:cs typeface="Times New Roman"/>
              </a:rPr>
              <a:t>t</a:t>
            </a:r>
            <a:r>
              <a:rPr sz="1700" dirty="0">
                <a:solidFill>
                  <a:srgbClr val="252525"/>
                </a:solidFill>
                <a:latin typeface="Times New Roman"/>
                <a:cs typeface="Times New Roman"/>
              </a:rPr>
              <a:t>i</a:t>
            </a:r>
            <a:r>
              <a:rPr sz="1700" spc="-5" dirty="0">
                <a:solidFill>
                  <a:srgbClr val="252525"/>
                </a:solidFill>
                <a:latin typeface="Times New Roman"/>
                <a:cs typeface="Times New Roman"/>
              </a:rPr>
              <a:t>me</a:t>
            </a:r>
            <a:r>
              <a:rPr sz="1700" dirty="0">
                <a:solidFill>
                  <a:srgbClr val="252525"/>
                </a:solidFill>
                <a:latin typeface="Times New Roman"/>
                <a:cs typeface="Times New Roman"/>
              </a:rPr>
              <a:t> </a:t>
            </a:r>
            <a:r>
              <a:rPr sz="1700" spc="-2" dirty="0">
                <a:solidFill>
                  <a:srgbClr val="252525"/>
                </a:solidFill>
                <a:latin typeface="Times New Roman"/>
                <a:cs typeface="Times New Roman"/>
              </a:rPr>
              <a:t>is </a:t>
            </a:r>
            <a:r>
              <a:rPr sz="1700" spc="-5" dirty="0">
                <a:solidFill>
                  <a:srgbClr val="252525"/>
                </a:solidFill>
                <a:latin typeface="Times New Roman"/>
                <a:cs typeface="Times New Roman"/>
              </a:rPr>
              <a:t>not</a:t>
            </a:r>
            <a:r>
              <a:rPr sz="1700" dirty="0">
                <a:solidFill>
                  <a:srgbClr val="252525"/>
                </a:solidFill>
                <a:latin typeface="Times New Roman"/>
                <a:cs typeface="Times New Roman"/>
              </a:rPr>
              <a:t> </a:t>
            </a:r>
            <a:r>
              <a:rPr sz="1700" spc="-5" dirty="0">
                <a:solidFill>
                  <a:srgbClr val="252525"/>
                </a:solidFill>
                <a:latin typeface="Times New Roman"/>
                <a:cs typeface="Times New Roman"/>
              </a:rPr>
              <a:t>b</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lan</a:t>
            </a:r>
            <a:r>
              <a:rPr sz="1700" spc="-10" dirty="0">
                <a:solidFill>
                  <a:srgbClr val="252525"/>
                </a:solidFill>
                <a:latin typeface="Times New Roman"/>
                <a:cs typeface="Times New Roman"/>
              </a:rPr>
              <a:t>c</a:t>
            </a:r>
            <a:r>
              <a:rPr sz="1700" spc="-7" dirty="0">
                <a:solidFill>
                  <a:srgbClr val="252525"/>
                </a:solidFill>
                <a:latin typeface="Times New Roman"/>
                <a:cs typeface="Times New Roman"/>
              </a:rPr>
              <a:t>e</a:t>
            </a:r>
            <a:r>
              <a:rPr sz="1700" dirty="0">
                <a:solidFill>
                  <a:srgbClr val="252525"/>
                </a:solidFill>
                <a:latin typeface="Times New Roman"/>
                <a:cs typeface="Times New Roman"/>
              </a:rPr>
              <a:t>d or</a:t>
            </a:r>
            <a:r>
              <a:rPr sz="1700" spc="12" dirty="0">
                <a:solidFill>
                  <a:srgbClr val="252525"/>
                </a:solidFill>
                <a:latin typeface="Times New Roman"/>
                <a:cs typeface="Times New Roman"/>
              </a:rPr>
              <a:t> </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q</a:t>
            </a:r>
            <a:r>
              <a:rPr sz="1700" spc="-5" dirty="0">
                <a:solidFill>
                  <a:srgbClr val="252525"/>
                </a:solidFill>
                <a:latin typeface="Times New Roman"/>
                <a:cs typeface="Times New Roman"/>
              </a:rPr>
              <a:t>u</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endParaRPr lang="en-US" sz="1700" spc="-2" dirty="0">
              <a:solidFill>
                <a:srgbClr val="252525"/>
              </a:solidFill>
              <a:latin typeface="Times New Roman"/>
              <a:cs typeface="Times New Roman"/>
            </a:endParaRPr>
          </a:p>
          <a:p>
            <a:pPr marL="291859" indent="-285750" algn="just">
              <a:buFont typeface="Arial" panose="020B0604020202020204" pitchFamily="34" charset="0"/>
              <a:buChar char="•"/>
            </a:pPr>
            <a:endParaRPr lang="en-US" sz="1700" spc="-2" dirty="0">
              <a:solidFill>
                <a:srgbClr val="252525"/>
              </a:solidFill>
              <a:latin typeface="Times New Roman"/>
              <a:cs typeface="Times New Roman"/>
            </a:endParaRPr>
          </a:p>
          <a:p>
            <a:pPr marL="291859" indent="-285750" algn="just">
              <a:buFont typeface="Arial" panose="020B0604020202020204" pitchFamily="34" charset="0"/>
              <a:buChar char="•"/>
            </a:pPr>
            <a:r>
              <a:rPr sz="1700" spc="-5" dirty="0">
                <a:solidFill>
                  <a:srgbClr val="252525"/>
                </a:solidFill>
                <a:latin typeface="Times New Roman"/>
                <a:cs typeface="Times New Roman"/>
              </a:rPr>
              <a:t>Th</a:t>
            </a:r>
            <a:r>
              <a:rPr sz="1700" spc="-10" dirty="0">
                <a:solidFill>
                  <a:srgbClr val="252525"/>
                </a:solidFill>
                <a:latin typeface="Times New Roman"/>
                <a:cs typeface="Times New Roman"/>
              </a:rPr>
              <a:t>e</a:t>
            </a:r>
            <a:r>
              <a:rPr sz="1700" spc="-2" dirty="0">
                <a:solidFill>
                  <a:srgbClr val="252525"/>
                </a:solidFill>
                <a:latin typeface="Times New Roman"/>
                <a:cs typeface="Times New Roman"/>
              </a:rPr>
              <a:t>re</a:t>
            </a:r>
            <a:r>
              <a:rPr sz="1700" spc="-5"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r</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dirty="0">
                <a:solidFill>
                  <a:srgbClr val="252525"/>
                </a:solidFill>
                <a:latin typeface="Times New Roman"/>
                <a:cs typeface="Times New Roman"/>
              </a:rPr>
              <a:t>two</a:t>
            </a:r>
            <a:r>
              <a:rPr sz="1700" spc="-2" dirty="0">
                <a:solidFill>
                  <a:srgbClr val="252525"/>
                </a:solidFill>
                <a:latin typeface="Times New Roman"/>
                <a:cs typeface="Times New Roman"/>
              </a:rPr>
              <a:t> types </a:t>
            </a:r>
            <a:r>
              <a:rPr sz="1700" dirty="0">
                <a:solidFill>
                  <a:srgbClr val="252525"/>
                </a:solidFill>
                <a:latin typeface="Times New Roman"/>
                <a:cs typeface="Times New Roman"/>
              </a:rPr>
              <a:t>of</a:t>
            </a:r>
            <a:r>
              <a:rPr sz="1700" spc="-2" dirty="0">
                <a:solidFill>
                  <a:srgbClr val="252525"/>
                </a:solidFill>
                <a:latin typeface="Times New Roman"/>
                <a:cs typeface="Times New Roman"/>
              </a:rPr>
              <a:t> </a:t>
            </a:r>
            <a:r>
              <a:rPr sz="1700" dirty="0">
                <a:solidFill>
                  <a:srgbClr val="252525"/>
                </a:solidFill>
                <a:latin typeface="Times New Roman"/>
                <a:cs typeface="Times New Roman"/>
              </a:rPr>
              <a:t>bus</a:t>
            </a:r>
            <a:r>
              <a:rPr sz="1700" spc="-2" dirty="0">
                <a:solidFill>
                  <a:srgbClr val="252525"/>
                </a:solidFill>
                <a:latin typeface="Times New Roman"/>
                <a:cs typeface="Times New Roman"/>
              </a:rPr>
              <a:t>e</a:t>
            </a:r>
            <a:r>
              <a:rPr sz="1700" dirty="0">
                <a:solidFill>
                  <a:srgbClr val="252525"/>
                </a:solidFill>
                <a:latin typeface="Times New Roman"/>
                <a:cs typeface="Times New Roman"/>
              </a:rPr>
              <a:t>s</a:t>
            </a:r>
            <a:r>
              <a:rPr sz="1700" spc="-2" dirty="0">
                <a:solidFill>
                  <a:srgbClr val="252525"/>
                </a:solidFill>
                <a:latin typeface="Times New Roman"/>
                <a:cs typeface="Times New Roman"/>
              </a:rPr>
              <a:t> </a:t>
            </a:r>
            <a:r>
              <a:rPr sz="1700" dirty="0">
                <a:solidFill>
                  <a:srgbClr val="252525"/>
                </a:solidFill>
                <a:latin typeface="Times New Roman"/>
                <a:cs typeface="Times New Roman"/>
              </a:rPr>
              <a:t>used </a:t>
            </a:r>
            <a:r>
              <a:rPr sz="1700" spc="-2" dirty="0">
                <a:solidFill>
                  <a:srgbClr val="252525"/>
                </a:solidFill>
                <a:latin typeface="Times New Roman"/>
                <a:cs typeface="Times New Roman"/>
              </a:rPr>
              <a:t>in N</a:t>
            </a:r>
            <a:r>
              <a:rPr lang="en-US" sz="1700" spc="-2" dirty="0">
                <a:solidFill>
                  <a:srgbClr val="252525"/>
                </a:solidFill>
                <a:latin typeface="Times New Roman"/>
                <a:cs typeface="Times New Roman"/>
              </a:rPr>
              <a:t>U</a:t>
            </a:r>
            <a:r>
              <a:rPr sz="1700" spc="-7" dirty="0">
                <a:solidFill>
                  <a:srgbClr val="252525"/>
                </a:solidFill>
                <a:latin typeface="Times New Roman"/>
                <a:cs typeface="Times New Roman"/>
              </a:rPr>
              <a:t>M</a:t>
            </a:r>
            <a:r>
              <a:rPr sz="1700" spc="-2" dirty="0">
                <a:solidFill>
                  <a:srgbClr val="252525"/>
                </a:solidFill>
                <a:latin typeface="Times New Roman"/>
                <a:cs typeface="Times New Roman"/>
              </a:rPr>
              <a:t>A</a:t>
            </a:r>
            <a:r>
              <a:rPr lang="en-US" sz="1700" spc="-2" dirty="0">
                <a:solidFill>
                  <a:srgbClr val="252525"/>
                </a:solidFill>
                <a:latin typeface="Times New Roman"/>
                <a:cs typeface="Times New Roman"/>
              </a:rPr>
              <a:t> </a:t>
            </a:r>
            <a:r>
              <a:rPr sz="1700" spc="-2" dirty="0">
                <a:solidFill>
                  <a:srgbClr val="252525"/>
                </a:solidFill>
                <a:latin typeface="Times New Roman"/>
                <a:cs typeface="Times New Roman"/>
              </a:rPr>
              <a:t>includ</a:t>
            </a:r>
            <a:r>
              <a:rPr lang="en-US" sz="1700" spc="-2" dirty="0">
                <a:solidFill>
                  <a:srgbClr val="252525"/>
                </a:solidFill>
                <a:latin typeface="Times New Roman"/>
                <a:cs typeface="Times New Roman"/>
              </a:rPr>
              <a:t>ing</a:t>
            </a:r>
            <a:r>
              <a:rPr sz="1700" spc="-2" dirty="0">
                <a:solidFill>
                  <a:srgbClr val="252525"/>
                </a:solidFill>
                <a:latin typeface="Times New Roman"/>
                <a:cs typeface="Times New Roman"/>
              </a:rPr>
              <a:t> </a:t>
            </a:r>
            <a:r>
              <a:rPr sz="1700" spc="-5" dirty="0">
                <a:solidFill>
                  <a:srgbClr val="252525"/>
                </a:solidFill>
                <a:latin typeface="Times New Roman"/>
                <a:cs typeface="Times New Roman"/>
              </a:rPr>
              <a:t>Tr</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e</a:t>
            </a:r>
            <a:r>
              <a:rPr sz="1700" spc="-2"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 </a:t>
            </a:r>
            <a:r>
              <a:rPr sz="1700" spc="-7" dirty="0">
                <a:solidFill>
                  <a:srgbClr val="252525"/>
                </a:solidFill>
                <a:latin typeface="Times New Roman"/>
                <a:cs typeface="Times New Roman"/>
              </a:rPr>
              <a:t>Hie</a:t>
            </a:r>
            <a:r>
              <a:rPr sz="1700" spc="-2" dirty="0">
                <a:solidFill>
                  <a:srgbClr val="252525"/>
                </a:solidFill>
                <a:latin typeface="Times New Roman"/>
                <a:cs typeface="Times New Roman"/>
              </a:rPr>
              <a:t>rar</a:t>
            </a:r>
            <a:r>
              <a:rPr sz="1700" spc="-10" dirty="0">
                <a:solidFill>
                  <a:srgbClr val="252525"/>
                </a:solidFill>
                <a:latin typeface="Times New Roman"/>
                <a:cs typeface="Times New Roman"/>
              </a:rPr>
              <a:t>c</a:t>
            </a:r>
            <a:r>
              <a:rPr sz="1700" spc="-2" dirty="0">
                <a:solidFill>
                  <a:srgbClr val="252525"/>
                </a:solidFill>
                <a:latin typeface="Times New Roman"/>
                <a:cs typeface="Times New Roman"/>
              </a:rPr>
              <a:t>hic</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endParaRPr lang="en-US" sz="1700" spc="-2" dirty="0">
              <a:latin typeface="Times New Roman"/>
              <a:cs typeface="Times New Roman"/>
            </a:endParaRPr>
          </a:p>
          <a:p>
            <a:pPr marL="291859" indent="-285750" algn="just">
              <a:buFont typeface="Arial" panose="020B0604020202020204" pitchFamily="34" charset="0"/>
              <a:buChar char="•"/>
            </a:pPr>
            <a:endParaRPr lang="en-US" sz="1700" spc="-2" dirty="0">
              <a:solidFill>
                <a:srgbClr val="252525"/>
              </a:solidFill>
              <a:latin typeface="Times New Roman"/>
              <a:cs typeface="Times New Roman"/>
            </a:endParaRPr>
          </a:p>
          <a:p>
            <a:pPr marL="291859" indent="-285750" algn="just">
              <a:buFont typeface="Arial" panose="020B0604020202020204" pitchFamily="34" charset="0"/>
              <a:buChar char="•"/>
            </a:pPr>
            <a:r>
              <a:rPr lang="en-US" sz="1700" spc="-2" dirty="0">
                <a:solidFill>
                  <a:srgbClr val="252525"/>
                </a:solidFill>
                <a:latin typeface="Times New Roman"/>
                <a:cs typeface="Times New Roman"/>
              </a:rPr>
              <a:t>U</a:t>
            </a:r>
            <a:r>
              <a:rPr sz="1700" dirty="0">
                <a:solidFill>
                  <a:srgbClr val="252525"/>
                </a:solidFill>
                <a:latin typeface="Times New Roman"/>
                <a:cs typeface="Times New Roman"/>
              </a:rPr>
              <a:t>s</a:t>
            </a:r>
            <a:r>
              <a:rPr sz="1700" spc="-2" dirty="0">
                <a:solidFill>
                  <a:srgbClr val="252525"/>
                </a:solidFill>
                <a:latin typeface="Times New Roman"/>
                <a:cs typeface="Times New Roman"/>
              </a:rPr>
              <a:t>e</a:t>
            </a:r>
            <a:r>
              <a:rPr sz="1700" dirty="0">
                <a:solidFill>
                  <a:srgbClr val="252525"/>
                </a:solidFill>
                <a:latin typeface="Times New Roman"/>
                <a:cs typeface="Times New Roman"/>
              </a:rPr>
              <a:t>d </a:t>
            </a:r>
            <a:r>
              <a:rPr sz="1700" spc="34" dirty="0">
                <a:solidFill>
                  <a:srgbClr val="252525"/>
                </a:solidFill>
                <a:latin typeface="Times New Roman"/>
                <a:cs typeface="Times New Roman"/>
              </a:rPr>
              <a:t> </a:t>
            </a:r>
            <a:r>
              <a:rPr sz="1700" spc="-2" dirty="0">
                <a:solidFill>
                  <a:srgbClr val="252525"/>
                </a:solidFill>
                <a:latin typeface="Times New Roman"/>
                <a:cs typeface="Times New Roman"/>
              </a:rPr>
              <a:t>in</a:t>
            </a:r>
            <a:r>
              <a:rPr sz="1700" dirty="0">
                <a:solidFill>
                  <a:srgbClr val="252525"/>
                </a:solidFill>
                <a:latin typeface="Times New Roman"/>
                <a:cs typeface="Times New Roman"/>
              </a:rPr>
              <a:t> </a:t>
            </a:r>
            <a:r>
              <a:rPr sz="1700" spc="34" dirty="0">
                <a:solidFill>
                  <a:srgbClr val="252525"/>
                </a:solidFill>
                <a:latin typeface="Times New Roman"/>
                <a:cs typeface="Times New Roman"/>
              </a:rPr>
              <a:t> </a:t>
            </a:r>
            <a:r>
              <a:rPr sz="1700" spc="-2" dirty="0">
                <a:solidFill>
                  <a:srgbClr val="252525"/>
                </a:solidFill>
                <a:latin typeface="Times New Roman"/>
                <a:cs typeface="Times New Roman"/>
              </a:rPr>
              <a:t>r</a:t>
            </a:r>
            <a:r>
              <a:rPr sz="1700" spc="-10" dirty="0">
                <a:solidFill>
                  <a:srgbClr val="252525"/>
                </a:solidFill>
                <a:latin typeface="Times New Roman"/>
                <a:cs typeface="Times New Roman"/>
              </a:rPr>
              <a:t>e</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a:t>
            </a:r>
            <a:r>
              <a:rPr sz="1700" spc="-5" dirty="0">
                <a:solidFill>
                  <a:srgbClr val="252525"/>
                </a:solidFill>
                <a:latin typeface="Times New Roman"/>
                <a:cs typeface="Times New Roman"/>
              </a:rPr>
              <a:t>time</a:t>
            </a:r>
            <a:r>
              <a:rPr sz="1700" dirty="0">
                <a:solidFill>
                  <a:srgbClr val="252525"/>
                </a:solidFill>
                <a:latin typeface="Times New Roman"/>
                <a:cs typeface="Times New Roman"/>
              </a:rPr>
              <a:t> </a:t>
            </a:r>
            <a:r>
              <a:rPr sz="1700" spc="31" dirty="0">
                <a:solidFill>
                  <a:srgbClr val="252525"/>
                </a:solidFill>
                <a:latin typeface="Times New Roman"/>
                <a:cs typeface="Times New Roman"/>
              </a:rPr>
              <a:t>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ppli</a:t>
            </a:r>
            <a:r>
              <a:rPr sz="1700" spc="-7" dirty="0">
                <a:solidFill>
                  <a:srgbClr val="252525"/>
                </a:solidFill>
                <a:latin typeface="Times New Roman"/>
                <a:cs typeface="Times New Roman"/>
              </a:rPr>
              <a:t>ca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ons </a:t>
            </a:r>
            <a:r>
              <a:rPr sz="1700" spc="34" dirty="0">
                <a:solidFill>
                  <a:srgbClr val="252525"/>
                </a:solidFill>
                <a:latin typeface="Times New Roman"/>
                <a:cs typeface="Times New Roman"/>
              </a:rPr>
              <a:t> </a:t>
            </a:r>
            <a:r>
              <a:rPr sz="1700" spc="-7" dirty="0">
                <a:solidFill>
                  <a:srgbClr val="252525"/>
                </a:solidFill>
                <a:latin typeface="Times New Roman"/>
                <a:cs typeface="Times New Roman"/>
              </a:rPr>
              <a:t>a</a:t>
            </a:r>
            <a:r>
              <a:rPr sz="1700" dirty="0">
                <a:solidFill>
                  <a:srgbClr val="252525"/>
                </a:solidFill>
                <a:latin typeface="Times New Roman"/>
                <a:cs typeface="Times New Roman"/>
              </a:rPr>
              <a:t>nd </a:t>
            </a:r>
            <a:r>
              <a:rPr sz="1700" spc="34" dirty="0">
                <a:solidFill>
                  <a:srgbClr val="252525"/>
                </a:solidFill>
                <a:latin typeface="Times New Roman"/>
                <a:cs typeface="Times New Roman"/>
              </a:rPr>
              <a:t> </a:t>
            </a:r>
            <a:r>
              <a:rPr sz="1700" spc="-7" dirty="0">
                <a:solidFill>
                  <a:srgbClr val="252525"/>
                </a:solidFill>
                <a:latin typeface="Times New Roman"/>
                <a:cs typeface="Times New Roman"/>
              </a:rPr>
              <a:t>t</a:t>
            </a:r>
            <a:r>
              <a:rPr sz="1700" spc="-5" dirty="0">
                <a:solidFill>
                  <a:srgbClr val="252525"/>
                </a:solidFill>
                <a:latin typeface="Times New Roman"/>
                <a:cs typeface="Times New Roman"/>
              </a:rPr>
              <a:t>im</a:t>
            </a:r>
            <a:r>
              <a:rPr sz="1700" spc="-2" dirty="0">
                <a:solidFill>
                  <a:srgbClr val="252525"/>
                </a:solidFill>
                <a:latin typeface="Times New Roman"/>
                <a:cs typeface="Times New Roman"/>
              </a:rPr>
              <a:t>e-</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ritic</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l </a:t>
            </a:r>
            <a:r>
              <a:rPr sz="1700" spc="-7" dirty="0">
                <a:solidFill>
                  <a:srgbClr val="252525"/>
                </a:solidFill>
                <a:latin typeface="Times New Roman"/>
                <a:cs typeface="Times New Roman"/>
              </a:rPr>
              <a:t>a</a:t>
            </a:r>
            <a:r>
              <a:rPr sz="1700" spc="-2" dirty="0">
                <a:solidFill>
                  <a:srgbClr val="252525"/>
                </a:solidFill>
                <a:latin typeface="Times New Roman"/>
                <a:cs typeface="Times New Roman"/>
              </a:rPr>
              <a:t>ppli</a:t>
            </a:r>
            <a:r>
              <a:rPr sz="1700" spc="-7" dirty="0">
                <a:solidFill>
                  <a:srgbClr val="252525"/>
                </a:solidFill>
                <a:latin typeface="Times New Roman"/>
                <a:cs typeface="Times New Roman"/>
              </a:rPr>
              <a:t>ca</a:t>
            </a:r>
            <a:r>
              <a:rPr sz="1700" spc="-2" dirty="0">
                <a:solidFill>
                  <a:srgbClr val="252525"/>
                </a:solidFill>
                <a:latin typeface="Times New Roman"/>
                <a:cs typeface="Times New Roman"/>
              </a:rPr>
              <a:t>ti</a:t>
            </a:r>
            <a:r>
              <a:rPr sz="1700" dirty="0">
                <a:solidFill>
                  <a:srgbClr val="252525"/>
                </a:solidFill>
                <a:latin typeface="Times New Roman"/>
                <a:cs typeface="Times New Roman"/>
              </a:rPr>
              <a:t>ons.</a:t>
            </a:r>
            <a:endParaRPr lang="en-US" sz="1700" dirty="0">
              <a:latin typeface="Times New Roman"/>
              <a:cs typeface="Times New Roman"/>
            </a:endParaRPr>
          </a:p>
          <a:p>
            <a:pPr marL="291859" indent="-285750" algn="just">
              <a:buFont typeface="Arial" panose="020B0604020202020204" pitchFamily="34" charset="0"/>
              <a:buChar char="•"/>
            </a:pPr>
            <a:endParaRPr lang="en-US" sz="1700" spc="-5" dirty="0">
              <a:solidFill>
                <a:srgbClr val="252525"/>
              </a:solidFill>
              <a:latin typeface="Times New Roman"/>
              <a:cs typeface="Times New Roman"/>
            </a:endParaRPr>
          </a:p>
          <a:p>
            <a:pPr marL="291859" indent="-285750" algn="just">
              <a:buFont typeface="Arial" panose="020B0604020202020204" pitchFamily="34" charset="0"/>
              <a:buChar char="•"/>
            </a:pPr>
            <a:r>
              <a:rPr lang="en-US" sz="1700" spc="-5" dirty="0">
                <a:solidFill>
                  <a:srgbClr val="252525"/>
                </a:solidFill>
                <a:latin typeface="Times New Roman"/>
                <a:cs typeface="Times New Roman"/>
              </a:rPr>
              <a:t>M</a:t>
            </a:r>
            <a:r>
              <a:rPr sz="1700" spc="-5" dirty="0">
                <a:solidFill>
                  <a:srgbClr val="252525"/>
                </a:solidFill>
                <a:latin typeface="Times New Roman"/>
                <a:cs typeface="Times New Roman"/>
              </a:rPr>
              <a:t>o</a:t>
            </a:r>
            <a:r>
              <a:rPr sz="1700" dirty="0">
                <a:solidFill>
                  <a:srgbClr val="252525"/>
                </a:solidFill>
                <a:latin typeface="Times New Roman"/>
                <a:cs typeface="Times New Roman"/>
              </a:rPr>
              <a:t>r</a:t>
            </a:r>
            <a:r>
              <a:rPr sz="1700" spc="-5" dirty="0">
                <a:solidFill>
                  <a:srgbClr val="252525"/>
                </a:solidFill>
                <a:latin typeface="Times New Roman"/>
                <a:cs typeface="Times New Roman"/>
              </a:rPr>
              <a:t>e</a:t>
            </a:r>
            <a:r>
              <a:rPr sz="1700" dirty="0">
                <a:solidFill>
                  <a:srgbClr val="252525"/>
                </a:solidFill>
                <a:latin typeface="Times New Roman"/>
                <a:cs typeface="Times New Roman"/>
              </a:rPr>
              <a:t> </a:t>
            </a:r>
            <a:r>
              <a:rPr sz="1700" spc="36" dirty="0">
                <a:solidFill>
                  <a:srgbClr val="252525"/>
                </a:solidFill>
                <a:latin typeface="Times New Roman"/>
                <a:cs typeface="Times New Roman"/>
              </a:rPr>
              <a:t> </a:t>
            </a:r>
            <a:r>
              <a:rPr sz="1700" spc="-5" dirty="0">
                <a:solidFill>
                  <a:srgbClr val="252525"/>
                </a:solidFill>
                <a:latin typeface="Times New Roman"/>
                <a:cs typeface="Times New Roman"/>
              </a:rPr>
              <a:t>b</a:t>
            </a:r>
            <a:r>
              <a:rPr sz="1700" spc="-7" dirty="0">
                <a:solidFill>
                  <a:srgbClr val="252525"/>
                </a:solidFill>
                <a:latin typeface="Times New Roman"/>
                <a:cs typeface="Times New Roman"/>
              </a:rPr>
              <a:t>a</a:t>
            </a:r>
            <a:r>
              <a:rPr sz="1700" dirty="0">
                <a:solidFill>
                  <a:srgbClr val="252525"/>
                </a:solidFill>
                <a:latin typeface="Times New Roman"/>
                <a:cs typeface="Times New Roman"/>
              </a:rPr>
              <a:t>n</a:t>
            </a:r>
            <a:r>
              <a:rPr sz="1700" spc="5" dirty="0">
                <a:solidFill>
                  <a:srgbClr val="252525"/>
                </a:solidFill>
                <a:latin typeface="Times New Roman"/>
                <a:cs typeface="Times New Roman"/>
              </a:rPr>
              <a:t>d</a:t>
            </a:r>
            <a:r>
              <a:rPr sz="1700" spc="-7" dirty="0">
                <a:solidFill>
                  <a:srgbClr val="252525"/>
                </a:solidFill>
                <a:latin typeface="Times New Roman"/>
                <a:cs typeface="Times New Roman"/>
              </a:rPr>
              <a:t>widt</a:t>
            </a:r>
            <a:r>
              <a:rPr sz="1700" spc="-5" dirty="0">
                <a:solidFill>
                  <a:srgbClr val="252525"/>
                </a:solidFill>
                <a:latin typeface="Times New Roman"/>
                <a:cs typeface="Times New Roman"/>
              </a:rPr>
              <a:t>h</a:t>
            </a:r>
            <a:r>
              <a:rPr sz="1700" dirty="0">
                <a:solidFill>
                  <a:srgbClr val="252525"/>
                </a:solidFill>
                <a:latin typeface="Times New Roman"/>
                <a:cs typeface="Times New Roman"/>
              </a:rPr>
              <a:t> </a:t>
            </a:r>
            <a:r>
              <a:rPr sz="1700" spc="41" dirty="0">
                <a:solidFill>
                  <a:srgbClr val="252525"/>
                </a:solidFill>
                <a:latin typeface="Times New Roman"/>
                <a:cs typeface="Times New Roman"/>
              </a:rPr>
              <a:t> </a:t>
            </a:r>
            <a:r>
              <a:rPr sz="1700" spc="-2" dirty="0">
                <a:solidFill>
                  <a:srgbClr val="252525"/>
                </a:solidFill>
                <a:latin typeface="Times New Roman"/>
                <a:cs typeface="Times New Roman"/>
              </a:rPr>
              <a:t>wh</a:t>
            </a:r>
            <a:r>
              <a:rPr sz="1700" spc="-5" dirty="0">
                <a:solidFill>
                  <a:srgbClr val="252525"/>
                </a:solidFill>
                <a:latin typeface="Times New Roman"/>
                <a:cs typeface="Times New Roman"/>
              </a:rPr>
              <a:t>e</a:t>
            </a:r>
            <a:r>
              <a:rPr sz="1700" dirty="0">
                <a:solidFill>
                  <a:srgbClr val="252525"/>
                </a:solidFill>
                <a:latin typeface="Times New Roman"/>
                <a:cs typeface="Times New Roman"/>
              </a:rPr>
              <a:t>n </a:t>
            </a:r>
            <a:r>
              <a:rPr sz="1700" spc="38" dirty="0">
                <a:solidFill>
                  <a:srgbClr val="252525"/>
                </a:solidFill>
                <a:latin typeface="Times New Roman"/>
                <a:cs typeface="Times New Roman"/>
              </a:rPr>
              <a:t> </a:t>
            </a:r>
            <a:r>
              <a:rPr sz="1700" spc="-7" dirty="0">
                <a:solidFill>
                  <a:srgbClr val="252525"/>
                </a:solidFill>
                <a:latin typeface="Times New Roman"/>
                <a:cs typeface="Times New Roman"/>
              </a:rPr>
              <a:t>c</a:t>
            </a:r>
            <a:r>
              <a:rPr sz="1700" spc="-5" dirty="0">
                <a:solidFill>
                  <a:srgbClr val="252525"/>
                </a:solidFill>
                <a:latin typeface="Times New Roman"/>
                <a:cs typeface="Times New Roman"/>
              </a:rPr>
              <a:t>ompa</a:t>
            </a:r>
            <a:r>
              <a:rPr sz="1700" spc="-7" dirty="0">
                <a:solidFill>
                  <a:srgbClr val="252525"/>
                </a:solidFill>
                <a:latin typeface="Times New Roman"/>
                <a:cs typeface="Times New Roman"/>
              </a:rPr>
              <a:t>re</a:t>
            </a:r>
            <a:r>
              <a:rPr sz="1700" dirty="0">
                <a:solidFill>
                  <a:srgbClr val="252525"/>
                </a:solidFill>
                <a:latin typeface="Times New Roman"/>
                <a:cs typeface="Times New Roman"/>
              </a:rPr>
              <a:t>d </a:t>
            </a:r>
            <a:r>
              <a:rPr sz="1700" spc="43" dirty="0">
                <a:solidFill>
                  <a:srgbClr val="252525"/>
                </a:solidFill>
                <a:latin typeface="Times New Roman"/>
                <a:cs typeface="Times New Roman"/>
              </a:rPr>
              <a:t> </a:t>
            </a:r>
            <a:r>
              <a:rPr sz="1700" spc="-2" dirty="0">
                <a:solidFill>
                  <a:srgbClr val="252525"/>
                </a:solidFill>
                <a:latin typeface="Times New Roman"/>
                <a:cs typeface="Times New Roman"/>
              </a:rPr>
              <a:t>to</a:t>
            </a:r>
            <a:r>
              <a:rPr sz="1700" dirty="0">
                <a:solidFill>
                  <a:srgbClr val="252525"/>
                </a:solidFill>
                <a:latin typeface="Times New Roman"/>
                <a:cs typeface="Times New Roman"/>
              </a:rPr>
              <a:t> </a:t>
            </a:r>
            <a:r>
              <a:rPr sz="1700" spc="41" dirty="0">
                <a:solidFill>
                  <a:srgbClr val="252525"/>
                </a:solidFill>
                <a:latin typeface="Times New Roman"/>
                <a:cs typeface="Times New Roman"/>
              </a:rPr>
              <a:t> </a:t>
            </a:r>
            <a:r>
              <a:rPr sz="1700" spc="-2" dirty="0">
                <a:solidFill>
                  <a:srgbClr val="252525"/>
                </a:solidFill>
                <a:latin typeface="Times New Roman"/>
                <a:cs typeface="Times New Roman"/>
              </a:rPr>
              <a:t>Unifo</a:t>
            </a:r>
            <a:r>
              <a:rPr sz="1700" spc="-5" dirty="0">
                <a:solidFill>
                  <a:srgbClr val="252525"/>
                </a:solidFill>
                <a:latin typeface="Times New Roman"/>
                <a:cs typeface="Times New Roman"/>
              </a:rPr>
              <a:t>rm</a:t>
            </a:r>
            <a:r>
              <a:rPr sz="1700" spc="-2" dirty="0">
                <a:solidFill>
                  <a:srgbClr val="252525"/>
                </a:solidFill>
                <a:latin typeface="Times New Roman"/>
                <a:cs typeface="Times New Roman"/>
              </a:rPr>
              <a:t> Me</a:t>
            </a:r>
            <a:r>
              <a:rPr sz="1700" spc="-5" dirty="0">
                <a:solidFill>
                  <a:srgbClr val="252525"/>
                </a:solidFill>
                <a:latin typeface="Times New Roman"/>
                <a:cs typeface="Times New Roman"/>
              </a:rPr>
              <a:t>mory</a:t>
            </a:r>
            <a:r>
              <a:rPr sz="1700" spc="-2" dirty="0">
                <a:solidFill>
                  <a:srgbClr val="252525"/>
                </a:solidFill>
                <a:latin typeface="Times New Roman"/>
                <a:cs typeface="Times New Roman"/>
              </a:rPr>
              <a:t> 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a:t>
            </a:r>
            <a:endParaRPr lang="en-US" sz="1700" dirty="0">
              <a:latin typeface="Times New Roman"/>
              <a:cs typeface="Times New Roman"/>
            </a:endParaRPr>
          </a:p>
          <a:p>
            <a:pPr marL="291859" indent="-285750" algn="just">
              <a:buFont typeface="Arial" panose="020B0604020202020204" pitchFamily="34" charset="0"/>
              <a:buChar char="•"/>
            </a:pPr>
            <a:endParaRPr lang="en-US" sz="1700" spc="-2" dirty="0">
              <a:solidFill>
                <a:srgbClr val="252525"/>
              </a:solidFill>
              <a:latin typeface="Times New Roman"/>
              <a:cs typeface="Times New Roman"/>
            </a:endParaRPr>
          </a:p>
          <a:p>
            <a:pPr marL="291859" indent="-285750" algn="just">
              <a:buFont typeface="Arial" panose="020B0604020202020204" pitchFamily="34" charset="0"/>
              <a:buChar char="•"/>
            </a:pPr>
            <a:r>
              <a:rPr lang="en-US" sz="1700" spc="-2" dirty="0">
                <a:solidFill>
                  <a:srgbClr val="252525"/>
                </a:solidFill>
                <a:latin typeface="Times New Roman"/>
                <a:cs typeface="Times New Roman"/>
              </a:rPr>
              <a:t>M</a:t>
            </a:r>
            <a:r>
              <a:rPr sz="1700" spc="-2" dirty="0">
                <a:solidFill>
                  <a:srgbClr val="252525"/>
                </a:solidFill>
                <a:latin typeface="Times New Roman"/>
                <a:cs typeface="Times New Roman"/>
              </a:rPr>
              <a:t>ultiple</a:t>
            </a:r>
            <a:r>
              <a:rPr sz="1700" dirty="0">
                <a:solidFill>
                  <a:srgbClr val="252525"/>
                </a:solidFill>
                <a:latin typeface="Times New Roman"/>
                <a:cs typeface="Times New Roman"/>
              </a:rPr>
              <a:t> </a:t>
            </a:r>
            <a:r>
              <a:rPr sz="1700" spc="-5" dirty="0">
                <a:solidFill>
                  <a:srgbClr val="252525"/>
                </a:solidFill>
                <a:latin typeface="Times New Roman"/>
                <a:cs typeface="Times New Roman"/>
              </a:rPr>
              <a:t>m</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a:t>
            </a:r>
            <a:r>
              <a:rPr sz="1700" dirty="0">
                <a:solidFill>
                  <a:srgbClr val="252525"/>
                </a:solidFill>
                <a:latin typeface="Times New Roman"/>
                <a:cs typeface="Times New Roman"/>
              </a:rPr>
              <a:t>ory </a:t>
            </a:r>
            <a:r>
              <a:rPr sz="1700" spc="-10" dirty="0">
                <a:solidFill>
                  <a:srgbClr val="252525"/>
                </a:solidFill>
                <a:latin typeface="Times New Roman"/>
                <a:cs typeface="Times New Roman"/>
              </a:rPr>
              <a:t>c</a:t>
            </a:r>
            <a:r>
              <a:rPr sz="1700" spc="-2" dirty="0">
                <a:solidFill>
                  <a:srgbClr val="252525"/>
                </a:solidFill>
                <a:latin typeface="Times New Roman"/>
                <a:cs typeface="Times New Roman"/>
              </a:rPr>
              <a:t>ontroll</a:t>
            </a:r>
            <a:r>
              <a:rPr sz="1700" spc="-7" dirty="0">
                <a:solidFill>
                  <a:srgbClr val="252525"/>
                </a:solidFill>
                <a:latin typeface="Times New Roman"/>
                <a:cs typeface="Times New Roman"/>
              </a:rPr>
              <a:t>e</a:t>
            </a:r>
            <a:r>
              <a:rPr sz="1700" dirty="0">
                <a:solidFill>
                  <a:srgbClr val="252525"/>
                </a:solidFill>
                <a:latin typeface="Times New Roman"/>
                <a:cs typeface="Times New Roman"/>
              </a:rPr>
              <a:t>rs</a:t>
            </a:r>
            <a:r>
              <a:rPr lang="en-US" sz="1700" dirty="0">
                <a:solidFill>
                  <a:srgbClr val="252525"/>
                </a:solidFill>
                <a:latin typeface="Times New Roman"/>
                <a:cs typeface="Times New Roman"/>
              </a:rPr>
              <a:t> and</a:t>
            </a:r>
            <a:r>
              <a:rPr sz="1700" spc="-2" dirty="0">
                <a:solidFill>
                  <a:srgbClr val="252525"/>
                </a:solidFill>
                <a:latin typeface="Times New Roman"/>
                <a:cs typeface="Times New Roman"/>
              </a:rPr>
              <a:t> f</a:t>
            </a:r>
            <a:r>
              <a:rPr sz="1700" spc="-10" dirty="0">
                <a:solidFill>
                  <a:srgbClr val="252525"/>
                </a:solidFill>
                <a:latin typeface="Times New Roman"/>
                <a:cs typeface="Times New Roman"/>
              </a:rPr>
              <a:t>a</a:t>
            </a:r>
            <a:r>
              <a:rPr sz="1700" spc="-5" dirty="0">
                <a:solidFill>
                  <a:srgbClr val="252525"/>
                </a:solidFill>
                <a:latin typeface="Times New Roman"/>
                <a:cs typeface="Times New Roman"/>
              </a:rPr>
              <a:t>st</a:t>
            </a:r>
            <a:r>
              <a:rPr sz="1700" dirty="0">
                <a:solidFill>
                  <a:srgbClr val="252525"/>
                </a:solidFill>
                <a:latin typeface="Times New Roman"/>
                <a:cs typeface="Times New Roman"/>
              </a:rPr>
              <a:t>er </a:t>
            </a:r>
            <a:r>
              <a:rPr sz="1700" spc="-2" dirty="0">
                <a:solidFill>
                  <a:srgbClr val="252525"/>
                </a:solidFill>
                <a:latin typeface="Times New Roman"/>
                <a:cs typeface="Times New Roman"/>
              </a:rPr>
              <a:t>th</a:t>
            </a:r>
            <a:r>
              <a:rPr sz="1700" spc="-10" dirty="0">
                <a:solidFill>
                  <a:srgbClr val="252525"/>
                </a:solidFill>
                <a:latin typeface="Times New Roman"/>
                <a:cs typeface="Times New Roman"/>
              </a:rPr>
              <a:t>a</a:t>
            </a:r>
            <a:r>
              <a:rPr sz="1700" dirty="0">
                <a:solidFill>
                  <a:srgbClr val="252525"/>
                </a:solidFill>
                <a:latin typeface="Times New Roman"/>
                <a:cs typeface="Times New Roman"/>
              </a:rPr>
              <a:t>n </a:t>
            </a:r>
            <a:r>
              <a:rPr sz="1700" spc="-2" dirty="0">
                <a:solidFill>
                  <a:srgbClr val="252525"/>
                </a:solidFill>
                <a:latin typeface="Times New Roman"/>
                <a:cs typeface="Times New Roman"/>
              </a:rPr>
              <a:t>unifo</a:t>
            </a:r>
            <a:r>
              <a:rPr sz="1700" dirty="0">
                <a:solidFill>
                  <a:srgbClr val="252525"/>
                </a:solidFill>
                <a:latin typeface="Times New Roman"/>
                <a:cs typeface="Times New Roman"/>
              </a:rPr>
              <a:t>r</a:t>
            </a:r>
            <a:r>
              <a:rPr sz="1700" spc="-5" dirty="0">
                <a:solidFill>
                  <a:srgbClr val="252525"/>
                </a:solidFill>
                <a:latin typeface="Times New Roman"/>
                <a:cs typeface="Times New Roman"/>
              </a:rPr>
              <a:t>m</a:t>
            </a:r>
            <a:r>
              <a:rPr sz="1700" dirty="0">
                <a:solidFill>
                  <a:srgbClr val="252525"/>
                </a:solidFill>
                <a:latin typeface="Times New Roman"/>
                <a:cs typeface="Times New Roman"/>
              </a:rPr>
              <a:t> </a:t>
            </a:r>
            <a:r>
              <a:rPr sz="1700" spc="-5" dirty="0">
                <a:solidFill>
                  <a:srgbClr val="252525"/>
                </a:solidFill>
                <a:latin typeface="Times New Roman"/>
                <a:cs typeface="Times New Roman"/>
              </a:rPr>
              <a:t>m</a:t>
            </a:r>
            <a:r>
              <a:rPr sz="1700" spc="-7" dirty="0">
                <a:solidFill>
                  <a:srgbClr val="252525"/>
                </a:solidFill>
                <a:latin typeface="Times New Roman"/>
                <a:cs typeface="Times New Roman"/>
              </a:rPr>
              <a:t>e</a:t>
            </a:r>
            <a:r>
              <a:rPr sz="1700" spc="-5" dirty="0">
                <a:solidFill>
                  <a:srgbClr val="252525"/>
                </a:solidFill>
                <a:latin typeface="Times New Roman"/>
                <a:cs typeface="Times New Roman"/>
              </a:rPr>
              <a:t>mory</a:t>
            </a:r>
            <a:r>
              <a:rPr sz="1700" spc="-2" dirty="0">
                <a:solidFill>
                  <a:srgbClr val="252525"/>
                </a:solidFill>
                <a:latin typeface="Times New Roman"/>
                <a:cs typeface="Times New Roman"/>
              </a:rPr>
              <a:t> </a:t>
            </a:r>
            <a:r>
              <a:rPr sz="1700" spc="-10" dirty="0">
                <a:solidFill>
                  <a:srgbClr val="252525"/>
                </a:solidFill>
                <a:latin typeface="Times New Roman"/>
                <a:cs typeface="Times New Roman"/>
              </a:rPr>
              <a:t>a</a:t>
            </a:r>
            <a:r>
              <a:rPr sz="1700" spc="-7" dirty="0">
                <a:solidFill>
                  <a:srgbClr val="252525"/>
                </a:solidFill>
                <a:latin typeface="Times New Roman"/>
                <a:cs typeface="Times New Roman"/>
              </a:rPr>
              <a:t>c</a:t>
            </a:r>
            <a:r>
              <a:rPr sz="1700" spc="-2" dirty="0">
                <a:solidFill>
                  <a:srgbClr val="252525"/>
                </a:solidFill>
                <a:latin typeface="Times New Roman"/>
                <a:cs typeface="Times New Roman"/>
              </a:rPr>
              <a:t>c</a:t>
            </a:r>
            <a:r>
              <a:rPr sz="1700" spc="-7" dirty="0">
                <a:solidFill>
                  <a:srgbClr val="252525"/>
                </a:solidFill>
                <a:latin typeface="Times New Roman"/>
                <a:cs typeface="Times New Roman"/>
              </a:rPr>
              <a:t>e</a:t>
            </a:r>
            <a:r>
              <a:rPr sz="1700" spc="-2" dirty="0">
                <a:solidFill>
                  <a:srgbClr val="252525"/>
                </a:solidFill>
                <a:latin typeface="Times New Roman"/>
                <a:cs typeface="Times New Roman"/>
              </a:rPr>
              <a:t>ss.</a:t>
            </a:r>
            <a:endParaRPr sz="1700" dirty="0">
              <a:latin typeface="Times New Roman"/>
              <a:cs typeface="Times New Roman"/>
            </a:endParaRPr>
          </a:p>
        </p:txBody>
      </p:sp>
      <p:sp>
        <p:nvSpPr>
          <p:cNvPr id="5" name="object 4"/>
          <p:cNvSpPr/>
          <p:nvPr/>
        </p:nvSpPr>
        <p:spPr>
          <a:xfrm>
            <a:off x="5581861" y="1342600"/>
            <a:ext cx="3368123" cy="2261728"/>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3344373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94B16-D83D-C3A9-DFB7-05763F883C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CE42E0-AD78-9BEE-74F1-6658509A5CE1}"/>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D5BE5BB-4F3C-1686-B412-F2CF29BE9D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42522C3-E3C7-4CFA-94C1-671D7C80E89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5AA3E82-CFFE-F4D8-3CFB-6C78D260B9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5EC8FD1E-3B95-CF34-7812-66E1F1A42B7D}"/>
              </a:ext>
            </a:extLst>
          </p:cNvPr>
          <p:cNvSpPr txBox="1"/>
          <p:nvPr/>
        </p:nvSpPr>
        <p:spPr>
          <a:xfrm>
            <a:off x="914400" y="792196"/>
            <a:ext cx="4594156" cy="261610"/>
          </a:xfrm>
          <a:prstGeom prst="rect">
            <a:avLst/>
          </a:prstGeom>
        </p:spPr>
        <p:txBody>
          <a:bodyPr vert="horz" wrap="square" lIns="0" tIns="0" rIns="0" bIns="0" rtlCol="0">
            <a:spAutoFit/>
          </a:bodyPr>
          <a:lstStyle/>
          <a:p>
            <a:pPr marL="6109"/>
            <a:r>
              <a:rPr sz="1700" b="1" spc="-2" dirty="0">
                <a:solidFill>
                  <a:srgbClr val="252525"/>
                </a:solidFill>
                <a:latin typeface="Times New Roman"/>
                <a:cs typeface="Times New Roman"/>
              </a:rPr>
              <a:t>Dif</a:t>
            </a:r>
            <a:r>
              <a:rPr sz="1700" b="1" spc="-5" dirty="0">
                <a:solidFill>
                  <a:srgbClr val="252525"/>
                </a:solidFill>
                <a:latin typeface="Times New Roman"/>
                <a:cs typeface="Times New Roman"/>
              </a:rPr>
              <a:t>f</a:t>
            </a:r>
            <a:r>
              <a:rPr sz="1700" b="1" spc="-7" dirty="0">
                <a:solidFill>
                  <a:srgbClr val="252525"/>
                </a:solidFill>
                <a:latin typeface="Times New Roman"/>
                <a:cs typeface="Times New Roman"/>
              </a:rPr>
              <a:t>e</a:t>
            </a:r>
            <a:r>
              <a:rPr sz="1700" b="1" spc="-2" dirty="0">
                <a:solidFill>
                  <a:srgbClr val="252525"/>
                </a:solidFill>
                <a:latin typeface="Times New Roman"/>
                <a:cs typeface="Times New Roman"/>
              </a:rPr>
              <a:t>r</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n</a:t>
            </a:r>
            <a:r>
              <a:rPr sz="1700" b="1" spc="-7" dirty="0">
                <a:solidFill>
                  <a:srgbClr val="252525"/>
                </a:solidFill>
                <a:latin typeface="Times New Roman"/>
                <a:cs typeface="Times New Roman"/>
              </a:rPr>
              <a:t>c</a:t>
            </a:r>
            <a:r>
              <a:rPr sz="1700" b="1" spc="-5" dirty="0">
                <a:solidFill>
                  <a:srgbClr val="252525"/>
                </a:solidFill>
                <a:latin typeface="Times New Roman"/>
                <a:cs typeface="Times New Roman"/>
              </a:rPr>
              <a:t>e</a:t>
            </a:r>
            <a:r>
              <a:rPr sz="1700" b="1" spc="-2" dirty="0">
                <a:solidFill>
                  <a:srgbClr val="252525"/>
                </a:solidFill>
                <a:latin typeface="Times New Roman"/>
                <a:cs typeface="Times New Roman"/>
              </a:rPr>
              <a:t> </a:t>
            </a:r>
            <a:r>
              <a:rPr sz="1700" b="1" spc="-5" dirty="0">
                <a:solidFill>
                  <a:srgbClr val="252525"/>
                </a:solidFill>
                <a:latin typeface="Times New Roman"/>
                <a:cs typeface="Times New Roman"/>
              </a:rPr>
              <a:t>B</a:t>
            </a:r>
            <a:r>
              <a:rPr sz="1700" b="1" spc="-2" dirty="0">
                <a:solidFill>
                  <a:srgbClr val="252525"/>
                </a:solidFill>
                <a:latin typeface="Times New Roman"/>
                <a:cs typeface="Times New Roman"/>
              </a:rPr>
              <a:t>e</a:t>
            </a:r>
            <a:r>
              <a:rPr sz="1700" b="1" dirty="0">
                <a:solidFill>
                  <a:srgbClr val="252525"/>
                </a:solidFill>
                <a:latin typeface="Times New Roman"/>
                <a:cs typeface="Times New Roman"/>
              </a:rPr>
              <a:t>t</a:t>
            </a:r>
            <a:r>
              <a:rPr sz="1700" b="1" spc="-5" dirty="0">
                <a:solidFill>
                  <a:srgbClr val="252525"/>
                </a:solidFill>
                <a:latin typeface="Times New Roman"/>
                <a:cs typeface="Times New Roman"/>
              </a:rPr>
              <a:t>w</a:t>
            </a:r>
            <a:r>
              <a:rPr sz="1700" b="1" spc="-2" dirty="0">
                <a:solidFill>
                  <a:srgbClr val="252525"/>
                </a:solidFill>
                <a:latin typeface="Times New Roman"/>
                <a:cs typeface="Times New Roman"/>
              </a:rPr>
              <a:t>e</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n </a:t>
            </a:r>
            <a:r>
              <a:rPr sz="1700" b="1" spc="-2" dirty="0">
                <a:solidFill>
                  <a:srgbClr val="252525"/>
                </a:solidFill>
                <a:latin typeface="Times New Roman"/>
                <a:cs typeface="Times New Roman"/>
              </a:rPr>
              <a:t>U</a:t>
            </a:r>
            <a:r>
              <a:rPr sz="1700" b="1" dirty="0">
                <a:solidFill>
                  <a:srgbClr val="252525"/>
                </a:solidFill>
                <a:latin typeface="Times New Roman"/>
                <a:cs typeface="Times New Roman"/>
              </a:rPr>
              <a:t>MA</a:t>
            </a:r>
            <a:r>
              <a:rPr sz="1700" b="1" spc="-2" dirty="0">
                <a:solidFill>
                  <a:srgbClr val="252525"/>
                </a:solidFill>
                <a:latin typeface="Times New Roman"/>
                <a:cs typeface="Times New Roman"/>
              </a:rPr>
              <a:t> A</a:t>
            </a:r>
            <a:r>
              <a:rPr sz="1700" b="1" dirty="0">
                <a:solidFill>
                  <a:srgbClr val="252525"/>
                </a:solidFill>
                <a:latin typeface="Times New Roman"/>
                <a:cs typeface="Times New Roman"/>
              </a:rPr>
              <a:t>nd </a:t>
            </a:r>
            <a:r>
              <a:rPr sz="1700" b="1" spc="-2" dirty="0">
                <a:solidFill>
                  <a:srgbClr val="252525"/>
                </a:solidFill>
                <a:latin typeface="Times New Roman"/>
                <a:cs typeface="Times New Roman"/>
              </a:rPr>
              <a:t>NU</a:t>
            </a:r>
            <a:r>
              <a:rPr sz="1700" b="1" spc="-10" dirty="0">
                <a:solidFill>
                  <a:srgbClr val="252525"/>
                </a:solidFill>
                <a:latin typeface="Times New Roman"/>
                <a:cs typeface="Times New Roman"/>
              </a:rPr>
              <a:t>M</a:t>
            </a:r>
            <a:r>
              <a:rPr sz="1700" b="1" dirty="0">
                <a:solidFill>
                  <a:srgbClr val="252525"/>
                </a:solidFill>
                <a:latin typeface="Times New Roman"/>
                <a:cs typeface="Times New Roman"/>
              </a:rPr>
              <a:t>A</a:t>
            </a:r>
            <a:endParaRPr sz="1700" dirty="0">
              <a:latin typeface="Times New Roman"/>
              <a:cs typeface="Times New Roman"/>
            </a:endParaRPr>
          </a:p>
        </p:txBody>
      </p:sp>
      <p:sp>
        <p:nvSpPr>
          <p:cNvPr id="2" name="object 3"/>
          <p:cNvSpPr/>
          <p:nvPr/>
        </p:nvSpPr>
        <p:spPr>
          <a:xfrm>
            <a:off x="990600" y="1053806"/>
            <a:ext cx="6623518" cy="3575344"/>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1438772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44A45-DBA7-9314-766E-D455DE3302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0BD153-A62B-FE75-7BF3-C2F9AFA9E43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B97C966-AA2F-C307-2192-B5496ADA6E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E90819A-6444-1FD9-01DF-4D0766FED38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BC14ADD-0301-F43B-B796-F90C2A18F7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p:cNvSpPr txBox="1"/>
          <p:nvPr/>
        </p:nvSpPr>
        <p:spPr>
          <a:xfrm>
            <a:off x="1013700" y="742950"/>
            <a:ext cx="7139700" cy="3683060"/>
          </a:xfrm>
          <a:prstGeom prst="rect">
            <a:avLst/>
          </a:prstGeom>
        </p:spPr>
        <p:txBody>
          <a:bodyPr vert="horz" wrap="square" lIns="0" tIns="0" rIns="0" bIns="0" rtlCol="0">
            <a:spAutoFit/>
          </a:bodyPr>
          <a:lstStyle/>
          <a:p>
            <a:pPr marL="6109" marR="2213487"/>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marR="2213487"/>
            <a:endParaRPr lang="en-US" sz="1700" b="1" spc="-2" dirty="0">
              <a:latin typeface="Times New Roman"/>
              <a:cs typeface="Times New Roman"/>
            </a:endParaRPr>
          </a:p>
          <a:p>
            <a:pPr marL="6109" marR="2213487"/>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B</a:t>
            </a:r>
            <a:r>
              <a:rPr sz="1700" b="1" dirty="0">
                <a:latin typeface="Times New Roman"/>
                <a:cs typeface="Times New Roman"/>
              </a:rPr>
              <a:t>ook</a:t>
            </a:r>
            <a:r>
              <a:rPr sz="1700" b="1" spc="-2" dirty="0">
                <a:latin typeface="Times New Roman"/>
                <a:cs typeface="Times New Roman"/>
              </a:rPr>
              <a:t>s:</a:t>
            </a:r>
            <a:endParaRPr sz="1700" dirty="0">
              <a:latin typeface="Times New Roman"/>
              <a:cs typeface="Times New Roman"/>
            </a:endParaRPr>
          </a:p>
          <a:p>
            <a:pPr marL="225716" indent="-109651">
              <a:spcBef>
                <a:spcPts val="363"/>
              </a:spcBef>
              <a:buFont typeface="Calibri"/>
              <a:buChar char="●"/>
              <a:tabLst>
                <a:tab pos="226022" algn="l"/>
              </a:tabLst>
            </a:pPr>
            <a:r>
              <a:rPr sz="1700" spc="-2" dirty="0">
                <a:latin typeface="Times New Roman"/>
                <a:cs typeface="Times New Roman"/>
              </a:rPr>
              <a:t>J.</a:t>
            </a:r>
            <a:r>
              <a:rPr sz="1700" dirty="0">
                <a:latin typeface="Times New Roman"/>
                <a:cs typeface="Times New Roman"/>
              </a:rPr>
              <a:t>P. </a:t>
            </a:r>
            <a:r>
              <a:rPr sz="1700" spc="-2" dirty="0">
                <a:latin typeface="Times New Roman"/>
                <a:cs typeface="Times New Roman"/>
              </a:rPr>
              <a:t>H</a:t>
            </a:r>
            <a:r>
              <a:rPr sz="1700" spc="-5" dirty="0">
                <a:latin typeface="Times New Roman"/>
                <a:cs typeface="Times New Roman"/>
              </a:rPr>
              <a:t>ay</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a:t>
            </a:r>
            <a:r>
              <a:rPr sz="1700" spc="-5" dirty="0">
                <a:latin typeface="Times New Roman"/>
                <a:cs typeface="Times New Roman"/>
              </a:rPr>
              <a:t>r</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dirty="0">
                <a:latin typeface="Times New Roman"/>
                <a:cs typeface="Times New Roman"/>
              </a:rPr>
              <a:t>t</a:t>
            </a:r>
            <a:r>
              <a:rPr sz="1700" spc="-2" dirty="0">
                <a:latin typeface="Times New Roman"/>
                <a:cs typeface="Times New Roman"/>
              </a:rPr>
              <a:t>io</a:t>
            </a:r>
            <a:r>
              <a:rPr sz="1700" dirty="0">
                <a:latin typeface="Times New Roman"/>
                <a:cs typeface="Times New Roman"/>
              </a:rPr>
              <a:t>n</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Third</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dition.</a:t>
            </a:r>
            <a:endParaRPr sz="1700" dirty="0">
              <a:latin typeface="Times New Roman"/>
              <a:cs typeface="Times New Roman"/>
            </a:endParaRPr>
          </a:p>
          <a:p>
            <a:pPr marL="225716" indent="-109651">
              <a:spcBef>
                <a:spcPts val="368"/>
              </a:spcBef>
              <a:buFont typeface="Calibri"/>
              <a:buChar char="●"/>
              <a:tabLst>
                <a:tab pos="226022" algn="l"/>
              </a:tabLst>
            </a:pPr>
            <a:r>
              <a:rPr sz="1700" spc="-2" dirty="0">
                <a:latin typeface="Times New Roman"/>
                <a:cs typeface="Times New Roman"/>
              </a:rPr>
              <a:t>Ma</a:t>
            </a:r>
            <a:r>
              <a:rPr sz="1700" dirty="0">
                <a:latin typeface="Times New Roman"/>
                <a:cs typeface="Times New Roman"/>
              </a:rPr>
              <a:t>no, </a:t>
            </a:r>
            <a:r>
              <a:rPr sz="1700" spc="-2" dirty="0">
                <a:latin typeface="Times New Roman"/>
                <a:cs typeface="Times New Roman"/>
              </a:rPr>
              <a:t>M.</a:t>
            </a:r>
            <a:r>
              <a:rPr sz="1700"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Ar</a:t>
            </a:r>
            <a:r>
              <a:rPr sz="1700" spc="-7"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a:t>
            </a:r>
            <a:r>
              <a:rPr sz="1700" dirty="0">
                <a:latin typeface="Times New Roman"/>
                <a:cs typeface="Times New Roman"/>
              </a:rPr>
              <a:t>rd </a:t>
            </a:r>
            <a:r>
              <a:rPr sz="1700" spc="-2" dirty="0">
                <a:latin typeface="Times New Roman"/>
                <a:cs typeface="Times New Roman"/>
              </a:rPr>
              <a:t>Edition, </a:t>
            </a:r>
            <a:r>
              <a:rPr sz="1700" spc="2"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nti</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H</a:t>
            </a:r>
            <a:r>
              <a:rPr sz="1700" spc="-5" dirty="0">
                <a:latin typeface="Times New Roman"/>
                <a:cs typeface="Times New Roman"/>
              </a:rPr>
              <a:t>a</a:t>
            </a:r>
            <a:r>
              <a:rPr sz="1700" spc="-2" dirty="0">
                <a:latin typeface="Times New Roman"/>
                <a:cs typeface="Times New Roman"/>
              </a:rPr>
              <a:t>ll</a:t>
            </a:r>
            <a:r>
              <a:rPr sz="1700" dirty="0">
                <a:latin typeface="Times New Roman"/>
                <a:cs typeface="Times New Roman"/>
              </a:rPr>
              <a:t>.</a:t>
            </a:r>
          </a:p>
          <a:p>
            <a:pPr marL="225716" marR="3665" indent="-109651">
              <a:spcBef>
                <a:spcPts val="409"/>
              </a:spcBef>
              <a:buFont typeface="Calibri"/>
              <a:buChar char="●"/>
              <a:tabLst>
                <a:tab pos="226022" algn="l"/>
              </a:tabLst>
            </a:pPr>
            <a:r>
              <a:rPr sz="1700" dirty="0">
                <a:latin typeface="Times New Roman"/>
                <a:cs typeface="Times New Roman"/>
              </a:rPr>
              <a:t>S</a:t>
            </a:r>
            <a:r>
              <a:rPr sz="1700" spc="-2" dirty="0">
                <a:latin typeface="Times New Roman"/>
                <a:cs typeface="Times New Roman"/>
              </a:rPr>
              <a:t>tallings, </a:t>
            </a:r>
            <a:r>
              <a:rPr sz="1700" spc="-31" dirty="0">
                <a:latin typeface="Times New Roman"/>
                <a:cs typeface="Times New Roman"/>
              </a:rPr>
              <a:t> </a:t>
            </a:r>
            <a:r>
              <a:rPr sz="1700" spc="-10" dirty="0">
                <a:latin typeface="Times New Roman"/>
                <a:cs typeface="Times New Roman"/>
              </a:rPr>
              <a:t>W</a:t>
            </a:r>
            <a:r>
              <a:rPr sz="1700" dirty="0">
                <a:latin typeface="Times New Roman"/>
                <a:cs typeface="Times New Roman"/>
              </a:rPr>
              <a:t>., </a:t>
            </a:r>
            <a:r>
              <a:rPr sz="1700" spc="-26"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14" dirty="0">
                <a:latin typeface="Times New Roman"/>
                <a:cs typeface="Times New Roman"/>
              </a:rPr>
              <a:t>e</a:t>
            </a:r>
            <a:r>
              <a:rPr sz="1700" dirty="0">
                <a:latin typeface="Times New Roman"/>
                <a:cs typeface="Times New Roman"/>
              </a:rPr>
              <a:t>r </a:t>
            </a:r>
            <a:r>
              <a:rPr sz="1700" spc="-31" dirty="0">
                <a:latin typeface="Times New Roman"/>
                <a:cs typeface="Times New Roman"/>
              </a:rPr>
              <a:t> </a:t>
            </a:r>
            <a:r>
              <a:rPr sz="1700" spc="-2" dirty="0">
                <a:latin typeface="Times New Roman"/>
                <a:cs typeface="Times New Roman"/>
              </a:rPr>
              <a:t>O</a:t>
            </a:r>
            <a:r>
              <a:rPr sz="1700" spc="-5" dirty="0">
                <a:latin typeface="Times New Roman"/>
                <a:cs typeface="Times New Roman"/>
              </a:rPr>
              <a:t>rg</a:t>
            </a:r>
            <a:r>
              <a:rPr sz="1700" spc="-7"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chit</a:t>
            </a:r>
            <a:r>
              <a:rPr sz="1700" spc="-7" dirty="0">
                <a:latin typeface="Times New Roman"/>
                <a:cs typeface="Times New Roman"/>
              </a:rPr>
              <a:t>ec</a:t>
            </a:r>
            <a:r>
              <a:rPr sz="1700" spc="-2" dirty="0">
                <a:latin typeface="Times New Roman"/>
                <a:cs typeface="Times New Roman"/>
              </a:rPr>
              <a:t>ture</a:t>
            </a:r>
            <a:r>
              <a:rPr sz="1700" spc="-7" dirty="0">
                <a:latin typeface="Times New Roman"/>
                <a:cs typeface="Times New Roman"/>
              </a:rPr>
              <a:t>”</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Eight</a:t>
            </a:r>
            <a:r>
              <a:rPr sz="1700" dirty="0">
                <a:latin typeface="Times New Roman"/>
                <a:cs typeface="Times New Roman"/>
              </a:rPr>
              <a:t>h </a:t>
            </a:r>
            <a:r>
              <a:rPr sz="1700" spc="-31"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P</a:t>
            </a:r>
            <a:r>
              <a:rPr sz="1700" spc="-7" dirty="0">
                <a:latin typeface="Times New Roman"/>
                <a:cs typeface="Times New Roman"/>
              </a:rPr>
              <a:t>ea</a:t>
            </a:r>
            <a:r>
              <a:rPr sz="1700" dirty="0">
                <a:latin typeface="Times New Roman"/>
                <a:cs typeface="Times New Roman"/>
              </a:rPr>
              <a:t>rson </a:t>
            </a:r>
            <a:r>
              <a:rPr sz="1700" spc="-5" dirty="0">
                <a:latin typeface="Times New Roman"/>
                <a:cs typeface="Times New Roman"/>
              </a:rPr>
              <a:t>Edu</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6109">
              <a:spcBef>
                <a:spcPts val="339"/>
              </a:spcBef>
            </a:pPr>
            <a:endParaRPr lang="en-US" sz="1700" b="1" spc="-5" dirty="0">
              <a:latin typeface="Times New Roman"/>
              <a:cs typeface="Times New Roman"/>
            </a:endParaRPr>
          </a:p>
          <a:p>
            <a:pPr marL="6109">
              <a:spcBef>
                <a:spcPts val="339"/>
              </a:spcBef>
            </a:pPr>
            <a:r>
              <a:rPr sz="1700" b="1" spc="-5" dirty="0">
                <a:latin typeface="Times New Roman"/>
                <a:cs typeface="Times New Roman"/>
              </a:rPr>
              <a:t>T</a:t>
            </a:r>
            <a:r>
              <a:rPr sz="1700" b="1" spc="-7" dirty="0">
                <a:latin typeface="Times New Roman"/>
                <a:cs typeface="Times New Roman"/>
              </a:rPr>
              <a:t>e</a:t>
            </a:r>
            <a:r>
              <a:rPr sz="1700" b="1" dirty="0">
                <a:latin typeface="Times New Roman"/>
                <a:cs typeface="Times New Roman"/>
              </a:rPr>
              <a:t>xt Book</a:t>
            </a:r>
            <a:r>
              <a:rPr sz="1700" b="1" spc="-2" dirty="0">
                <a:latin typeface="Times New Roman"/>
                <a:cs typeface="Times New Roman"/>
              </a:rPr>
              <a:t>s:</a:t>
            </a:r>
            <a:endParaRPr sz="1700" dirty="0">
              <a:latin typeface="Times New Roman"/>
              <a:cs typeface="Times New Roman"/>
            </a:endParaRPr>
          </a:p>
          <a:p>
            <a:pPr marL="225716" marR="2443" indent="-109651">
              <a:spcBef>
                <a:spcPts val="397"/>
              </a:spcBef>
              <a:buClr>
                <a:srgbClr val="252525"/>
              </a:buClr>
              <a:buSzPct val="91666"/>
              <a:buFont typeface="Calibri"/>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rpin</a:t>
            </a:r>
            <a:r>
              <a:rPr sz="1700" spc="-10" dirty="0">
                <a:latin typeface="Times New Roman"/>
                <a:cs typeface="Times New Roman"/>
              </a:rPr>
              <a:t>e</a:t>
            </a:r>
            <a:r>
              <a:rPr sz="1700" spc="-2" dirty="0">
                <a:latin typeface="Times New Roman"/>
                <a:cs typeface="Times New Roman"/>
              </a:rPr>
              <a:t>lli</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J.D</a:t>
            </a:r>
            <a:r>
              <a:rPr sz="1700" spc="2" dirty="0">
                <a:latin typeface="Times New Roman"/>
                <a:cs typeface="Times New Roman"/>
              </a:rPr>
              <a:t>,</a:t>
            </a:r>
            <a:r>
              <a:rPr sz="1700" spc="-5" dirty="0">
                <a:latin typeface="Times New Roman"/>
                <a:cs typeface="Times New Roman"/>
              </a:rPr>
              <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&amp;Ar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re</a:t>
            </a:r>
            <a:r>
              <a:rPr sz="1700" spc="-7" dirty="0">
                <a:latin typeface="Times New Roman"/>
                <a:cs typeface="Times New Roman"/>
              </a:rPr>
              <a: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F</a:t>
            </a:r>
            <a:r>
              <a:rPr sz="1700" dirty="0">
                <a:latin typeface="Times New Roman"/>
                <a:cs typeface="Times New Roman"/>
              </a:rPr>
              <a:t>ou</a:t>
            </a:r>
            <a:r>
              <a:rPr sz="1700" spc="2" dirty="0">
                <a:latin typeface="Times New Roman"/>
                <a:cs typeface="Times New Roman"/>
              </a:rPr>
              <a:t>r</a:t>
            </a:r>
            <a:r>
              <a:rPr sz="1700" spc="-2" dirty="0">
                <a:latin typeface="Times New Roman"/>
                <a:cs typeface="Times New Roman"/>
              </a:rPr>
              <a:t>th</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2" dirty="0">
                <a:latin typeface="Times New Roman"/>
                <a:cs typeface="Times New Roman"/>
              </a:rPr>
              <a:t>Addiso</a:t>
            </a:r>
            <a:r>
              <a:rPr sz="1700" dirty="0">
                <a:latin typeface="Times New Roman"/>
                <a:cs typeface="Times New Roman"/>
              </a:rPr>
              <a:t>n </a:t>
            </a:r>
            <a:r>
              <a:rPr sz="1700" spc="-10" dirty="0">
                <a:latin typeface="Times New Roman"/>
                <a:cs typeface="Times New Roman"/>
              </a:rPr>
              <a:t>W</a:t>
            </a:r>
            <a:r>
              <a:rPr sz="1700" spc="-5" dirty="0">
                <a:latin typeface="Times New Roman"/>
                <a:cs typeface="Times New Roman"/>
              </a:rPr>
              <a:t>esley.</a:t>
            </a:r>
            <a:endParaRPr sz="1700" dirty="0">
              <a:latin typeface="Times New Roman"/>
              <a:cs typeface="Times New Roman"/>
            </a:endParaRPr>
          </a:p>
          <a:p>
            <a:pPr marL="225716" indent="-109651">
              <a:buClr>
                <a:srgbClr val="252525"/>
              </a:buClr>
              <a:buSzPct val="91666"/>
              <a:buFont typeface="Calibri"/>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a:t>
            </a:r>
            <a:r>
              <a:rPr sz="1700"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ifth Edition Morga</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354996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B9D5-CCC6-F3F9-5BEF-1CE17B7EAE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1389CE-C325-42B1-FAA8-F3FC29F00BC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E8B5DB0-18BE-A2FB-36CC-00969DB9DF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963BCA6-C9DE-71A5-D15E-03CE3BE5B0F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7BEE748-533D-24C7-143F-642BF932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909E5FC6-74BB-ADB5-18C4-FA1E41C162F3}"/>
              </a:ext>
            </a:extLst>
          </p:cNvPr>
          <p:cNvSpPr txBox="1"/>
          <p:nvPr/>
        </p:nvSpPr>
        <p:spPr>
          <a:xfrm>
            <a:off x="1013700" y="742950"/>
            <a:ext cx="7139700" cy="3675365"/>
          </a:xfrm>
          <a:prstGeom prst="rect">
            <a:avLst/>
          </a:prstGeom>
        </p:spPr>
        <p:txBody>
          <a:bodyPr vert="horz" wrap="square" lIns="0" tIns="0" rIns="0" bIns="0" rtlCol="0">
            <a:spAutoFit/>
          </a:bodyPr>
          <a:lstStyle/>
          <a:p>
            <a:pPr marL="6109"/>
            <a:r>
              <a:rPr sz="1700" b="1" spc="-5" dirty="0">
                <a:solidFill>
                  <a:srgbClr val="252525"/>
                </a:solidFill>
                <a:latin typeface="Times New Roman"/>
                <a:cs typeface="Times New Roman"/>
              </a:rPr>
              <a:t>Oth</a:t>
            </a:r>
            <a:r>
              <a:rPr sz="1700" b="1" spc="-2" dirty="0">
                <a:solidFill>
                  <a:srgbClr val="252525"/>
                </a:solidFill>
                <a:latin typeface="Times New Roman"/>
                <a:cs typeface="Times New Roman"/>
              </a:rPr>
              <a:t>e</a:t>
            </a:r>
            <a:r>
              <a:rPr sz="1700" b="1" spc="-5" dirty="0">
                <a:solidFill>
                  <a:srgbClr val="252525"/>
                </a:solidFill>
                <a:latin typeface="Times New Roman"/>
                <a:cs typeface="Times New Roman"/>
              </a:rPr>
              <a:t>r</a:t>
            </a:r>
            <a:r>
              <a:rPr sz="1700" b="1" spc="-2" dirty="0">
                <a:solidFill>
                  <a:srgbClr val="252525"/>
                </a:solidFill>
                <a:latin typeface="Times New Roman"/>
                <a:cs typeface="Times New Roman"/>
              </a:rPr>
              <a:t> R</a:t>
            </a:r>
            <a:r>
              <a:rPr sz="1700" b="1" spc="-5" dirty="0">
                <a:solidFill>
                  <a:srgbClr val="252525"/>
                </a:solidFill>
                <a:latin typeface="Times New Roman"/>
                <a:cs typeface="Times New Roman"/>
              </a:rPr>
              <a:t>e</a:t>
            </a:r>
            <a:r>
              <a:rPr sz="1700" b="1" spc="2" dirty="0">
                <a:solidFill>
                  <a:srgbClr val="252525"/>
                </a:solidFill>
                <a:latin typeface="Times New Roman"/>
                <a:cs typeface="Times New Roman"/>
              </a:rPr>
              <a:t>f</a:t>
            </a:r>
            <a:r>
              <a:rPr sz="1700" b="1" spc="-7" dirty="0">
                <a:solidFill>
                  <a:srgbClr val="252525"/>
                </a:solidFill>
                <a:latin typeface="Times New Roman"/>
                <a:cs typeface="Times New Roman"/>
              </a:rPr>
              <a:t>e</a:t>
            </a:r>
            <a:r>
              <a:rPr sz="1700" b="1" spc="-2" dirty="0">
                <a:solidFill>
                  <a:srgbClr val="252525"/>
                </a:solidFill>
                <a:latin typeface="Times New Roman"/>
                <a:cs typeface="Times New Roman"/>
              </a:rPr>
              <a:t>r</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n</a:t>
            </a:r>
            <a:r>
              <a:rPr sz="1700" b="1" spc="-7" dirty="0">
                <a:solidFill>
                  <a:srgbClr val="252525"/>
                </a:solidFill>
                <a:latin typeface="Times New Roman"/>
                <a:cs typeface="Times New Roman"/>
              </a:rPr>
              <a:t>ce</a:t>
            </a:r>
            <a:r>
              <a:rPr sz="1700" b="1" dirty="0">
                <a:solidFill>
                  <a:srgbClr val="252525"/>
                </a:solidFill>
                <a:latin typeface="Times New Roman"/>
                <a:cs typeface="Times New Roman"/>
              </a:rPr>
              <a:t>s</a:t>
            </a:r>
            <a:r>
              <a:rPr lang="en-US" sz="1700" b="1" dirty="0">
                <a:solidFill>
                  <a:srgbClr val="252525"/>
                </a:solidFill>
                <a:latin typeface="Times New Roman"/>
                <a:cs typeface="Times New Roman"/>
              </a:rPr>
              <a:t>:</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dirty="0">
                <a:solidFill>
                  <a:srgbClr val="0000FF"/>
                </a:solidFill>
                <a:latin typeface="Times New Roman"/>
                <a:cs typeface="Times New Roman"/>
                <a:hlinkClick r:id="rId6"/>
              </a:rPr>
              <a:t>/ww</a:t>
            </a:r>
            <a:r>
              <a:rPr sz="1700" u="sng" spc="-5" dirty="0">
                <a:solidFill>
                  <a:srgbClr val="0000FF"/>
                </a:solidFill>
                <a:latin typeface="Times New Roman"/>
                <a:cs typeface="Times New Roman"/>
                <a:hlinkClick r:id="rId6"/>
              </a:rPr>
              <a:t>w</a:t>
            </a:r>
            <a:r>
              <a:rPr sz="1700" u="sng" spc="-2" dirty="0">
                <a:solidFill>
                  <a:srgbClr val="0000FF"/>
                </a:solidFill>
                <a:latin typeface="Times New Roman"/>
                <a:cs typeface="Times New Roman"/>
                <a:hlinkClick r:id="rId6"/>
              </a:rPr>
              <a:t>.tutori</a:t>
            </a:r>
            <a:r>
              <a:rPr sz="1700" u="sng" spc="-10" dirty="0">
                <a:solidFill>
                  <a:srgbClr val="0000FF"/>
                </a:solidFill>
                <a:latin typeface="Times New Roman"/>
                <a:cs typeface="Times New Roman"/>
                <a:hlinkClick r:id="rId6"/>
              </a:rPr>
              <a:t>a</a:t>
            </a:r>
            <a:r>
              <a:rPr sz="1700" u="sng" spc="-2" dirty="0">
                <a:solidFill>
                  <a:srgbClr val="0000FF"/>
                </a:solidFill>
                <a:latin typeface="Times New Roman"/>
                <a:cs typeface="Times New Roman"/>
                <a:hlinkClick r:id="rId6"/>
              </a:rPr>
              <a:t>lspo</a:t>
            </a:r>
            <a:r>
              <a:rPr sz="1700" u="sng" spc="-7" dirty="0">
                <a:solidFill>
                  <a:srgbClr val="0000FF"/>
                </a:solidFill>
                <a:latin typeface="Times New Roman"/>
                <a:cs typeface="Times New Roman"/>
                <a:hlinkClick r:id="rId6"/>
              </a:rPr>
              <a:t>i</a:t>
            </a:r>
            <a:r>
              <a:rPr sz="1700" u="sng" spc="-2" dirty="0">
                <a:solidFill>
                  <a:srgbClr val="0000FF"/>
                </a:solidFill>
                <a:latin typeface="Times New Roman"/>
                <a:cs typeface="Times New Roman"/>
                <a:hlinkClick r:id="rId6"/>
              </a:rPr>
              <a:t>nt.com/di</a:t>
            </a:r>
            <a:r>
              <a:rPr sz="1700" u="sng" dirty="0">
                <a:solidFill>
                  <a:srgbClr val="0000FF"/>
                </a:solidFill>
                <a:latin typeface="Times New Roman"/>
                <a:cs typeface="Times New Roman"/>
                <a:hlinkClick r:id="rId6"/>
              </a:rPr>
              <a:t>f</a:t>
            </a:r>
            <a:r>
              <a:rPr sz="1700" u="sng" spc="-5" dirty="0">
                <a:solidFill>
                  <a:srgbClr val="0000FF"/>
                </a:solidFill>
                <a:latin typeface="Times New Roman"/>
                <a:cs typeface="Times New Roman"/>
                <a:hlinkClick r:id="rId6"/>
              </a:rPr>
              <a:t>f</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hlinkClick r:id="rId6"/>
              </a:rPr>
              <a:t>r</a:t>
            </a:r>
            <a:r>
              <a:rPr sz="1700" u="sng" spc="-10" dirty="0">
                <a:solidFill>
                  <a:srgbClr val="0000FF"/>
                </a:solidFill>
                <a:latin typeface="Times New Roman"/>
                <a:cs typeface="Times New Roman"/>
                <a:hlinkClick r:id="rId6"/>
              </a:rPr>
              <a:t>e</a:t>
            </a:r>
            <a:r>
              <a:rPr sz="1700" u="sng" spc="5" dirty="0">
                <a:solidFill>
                  <a:srgbClr val="0000FF"/>
                </a:solidFill>
                <a:latin typeface="Times New Roman"/>
                <a:cs typeface="Times New Roman"/>
                <a:hlinkClick r:id="rId6"/>
              </a:rPr>
              <a:t>n</a:t>
            </a:r>
            <a:r>
              <a:rPr sz="1700" u="sng" spc="-7" dirty="0">
                <a:solidFill>
                  <a:srgbClr val="0000FF"/>
                </a:solidFill>
                <a:latin typeface="Times New Roman"/>
                <a:cs typeface="Times New Roman"/>
                <a:hlinkClick r:id="rId6"/>
              </a:rPr>
              <a:t>c</a:t>
            </a:r>
            <a:r>
              <a:rPr sz="1700" u="sng" spc="-2" dirty="0">
                <a:solidFill>
                  <a:srgbClr val="0000FF"/>
                </a:solidFill>
                <a:latin typeface="Times New Roman"/>
                <a:cs typeface="Times New Roman"/>
                <a:hlinkClick r:id="rId6"/>
              </a:rPr>
              <a:t>e-</a:t>
            </a:r>
            <a:r>
              <a:rPr sz="1700" u="sng" spc="5" dirty="0">
                <a:solidFill>
                  <a:srgbClr val="0000FF"/>
                </a:solidFill>
                <a:latin typeface="Times New Roman"/>
                <a:cs typeface="Times New Roman"/>
                <a:hlinkClick r:id="rId6"/>
              </a:rPr>
              <a:t>b</a:t>
            </a:r>
            <a:r>
              <a:rPr sz="1700" u="sng" spc="-7" dirty="0">
                <a:solidFill>
                  <a:srgbClr val="0000FF"/>
                </a:solidFill>
                <a:latin typeface="Times New Roman"/>
                <a:cs typeface="Times New Roman"/>
                <a:hlinkClick r:id="rId6"/>
              </a:rPr>
              <a:t>e</a:t>
            </a:r>
            <a:r>
              <a:rPr sz="1700" u="sng" spc="-5" dirty="0">
                <a:solidFill>
                  <a:srgbClr val="0000FF"/>
                </a:solidFill>
                <a:latin typeface="Times New Roman"/>
                <a:cs typeface="Times New Roman"/>
                <a:hlinkClick r:id="rId6"/>
              </a:rPr>
              <a:t>tw</a:t>
            </a:r>
            <a:r>
              <a:rPr sz="1700" u="sng" spc="-2" dirty="0">
                <a:solidFill>
                  <a:srgbClr val="0000FF"/>
                </a:solidFill>
                <a:latin typeface="Times New Roman"/>
                <a:cs typeface="Times New Roman"/>
                <a:hlinkClick r:id="rId6"/>
              </a:rPr>
              <a:t>e</a:t>
            </a:r>
            <a:r>
              <a:rPr sz="1700" u="sng" spc="-7" dirty="0">
                <a:solidFill>
                  <a:srgbClr val="0000FF"/>
                </a:solidFill>
                <a:latin typeface="Times New Roman"/>
                <a:cs typeface="Times New Roman"/>
                <a:hlinkClick r:id="rId6"/>
              </a:rPr>
              <a:t>e</a:t>
            </a:r>
            <a:r>
              <a:rPr sz="1700" u="sng" dirty="0">
                <a:solidFill>
                  <a:srgbClr val="0000FF"/>
                </a:solidFill>
                <a:latin typeface="Times New Roman"/>
                <a:cs typeface="Times New Roman"/>
                <a:hlinkClick r:id="rId6"/>
              </a:rPr>
              <a:t>n</a:t>
            </a:r>
            <a:r>
              <a:rPr sz="1700" u="sng" spc="-2" dirty="0">
                <a:solidFill>
                  <a:srgbClr val="0000FF"/>
                </a:solidFill>
                <a:latin typeface="Times New Roman"/>
                <a:cs typeface="Times New Roman"/>
                <a:hlinkClick r:id="rId6"/>
              </a:rPr>
              <a:t>-</a:t>
            </a:r>
            <a:r>
              <a:rPr sz="1700" u="sng" spc="-5" dirty="0">
                <a:solidFill>
                  <a:srgbClr val="0000FF"/>
                </a:solidFill>
                <a:latin typeface="Times New Roman"/>
                <a:cs typeface="Times New Roman"/>
                <a:hlinkClick r:id="rId6"/>
              </a:rPr>
              <a:t>uma</a:t>
            </a:r>
            <a:r>
              <a:rPr sz="1700" u="sng" spc="2" dirty="0">
                <a:solidFill>
                  <a:srgbClr val="0000FF"/>
                </a:solidFill>
                <a:latin typeface="Times New Roman"/>
                <a:cs typeface="Times New Roman"/>
                <a:hlinkClick r:id="rId6"/>
              </a:rPr>
              <a:t>-</a:t>
            </a:r>
            <a:r>
              <a:rPr sz="1700" u="sng" spc="-7" dirty="0">
                <a:solidFill>
                  <a:srgbClr val="0000FF"/>
                </a:solidFill>
                <a:latin typeface="Times New Roman"/>
                <a:cs typeface="Times New Roman"/>
                <a:hlinkClick r:id="rId6"/>
              </a:rPr>
              <a:t>a</a:t>
            </a:r>
            <a:r>
              <a:rPr sz="1700" u="sng" dirty="0">
                <a:solidFill>
                  <a:srgbClr val="0000FF"/>
                </a:solidFill>
                <a:latin typeface="Times New Roman"/>
                <a:cs typeface="Times New Roman"/>
                <a:hlinkClick r:id="rId6"/>
              </a:rPr>
              <a:t>nd</a:t>
            </a:r>
            <a:r>
              <a:rPr sz="1700" u="sng" spc="-2" dirty="0">
                <a:solidFill>
                  <a:srgbClr val="0000FF"/>
                </a:solidFill>
                <a:latin typeface="Times New Roman"/>
                <a:cs typeface="Times New Roman"/>
                <a:hlinkClick r:id="rId6"/>
              </a:rPr>
              <a:t>-</a:t>
            </a:r>
            <a:r>
              <a:rPr sz="1700" u="sng" spc="-5" dirty="0">
                <a:solidFill>
                  <a:srgbClr val="0000FF"/>
                </a:solidFill>
                <a:latin typeface="Times New Roman"/>
                <a:cs typeface="Times New Roman"/>
                <a:hlinkClick r:id="rId6"/>
              </a:rPr>
              <a:t>numa</a:t>
            </a:r>
            <a:endParaRPr sz="1700" dirty="0">
              <a:latin typeface="Times New Roman"/>
              <a:cs typeface="Times New Roman"/>
            </a:endParaRPr>
          </a:p>
          <a:p>
            <a:pPr marL="225716" indent="-109651">
              <a:spcBef>
                <a:spcPts val="17"/>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/en.</a:t>
            </a:r>
            <a:r>
              <a:rPr sz="1700" u="sng" spc="-10" dirty="0">
                <a:solidFill>
                  <a:srgbClr val="0000FF"/>
                </a:solidFill>
                <a:latin typeface="Times New Roman"/>
                <a:cs typeface="Times New Roman"/>
              </a:rPr>
              <a:t>w</a:t>
            </a:r>
            <a:r>
              <a:rPr sz="1700" u="sng" spc="-2" dirty="0">
                <a:solidFill>
                  <a:srgbClr val="0000FF"/>
                </a:solidFill>
                <a:latin typeface="Times New Roman"/>
                <a:cs typeface="Times New Roman"/>
              </a:rPr>
              <a:t>iki</a:t>
            </a:r>
            <a:r>
              <a:rPr sz="1700" u="sng" spc="-5" dirty="0">
                <a:solidFill>
                  <a:srgbClr val="0000FF"/>
                </a:solidFill>
                <a:latin typeface="Times New Roman"/>
                <a:cs typeface="Times New Roman"/>
              </a:rPr>
              <a:t>p</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dia.o</a:t>
            </a:r>
            <a:r>
              <a:rPr sz="1700" u="sng" spc="-7" dirty="0">
                <a:solidFill>
                  <a:srgbClr val="0000FF"/>
                </a:solidFill>
                <a:latin typeface="Times New Roman"/>
                <a:cs typeface="Times New Roman"/>
              </a:rPr>
              <a:t>r</a:t>
            </a:r>
            <a:r>
              <a:rPr sz="1700" u="sng" spc="-5" dirty="0">
                <a:solidFill>
                  <a:srgbClr val="0000FF"/>
                </a:solidFill>
                <a:latin typeface="Times New Roman"/>
                <a:cs typeface="Times New Roman"/>
              </a:rPr>
              <a:t>g/wiki/Unifo</a:t>
            </a:r>
            <a:r>
              <a:rPr sz="1700" u="sng" spc="-7" dirty="0">
                <a:solidFill>
                  <a:srgbClr val="0000FF"/>
                </a:solidFill>
                <a:latin typeface="Times New Roman"/>
                <a:cs typeface="Times New Roman"/>
              </a:rPr>
              <a:t>r</a:t>
            </a:r>
            <a:r>
              <a:rPr sz="1700" u="sng" spc="-5" dirty="0">
                <a:solidFill>
                  <a:srgbClr val="0000FF"/>
                </a:solidFill>
                <a:latin typeface="Times New Roman"/>
                <a:cs typeface="Times New Roman"/>
              </a:rPr>
              <a:t>m_m</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mory_</a:t>
            </a:r>
            <a:r>
              <a:rPr sz="1700" u="sng" spc="-10" dirty="0">
                <a:solidFill>
                  <a:srgbClr val="0000FF"/>
                </a:solidFill>
                <a:latin typeface="Times New Roman"/>
                <a:cs typeface="Times New Roman"/>
              </a:rPr>
              <a:t>a</a:t>
            </a:r>
            <a:r>
              <a:rPr sz="1700" u="sng" spc="-7" dirty="0">
                <a:solidFill>
                  <a:srgbClr val="0000FF"/>
                </a:solidFill>
                <a:latin typeface="Times New Roman"/>
                <a:cs typeface="Times New Roman"/>
              </a:rPr>
              <a:t>c</a:t>
            </a:r>
            <a:r>
              <a:rPr sz="1700" u="sng" spc="-2" dirty="0">
                <a:solidFill>
                  <a:srgbClr val="0000FF"/>
                </a:solidFill>
                <a:latin typeface="Times New Roman"/>
                <a:cs typeface="Times New Roman"/>
              </a:rPr>
              <a:t>c</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ss</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dirty="0">
                <a:solidFill>
                  <a:srgbClr val="0000FF"/>
                </a:solidFill>
                <a:latin typeface="Times New Roman"/>
                <a:cs typeface="Times New Roman"/>
                <a:hlinkClick r:id="rId7"/>
              </a:rPr>
              <a:t>/ww</a:t>
            </a:r>
            <a:r>
              <a:rPr sz="1700" u="sng" spc="-5" dirty="0">
                <a:solidFill>
                  <a:srgbClr val="0000FF"/>
                </a:solidFill>
                <a:latin typeface="Times New Roman"/>
                <a:cs typeface="Times New Roman"/>
                <a:hlinkClick r:id="rId7"/>
              </a:rPr>
              <a:t>w</a:t>
            </a:r>
            <a:r>
              <a:rPr sz="1700" u="sng" spc="-2" dirty="0">
                <a:solidFill>
                  <a:srgbClr val="0000FF"/>
                </a:solidFill>
                <a:latin typeface="Times New Roman"/>
                <a:cs typeface="Times New Roman"/>
                <a:hlinkClick r:id="rId7"/>
              </a:rPr>
              <a:t>.te</a:t>
            </a:r>
            <a:r>
              <a:rPr sz="1700" u="sng" spc="-10" dirty="0">
                <a:solidFill>
                  <a:srgbClr val="0000FF"/>
                </a:solidFill>
                <a:latin typeface="Times New Roman"/>
                <a:cs typeface="Times New Roman"/>
                <a:hlinkClick r:id="rId7"/>
              </a:rPr>
              <a:t>c</a:t>
            </a:r>
            <a:r>
              <a:rPr sz="1700" u="sng" spc="-5" dirty="0">
                <a:solidFill>
                  <a:srgbClr val="0000FF"/>
                </a:solidFill>
                <a:latin typeface="Times New Roman"/>
                <a:cs typeface="Times New Roman"/>
                <a:hlinkClick r:id="rId7"/>
              </a:rPr>
              <a:t>hop</a:t>
            </a:r>
            <a:r>
              <a:rPr sz="1700" u="sng" spc="-7" dirty="0">
                <a:solidFill>
                  <a:srgbClr val="0000FF"/>
                </a:solidFill>
                <a:latin typeface="Times New Roman"/>
                <a:cs typeface="Times New Roman"/>
                <a:hlinkClick r:id="rId7"/>
              </a:rPr>
              <a:t>e</a:t>
            </a:r>
            <a:r>
              <a:rPr sz="1700" u="sng" spc="-2" dirty="0">
                <a:solidFill>
                  <a:srgbClr val="0000FF"/>
                </a:solidFill>
                <a:latin typeface="Times New Roman"/>
                <a:cs typeface="Times New Roman"/>
                <a:hlinkClick r:id="rId7"/>
              </a:rPr>
              <a:t>dia.c</a:t>
            </a:r>
            <a:r>
              <a:rPr sz="1700" u="sng" spc="-5" dirty="0">
                <a:solidFill>
                  <a:srgbClr val="0000FF"/>
                </a:solidFill>
                <a:latin typeface="Times New Roman"/>
                <a:cs typeface="Times New Roman"/>
                <a:hlinkClick r:id="rId7"/>
              </a:rPr>
              <a:t>om/d</a:t>
            </a:r>
            <a:r>
              <a:rPr sz="1700" u="sng" spc="-7" dirty="0">
                <a:solidFill>
                  <a:srgbClr val="0000FF"/>
                </a:solidFill>
                <a:latin typeface="Times New Roman"/>
                <a:cs typeface="Times New Roman"/>
                <a:hlinkClick r:id="rId7"/>
              </a:rPr>
              <a:t>e</a:t>
            </a:r>
            <a:r>
              <a:rPr sz="1700" u="sng" spc="-2" dirty="0">
                <a:solidFill>
                  <a:srgbClr val="0000FF"/>
                </a:solidFill>
                <a:latin typeface="Times New Roman"/>
                <a:cs typeface="Times New Roman"/>
                <a:hlinkClick r:id="rId7"/>
              </a:rPr>
              <a:t>finit</a:t>
            </a:r>
            <a:r>
              <a:rPr sz="1700" u="sng" dirty="0">
                <a:solidFill>
                  <a:srgbClr val="0000FF"/>
                </a:solidFill>
                <a:latin typeface="Times New Roman"/>
                <a:cs typeface="Times New Roman"/>
                <a:hlinkClick r:id="rId7"/>
              </a:rPr>
              <a:t>i</a:t>
            </a:r>
            <a:r>
              <a:rPr sz="1700" u="sng" spc="-5" dirty="0">
                <a:solidFill>
                  <a:srgbClr val="0000FF"/>
                </a:solidFill>
                <a:latin typeface="Times New Roman"/>
                <a:cs typeface="Times New Roman"/>
                <a:hlinkClick r:id="rId7"/>
              </a:rPr>
              <a:t>on/4617/</a:t>
            </a:r>
            <a:r>
              <a:rPr sz="1700" u="sng" dirty="0">
                <a:solidFill>
                  <a:srgbClr val="0000FF"/>
                </a:solidFill>
                <a:latin typeface="Times New Roman"/>
                <a:cs typeface="Times New Roman"/>
                <a:hlinkClick r:id="rId7"/>
              </a:rPr>
              <a:t>no</a:t>
            </a:r>
            <a:r>
              <a:rPr sz="1700" u="sng" spc="5" dirty="0">
                <a:solidFill>
                  <a:srgbClr val="0000FF"/>
                </a:solidFill>
                <a:latin typeface="Times New Roman"/>
                <a:cs typeface="Times New Roman"/>
                <a:hlinkClick r:id="rId7"/>
              </a:rPr>
              <a:t>n</a:t>
            </a:r>
            <a:r>
              <a:rPr sz="1700" u="sng" spc="-10" dirty="0">
                <a:solidFill>
                  <a:srgbClr val="0000FF"/>
                </a:solidFill>
                <a:latin typeface="Times New Roman"/>
                <a:cs typeface="Times New Roman"/>
              </a:rPr>
              <a:t>-</a:t>
            </a:r>
            <a:r>
              <a:rPr sz="1700" u="sng" spc="-2" dirty="0">
                <a:solidFill>
                  <a:srgbClr val="0000FF"/>
                </a:solidFill>
                <a:latin typeface="Times New Roman"/>
                <a:cs typeface="Times New Roman"/>
                <a:hlinkClick r:id="rId7"/>
              </a:rPr>
              <a:t>unifo</a:t>
            </a:r>
            <a:r>
              <a:rPr sz="1700" u="sng" spc="-5" dirty="0">
                <a:solidFill>
                  <a:srgbClr val="0000FF"/>
                </a:solidFill>
                <a:latin typeface="Times New Roman"/>
                <a:cs typeface="Times New Roman"/>
                <a:hlinkClick r:id="rId7"/>
              </a:rPr>
              <a:t>r</a:t>
            </a:r>
            <a:r>
              <a:rPr sz="1700" u="sng" spc="-2" dirty="0">
                <a:solidFill>
                  <a:srgbClr val="0000FF"/>
                </a:solidFill>
                <a:latin typeface="Times New Roman"/>
                <a:cs typeface="Times New Roman"/>
                <a:hlinkClick r:id="rId7"/>
              </a:rPr>
              <a:t>m-</a:t>
            </a:r>
            <a:r>
              <a:rPr sz="1700" u="sng" spc="-5" dirty="0">
                <a:solidFill>
                  <a:srgbClr val="0000FF"/>
                </a:solidFill>
                <a:latin typeface="Times New Roman"/>
                <a:cs typeface="Times New Roman"/>
                <a:hlinkClick r:id="rId7"/>
              </a:rPr>
              <a:t>memor</a:t>
            </a:r>
            <a:r>
              <a:rPr sz="1700" u="sng" dirty="0">
                <a:solidFill>
                  <a:srgbClr val="0000FF"/>
                </a:solidFill>
                <a:latin typeface="Times New Roman"/>
                <a:cs typeface="Times New Roman"/>
                <a:hlinkClick r:id="rId7"/>
              </a:rPr>
              <a:t>y</a:t>
            </a:r>
            <a:r>
              <a:rPr sz="1700" u="sng" spc="-2" dirty="0">
                <a:solidFill>
                  <a:srgbClr val="0000FF"/>
                </a:solidFill>
                <a:latin typeface="Times New Roman"/>
                <a:cs typeface="Times New Roman"/>
                <a:hlinkClick r:id="rId7"/>
              </a:rPr>
              <a:t>-a</a:t>
            </a:r>
            <a:r>
              <a:rPr sz="1700" u="sng" spc="-7" dirty="0">
                <a:solidFill>
                  <a:srgbClr val="0000FF"/>
                </a:solidFill>
                <a:latin typeface="Times New Roman"/>
                <a:cs typeface="Times New Roman"/>
                <a:hlinkClick r:id="rId7"/>
              </a:rPr>
              <a:t>c</a:t>
            </a:r>
            <a:r>
              <a:rPr sz="1700" u="sng" spc="-2" dirty="0">
                <a:solidFill>
                  <a:srgbClr val="0000FF"/>
                </a:solidFill>
                <a:latin typeface="Times New Roman"/>
                <a:cs typeface="Times New Roman"/>
                <a:hlinkClick r:id="rId7"/>
              </a:rPr>
              <a:t>c</a:t>
            </a:r>
            <a:r>
              <a:rPr sz="1700" u="sng" spc="-7" dirty="0">
                <a:solidFill>
                  <a:srgbClr val="0000FF"/>
                </a:solidFill>
                <a:latin typeface="Times New Roman"/>
                <a:cs typeface="Times New Roman"/>
                <a:hlinkClick r:id="rId7"/>
              </a:rPr>
              <a:t>e</a:t>
            </a:r>
            <a:r>
              <a:rPr sz="1700" u="sng" spc="-2" dirty="0">
                <a:solidFill>
                  <a:srgbClr val="0000FF"/>
                </a:solidFill>
                <a:latin typeface="Times New Roman"/>
                <a:cs typeface="Times New Roman"/>
                <a:hlinkClick r:id="rId7"/>
              </a:rPr>
              <a:t>s</a:t>
            </a:r>
            <a:r>
              <a:rPr sz="1700" u="sng" dirty="0">
                <a:solidFill>
                  <a:srgbClr val="0000FF"/>
                </a:solidFill>
                <a:latin typeface="Times New Roman"/>
                <a:cs typeface="Times New Roman"/>
                <a:hlinkClick r:id="rId7"/>
              </a:rPr>
              <a:t>s</a:t>
            </a:r>
            <a:r>
              <a:rPr sz="1700" u="sng" spc="2" dirty="0">
                <a:solidFill>
                  <a:srgbClr val="0000FF"/>
                </a:solidFill>
                <a:latin typeface="Times New Roman"/>
                <a:cs typeface="Times New Roman"/>
                <a:hlinkClick r:id="rId7"/>
              </a:rPr>
              <a:t>-</a:t>
            </a:r>
            <a:r>
              <a:rPr sz="1700" u="sng" spc="-5" dirty="0">
                <a:solidFill>
                  <a:srgbClr val="0000FF"/>
                </a:solidFill>
                <a:latin typeface="Times New Roman"/>
                <a:cs typeface="Times New Roman"/>
                <a:hlinkClick r:id="rId7"/>
              </a:rPr>
              <a:t>numa</a:t>
            </a:r>
            <a:endParaRPr sz="1700" dirty="0">
              <a:latin typeface="Times New Roman"/>
              <a:cs typeface="Times New Roman"/>
            </a:endParaRPr>
          </a:p>
          <a:p>
            <a:pPr marL="225716" marR="33903" indent="-109651">
              <a:spcBef>
                <a:spcPts val="58"/>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/vi</a:t>
            </a:r>
            <a:r>
              <a:rPr sz="1700" u="sng" spc="-5" dirty="0">
                <a:solidFill>
                  <a:srgbClr val="0000FF"/>
                </a:solidFill>
                <a:latin typeface="Times New Roman"/>
                <a:cs typeface="Times New Roman"/>
              </a:rPr>
              <a:t>v</a:t>
            </a:r>
            <a:r>
              <a:rPr sz="1700" u="sng" spc="-7" dirty="0">
                <a:solidFill>
                  <a:srgbClr val="0000FF"/>
                </a:solidFill>
                <a:latin typeface="Times New Roman"/>
                <a:cs typeface="Times New Roman"/>
              </a:rPr>
              <a:t>a</a:t>
            </a:r>
            <a:r>
              <a:rPr sz="1700" u="sng" spc="-2" dirty="0">
                <a:solidFill>
                  <a:srgbClr val="0000FF"/>
                </a:solidFill>
                <a:latin typeface="Times New Roman"/>
                <a:cs typeface="Times New Roman"/>
              </a:rPr>
              <a:t>dif</a:t>
            </a:r>
            <a:r>
              <a:rPr sz="1700" u="sng" spc="-5" dirty="0">
                <a:solidFill>
                  <a:srgbClr val="0000FF"/>
                </a:solidFill>
                <a:latin typeface="Times New Roman"/>
                <a:cs typeface="Times New Roman"/>
              </a:rPr>
              <a:t>f</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r</a:t>
            </a:r>
            <a:r>
              <a:rPr sz="1700" u="sng" spc="-10" dirty="0">
                <a:solidFill>
                  <a:srgbClr val="0000FF"/>
                </a:solidFill>
                <a:latin typeface="Times New Roman"/>
                <a:cs typeface="Times New Roman"/>
              </a:rPr>
              <a:t>e</a:t>
            </a:r>
            <a:r>
              <a:rPr sz="1700" u="sng" spc="-5" dirty="0">
                <a:solidFill>
                  <a:srgbClr val="0000FF"/>
                </a:solidFill>
                <a:latin typeface="Times New Roman"/>
                <a:cs typeface="Times New Roman"/>
              </a:rPr>
              <a:t>n</a:t>
            </a:r>
            <a:r>
              <a:rPr sz="1700" u="sng" spc="-7" dirty="0">
                <a:solidFill>
                  <a:srgbClr val="0000FF"/>
                </a:solidFill>
                <a:latin typeface="Times New Roman"/>
                <a:cs typeface="Times New Roman"/>
              </a:rPr>
              <a:t>ce</a:t>
            </a:r>
            <a:r>
              <a:rPr sz="1700" u="sng" spc="-2" dirty="0">
                <a:solidFill>
                  <a:srgbClr val="0000FF"/>
                </a:solidFill>
                <a:latin typeface="Times New Roman"/>
                <a:cs typeface="Times New Roman"/>
              </a:rPr>
              <a:t>s</a:t>
            </a:r>
            <a:r>
              <a:rPr sz="1700" u="sng" spc="5" dirty="0">
                <a:solidFill>
                  <a:srgbClr val="0000FF"/>
                </a:solidFill>
                <a:latin typeface="Times New Roman"/>
                <a:cs typeface="Times New Roman"/>
              </a:rPr>
              <a:t>.</a:t>
            </a:r>
            <a:r>
              <a:rPr sz="1700" u="sng" spc="-7" dirty="0">
                <a:solidFill>
                  <a:srgbClr val="0000FF"/>
                </a:solidFill>
                <a:latin typeface="Times New Roman"/>
                <a:cs typeface="Times New Roman"/>
              </a:rPr>
              <a:t>c</a:t>
            </a:r>
            <a:r>
              <a:rPr sz="1700" u="sng" spc="5" dirty="0">
                <a:solidFill>
                  <a:srgbClr val="0000FF"/>
                </a:solidFill>
                <a:latin typeface="Times New Roman"/>
                <a:cs typeface="Times New Roman"/>
              </a:rPr>
              <a:t>o</a:t>
            </a:r>
            <a:r>
              <a:rPr sz="1700" u="sng" spc="-5" dirty="0">
                <a:solidFill>
                  <a:srgbClr val="0000FF"/>
                </a:solidFill>
                <a:latin typeface="Times New Roman"/>
                <a:cs typeface="Times New Roman"/>
              </a:rPr>
              <a:t>m/</a:t>
            </a:r>
            <a:r>
              <a:rPr sz="1700" u="sng" spc="5" dirty="0">
                <a:solidFill>
                  <a:srgbClr val="0000FF"/>
                </a:solidFill>
                <a:latin typeface="Times New Roman"/>
                <a:cs typeface="Times New Roman"/>
              </a:rPr>
              <a:t>6</a:t>
            </a:r>
            <a:r>
              <a:rPr sz="1700" u="sng" spc="-2" dirty="0">
                <a:solidFill>
                  <a:srgbClr val="0000FF"/>
                </a:solidFill>
                <a:latin typeface="Times New Roman"/>
                <a:cs typeface="Times New Roman"/>
              </a:rPr>
              <a:t>-dif</a:t>
            </a:r>
            <a:r>
              <a:rPr sz="1700" u="sng" spc="-5" dirty="0">
                <a:solidFill>
                  <a:srgbClr val="0000FF"/>
                </a:solidFill>
                <a:latin typeface="Times New Roman"/>
                <a:cs typeface="Times New Roman"/>
              </a:rPr>
              <a:t>f</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r</a:t>
            </a:r>
            <a:r>
              <a:rPr sz="1700" u="sng" spc="-10" dirty="0">
                <a:solidFill>
                  <a:srgbClr val="0000FF"/>
                </a:solidFill>
                <a:latin typeface="Times New Roman"/>
                <a:cs typeface="Times New Roman"/>
              </a:rPr>
              <a:t>e</a:t>
            </a:r>
            <a:r>
              <a:rPr sz="1700" u="sng" spc="5" dirty="0">
                <a:solidFill>
                  <a:srgbClr val="0000FF"/>
                </a:solidFill>
                <a:latin typeface="Times New Roman"/>
                <a:cs typeface="Times New Roman"/>
              </a:rPr>
              <a:t>n</a:t>
            </a:r>
            <a:r>
              <a:rPr sz="1700" u="sng" spc="-7" dirty="0">
                <a:solidFill>
                  <a:srgbClr val="0000FF"/>
                </a:solidFill>
                <a:latin typeface="Times New Roman"/>
                <a:cs typeface="Times New Roman"/>
              </a:rPr>
              <a:t>ce</a:t>
            </a:r>
            <a:r>
              <a:rPr sz="1700" u="sng" dirty="0">
                <a:solidFill>
                  <a:srgbClr val="0000FF"/>
                </a:solidFill>
                <a:latin typeface="Times New Roman"/>
                <a:cs typeface="Times New Roman"/>
              </a:rPr>
              <a:t>s</a:t>
            </a:r>
            <a:r>
              <a:rPr sz="1700" u="sng" spc="-2" dirty="0">
                <a:solidFill>
                  <a:srgbClr val="0000FF"/>
                </a:solidFill>
                <a:latin typeface="Times New Roman"/>
                <a:cs typeface="Times New Roman"/>
              </a:rPr>
              <a:t>-</a:t>
            </a:r>
            <a:r>
              <a:rPr sz="1700" u="sng" spc="5" dirty="0">
                <a:solidFill>
                  <a:srgbClr val="0000FF"/>
                </a:solidFill>
                <a:latin typeface="Times New Roman"/>
                <a:cs typeface="Times New Roman"/>
              </a:rPr>
              <a:t>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tw</a:t>
            </a:r>
            <a:r>
              <a:rPr sz="1700" u="sng" spc="-2" dirty="0">
                <a:solidFill>
                  <a:srgbClr val="0000FF"/>
                </a:solidFill>
                <a:latin typeface="Times New Roman"/>
                <a:cs typeface="Times New Roman"/>
              </a:rPr>
              <a:t>e</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n</a:t>
            </a:r>
            <a:r>
              <a:rPr sz="1700" u="sng" spc="-2" dirty="0">
                <a:solidFill>
                  <a:srgbClr val="0000FF"/>
                </a:solidFill>
                <a:latin typeface="Times New Roman"/>
                <a:cs typeface="Times New Roman"/>
              </a:rPr>
              <a:t>-unifo</a:t>
            </a:r>
            <a:r>
              <a:rPr sz="1700" u="sng" spc="-5" dirty="0">
                <a:solidFill>
                  <a:srgbClr val="0000FF"/>
                </a:solidFill>
                <a:latin typeface="Times New Roman"/>
                <a:cs typeface="Times New Roman"/>
              </a:rPr>
              <a:t>r</a:t>
            </a:r>
            <a:r>
              <a:rPr sz="1700" u="sng" spc="-2" dirty="0">
                <a:solidFill>
                  <a:srgbClr val="0000FF"/>
                </a:solidFill>
                <a:latin typeface="Times New Roman"/>
                <a:cs typeface="Times New Roman"/>
              </a:rPr>
              <a:t>m-</a:t>
            </a:r>
            <a:r>
              <a:rPr sz="1700" u="sng" spc="-5" dirty="0">
                <a:solidFill>
                  <a:srgbClr val="0000FF"/>
                </a:solidFill>
                <a:latin typeface="Times New Roman"/>
                <a:cs typeface="Times New Roman"/>
              </a:rPr>
              <a:t>memor</a:t>
            </a:r>
            <a:r>
              <a:rPr sz="1700" u="sng" dirty="0">
                <a:solidFill>
                  <a:srgbClr val="0000FF"/>
                </a:solidFill>
                <a:latin typeface="Times New Roman"/>
                <a:cs typeface="Times New Roman"/>
              </a:rPr>
              <a:t>y</a:t>
            </a:r>
            <a:r>
              <a:rPr sz="1700" u="sng" spc="2" dirty="0">
                <a:solidFill>
                  <a:srgbClr val="0000FF"/>
                </a:solidFill>
                <a:latin typeface="Times New Roman"/>
                <a:cs typeface="Times New Roman"/>
              </a:rPr>
              <a:t>-</a:t>
            </a:r>
            <a:r>
              <a:rPr sz="1700" u="sng" spc="-7" dirty="0">
                <a:solidFill>
                  <a:srgbClr val="0000FF"/>
                </a:solidFill>
                <a:latin typeface="Times New Roman"/>
                <a:cs typeface="Times New Roman"/>
              </a:rPr>
              <a:t>a</a:t>
            </a:r>
            <a:r>
              <a:rPr sz="1700" u="sng" spc="-2" dirty="0">
                <a:solidFill>
                  <a:srgbClr val="0000FF"/>
                </a:solidFill>
                <a:latin typeface="Times New Roman"/>
                <a:cs typeface="Times New Roman"/>
              </a:rPr>
              <a:t>c</a:t>
            </a:r>
            <a:r>
              <a:rPr sz="1700" u="sng" spc="-7" dirty="0">
                <a:solidFill>
                  <a:srgbClr val="0000FF"/>
                </a:solidFill>
                <a:latin typeface="Times New Roman"/>
                <a:cs typeface="Times New Roman"/>
              </a:rPr>
              <a:t>ce</a:t>
            </a:r>
            <a:r>
              <a:rPr sz="1700" u="sng" spc="-2" dirty="0">
                <a:solidFill>
                  <a:srgbClr val="0000FF"/>
                </a:solidFill>
                <a:latin typeface="Times New Roman"/>
                <a:cs typeface="Times New Roman"/>
              </a:rPr>
              <a:t>s</a:t>
            </a:r>
            <a:r>
              <a:rPr sz="1700" u="sng" spc="7" dirty="0">
                <a:solidFill>
                  <a:srgbClr val="0000FF"/>
                </a:solidFill>
                <a:latin typeface="Times New Roman"/>
                <a:cs typeface="Times New Roman"/>
              </a:rPr>
              <a:t>s</a:t>
            </a:r>
            <a:r>
              <a:rPr sz="1700" u="sng" spc="-2" dirty="0">
                <a:solidFill>
                  <a:srgbClr val="0000FF"/>
                </a:solidFill>
                <a:latin typeface="Times New Roman"/>
                <a:cs typeface="Times New Roman"/>
              </a:rPr>
              <a:t>-</a:t>
            </a:r>
            <a:r>
              <a:rPr sz="1700" u="sng" spc="-7" dirty="0">
                <a:solidFill>
                  <a:srgbClr val="0000FF"/>
                </a:solidFill>
                <a:latin typeface="Times New Roman"/>
                <a:cs typeface="Times New Roman"/>
              </a:rPr>
              <a:t>a</a:t>
            </a:r>
            <a:r>
              <a:rPr sz="1700" u="sng" dirty="0">
                <a:solidFill>
                  <a:srgbClr val="0000FF"/>
                </a:solidFill>
                <a:latin typeface="Times New Roman"/>
                <a:cs typeface="Times New Roman"/>
              </a:rPr>
              <a:t>nd</a:t>
            </a:r>
            <a:r>
              <a:rPr sz="1700" u="sng" spc="-2" dirty="0">
                <a:solidFill>
                  <a:srgbClr val="0000FF"/>
                </a:solidFill>
                <a:latin typeface="Times New Roman"/>
                <a:cs typeface="Times New Roman"/>
              </a:rPr>
              <a:t>-</a:t>
            </a:r>
            <a:r>
              <a:rPr sz="1700" u="sng" dirty="0">
                <a:solidFill>
                  <a:srgbClr val="0000FF"/>
                </a:solidFill>
                <a:latin typeface="Times New Roman"/>
                <a:cs typeface="Times New Roman"/>
              </a:rPr>
              <a:t>non-</a:t>
            </a:r>
            <a:r>
              <a:rPr sz="1700" dirty="0">
                <a:solidFill>
                  <a:srgbClr val="0000FF"/>
                </a:solidFill>
                <a:latin typeface="Times New Roman"/>
                <a:cs typeface="Times New Roman"/>
              </a:rPr>
              <a:t> </a:t>
            </a:r>
            <a:r>
              <a:rPr sz="1700" u="sng" spc="-2" dirty="0">
                <a:solidFill>
                  <a:srgbClr val="0000FF"/>
                </a:solidFill>
                <a:latin typeface="Times New Roman"/>
                <a:cs typeface="Times New Roman"/>
              </a:rPr>
              <a:t>unifo</a:t>
            </a:r>
            <a:r>
              <a:rPr sz="1700" u="sng" spc="-5" dirty="0">
                <a:solidFill>
                  <a:srgbClr val="0000FF"/>
                </a:solidFill>
                <a:latin typeface="Times New Roman"/>
                <a:cs typeface="Times New Roman"/>
              </a:rPr>
              <a:t>rm</a:t>
            </a:r>
            <a:r>
              <a:rPr sz="1700" u="sng" spc="-2" dirty="0">
                <a:solidFill>
                  <a:srgbClr val="0000FF"/>
                </a:solidFill>
                <a:latin typeface="Times New Roman"/>
                <a:cs typeface="Times New Roman"/>
              </a:rPr>
              <a:t>-</a:t>
            </a:r>
            <a:r>
              <a:rPr sz="1700" u="sng" spc="-5" dirty="0">
                <a:solidFill>
                  <a:srgbClr val="0000FF"/>
                </a:solidFill>
                <a:latin typeface="Times New Roman"/>
                <a:cs typeface="Times New Roman"/>
              </a:rPr>
              <a:t>memor</a:t>
            </a:r>
            <a:r>
              <a:rPr sz="1700" u="sng" dirty="0">
                <a:solidFill>
                  <a:srgbClr val="0000FF"/>
                </a:solidFill>
                <a:latin typeface="Times New Roman"/>
                <a:cs typeface="Times New Roman"/>
              </a:rPr>
              <a:t>y</a:t>
            </a:r>
            <a:r>
              <a:rPr sz="1700" u="sng" spc="-2" dirty="0">
                <a:solidFill>
                  <a:srgbClr val="0000FF"/>
                </a:solidFill>
                <a:latin typeface="Times New Roman"/>
                <a:cs typeface="Times New Roman"/>
              </a:rPr>
              <a:t>-a</a:t>
            </a:r>
            <a:r>
              <a:rPr sz="1700" u="sng" spc="-7" dirty="0">
                <a:solidFill>
                  <a:srgbClr val="0000FF"/>
                </a:solidFill>
                <a:latin typeface="Times New Roman"/>
                <a:cs typeface="Times New Roman"/>
              </a:rPr>
              <a:t>c</a:t>
            </a:r>
            <a:r>
              <a:rPr sz="1700" u="sng" spc="-2" dirty="0">
                <a:solidFill>
                  <a:srgbClr val="0000FF"/>
                </a:solidFill>
                <a:latin typeface="Times New Roman"/>
                <a:cs typeface="Times New Roman"/>
              </a:rPr>
              <a:t>c</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ss/</a:t>
            </a:r>
            <a:endParaRPr sz="1700" dirty="0">
              <a:latin typeface="Times New Roman"/>
              <a:cs typeface="Times New Roman"/>
            </a:endParaRPr>
          </a:p>
          <a:p>
            <a:pPr>
              <a:spcBef>
                <a:spcPts val="9"/>
              </a:spcBef>
              <a:buFont typeface="Symbol"/>
              <a:buChar char=""/>
            </a:pPr>
            <a:endParaRPr sz="1700" dirty="0">
              <a:latin typeface="Times New Roman"/>
              <a:cs typeface="Times New Roman"/>
            </a:endParaRPr>
          </a:p>
          <a:p>
            <a:pPr marL="6109"/>
            <a:r>
              <a:rPr sz="1700" b="1" spc="-2" dirty="0">
                <a:solidFill>
                  <a:srgbClr val="252525"/>
                </a:solidFill>
                <a:latin typeface="Times New Roman"/>
                <a:cs typeface="Times New Roman"/>
              </a:rPr>
              <a:t>Vi</a:t>
            </a:r>
            <a:r>
              <a:rPr sz="1700" b="1" dirty="0">
                <a:solidFill>
                  <a:srgbClr val="252525"/>
                </a:solidFill>
                <a:latin typeface="Times New Roman"/>
                <a:cs typeface="Times New Roman"/>
              </a:rPr>
              <a:t>d</a:t>
            </a:r>
            <a:r>
              <a:rPr sz="1700" b="1" spc="-7" dirty="0">
                <a:solidFill>
                  <a:srgbClr val="252525"/>
                </a:solidFill>
                <a:latin typeface="Times New Roman"/>
                <a:cs typeface="Times New Roman"/>
              </a:rPr>
              <a:t>e</a:t>
            </a:r>
            <a:r>
              <a:rPr sz="1700" b="1" dirty="0">
                <a:solidFill>
                  <a:srgbClr val="252525"/>
                </a:solidFill>
                <a:latin typeface="Times New Roman"/>
                <a:cs typeface="Times New Roman"/>
              </a:rPr>
              <a:t>o </a:t>
            </a:r>
            <a:r>
              <a:rPr sz="1700" b="1" spc="-5" dirty="0">
                <a:solidFill>
                  <a:srgbClr val="252525"/>
                </a:solidFill>
                <a:latin typeface="Times New Roman"/>
                <a:cs typeface="Times New Roman"/>
              </a:rPr>
              <a:t>Li</a:t>
            </a:r>
            <a:r>
              <a:rPr sz="1700" b="1" spc="-2" dirty="0">
                <a:solidFill>
                  <a:srgbClr val="252525"/>
                </a:solidFill>
                <a:latin typeface="Times New Roman"/>
                <a:cs typeface="Times New Roman"/>
              </a:rPr>
              <a:t>n</a:t>
            </a:r>
            <a:r>
              <a:rPr sz="1700" b="1" dirty="0">
                <a:solidFill>
                  <a:srgbClr val="252525"/>
                </a:solidFill>
                <a:latin typeface="Times New Roman"/>
                <a:cs typeface="Times New Roman"/>
              </a:rPr>
              <a:t>k</a:t>
            </a:r>
            <a:r>
              <a:rPr sz="1700" b="1" spc="-2" dirty="0">
                <a:solidFill>
                  <a:srgbClr val="252525"/>
                </a:solidFill>
                <a:latin typeface="Times New Roman"/>
                <a:cs typeface="Times New Roman"/>
              </a:rPr>
              <a:t>s:</a:t>
            </a:r>
            <a:endParaRPr sz="1700" dirty="0">
              <a:latin typeface="Times New Roman"/>
              <a:cs typeface="Times New Roman"/>
            </a:endParaRPr>
          </a:p>
          <a:p>
            <a:pPr marL="225716" indent="-109651">
              <a:spcBef>
                <a:spcPts val="10"/>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a:t>
            </a:r>
            <a:r>
              <a:rPr sz="1700" u="sng" spc="-7" dirty="0">
                <a:solidFill>
                  <a:srgbClr val="0000FF"/>
                </a:solidFill>
                <a:latin typeface="Times New Roman"/>
                <a:cs typeface="Times New Roman"/>
              </a:rPr>
              <a:t>F</a:t>
            </a:r>
            <a:r>
              <a:rPr sz="1700" u="sng" spc="-5" dirty="0">
                <a:solidFill>
                  <a:srgbClr val="0000FF"/>
                </a:solidFill>
                <a:latin typeface="Times New Roman"/>
                <a:cs typeface="Times New Roman"/>
              </a:rPr>
              <a:t>2Et</a:t>
            </a:r>
            <a:r>
              <a:rPr sz="1700" u="sng" spc="-2" dirty="0">
                <a:solidFill>
                  <a:srgbClr val="0000FF"/>
                </a:solidFill>
                <a:latin typeface="Times New Roman"/>
                <a:cs typeface="Times New Roman"/>
              </a:rPr>
              <a:t>Y-</a:t>
            </a:r>
            <a:r>
              <a:rPr sz="1700" u="sng" dirty="0">
                <a:solidFill>
                  <a:srgbClr val="0000FF"/>
                </a:solidFill>
                <a:latin typeface="Times New Roman"/>
                <a:cs typeface="Times New Roman"/>
              </a:rPr>
              <a:t>3jdVA</a:t>
            </a:r>
            <a:r>
              <a:rPr sz="1700" u="sng" spc="-5" dirty="0">
                <a:solidFill>
                  <a:srgbClr val="0000FF"/>
                </a:solidFill>
                <a:latin typeface="Times New Roman"/>
                <a:cs typeface="Times New Roman"/>
              </a:rPr>
              <a:t>?</a:t>
            </a:r>
            <a:r>
              <a:rPr sz="1700" u="sng" spc="-7" dirty="0">
                <a:solidFill>
                  <a:srgbClr val="0000FF"/>
                </a:solidFill>
                <a:latin typeface="Times New Roman"/>
                <a:cs typeface="Times New Roman"/>
              </a:rPr>
              <a:t>si=x4BOz</a:t>
            </a:r>
            <a:r>
              <a:rPr sz="1700" u="sng" dirty="0">
                <a:solidFill>
                  <a:srgbClr val="0000FF"/>
                </a:solidFill>
                <a:latin typeface="Times New Roman"/>
                <a:cs typeface="Times New Roman"/>
              </a:rPr>
              <a:t>Z</a:t>
            </a:r>
            <a:r>
              <a:rPr sz="1700" u="sng" spc="2" dirty="0">
                <a:solidFill>
                  <a:srgbClr val="0000FF"/>
                </a:solidFill>
                <a:latin typeface="Times New Roman"/>
                <a:cs typeface="Times New Roman"/>
              </a:rPr>
              <a:t>H</a:t>
            </a:r>
            <a:r>
              <a:rPr sz="1700" u="sng" spc="-5" dirty="0">
                <a:solidFill>
                  <a:srgbClr val="0000FF"/>
                </a:solidFill>
                <a:latin typeface="Times New Roman"/>
                <a:cs typeface="Times New Roman"/>
              </a:rPr>
              <a:t>FC</a:t>
            </a:r>
            <a:r>
              <a:rPr sz="1700" u="sng" spc="2" dirty="0">
                <a:solidFill>
                  <a:srgbClr val="0000FF"/>
                </a:solidFill>
                <a:latin typeface="Times New Roman"/>
                <a:cs typeface="Times New Roman"/>
              </a:rPr>
              <a:t>A</a:t>
            </a:r>
            <a:r>
              <a:rPr sz="1700" u="sng" spc="-5" dirty="0">
                <a:solidFill>
                  <a:srgbClr val="0000FF"/>
                </a:solidFill>
                <a:latin typeface="Times New Roman"/>
                <a:cs typeface="Times New Roman"/>
              </a:rPr>
              <a:t>1dogTS</a:t>
            </a:r>
            <a:endParaRPr sz="1700" dirty="0">
              <a:latin typeface="Times New Roman"/>
              <a:cs typeface="Times New Roman"/>
            </a:endParaRPr>
          </a:p>
          <a:p>
            <a:pPr marL="225716" indent="-109651">
              <a:spcBef>
                <a:spcPts val="12"/>
              </a:spcBef>
              <a:buFont typeface="Symbol"/>
              <a:buChar char=""/>
              <a:tabLst>
                <a:tab pos="226022" algn="l"/>
              </a:tabLst>
            </a:pPr>
            <a:r>
              <a:rPr sz="1700" u="sng" spc="-2" dirty="0">
                <a:solidFill>
                  <a:srgbClr val="0000FF"/>
                </a:solidFill>
                <a:latin typeface="Times New Roman"/>
                <a:cs typeface="Times New Roman"/>
                <a:hlinkClick r:id="rId8"/>
              </a:rPr>
              <a:t>https:</a:t>
            </a:r>
            <a:r>
              <a:rPr sz="1700" u="sng" dirty="0">
                <a:solidFill>
                  <a:srgbClr val="0000FF"/>
                </a:solidFill>
                <a:latin typeface="Times New Roman"/>
                <a:cs typeface="Times New Roman"/>
                <a:hlinkClick r:id="rId8"/>
              </a:rPr>
              <a:t>/</a:t>
            </a:r>
            <a:r>
              <a:rPr sz="1700" u="sng" spc="-2" dirty="0">
                <a:solidFill>
                  <a:srgbClr val="0000FF"/>
                </a:solidFill>
                <a:latin typeface="Times New Roman"/>
                <a:cs typeface="Times New Roman"/>
                <a:hlinkClick r:id="rId8"/>
              </a:rPr>
              <a:t>/youtu.b</a:t>
            </a:r>
            <a:r>
              <a:rPr sz="1700" u="sng" spc="-7" dirty="0">
                <a:solidFill>
                  <a:srgbClr val="0000FF"/>
                </a:solidFill>
                <a:latin typeface="Times New Roman"/>
                <a:cs typeface="Times New Roman"/>
                <a:hlinkClick r:id="rId8"/>
              </a:rPr>
              <a:t>e</a:t>
            </a:r>
            <a:r>
              <a:rPr sz="1700" u="sng" spc="-5" dirty="0">
                <a:solidFill>
                  <a:srgbClr val="0000FF"/>
                </a:solidFill>
                <a:latin typeface="Times New Roman"/>
                <a:cs typeface="Times New Roman"/>
                <a:hlinkClick r:id="rId8"/>
              </a:rPr>
              <a:t>/1fZP47</a:t>
            </a:r>
            <a:r>
              <a:rPr sz="1700" u="sng" spc="-7" dirty="0">
                <a:solidFill>
                  <a:srgbClr val="0000FF"/>
                </a:solidFill>
                <a:latin typeface="Times New Roman"/>
                <a:cs typeface="Times New Roman"/>
                <a:hlinkClick r:id="rId8"/>
              </a:rPr>
              <a:t>jj</a:t>
            </a:r>
            <a:r>
              <a:rPr sz="1700" u="sng" spc="-5" dirty="0">
                <a:solidFill>
                  <a:srgbClr val="0000FF"/>
                </a:solidFill>
                <a:latin typeface="Times New Roman"/>
                <a:cs typeface="Times New Roman"/>
                <a:hlinkClick r:id="rId8"/>
              </a:rPr>
              <a:t>rv8</a:t>
            </a:r>
            <a:r>
              <a:rPr sz="1700" u="sng" spc="-10" dirty="0">
                <a:solidFill>
                  <a:srgbClr val="0000FF"/>
                </a:solidFill>
                <a:latin typeface="Times New Roman"/>
                <a:cs typeface="Times New Roman"/>
                <a:hlinkClick r:id="rId8"/>
              </a:rPr>
              <a:t>?</a:t>
            </a:r>
            <a:r>
              <a:rPr sz="1700" u="sng" spc="-2" dirty="0">
                <a:solidFill>
                  <a:srgbClr val="0000FF"/>
                </a:solidFill>
                <a:latin typeface="Times New Roman"/>
                <a:cs typeface="Times New Roman"/>
                <a:hlinkClick r:id="rId8"/>
              </a:rPr>
              <a:t>si=J</a:t>
            </a:r>
            <a:r>
              <a:rPr sz="1700" u="sng" dirty="0">
                <a:solidFill>
                  <a:srgbClr val="0000FF"/>
                </a:solidFill>
                <a:latin typeface="Times New Roman"/>
                <a:cs typeface="Times New Roman"/>
                <a:hlinkClick r:id="rId8"/>
              </a:rPr>
              <a:t>B</a:t>
            </a:r>
            <a:r>
              <a:rPr sz="1700" u="sng" spc="-2" dirty="0">
                <a:solidFill>
                  <a:srgbClr val="0000FF"/>
                </a:solidFill>
                <a:latin typeface="Times New Roman"/>
                <a:cs typeface="Times New Roman"/>
                <a:hlinkClick r:id="rId8"/>
              </a:rPr>
              <a:t>w</a:t>
            </a:r>
            <a:r>
              <a:rPr sz="1700" u="sng" spc="5" dirty="0">
                <a:solidFill>
                  <a:srgbClr val="0000FF"/>
                </a:solidFill>
                <a:latin typeface="Times New Roman"/>
                <a:cs typeface="Times New Roman"/>
                <a:hlinkClick r:id="rId8"/>
              </a:rPr>
              <a:t>t</a:t>
            </a:r>
            <a:r>
              <a:rPr sz="1700" u="sng" spc="-10" dirty="0">
                <a:solidFill>
                  <a:srgbClr val="0000FF"/>
                </a:solidFill>
                <a:latin typeface="Times New Roman"/>
                <a:cs typeface="Times New Roman"/>
                <a:hlinkClick r:id="rId8"/>
              </a:rPr>
              <a:t>I</a:t>
            </a:r>
            <a:r>
              <a:rPr sz="1700" u="sng" dirty="0">
                <a:solidFill>
                  <a:srgbClr val="0000FF"/>
                </a:solidFill>
                <a:latin typeface="Times New Roman"/>
                <a:cs typeface="Times New Roman"/>
                <a:hlinkClick r:id="rId8"/>
              </a:rPr>
              <a:t>8</a:t>
            </a:r>
            <a:r>
              <a:rPr sz="1700" u="sng" spc="-5" dirty="0">
                <a:solidFill>
                  <a:srgbClr val="0000FF"/>
                </a:solidFill>
                <a:latin typeface="Times New Roman"/>
                <a:cs typeface="Times New Roman"/>
                <a:hlinkClick r:id="rId8"/>
              </a:rPr>
              <a:t>F</a:t>
            </a:r>
            <a:r>
              <a:rPr sz="1700" u="sng" spc="-2" dirty="0">
                <a:solidFill>
                  <a:srgbClr val="0000FF"/>
                </a:solidFill>
                <a:latin typeface="Times New Roman"/>
                <a:cs typeface="Times New Roman"/>
                <a:hlinkClick r:id="rId8"/>
              </a:rPr>
              <a:t>ZKL</a:t>
            </a:r>
            <a:r>
              <a:rPr sz="1700" u="sng" spc="-10" dirty="0">
                <a:solidFill>
                  <a:srgbClr val="0000FF"/>
                </a:solidFill>
                <a:latin typeface="Times New Roman"/>
                <a:cs typeface="Times New Roman"/>
                <a:hlinkClick r:id="rId8"/>
              </a:rPr>
              <a:t>W</a:t>
            </a:r>
            <a:r>
              <a:rPr sz="1700" u="sng" spc="5" dirty="0">
                <a:solidFill>
                  <a:srgbClr val="0000FF"/>
                </a:solidFill>
                <a:latin typeface="Times New Roman"/>
                <a:cs typeface="Times New Roman"/>
                <a:hlinkClick r:id="rId8"/>
              </a:rPr>
              <a:t>6</a:t>
            </a:r>
            <a:r>
              <a:rPr sz="1700" u="sng" dirty="0">
                <a:solidFill>
                  <a:srgbClr val="0000FF"/>
                </a:solidFill>
                <a:latin typeface="Times New Roman"/>
                <a:cs typeface="Times New Roman"/>
                <a:hlinkClick r:id="rId8"/>
              </a:rPr>
              <a:t>P</a:t>
            </a:r>
            <a:r>
              <a:rPr sz="1700" u="sng" spc="-2" dirty="0">
                <a:solidFill>
                  <a:srgbClr val="0000FF"/>
                </a:solidFill>
                <a:latin typeface="Times New Roman"/>
                <a:cs typeface="Times New Roman"/>
                <a:hlinkClick r:id="rId8"/>
              </a:rPr>
              <a:t>M_P</a:t>
            </a:r>
            <a:endParaRPr lang="en-US" sz="1700" u="sng" spc="-2" dirty="0">
              <a:solidFill>
                <a:srgbClr val="0000FF"/>
              </a:solidFill>
              <a:latin typeface="Times New Roman"/>
              <a:cs typeface="Times New Roman"/>
            </a:endParaRPr>
          </a:p>
          <a:p>
            <a:pPr marL="225716" indent="-109651">
              <a:spcBef>
                <a:spcPts val="12"/>
              </a:spcBef>
              <a:buFont typeface="Symbol"/>
              <a:buChar char=""/>
              <a:tabLst>
                <a:tab pos="226022" algn="l"/>
              </a:tabLst>
            </a:pPr>
            <a:r>
              <a:rPr lang="en-US" sz="1700" dirty="0">
                <a:latin typeface="Times New Roman"/>
                <a:cs typeface="Times New Roman"/>
                <a:hlinkClick r:id="rId9"/>
              </a:rPr>
              <a:t>https://youtu.be/uegCWqMyvuk?si=tOfZbb0laMHWPfNP</a:t>
            </a:r>
            <a:endParaRPr lang="en-US" sz="1700" dirty="0">
              <a:latin typeface="Times New Roman"/>
              <a:cs typeface="Times New Roman"/>
            </a:endParaRPr>
          </a:p>
          <a:p>
            <a:pPr marL="225716" indent="-109651">
              <a:spcBef>
                <a:spcPts val="12"/>
              </a:spcBef>
              <a:buFont typeface="Symbol"/>
              <a:buChar char=""/>
              <a:tabLst>
                <a:tab pos="226022" algn="l"/>
              </a:tabLst>
            </a:pPr>
            <a:r>
              <a:rPr lang="en-US" sz="1700" dirty="0">
                <a:latin typeface="Times New Roman"/>
                <a:cs typeface="Times New Roman"/>
                <a:hlinkClick r:id="rId10"/>
              </a:rPr>
              <a:t>https://youtu.be/gCOEunP5kjs?si=fP-15bbat0-kxNKP</a:t>
            </a:r>
            <a:endParaRPr lang="en-US" sz="1700" dirty="0">
              <a:latin typeface="Times New Roman"/>
              <a:cs typeface="Times New Roman"/>
            </a:endParaRPr>
          </a:p>
          <a:p>
            <a:pPr marL="225716" indent="-109651">
              <a:spcBef>
                <a:spcPts val="12"/>
              </a:spcBef>
              <a:buFont typeface="Symbol"/>
              <a:buChar char=""/>
              <a:tabLst>
                <a:tab pos="226022" algn="l"/>
              </a:tabLst>
            </a:pPr>
            <a:r>
              <a:rPr lang="en-US" sz="1700" dirty="0">
                <a:latin typeface="Times New Roman"/>
                <a:cs typeface="Times New Roman"/>
                <a:hlinkClick r:id="rId11"/>
              </a:rPr>
              <a:t>https://youtu.be/OajrtK74COs?si=sw9izfCUpNW7Q8L0</a:t>
            </a:r>
            <a:endParaRPr lang="en-US" sz="1700" dirty="0">
              <a:latin typeface="Times New Roman"/>
              <a:cs typeface="Times New Roman"/>
            </a:endParaRPr>
          </a:p>
        </p:txBody>
      </p:sp>
    </p:spTree>
    <p:extLst>
      <p:ext uri="{BB962C8B-B14F-4D97-AF65-F5344CB8AC3E}">
        <p14:creationId xmlns:p14="http://schemas.microsoft.com/office/powerpoint/2010/main" val="24739619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40</TotalTime>
  <Words>553</Words>
  <Application>Microsoft Office PowerPoint</Application>
  <PresentationFormat>On-screen Show (16:9)</PresentationFormat>
  <Paragraphs>67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5</cp:revision>
  <dcterms:created xsi:type="dcterms:W3CDTF">2024-12-26T14:32:46Z</dcterms:created>
  <dcterms:modified xsi:type="dcterms:W3CDTF">2024-12-27T08:27:00Z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2024-12-26T00:00:00Z</vt:filetime>
  </property>
  <property fmtid="{D5CDD505-2E9C-101B-9397-08002B2CF9AE}" pid="3" name="LastSaved">
    <vt:filetime>2024-12-26T00:00:00Z</vt:filetime>
  </property>
</Properties>
</file>