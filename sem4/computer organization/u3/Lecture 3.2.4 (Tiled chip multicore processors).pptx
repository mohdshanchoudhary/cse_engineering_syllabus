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1"/>
  </p:notesMasterIdLst>
  <p:sldIdLst>
    <p:sldId id="269" r:id="rId2"/>
    <p:sldId id="511" r:id="rId3"/>
    <p:sldId id="515" r:id="rId4"/>
    <p:sldId id="514" r:id="rId5"/>
    <p:sldId id="512" r:id="rId6"/>
    <p:sldId id="516" r:id="rId7"/>
    <p:sldId id="517" r:id="rId8"/>
    <p:sldId id="513" r:id="rId9"/>
    <p:sldId id="518" r:id="rId10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56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74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1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13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0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6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6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6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2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0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97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libgen.rs/book/index.php?md5=867AD43FA22BD6037765B37F9C98828C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3B8A-169F-DBFD-06B2-7E4B496A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899C2-1F98-4A4B-11AD-FE79D1AF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633BC-4E62-18F0-E8AA-54702546B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4AE3406-FF7D-13B1-9940-F3A23F16DF7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B75ED-EA5B-390D-AA52-09F95791E8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310" y="742950"/>
            <a:ext cx="7062890" cy="3554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L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 C</a:t>
            </a:r>
            <a:r>
              <a:rPr sz="1700" b="1" spc="-5" dirty="0">
                <a:latin typeface="Times New Roman"/>
                <a:cs typeface="Times New Roman"/>
              </a:rPr>
              <a:t>HIP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spc="-5" dirty="0">
                <a:latin typeface="Times New Roman"/>
                <a:cs typeface="Times New Roman"/>
              </a:rPr>
              <a:t>LT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ORE</a:t>
            </a:r>
            <a:r>
              <a:rPr sz="1700" b="1" dirty="0">
                <a:latin typeface="Times New Roman"/>
                <a:cs typeface="Times New Roman"/>
              </a:rPr>
              <a:t> 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OCE</a:t>
            </a:r>
            <a:r>
              <a:rPr sz="1700" b="1" dirty="0">
                <a:latin typeface="Times New Roman"/>
                <a:cs typeface="Times New Roman"/>
              </a:rPr>
              <a:t>SSORS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0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0"/>
              </a:spcBef>
            </a:pPr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smalle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tiles,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hip.</a:t>
            </a:r>
            <a:r>
              <a:rPr sz="1700" spc="-5" dirty="0">
                <a:latin typeface="Times New Roman"/>
                <a:cs typeface="Times New Roman"/>
              </a:rPr>
              <a:t> 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rk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entl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tasks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time,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2" dirty="0">
                <a:latin typeface="Times New Roman"/>
                <a:cs typeface="Times New Roman"/>
              </a:rPr>
              <a:t> 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rf</a:t>
            </a:r>
            <a:r>
              <a:rPr sz="1700" spc="-5" dirty="0">
                <a:latin typeface="Times New Roman"/>
                <a:cs typeface="Times New Roman"/>
              </a:rPr>
              <a:t>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serv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supe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 mobile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mer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roni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78"/>
              </a:spcBef>
            </a:pPr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multiple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chip.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gri</a:t>
            </a:r>
            <a:r>
              <a:rPr sz="1700" spc="1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-like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or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"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,"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12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hund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ds,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nding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design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698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3432-3189-CA22-5FC5-D988AF0C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82D9E4-08F7-9397-C596-09758213B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C27D63-9E97-11C6-E97D-17661CD518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CF776F5-6871-3B81-9D72-D88E5F27220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32363-348B-5DC2-A0C2-D8EA267DCA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651F4C1-004C-2BA9-E9D1-A24AC51B350A}"/>
              </a:ext>
            </a:extLst>
          </p:cNvPr>
          <p:cNvSpPr txBox="1"/>
          <p:nvPr/>
        </p:nvSpPr>
        <p:spPr>
          <a:xfrm>
            <a:off x="1014310" y="742950"/>
            <a:ext cx="7062890" cy="3765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054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stream,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tasks.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improve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y, 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tasks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12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eousl</a:t>
            </a:r>
            <a:r>
              <a:rPr sz="1700" dirty="0">
                <a:latin typeface="Times New Roman"/>
                <a:cs typeface="Times New Roman"/>
              </a:rPr>
              <a:t>y,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2" dirty="0">
                <a:latin typeface="Times New Roman"/>
                <a:cs typeface="Times New Roman"/>
              </a:rPr>
              <a:t> 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tasks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ousl</a:t>
            </a:r>
            <a:r>
              <a:rPr sz="1700" dirty="0">
                <a:latin typeface="Times New Roman"/>
                <a:cs typeface="Times New Roman"/>
              </a:rPr>
              <a:t>y.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7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7"/>
              </a:spcBef>
            </a:pPr>
            <a:r>
              <a:rPr lang="en-US" sz="1700" dirty="0">
                <a:latin typeface="Times New Roman"/>
                <a:cs typeface="Times New Roman"/>
              </a:rPr>
              <a:t>In a tiled chip multicore processor, the cores are connected to each other through a high-speed interconnect,  which  allows  them  to  share  data  and  communicate  with  each  other.  This interconnect can take the form of a bus, a crossbar, or a network-on-chip (</a:t>
            </a:r>
            <a:r>
              <a:rPr lang="en-US" sz="1700" dirty="0" err="1">
                <a:latin typeface="Times New Roman"/>
                <a:cs typeface="Times New Roman"/>
              </a:rPr>
              <a:t>NoC</a:t>
            </a:r>
            <a:r>
              <a:rPr lang="en-US" sz="1700" dirty="0">
                <a:latin typeface="Times New Roman"/>
                <a:cs typeface="Times New Roman"/>
              </a:rPr>
              <a:t>) architecture. The  choice  of  interconnect  will  depend  on  the  specific  design  of  the  processor  and  the requirements of the application for which it is intended.</a:t>
            </a:r>
          </a:p>
        </p:txBody>
      </p:sp>
    </p:spTree>
    <p:extLst>
      <p:ext uri="{BB962C8B-B14F-4D97-AF65-F5344CB8AC3E}">
        <p14:creationId xmlns:p14="http://schemas.microsoft.com/office/powerpoint/2010/main" val="288166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3543-1A2A-054C-D166-6B79E2ED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2B9515-743A-C33C-AE2A-BA5C1433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E6EE66-669E-EBE2-8E47-517BE18E77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C2E561C-29F4-5B37-0568-90A9093F577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363AD-A994-B05C-DCD0-93A11EBDDA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8470CB57-026C-89B7-5273-E4774F38BC69}"/>
              </a:ext>
            </a:extLst>
          </p:cNvPr>
          <p:cNvSpPr/>
          <p:nvPr/>
        </p:nvSpPr>
        <p:spPr>
          <a:xfrm>
            <a:off x="1524000" y="819150"/>
            <a:ext cx="5715000" cy="3505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93400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3B8A-169F-DBFD-06B2-7E4B496A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899C2-1F98-4A4B-11AD-FE79D1AF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633BC-4E62-18F0-E8AA-54702546B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4AE3406-FF7D-13B1-9940-F3A23F16DF7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B75ED-EA5B-390D-AA52-09F95791E8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3000" y="923001"/>
            <a:ext cx="7010400" cy="2929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971" algn="just"/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hip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ude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sh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whi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mount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shar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quic</a:t>
            </a:r>
            <a:r>
              <a:rPr sz="1700" spc="-2" dirty="0">
                <a:latin typeface="Times New Roman"/>
                <a:cs typeface="Times New Roman"/>
              </a:rPr>
              <a:t>kly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ory,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hich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much</a:t>
            </a:r>
            <a:r>
              <a:rPr sz="1700" spc="-2" dirty="0">
                <a:latin typeface="Times New Roman"/>
                <a:cs typeface="Times New Roman"/>
              </a:rPr>
              <a:t> slowe</a:t>
            </a:r>
            <a:r>
              <a:rPr sz="1700" dirty="0">
                <a:latin typeface="Times New Roman"/>
                <a:cs typeface="Times New Roman"/>
              </a:rPr>
              <a:t>r.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lp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improve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icien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more </a:t>
            </a:r>
            <a:r>
              <a:rPr sz="1700" dirty="0">
                <a:latin typeface="Times New Roman"/>
                <a:cs typeface="Times New Roman"/>
              </a:rPr>
              <a:t>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" dirty="0">
                <a:latin typeface="Times New Roman"/>
                <a:cs typeface="Times New Roman"/>
              </a:rPr>
              <a:t>the sh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971" algn="just"/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omputing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mobile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ice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mbed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these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improve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of </a:t>
            </a:r>
            <a:r>
              <a:rPr sz="1700" spc="-2" dirty="0">
                <a:latin typeface="Times New Roman"/>
                <a:cs typeface="Times New Roman"/>
              </a:rPr>
              <a:t>multiple </a:t>
            </a:r>
            <a:r>
              <a:rPr sz="1700" dirty="0">
                <a:latin typeface="Times New Roman"/>
                <a:cs typeface="Times New Roman"/>
              </a:rPr>
              <a:t>tasks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imult</a:t>
            </a:r>
            <a:r>
              <a:rPr sz="1700" spc="-1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ousl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</p:txBody>
      </p:sp>
    </p:spTree>
    <p:extLst>
      <p:ext uri="{BB962C8B-B14F-4D97-AF65-F5344CB8AC3E}">
        <p14:creationId xmlns:p14="http://schemas.microsoft.com/office/powerpoint/2010/main" val="282030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1F68-7482-F00E-4870-EA595BEC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43885-C44C-2BB1-D816-E6F8B6532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C12A0E-F8AB-9787-C53B-431C0E6C48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99536F8-F01C-3A48-EA33-0E5EA275413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B3756D-A944-FB96-2573-094888E897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88AD1F88-8C9B-4E62-FBFB-829D6D708B85}"/>
              </a:ext>
            </a:extLst>
          </p:cNvPr>
          <p:cNvSpPr/>
          <p:nvPr/>
        </p:nvSpPr>
        <p:spPr>
          <a:xfrm>
            <a:off x="1295400" y="519532"/>
            <a:ext cx="4962594" cy="41858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84414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655E6-FCEE-28E0-8635-AF1761C4B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2E7751-B55F-F5F4-06A0-92F4783CE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4BBC3F-9298-697D-E38C-B3218C3E15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91EBDF6-E7EB-9592-5D8A-79CF1339D32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1B52CD-389F-21A6-26E9-1E801CC372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F260550D-B85A-5F57-4EC9-90A6FE8E274D}"/>
              </a:ext>
            </a:extLst>
          </p:cNvPr>
          <p:cNvSpPr txBox="1"/>
          <p:nvPr/>
        </p:nvSpPr>
        <p:spPr>
          <a:xfrm>
            <a:off x="1143000" y="1200150"/>
            <a:ext cx="6705600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2" dirty="0">
                <a:latin typeface="Times New Roman"/>
                <a:cs typeface="Times New Roman"/>
              </a:rPr>
              <a:t>Ov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igned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improve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ici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ultiple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tasks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ousl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wide</a:t>
            </a:r>
            <a:r>
              <a:rPr sz="1700" spc="-2" dirty="0">
                <a:latin typeface="Times New Roman"/>
                <a:cs typeface="Times New Roman"/>
              </a:rPr>
              <a:t>ly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dopted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high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mobile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</a:t>
            </a:r>
            <a:r>
              <a:rPr sz="1700" spc="7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mbedd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ms.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hoice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inter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design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88255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3B8A-169F-DBFD-06B2-7E4B496A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899C2-1F98-4A4B-11AD-FE79D1AF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633BC-4E62-18F0-E8AA-54702546B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4AE3406-FF7D-13B1-9940-F3A23F16DF7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B75ED-EA5B-390D-AA52-09F95791E8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742950"/>
            <a:ext cx="7063500" cy="36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2266">
              <a:spcBef>
                <a:spcPts val="110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212266">
              <a:spcBef>
                <a:spcPts val="110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2266">
              <a:spcBef>
                <a:spcPts val="110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68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63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2749" indent="-109651">
              <a:spcBef>
                <a:spcPts val="409"/>
              </a:spcBef>
              <a:buFont typeface="Calibri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tallings,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.,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14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chit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ture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Eight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rson </a:t>
            </a:r>
            <a:r>
              <a:rPr lang="en-US" sz="1700" spc="-5" dirty="0">
                <a:latin typeface="Times New Roman"/>
                <a:cs typeface="Times New Roman"/>
              </a:rPr>
              <a:t>Edu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6109"/>
            <a:endParaRPr lang="en-US" sz="1700" b="1" spc="-5" dirty="0">
              <a:latin typeface="Times New Roman"/>
              <a:cs typeface="Times New Roman"/>
            </a:endParaRPr>
          </a:p>
          <a:p>
            <a:pPr marL="6109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04"/>
              </a:spcBef>
              <a:buClr>
                <a:srgbClr val="252525"/>
              </a:buClr>
              <a:buSzPct val="91666"/>
              <a:buFont typeface="Calibri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91666"/>
              <a:buFont typeface="Calibri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656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55991-B146-9E15-42FC-496DB187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5AFAD-DB43-23B2-C959-7A4D56160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EEEA32-A614-37B5-FE43-315D58D73C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0F4CBEA-7AB9-0812-2179-2A918544376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333C90-C608-7D1B-F2AF-2A6B7648BC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066CD8E-3144-7C0F-3640-078F59616538}"/>
              </a:ext>
            </a:extLst>
          </p:cNvPr>
          <p:cNvSpPr txBox="1"/>
          <p:nvPr/>
        </p:nvSpPr>
        <p:spPr>
          <a:xfrm>
            <a:off x="1040250" y="1047750"/>
            <a:ext cx="70635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/ui.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ds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bs.h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arv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rd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.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du/abs/2009t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m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s..book....1T/abstra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t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http://libgen.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s/boo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k/i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nd</a:t>
            </a:r>
            <a:r>
              <a:rPr sz="1700" u="sng" spc="-14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x.php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?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md5=867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D4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3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F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A22BD6037765B37F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  <a:hlinkClick r:id="rId6"/>
              </a:rPr>
              <a:t>9C98828C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  <a:buClr>
                <a:srgbClr val="252525"/>
              </a:buClr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5" dirty="0">
                <a:latin typeface="Times New Roman"/>
                <a:cs typeface="Times New Roman"/>
              </a:rPr>
              <a:t>Li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/AxJyG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p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uXyp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Y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si=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K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I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Y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x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W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tj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gvshPw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B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MzUQ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vd8qK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si=D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Q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rpC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W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1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lP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sH_Pd0B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08640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671</Words>
  <Application>Microsoft Office PowerPoint</Application>
  <PresentationFormat>On-screen Show (16:9)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2024-12-26T14:32:59Z</dcterms:created>
  <dcterms:modified xsi:type="dcterms:W3CDTF">2024-12-26T16:33:25Z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