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4"/>
  </p:notesMasterIdLst>
  <p:sldIdLst>
    <p:sldId id="269" r:id="rId2"/>
    <p:sldId id="495" r:id="rId3"/>
    <p:sldId id="504" r:id="rId4"/>
    <p:sldId id="501" r:id="rId5"/>
    <p:sldId id="502" r:id="rId6"/>
    <p:sldId id="510" r:id="rId7"/>
    <p:sldId id="503" r:id="rId8"/>
    <p:sldId id="496" r:id="rId9"/>
    <p:sldId id="511" r:id="rId10"/>
    <p:sldId id="512" r:id="rId11"/>
    <p:sldId id="499" r:id="rId12"/>
    <p:sldId id="509" r:id="rId13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0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5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93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91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9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2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9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5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1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7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0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079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oursehero.com/file/20342722/Multiprocessors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://www.geeksforgeeks.org/introduction-of-multiprocessor-and-multicomputer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cs.vu.nl/%7East/books/mos2/sample-8.pdf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02FFA-D231-A4BE-D6A8-B0411F09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13BA3-B38B-82FD-0C7F-0AA2FCB15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2BF1FA-AED9-7337-3207-91945823B1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A44A352-19C1-1C19-F48D-3B5969B12F0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BC0F72-2773-1F05-88DA-495A71F570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622" y="609674"/>
            <a:ext cx="4547984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>
              <a:spcBef>
                <a:spcPts val="358"/>
              </a:spcBef>
            </a:pP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UL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IPROCE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SOR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91859" marR="2443" indent="-285750" algn="just"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(CP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share full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lang="en-US" sz="1700" spc="34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2443" indent="-285750" algn="just">
              <a:buFont typeface="Arial" panose="020B0604020202020204" pitchFamily="34" charset="0"/>
              <a:buChar char="•"/>
            </a:pPr>
            <a:endParaRPr lang="en-US" sz="1700" spc="34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2443" indent="-285750" algn="just">
              <a:buFont typeface="Arial" panose="020B0604020202020204" pitchFamily="34" charset="0"/>
              <a:buChar char="•"/>
            </a:pPr>
            <a:r>
              <a:rPr lang="en-US"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boost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’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other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obj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ult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hing.</a:t>
            </a: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2443" indent="-285750" algn="just">
              <a:buFont typeface="Arial" panose="020B0604020202020204" pitchFamily="34" charset="0"/>
              <a:buChar char="•"/>
            </a:pP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2443" indent="-285750" algn="just">
              <a:buFont typeface="Arial" panose="020B0604020202020204" pitchFamily="34" charset="0"/>
              <a:buChar char="•"/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multipro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sh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memory (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lang="en-US"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lang="en-US"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Us shar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lang="en-US"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lang="en-US"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y) and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ribut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mory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multipro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(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ry</a:t>
            </a:r>
            <a:r>
              <a:rPr lang="en-US"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lang="en-US"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 own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ivate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5811197" y="1428750"/>
            <a:ext cx="2514600" cy="2514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3273470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80A0-B71B-8AAF-ED2A-E1A262D3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AB9B5D-E1FF-C920-C205-D1CEA1E22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5448A9-5A8E-6C11-EE71-7CBF3C2F3B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75BF780-ACDA-CC02-4A40-B6F2728EBAC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F0877C-36D3-377B-3E89-10DB80A003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4" name="object 10">
            <a:extLst>
              <a:ext uri="{FF2B5EF4-FFF2-40B4-BE49-F238E27FC236}">
                <a16:creationId xmlns:a16="http://schemas.microsoft.com/office/drawing/2014/main" id="{EBA53125-C5B6-5C48-8291-BCB8FEC647BE}"/>
              </a:ext>
            </a:extLst>
          </p:cNvPr>
          <p:cNvSpPr txBox="1"/>
          <p:nvPr/>
        </p:nvSpPr>
        <p:spPr>
          <a:xfrm>
            <a:off x="1066800" y="1047750"/>
            <a:ext cx="70104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Chara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istics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ltip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ssors</a:t>
            </a:r>
            <a:endParaRPr lang="en-US" sz="1700" b="1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algn="ctr"/>
            <a:endParaRPr sz="1700" dirty="0">
              <a:latin typeface="Times New Roman"/>
              <a:cs typeface="Times New Roman"/>
            </a:endParaRPr>
          </a:p>
          <a:p>
            <a:pPr marL="225716" marR="3971" indent="-109651" algn="just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multipro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more 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quipm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nt.</a:t>
            </a: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25716" marR="3971" indent="-109651" algn="just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“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”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multipro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U)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inpu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output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(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OP).</a:t>
            </a: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25716" marR="2443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225716" marR="4887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sified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MD 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endParaRPr lang="en-US" sz="1700" spc="-5" dirty="0">
              <a:solidFill>
                <a:srgbClr val="252525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2700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6C267-D69B-2870-4624-3157A7CD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DDEB62-1191-BAD7-0E26-E517B9BC0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5B42E9-E943-44E2-45C2-B016952B25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A9D35B5-3DD3-A9BA-574E-3490A2DB5B3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E70A00-590E-E895-8FB8-03AD792F841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FF96DC89-DF47-D5C3-D687-2B05B786F61F}"/>
              </a:ext>
            </a:extLst>
          </p:cNvPr>
          <p:cNvSpPr txBox="1"/>
          <p:nvPr/>
        </p:nvSpPr>
        <p:spPr>
          <a:xfrm>
            <a:off x="1040555" y="971550"/>
            <a:ext cx="7062890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Ap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ation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b="1" spc="-1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ltip</a:t>
            </a:r>
            <a:r>
              <a:rPr sz="1700" b="1" spc="-14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lang="en-US" sz="1700" b="1" spc="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401815" marR="4276" indent="-285750" algn="just">
              <a:spcBef>
                <a:spcPts val="31"/>
              </a:spcBef>
              <a:buClr>
                <a:srgbClr val="252525"/>
              </a:buClr>
              <a:buFont typeface="Arial" panose="020B0604020202020204" pitchFamily="34" charset="0"/>
              <a:buChar char="•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multipro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for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v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tor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ing.</a:t>
            </a:r>
            <a:endParaRPr lang="en-US" sz="1700" dirty="0">
              <a:latin typeface="Times New Roman"/>
              <a:cs typeface="Times New Roman"/>
            </a:endParaRPr>
          </a:p>
          <a:p>
            <a:pPr marL="401815" marR="4276" indent="-285750" algn="just">
              <a:spcBef>
                <a:spcPts val="31"/>
              </a:spcBef>
              <a:buClr>
                <a:srgbClr val="252525"/>
              </a:buClr>
              <a:buFont typeface="Arial" panose="020B0604020202020204" pitchFamily="34" charset="0"/>
              <a:buChar char="•"/>
              <a:tabLst>
                <a:tab pos="226022" algn="l"/>
              </a:tabLst>
            </a:pPr>
            <a:endParaRPr lang="en-US" sz="1700" spc="-7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401815" marR="4276" indent="-285750" algn="just">
              <a:spcBef>
                <a:spcPts val="31"/>
              </a:spcBef>
              <a:buClr>
                <a:srgbClr val="252525"/>
              </a:buClr>
              <a:buFont typeface="Arial" panose="020B0604020202020204" pitchFamily="34" charset="0"/>
              <a:buChar char="•"/>
              <a:tabLst>
                <a:tab pos="226022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seri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of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scribing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hyp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-thre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ding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pipelined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ssors.</a:t>
            </a:r>
            <a:endParaRPr lang="en-US" sz="1700" dirty="0">
              <a:latin typeface="Times New Roman"/>
              <a:cs typeface="Times New Roman"/>
            </a:endParaRPr>
          </a:p>
          <a:p>
            <a:pPr marL="401815" marR="4276" indent="-285750" algn="just">
              <a:spcBef>
                <a:spcPts val="31"/>
              </a:spcBef>
              <a:buClr>
                <a:srgbClr val="252525"/>
              </a:buClr>
              <a:buFont typeface="Arial" panose="020B0604020202020204" pitchFamily="34" charset="0"/>
              <a:buChar char="•"/>
              <a:tabLst>
                <a:tab pos="226022" algn="l"/>
              </a:tabLst>
            </a:pPr>
            <a:endParaRPr lang="en-US" sz="1700" spc="-1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401815" marR="4276" indent="-285750" algn="just">
              <a:spcBef>
                <a:spcPts val="31"/>
              </a:spcBef>
              <a:buClr>
                <a:srgbClr val="252525"/>
              </a:buClr>
              <a:buFont typeface="Arial" panose="020B0604020202020204" pitchFamily="34" charset="0"/>
              <a:buChar char="•"/>
              <a:tabLst>
                <a:tab pos="226022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nside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for 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multiple,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individual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seri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multiple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is used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32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253E8-D259-C664-56C1-92CB0588E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921A8-2BE7-9B4C-076D-B475E84FA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54E146-14F6-A363-A324-8142EDBD43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3CA327E-7B15-B54C-E2AB-CF05FA23D1C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E36845-6277-F56B-B3AD-74AA7761AB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5E6AD626-D1CE-F75C-B3DA-FF00A7B94871}"/>
              </a:ext>
            </a:extLst>
          </p:cNvPr>
          <p:cNvSpPr txBox="1"/>
          <p:nvPr/>
        </p:nvSpPr>
        <p:spPr>
          <a:xfrm>
            <a:off x="1040555" y="1047750"/>
            <a:ext cx="7062890" cy="1831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fi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g a 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ltip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lang="en-US" sz="1700" b="1" spc="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Enh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iple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ppli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i-tasking inside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ppli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throughput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ponsiv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mong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826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5715F-5207-7B46-D6A5-52A95814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C09AD1-786A-AECC-5318-042E39F8F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D58F14-FBA2-2198-F837-35D6C50A13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3F456F4-DFA0-1B1D-D99C-70D753B748B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6087F1-9E54-07F6-4F2D-CC953A9F52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B4A23B60-4CC6-31D9-30CF-432A34779F34}"/>
              </a:ext>
            </a:extLst>
          </p:cNvPr>
          <p:cNvSpPr txBox="1"/>
          <p:nvPr/>
        </p:nvSpPr>
        <p:spPr>
          <a:xfrm>
            <a:off x="1040555" y="1047750"/>
            <a:ext cx="7062890" cy="1831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Disadvantages of 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ltip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lang="en-US" sz="1700" b="1" spc="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116065">
              <a:buClr>
                <a:srgbClr val="252525"/>
              </a:buClr>
              <a:buSzPct val="83333"/>
              <a:tabLst>
                <a:tab pos="226022" algn="l"/>
              </a:tabLst>
            </a:pPr>
            <a:endParaRPr lang="en-US" sz="1700" spc="-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Increased complexity</a:t>
            </a: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Higher power consumption</a:t>
            </a: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Difficult programming</a:t>
            </a: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Synchronization issues</a:t>
            </a:r>
          </a:p>
          <a:p>
            <a:pPr marL="22571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Limited performance gains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2985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5DFA3-BF6A-7F1F-7072-7C451C43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08706C-AB3D-D062-D6F7-1C24D2182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879D5F-E955-64AA-BF65-91FBBC69CF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75CDA09-6607-A0E0-096E-2707F5BEC8B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E6076E-8423-FF23-B93D-678FFE1A11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8FA146B9-EF91-7C37-0123-E0E9FC4E110B}"/>
              </a:ext>
            </a:extLst>
          </p:cNvPr>
          <p:cNvSpPr txBox="1"/>
          <p:nvPr/>
        </p:nvSpPr>
        <p:spPr>
          <a:xfrm>
            <a:off x="914400" y="572586"/>
            <a:ext cx="4488622" cy="41857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lti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sz="1700" dirty="0">
              <a:latin typeface="Times New Roman"/>
              <a:cs typeface="Times New Roman"/>
            </a:endParaRPr>
          </a:p>
          <a:p>
            <a:pPr marL="6109" marR="4276">
              <a:spcBef>
                <a:spcPts val="31"/>
              </a:spcBef>
            </a:pPr>
            <a:endParaRPr lang="en-US" sz="17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4276" indent="-285750" algn="just">
              <a:spcBef>
                <a:spcPts val="31"/>
              </a:spcBef>
              <a:buFont typeface="Arial" panose="020B0604020202020204" pitchFamily="34" charset="0"/>
              <a:buChar char="•"/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multi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tiple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togeth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solve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prob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m.</a:t>
            </a:r>
            <a:endParaRPr lang="en-US" sz="1700" spc="34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4276" indent="-285750" algn="just">
              <a:spcBef>
                <a:spcPts val="31"/>
              </a:spcBef>
              <a:buFont typeface="Arial" panose="020B0604020202020204" pitchFamily="34" charset="0"/>
              <a:buChar char="•"/>
            </a:pPr>
            <a:endParaRPr lang="en-US" sz="1700" spc="34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4276" indent="-285750" algn="just">
              <a:spcBef>
                <a:spcPts val="31"/>
              </a:spcBef>
              <a:buFont typeface="Arial" panose="020B0604020202020204" pitchFamily="34" charset="0"/>
              <a:buChar char="•"/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own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ble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particular processor and those processors can communicate with each other via an interconnection network.</a:t>
            </a:r>
          </a:p>
          <a:p>
            <a:pPr marL="291859" marR="4276" indent="-285750" algn="just">
              <a:spcBef>
                <a:spcPts val="31"/>
              </a:spcBef>
              <a:buFont typeface="Arial" panose="020B0604020202020204" pitchFamily="34" charset="0"/>
              <a:buChar char="•"/>
            </a:pPr>
            <a:endParaRPr lang="en-US" sz="1700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4276" indent="-285750" algn="just">
              <a:spcBef>
                <a:spcPts val="31"/>
              </a:spcBef>
              <a:buFont typeface="Arial" panose="020B0604020202020204" pitchFamily="34" charset="0"/>
              <a:buChar char="•"/>
            </a:pP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lang="en-US"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dis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ribut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omputing.</a:t>
            </a:r>
            <a:endParaRPr lang="en-US" sz="1700" spc="2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4276" indent="-285750" algn="just">
              <a:spcBef>
                <a:spcPts val="31"/>
              </a:spcBef>
              <a:buFont typeface="Arial" panose="020B0604020202020204" pitchFamily="34" charset="0"/>
              <a:buChar char="•"/>
            </a:pPr>
            <a:endParaRPr lang="en-US" sz="1700" spc="2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1859" marR="4276" indent="-285750" algn="just">
              <a:spcBef>
                <a:spcPts val="31"/>
              </a:spcBef>
              <a:buFont typeface="Arial" panose="020B0604020202020204" pitchFamily="34" charset="0"/>
              <a:buChar char="•"/>
            </a:pP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lang="en-US"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ost</a:t>
            </a:r>
            <a:r>
              <a:rPr lang="en-US"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lang="en-US"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easie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lang="en-US"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bui</a:t>
            </a:r>
            <a:r>
              <a:rPr lang="en-US"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than</a:t>
            </a:r>
            <a:r>
              <a:rPr lang="en-US"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multipro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ssor.</a:t>
            </a:r>
            <a:endParaRPr lang="en-US" sz="1700" dirty="0">
              <a:latin typeface="Times New Roman"/>
              <a:cs typeface="Times New Roman"/>
            </a:endParaRPr>
          </a:p>
        </p:txBody>
      </p:sp>
      <p:sp>
        <p:nvSpPr>
          <p:cNvPr id="15" name="object 11"/>
          <p:cNvSpPr/>
          <p:nvPr/>
        </p:nvSpPr>
        <p:spPr>
          <a:xfrm>
            <a:off x="5638800" y="1129518"/>
            <a:ext cx="2971800" cy="2971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3109290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02FFA-D231-A4BE-D6A8-B0411F09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13BA3-B38B-82FD-0C7F-0AA2FCB15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2BF1FA-AED9-7337-3207-91945823B1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A44A352-19C1-1C19-F48D-3B5969B12F0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BC0F72-2773-1F05-88DA-495A71F570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4" name="object 10"/>
          <p:cNvSpPr txBox="1"/>
          <p:nvPr/>
        </p:nvSpPr>
        <p:spPr>
          <a:xfrm>
            <a:off x="1066800" y="742950"/>
            <a:ext cx="70104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Dif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ltip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r and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lti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sz="1700" dirty="0">
              <a:latin typeface="Times New Roman"/>
              <a:cs typeface="Times New Roman"/>
            </a:endParaRPr>
          </a:p>
          <a:p>
            <a:pPr marL="225716" marR="3665" indent="-109651" algn="just">
              <a:spcBef>
                <a:spcPts val="31"/>
              </a:spcBef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endParaRPr lang="en-US" sz="1700" spc="-7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25716" marR="3665" indent="-109651" algn="just">
              <a:spcBef>
                <a:spcPts val="31"/>
              </a:spcBef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more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ble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multiple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tasks 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ystem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multiple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twork 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form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task.</a:t>
            </a:r>
            <a:endParaRPr sz="1700" dirty="0">
              <a:latin typeface="Times New Roman"/>
              <a:cs typeface="Times New Roman"/>
            </a:endParaRPr>
          </a:p>
          <a:p>
            <a:pPr marL="225716" marR="3665" indent="-109651" algn="just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multipro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multiple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CP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lust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ula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multi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asie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ost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tive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than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ssor.</a:t>
            </a:r>
            <a:endParaRPr sz="1700" dirty="0">
              <a:latin typeface="Times New Roman"/>
              <a:cs typeface="Times New Roman"/>
            </a:endParaRPr>
          </a:p>
          <a:p>
            <a:pPr marL="225716" marR="3360" indent="-109651" algn="just">
              <a:spcBef>
                <a:spcPts val="31"/>
              </a:spcBef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multiproc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m,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tends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asi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multi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m,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prog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icult.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52525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support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 </a:t>
            </a:r>
            <a:r>
              <a:rPr sz="1700" spc="-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omputing,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icomputer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support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 </a:t>
            </a:r>
            <a:r>
              <a:rPr sz="1700" spc="-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ribut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omputing.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8278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F764-9D69-3924-C214-679681C5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BE5050-BDEC-3F01-DC36-048113111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EC36F8-EC6B-499C-2012-D4B7EB7F14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0E6E978-A056-A51B-4866-C072DB6B908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1853E2-6B78-75A9-F3C4-2E34605AE0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4" name="object 10">
            <a:extLst>
              <a:ext uri="{FF2B5EF4-FFF2-40B4-BE49-F238E27FC236}">
                <a16:creationId xmlns:a16="http://schemas.microsoft.com/office/drawing/2014/main" id="{7F2232F1-16E6-FBC8-A88D-3B7AA9E9DBF5}"/>
              </a:ext>
            </a:extLst>
          </p:cNvPr>
          <p:cNvSpPr txBox="1"/>
          <p:nvPr/>
        </p:nvSpPr>
        <p:spPr>
          <a:xfrm>
            <a:off x="1066800" y="742950"/>
            <a:ext cx="7010400" cy="2605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Multicomputer</a:t>
            </a:r>
          </a:p>
          <a:p>
            <a:pPr marL="6109" algn="ctr"/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7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</a:t>
            </a:r>
          </a:p>
          <a:p>
            <a:pPr marL="285750" indent="-285750" algn="l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7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</a:t>
            </a:r>
          </a:p>
          <a:p>
            <a:pPr marL="285750" indent="-285750" algn="l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7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reliability</a:t>
            </a:r>
          </a:p>
          <a:p>
            <a:pPr marL="285750" indent="-285750" algn="l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7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cost</a:t>
            </a:r>
          </a:p>
          <a:p>
            <a:pPr marL="285750" indent="-285750" algn="l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7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parallelism</a:t>
            </a:r>
          </a:p>
          <a:p>
            <a:pPr marL="291859" indent="-285750" algn="just">
              <a:buFont typeface="Arial" panose="020B0604020202020204" pitchFamily="34" charset="0"/>
              <a:buChar char="•"/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87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83EC8-4EF9-0CD3-384D-9E442CB2E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3CF302-B7F2-9C3A-2135-BA3018B2C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4C615B-1222-F157-20DB-358DF460D2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6923BEE-9C83-EB0B-0300-0726F7DA04A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B5F37A-D20A-618F-0C34-C48975D8D2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4" name="object 10">
            <a:extLst>
              <a:ext uri="{FF2B5EF4-FFF2-40B4-BE49-F238E27FC236}">
                <a16:creationId xmlns:a16="http://schemas.microsoft.com/office/drawing/2014/main" id="{4229C0C2-345D-DDB0-3358-75081C0A8422}"/>
              </a:ext>
            </a:extLst>
          </p:cNvPr>
          <p:cNvSpPr txBox="1"/>
          <p:nvPr/>
        </p:nvSpPr>
        <p:spPr>
          <a:xfrm>
            <a:off x="1066800" y="742950"/>
            <a:ext cx="7010400" cy="2605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Multicomputer</a:t>
            </a:r>
          </a:p>
          <a:p>
            <a:pPr marL="6109" algn="ctr"/>
            <a:endParaRPr 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7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complexity</a:t>
            </a:r>
          </a:p>
          <a:p>
            <a:pPr marL="285750" indent="-285750" algn="l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7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power consumption</a:t>
            </a:r>
          </a:p>
          <a:p>
            <a:pPr marL="285750" indent="-285750" algn="l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7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programming</a:t>
            </a:r>
          </a:p>
          <a:p>
            <a:pPr marL="285750" indent="-285750" algn="l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7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issues</a:t>
            </a:r>
          </a:p>
          <a:p>
            <a:pPr marL="285750" indent="-285750" algn="l" rtl="0" fontAlgn="base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7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latency</a:t>
            </a:r>
          </a:p>
          <a:p>
            <a:pPr marL="291859" indent="-285750" algn="just">
              <a:buFont typeface="Arial" panose="020B0604020202020204" pitchFamily="34" charset="0"/>
              <a:buChar char="•"/>
            </a:pPr>
            <a:endParaRPr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630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940D7-D063-76D6-2411-CB1B4898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A8EBD5-C593-8FF5-578B-0390240D2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6735D9-A9E6-4A3C-454E-F51A97BEC3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3BBE8C2-CEE9-2F2E-5002-EFA1FAC13F3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074688-4123-D978-1C97-06E706ECC8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665844"/>
            <a:ext cx="7010400" cy="381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>
              <a:spcBef>
                <a:spcPts val="281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</a:p>
          <a:p>
            <a:pPr marL="6109" marR="2213487">
              <a:spcBef>
                <a:spcPts val="281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>
              <a:spcBef>
                <a:spcPts val="281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B</a:t>
            </a:r>
            <a:r>
              <a:rPr lang="en-US" sz="1700" b="1" dirty="0">
                <a:latin typeface="Times New Roman"/>
                <a:cs typeface="Times New Roman"/>
              </a:rPr>
              <a:t>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68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J.</a:t>
            </a:r>
            <a:r>
              <a:rPr lang="en-US" sz="1700" dirty="0">
                <a:latin typeface="Times New Roman"/>
                <a:cs typeface="Times New Roman"/>
              </a:rPr>
              <a:t>P.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ay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io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Third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dition.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68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Ma</a:t>
            </a:r>
            <a:r>
              <a:rPr lang="en-US" sz="1700" dirty="0">
                <a:latin typeface="Times New Roman"/>
                <a:cs typeface="Times New Roman"/>
              </a:rPr>
              <a:t>no, </a:t>
            </a:r>
            <a:r>
              <a:rPr lang="en-US" sz="1700" spc="-2" dirty="0">
                <a:latin typeface="Times New Roman"/>
                <a:cs typeface="Times New Roman"/>
              </a:rPr>
              <a:t>M.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Ar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</a:t>
            </a:r>
            <a:r>
              <a:rPr lang="en-US" sz="1700" dirty="0">
                <a:latin typeface="Times New Roman"/>
                <a:cs typeface="Times New Roman"/>
              </a:rPr>
              <a:t>rd </a:t>
            </a:r>
            <a:r>
              <a:rPr lang="en-US" sz="1700" spc="-2" dirty="0">
                <a:latin typeface="Times New Roman"/>
                <a:cs typeface="Times New Roman"/>
              </a:rPr>
              <a:t>Edition, </a:t>
            </a:r>
            <a:r>
              <a:rPr lang="en-US" sz="1700" spc="2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09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tallings,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dirty="0">
                <a:latin typeface="Times New Roman"/>
                <a:cs typeface="Times New Roman"/>
              </a:rPr>
              <a:t>., 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14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chit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ture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Eight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Editi</a:t>
            </a:r>
            <a:r>
              <a:rPr lang="en-US" sz="1700" dirty="0">
                <a:latin typeface="Times New Roman"/>
                <a:cs typeface="Times New Roman"/>
              </a:rPr>
              <a:t>on,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rson </a:t>
            </a:r>
            <a:r>
              <a:rPr lang="en-US" sz="1700" spc="-5" dirty="0">
                <a:latin typeface="Times New Roman"/>
                <a:cs typeface="Times New Roman"/>
              </a:rPr>
              <a:t>Edu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33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339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xt Book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09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spc="-5" dirty="0" err="1">
                <a:latin typeface="Times New Roman"/>
                <a:cs typeface="Times New Roman"/>
              </a:rPr>
              <a:t>C</a:t>
            </a:r>
            <a:r>
              <a:rPr lang="en-US" sz="1700" spc="-7" dirty="0" err="1">
                <a:latin typeface="Times New Roman"/>
                <a:cs typeface="Times New Roman"/>
              </a:rPr>
              <a:t>a</a:t>
            </a:r>
            <a:r>
              <a:rPr lang="en-US" sz="1700" spc="-2" dirty="0" err="1">
                <a:latin typeface="Times New Roman"/>
                <a:cs typeface="Times New Roman"/>
              </a:rPr>
              <a:t>rpin</a:t>
            </a:r>
            <a:r>
              <a:rPr lang="en-US" sz="1700" spc="-10" dirty="0" err="1">
                <a:latin typeface="Times New Roman"/>
                <a:cs typeface="Times New Roman"/>
              </a:rPr>
              <a:t>e</a:t>
            </a:r>
            <a:r>
              <a:rPr lang="en-US" sz="1700" spc="-2" dirty="0" err="1">
                <a:latin typeface="Times New Roman"/>
                <a:cs typeface="Times New Roman"/>
              </a:rPr>
              <a:t>lli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J.D</a:t>
            </a:r>
            <a:r>
              <a:rPr lang="en-US" sz="1700" spc="2" dirty="0">
                <a:latin typeface="Times New Roman"/>
                <a:cs typeface="Times New Roman"/>
              </a:rPr>
              <a:t>,</a:t>
            </a:r>
            <a:r>
              <a:rPr lang="en-US" sz="1700" spc="-5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org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&amp;Ar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re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ou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Editi</a:t>
            </a:r>
            <a:r>
              <a:rPr lang="en-US" sz="1700" dirty="0">
                <a:latin typeface="Times New Roman"/>
                <a:cs typeface="Times New Roman"/>
              </a:rPr>
              <a:t>on, </a:t>
            </a:r>
            <a:r>
              <a:rPr lang="en-US" sz="1700" spc="-2" dirty="0">
                <a:latin typeface="Times New Roman"/>
                <a:cs typeface="Times New Roman"/>
              </a:rPr>
              <a:t>Addiso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esley.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51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rson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ssy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tur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ifth Edition </a:t>
            </a:r>
            <a:r>
              <a:rPr lang="en-US" sz="1700" spc="-2" dirty="0" err="1">
                <a:latin typeface="Times New Roman"/>
                <a:cs typeface="Times New Roman"/>
              </a:rPr>
              <a:t>Morga</a:t>
            </a:r>
            <a:r>
              <a:rPr lang="en-US" sz="1700" dirty="0" err="1">
                <a:latin typeface="Times New Roman"/>
                <a:cs typeface="Times New Roman"/>
              </a:rPr>
              <a:t>on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K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uf</a:t>
            </a:r>
            <a:r>
              <a:rPr lang="en-US"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1838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A0157-E185-F720-3344-DBA2E2EC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9075BC-C5BF-C7DB-6FB1-A30C170D1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E3774D-7F77-CE3E-6551-BE45E4E8E8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D39A581-C972-72B1-2A94-A2B23470B3F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19F09E-4F25-9292-2E2B-ACE5C842BB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1088C21F-E3B0-F509-1124-F7811F8D049D}"/>
              </a:ext>
            </a:extLst>
          </p:cNvPr>
          <p:cNvSpPr txBox="1"/>
          <p:nvPr/>
        </p:nvSpPr>
        <p:spPr>
          <a:xfrm>
            <a:off x="990600" y="665844"/>
            <a:ext cx="7010400" cy="3503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351"/>
              </a:spcBef>
            </a:pP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Oth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</a:p>
          <a:p>
            <a:pPr marL="6109">
              <a:spcBef>
                <a:spcPts val="351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/ww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s.vu.n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l/~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st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books/mos2/sampl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8.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p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df</a:t>
            </a:r>
            <a:endParaRPr lang="en-US" sz="1700" u="sng" spc="-2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ksfo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rg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eeks.org/int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rodu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n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f-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m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ultipro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sso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n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d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mul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ti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omput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r/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/pooj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ishnav.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il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s.wor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dpr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ss.com/2015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5/uni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10_mul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pro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ssors.pdf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ours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eh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ro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om/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fil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/20342722/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Mul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i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pro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ssors/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  <a:buFont typeface="Symbol"/>
              <a:buChar char=""/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latin typeface="Times New Roman"/>
                <a:cs typeface="Times New Roman"/>
              </a:rPr>
              <a:t>Vi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o </a:t>
            </a:r>
            <a:r>
              <a:rPr sz="1700" b="1" spc="-5" dirty="0">
                <a:latin typeface="Times New Roman"/>
                <a:cs typeface="Times New Roman"/>
              </a:rPr>
              <a:t>Li</a:t>
            </a:r>
            <a:r>
              <a:rPr sz="1700" b="1" spc="-2" dirty="0">
                <a:latin typeface="Times New Roman"/>
                <a:cs typeface="Times New Roman"/>
              </a:rPr>
              <a:t>n</a:t>
            </a:r>
            <a:r>
              <a:rPr sz="1700" b="1" dirty="0">
                <a:latin typeface="Times New Roman"/>
                <a:cs typeface="Times New Roman"/>
              </a:rPr>
              <a:t>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9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/hr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gK9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rF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kS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?si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=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LJ65N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UN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/LO6T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6kNb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U0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si=1kktusZO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82X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Ah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245017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</TotalTime>
  <Words>644</Words>
  <Application>Microsoft Office PowerPoint</Application>
  <PresentationFormat>On-screen Show (16:9)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3</cp:revision>
  <dcterms:created xsi:type="dcterms:W3CDTF">2024-12-26T14:32:41Z</dcterms:created>
  <dcterms:modified xsi:type="dcterms:W3CDTF">2024-12-27T07:54:58Z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2024-12-26T00:00:00Z</vt:filetime>
  </property>
  <property fmtid="{D5CDD505-2E9C-101B-9397-08002B2CF9AE}" pid="3" name="LastSaved">
    <vt:filetime>2024-12-26T00:00:00Z</vt:filetime>
  </property>
</Properties>
</file>