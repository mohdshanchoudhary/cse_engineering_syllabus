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9"/>
  </p:notesMasterIdLst>
  <p:sldIdLst>
    <p:sldId id="265" r:id="rId2"/>
    <p:sldId id="341" r:id="rId3"/>
    <p:sldId id="344" r:id="rId4"/>
    <p:sldId id="345" r:id="rId5"/>
    <p:sldId id="342" r:id="rId6"/>
    <p:sldId id="343" r:id="rId7"/>
    <p:sldId id="346" r:id="rId8"/>
    <p:sldId id="348" r:id="rId9"/>
    <p:sldId id="347" r:id="rId10"/>
    <p:sldId id="349" r:id="rId11"/>
    <p:sldId id="351" r:id="rId12"/>
    <p:sldId id="352" r:id="rId13"/>
    <p:sldId id="350" r:id="rId14"/>
    <p:sldId id="353" r:id="rId15"/>
    <p:sldId id="355" r:id="rId16"/>
    <p:sldId id="356" r:id="rId17"/>
    <p:sldId id="357" r:id="rId18"/>
    <p:sldId id="354" r:id="rId19"/>
    <p:sldId id="359" r:id="rId20"/>
    <p:sldId id="360" r:id="rId21"/>
    <p:sldId id="361" r:id="rId22"/>
    <p:sldId id="358" r:id="rId23"/>
    <p:sldId id="362" r:id="rId24"/>
    <p:sldId id="363" r:id="rId25"/>
    <p:sldId id="364" r:id="rId26"/>
    <p:sldId id="365" r:id="rId27"/>
    <p:sldId id="367" r:id="rId28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82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58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2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4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0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3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9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0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7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5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9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54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ol_g3Lt66xA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eie.polyu.edu.hk/%7Eenyhchan/addrmode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tudytonight.com/computer-architecture/addressingmodes-instructioncycle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_CH4cm5PhK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675D-C049-C9A9-FABE-3F138416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B7DC4-0F41-0C43-B751-405F95134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00E49-6E10-DF0B-ABE8-AB82F7CA17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025444-9E32-44B3-1E14-C742EA75A6E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CBB6A-17B9-A99E-BA86-9B24259049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004" y="923000"/>
            <a:ext cx="7139396" cy="368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142327"/>
            <a:r>
              <a:rPr sz="1700" b="1" spc="-2" dirty="0">
                <a:latin typeface="Times New Roman"/>
                <a:cs typeface="Times New Roman"/>
              </a:rPr>
              <a:t>INS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RUCTI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TYP</a:t>
            </a:r>
            <a:r>
              <a:rPr sz="1700" b="1" spc="-1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6109" marR="5192">
              <a:spcBef>
                <a:spcPts val="397"/>
              </a:spcBef>
            </a:pPr>
            <a:endParaRPr lang="en-US" sz="1700" spc="-10" dirty="0">
              <a:latin typeface="Times New Roman"/>
              <a:cs typeface="Times New Roman"/>
            </a:endParaRPr>
          </a:p>
          <a:p>
            <a:pPr marL="6109" marR="5192">
              <a:spcBef>
                <a:spcPts val="397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2" dirty="0">
                <a:latin typeface="Times New Roman"/>
                <a:cs typeface="Times New Roman"/>
              </a:rPr>
              <a:t>erst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utes.</a:t>
            </a:r>
            <a:r>
              <a:rPr sz="1700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rms tasks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2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s 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vided.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of 16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omprises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ups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ields in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lude: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4"/>
              </a:spcBef>
              <a:buSzPct val="83333"/>
              <a:buFont typeface="Courier New"/>
              <a:buChar char="o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)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ield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rf</a:t>
            </a:r>
            <a:r>
              <a:rPr sz="1700" spc="-5" dirty="0">
                <a:latin typeface="Times New Roman"/>
                <a:cs typeface="Times New Roman"/>
              </a:rPr>
              <a:t>orm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of 3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(12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14).</a:t>
            </a:r>
          </a:p>
          <a:p>
            <a:pPr marL="225716" marR="4276" indent="-109651">
              <a:spcBef>
                <a:spcPts val="380"/>
              </a:spcBef>
              <a:buSzPct val="83333"/>
              <a:buFont typeface="Courier New"/>
              <a:buChar char="o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i.e.,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of 12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(0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11).</a:t>
            </a:r>
          </a:p>
          <a:p>
            <a:pPr marL="225716" indent="-109651">
              <a:spcBef>
                <a:spcPts val="339"/>
              </a:spcBef>
              <a:buSzPct val="83333"/>
              <a:buFont typeface="Courier New"/>
              <a:buChar char="o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Mod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of 1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(1</a:t>
            </a:r>
            <a:r>
              <a:rPr sz="1700" spc="-2" dirty="0">
                <a:latin typeface="Times New Roman"/>
                <a:cs typeface="Times New Roman"/>
              </a:rPr>
              <a:t>5</a:t>
            </a:r>
            <a:r>
              <a:rPr sz="1700" baseline="31250" dirty="0">
                <a:latin typeface="Times New Roman"/>
                <a:cs typeface="Times New Roman"/>
              </a:rPr>
              <a:t>t</a:t>
            </a:r>
            <a:r>
              <a:rPr sz="1700" spc="3" baseline="3125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)</a:t>
            </a:r>
            <a:r>
              <a:rPr lang="en-US" sz="1700" spc="-2" dirty="0"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43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3589-A387-7E9E-7C04-233E90C8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9B817-4E1E-30DA-242F-B083B3BD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6E2E01-19C1-6B34-7322-F5B00E594A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679C33E-F89A-CB97-68D2-7E4C758E22F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C26F65-E562-7A41-4F70-16C923088D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6FD99AB-E33C-5922-F69F-A2A08F540B29}"/>
              </a:ext>
            </a:extLst>
          </p:cNvPr>
          <p:cNvSpPr txBox="1"/>
          <p:nvPr/>
        </p:nvSpPr>
        <p:spPr>
          <a:xfrm>
            <a:off x="576930" y="846402"/>
            <a:ext cx="713939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9865">
              <a:spcBef>
                <a:spcPts val="358"/>
              </a:spcBef>
              <a:tabLst>
                <a:tab pos="384543" algn="l"/>
                <a:tab pos="751065" algn="l"/>
                <a:tab pos="1630717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                                </a:t>
            </a:r>
            <a:r>
              <a:rPr sz="1700" dirty="0">
                <a:latin typeface="Times New Roman"/>
                <a:cs typeface="Times New Roman"/>
              </a:rPr>
              <a:t>15</a:t>
            </a:r>
            <a:r>
              <a:rPr lang="en-US" sz="1700" dirty="0">
                <a:latin typeface="Times New Roman"/>
                <a:cs typeface="Times New Roman"/>
              </a:rPr>
              <a:t>      </a:t>
            </a:r>
            <a:r>
              <a:rPr sz="1700" dirty="0">
                <a:latin typeface="Times New Roman"/>
                <a:cs typeface="Times New Roman"/>
              </a:rPr>
              <a:t>	14</a:t>
            </a:r>
            <a:r>
              <a:rPr lang="en-US" sz="1700" dirty="0">
                <a:latin typeface="Times New Roman"/>
                <a:cs typeface="Times New Roman"/>
              </a:rPr>
              <a:t>     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lang="en-US" sz="170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11	</a:t>
            </a:r>
            <a:r>
              <a:rPr lang="en-US" sz="1700" dirty="0">
                <a:latin typeface="Times New Roman"/>
                <a:cs typeface="Times New Roman"/>
              </a:rPr>
              <a:t>                                             </a:t>
            </a:r>
            <a:r>
              <a:rPr sz="1700" dirty="0">
                <a:latin typeface="Times New Roman"/>
                <a:cs typeface="Times New Roman"/>
              </a:rPr>
              <a:t>0</a:t>
            </a:r>
          </a:p>
        </p:txBody>
      </p:sp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23501"/>
              </p:ext>
            </p:extLst>
          </p:nvPr>
        </p:nvGraphicFramePr>
        <p:xfrm>
          <a:off x="2440726" y="1203202"/>
          <a:ext cx="4794717" cy="3173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5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341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Mod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ode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nd/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nd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4"/>
          <p:cNvSpPr txBox="1"/>
          <p:nvPr/>
        </p:nvSpPr>
        <p:spPr>
          <a:xfrm>
            <a:off x="800100" y="2266950"/>
            <a:ext cx="7543800" cy="1097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asica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three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8"/>
              </a:spcBef>
              <a:buSzPct val="83333"/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</a:p>
          <a:p>
            <a:pPr marL="225716" indent="-109651">
              <a:buSzPct val="83333"/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</a:p>
          <a:p>
            <a:pPr marL="116065">
              <a:tabLst>
                <a:tab pos="225716" algn="l"/>
              </a:tabLst>
            </a:pP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2" dirty="0">
                <a:latin typeface="Times New Roman"/>
                <a:cs typeface="Times New Roman"/>
              </a:rPr>
              <a:t>.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Outpu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</a:p>
        </p:txBody>
      </p:sp>
    </p:spTree>
    <p:extLst>
      <p:ext uri="{BB962C8B-B14F-4D97-AF65-F5344CB8AC3E}">
        <p14:creationId xmlns:p14="http://schemas.microsoft.com/office/powerpoint/2010/main" val="178872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2589-3923-9275-AC87-1BD9C378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170D4-05A5-357E-EED4-4706D0770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DCAAB7-E302-36A0-0ED8-185FC96015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E46FA82-86E6-0C21-1ED3-9F203A73183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6232C4-982B-2A32-9E22-C8F3C23034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424C4EB-86CD-37B4-99AC-E7357CBBC085}"/>
              </a:ext>
            </a:extLst>
          </p:cNvPr>
          <p:cNvSpPr txBox="1"/>
          <p:nvPr/>
        </p:nvSpPr>
        <p:spPr>
          <a:xfrm>
            <a:off x="685800" y="1123950"/>
            <a:ext cx="7543800" cy="2941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2443" indent="-109651" algn="just">
              <a:spcBef>
                <a:spcPts val="495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31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3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lass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esigne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 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ssor'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without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116065" marR="2443" algn="just">
              <a:spcBef>
                <a:spcPts val="495"/>
              </a:spcBef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335673" marR="3054" lvl="1" indent="-109957" algn="just">
              <a:spcBef>
                <a:spcPts val="41"/>
              </a:spcBef>
              <a:buFont typeface="Symbol"/>
              <a:buChar char=""/>
              <a:tabLst>
                <a:tab pos="335979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sk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wi</a:t>
            </a:r>
            <a:r>
              <a:rPr sz="1700" spc="-2" dirty="0">
                <a:latin typeface="Times New Roman"/>
                <a:cs typeface="Times New Roman"/>
              </a:rPr>
              <a:t>thin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 marL="335673" marR="2443" lvl="1" indent="-109957" algn="just">
              <a:spcBef>
                <a:spcPts val="36"/>
              </a:spcBef>
              <a:buFont typeface="Symbol"/>
              <a:buChar char=""/>
              <a:tabLst>
                <a:tab pos="335979" algn="l"/>
              </a:tabLst>
            </a:pPr>
            <a:r>
              <a:rPr lang="en-US" sz="1700" b="1" spc="-7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Direc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c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ther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nvolvi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 marL="335673" marR="2443" lvl="1" indent="-109957" algn="just">
              <a:spcBef>
                <a:spcPts val="38"/>
              </a:spcBef>
              <a:buFont typeface="Symbol"/>
              <a:buChar char=""/>
              <a:tabLst>
                <a:tab pos="335979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Eff</a:t>
            </a:r>
            <a:r>
              <a:rPr sz="1700" b="1" spc="-2" dirty="0">
                <a:latin typeface="Times New Roman"/>
                <a:cs typeface="Times New Roman"/>
              </a:rPr>
              <a:t>ici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43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Ex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tio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mor</a:t>
            </a:r>
            <a:r>
              <a:rPr sz="1700" spc="2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-ref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5" dirty="0">
                <a:latin typeface="Times New Roman"/>
                <a:cs typeface="Times New Roman"/>
              </a:rPr>
              <a:t>since they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dditional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les.</a:t>
            </a:r>
            <a:endParaRPr sz="1700" dirty="0">
              <a:latin typeface="Times New Roman"/>
              <a:cs typeface="Times New Roman"/>
            </a:endParaRPr>
          </a:p>
          <a:p>
            <a:pPr marL="335673" marR="3665" lvl="1" indent="-109957" algn="just">
              <a:spcBef>
                <a:spcPts val="41"/>
              </a:spcBef>
              <a:buFont typeface="Symbol"/>
              <a:buChar char=""/>
              <a:tabLst>
                <a:tab pos="335979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5" dirty="0">
                <a:latin typeface="Times New Roman"/>
                <a:cs typeface="Times New Roman"/>
              </a:rPr>
              <a:t>impler</a:t>
            </a:r>
            <a:r>
              <a:rPr sz="1700" b="1" spc="53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mpler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de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275854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675D-C049-C9A9-FABE-3F138416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B7DC4-0F41-0C43-B751-405F95134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00E49-6E10-DF0B-ABE8-AB82F7CA17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025444-9E32-44B3-1E14-C742EA75A6E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CBB6A-17B9-A99E-BA86-9B24259049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6"/>
          <p:cNvSpPr/>
          <p:nvPr/>
        </p:nvSpPr>
        <p:spPr>
          <a:xfrm>
            <a:off x="3048000" y="695866"/>
            <a:ext cx="3124200" cy="609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5" name="object 5"/>
          <p:cNvSpPr txBox="1"/>
          <p:nvPr/>
        </p:nvSpPr>
        <p:spPr>
          <a:xfrm>
            <a:off x="835336" y="1305466"/>
            <a:ext cx="7467600" cy="3421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1" algn="ctr"/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=111,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I=0</a:t>
            </a:r>
            <a:endParaRPr sz="1700" dirty="0">
              <a:latin typeface="Times New Roman"/>
              <a:cs typeface="Times New Roman"/>
            </a:endParaRPr>
          </a:p>
          <a:p>
            <a:pPr marL="6109" marR="2749">
              <a:spcBef>
                <a:spcPts val="397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-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111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le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tmost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(bit</a:t>
            </a:r>
            <a:r>
              <a:rPr sz="1700" dirty="0">
                <a:latin typeface="Times New Roman"/>
                <a:cs typeface="Times New Roman"/>
              </a:rPr>
              <a:t> 15)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 marR="2443">
              <a:spcBef>
                <a:spcPts val="387"/>
              </a:spcBef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r-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test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r)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6109">
              <a:spcBef>
                <a:spcPts val="339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351"/>
              </a:spcBef>
            </a:pPr>
            <a:r>
              <a:rPr sz="1700" dirty="0">
                <a:latin typeface="Times New Roman"/>
                <a:cs typeface="Times New Roman"/>
              </a:rPr>
              <a:t>1. </a:t>
            </a:r>
            <a:r>
              <a:rPr sz="1700" spc="-5" dirty="0">
                <a:latin typeface="Times New Roman"/>
                <a:cs typeface="Times New Roman"/>
              </a:rPr>
              <a:t>Faste</a:t>
            </a:r>
            <a:r>
              <a:rPr sz="1700" spc="-2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ution: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er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endParaRPr lang="en-US" sz="1700" dirty="0">
              <a:latin typeface="Times New Roman"/>
              <a:cs typeface="Times New Roman"/>
            </a:endParaRPr>
          </a:p>
          <a:p>
            <a:pPr marL="115760" indent="-109651">
              <a:buFont typeface="Times New Roman"/>
              <a:buAutoNum type="arabicPeriod" startAt="2"/>
              <a:tabLst>
                <a:tab pos="11606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du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ory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Bottlen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k: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er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 a</a:t>
            </a:r>
            <a:r>
              <a:rPr lang="en-US" sz="1700" spc="-2" dirty="0">
                <a:latin typeface="Times New Roman"/>
                <a:cs typeface="Times New Roman"/>
              </a:rPr>
              <a:t>cc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ing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time.</a:t>
            </a:r>
            <a:endParaRPr lang="en-US" sz="1700" dirty="0">
              <a:latin typeface="Times New Roman"/>
              <a:cs typeface="Times New Roman"/>
            </a:endParaRPr>
          </a:p>
          <a:p>
            <a:pPr marL="115760" marR="3360" indent="-109651">
              <a:spcBef>
                <a:spcPts val="404"/>
              </a:spcBef>
              <a:buFont typeface="Times New Roman"/>
              <a:buAutoNum type="arabicPeriod" startAt="2"/>
              <a:tabLst>
                <a:tab pos="11606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Compa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nstru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oding: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typi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use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shorte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fo</a:t>
            </a:r>
            <a:r>
              <a:rPr lang="en-US" sz="1700" spc="-5" dirty="0">
                <a:latin typeface="Times New Roman"/>
                <a:cs typeface="Times New Roman"/>
              </a:rPr>
              <a:t>rmats.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6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675D-C049-C9A9-FABE-3F138416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B7DC4-0F41-0C43-B751-405F95134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00E49-6E10-DF0B-ABE8-AB82F7CA17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025444-9E32-44B3-1E14-C742EA75A6E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CBB6A-17B9-A99E-BA86-9B24259049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0BF8A6-BB50-E6FA-088C-C202DA6ED039}"/>
              </a:ext>
            </a:extLst>
          </p:cNvPr>
          <p:cNvSpPr txBox="1"/>
          <p:nvPr/>
        </p:nvSpPr>
        <p:spPr>
          <a:xfrm>
            <a:off x="914400" y="971550"/>
            <a:ext cx="7162800" cy="337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>
              <a:spcBef>
                <a:spcPts val="334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Disa</a:t>
            </a:r>
            <a:r>
              <a:rPr lang="en-US" sz="1700" b="1" spc="2" dirty="0">
                <a:latin typeface="Times New Roman"/>
                <a:cs typeface="Times New Roman"/>
              </a:rPr>
              <a:t>d</a:t>
            </a:r>
            <a:r>
              <a:rPr lang="en-US" sz="1700" b="1" dirty="0">
                <a:latin typeface="Times New Roman"/>
                <a:cs typeface="Times New Roman"/>
              </a:rPr>
              <a:t>van</a:t>
            </a:r>
            <a:r>
              <a:rPr lang="en-US" sz="1700" b="1" spc="-5" dirty="0">
                <a:latin typeface="Times New Roman"/>
                <a:cs typeface="Times New Roman"/>
              </a:rPr>
              <a:t>tag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>
              <a:spcBef>
                <a:spcPts val="334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115760" marR="4276" indent="-109651" algn="just">
              <a:spcBef>
                <a:spcPts val="404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Lim</a:t>
            </a:r>
            <a:r>
              <a:rPr lang="en-US" sz="1700" b="1" dirty="0">
                <a:latin typeface="Times New Roman"/>
                <a:cs typeface="Times New Roman"/>
              </a:rPr>
              <a:t>i</a:t>
            </a:r>
            <a:r>
              <a:rPr lang="en-US" sz="1700" b="1" spc="-2" dirty="0">
                <a:latin typeface="Times New Roman"/>
                <a:cs typeface="Times New Roman"/>
              </a:rPr>
              <a:t>ted </a:t>
            </a:r>
            <a:r>
              <a:rPr lang="en-US" sz="1700" b="1" spc="-7" dirty="0">
                <a:latin typeface="Times New Roman"/>
                <a:cs typeface="Times New Roman"/>
              </a:rPr>
              <a:t>Scop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: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fer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dirty="0">
                <a:latin typeface="Times New Roman"/>
                <a:cs typeface="Times New Roman"/>
              </a:rPr>
              <a:t> on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sto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in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quiring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xtra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ons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load/store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y,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inc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asing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ount.</a:t>
            </a:r>
          </a:p>
          <a:p>
            <a:pPr marL="115760" marR="4276" indent="-109651" algn="just">
              <a:spcBef>
                <a:spcPts val="404"/>
              </a:spcBef>
              <a:buFont typeface="Times New Roman"/>
              <a:buAutoNum type="arabicPeriod"/>
              <a:tabLst>
                <a:tab pos="116065" algn="l"/>
              </a:tabLst>
            </a:pPr>
            <a:endParaRPr lang="en-US" sz="1700" dirty="0">
              <a:latin typeface="Times New Roman"/>
              <a:cs typeface="Times New Roman"/>
            </a:endParaRPr>
          </a:p>
          <a:p>
            <a:pPr marL="115760" marR="3971" indent="-109651"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gis</a:t>
            </a:r>
            <a:r>
              <a:rPr lang="en-US" sz="1700" b="1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r</a:t>
            </a:r>
            <a:r>
              <a:rPr lang="en-US" sz="1700" b="1" spc="19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D</a:t>
            </a:r>
            <a:r>
              <a:rPr lang="en-US" sz="1700" b="1" spc="-5" dirty="0">
                <a:latin typeface="Times New Roman"/>
                <a:cs typeface="Times New Roman"/>
              </a:rPr>
              <a:t>ep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5" dirty="0">
                <a:latin typeface="Times New Roman"/>
                <a:cs typeface="Times New Roman"/>
              </a:rPr>
              <a:t>d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y: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vil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il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bilit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rs,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hich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limited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numbe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poten</a:t>
            </a:r>
            <a:r>
              <a:rPr lang="en-US" sz="1700" spc="-1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ially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5" dirty="0">
                <a:latin typeface="Times New Roman"/>
                <a:cs typeface="Times New Roman"/>
              </a:rPr>
              <a:t>using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ine</a:t>
            </a:r>
            <a:r>
              <a:rPr lang="en-US" sz="1700" spc="-7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fi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ien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onst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ined</a:t>
            </a:r>
            <a:r>
              <a:rPr lang="en-US" sz="1700" spc="-3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s.</a:t>
            </a:r>
          </a:p>
          <a:p>
            <a:pPr marL="115760" marR="3971" indent="-109651">
              <a:buFont typeface="Times New Roman"/>
              <a:buAutoNum type="arabicPeriod"/>
              <a:tabLst>
                <a:tab pos="116065" algn="l"/>
              </a:tabLst>
            </a:pPr>
            <a:endParaRPr lang="en-US" sz="1700" dirty="0">
              <a:latin typeface="Times New Roman"/>
              <a:cs typeface="Times New Roman"/>
            </a:endParaRPr>
          </a:p>
          <a:p>
            <a:pPr marL="115760" marR="3360" indent="-109651"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Compl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</a:t>
            </a:r>
            <a:r>
              <a:rPr lang="en-US" sz="1700" b="1" spc="38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gis</a:t>
            </a:r>
            <a:r>
              <a:rPr lang="en-US" sz="1700" b="1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r</a:t>
            </a:r>
            <a:r>
              <a:rPr lang="en-US" sz="1700" b="1" spc="36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Ma</a:t>
            </a:r>
            <a:r>
              <a:rPr lang="en-US" sz="1700" b="1" spc="-5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a</a:t>
            </a:r>
            <a:r>
              <a:rPr lang="en-US" sz="1700" b="1" spc="-5" dirty="0">
                <a:latin typeface="Times New Roman"/>
                <a:cs typeface="Times New Roman"/>
              </a:rPr>
              <a:t>g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ment: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ging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multi</a:t>
            </a:r>
            <a:r>
              <a:rPr lang="en-US" sz="1700" spc="-7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during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 l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to incr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rog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mming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plexity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and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ors.</a:t>
            </a:r>
          </a:p>
        </p:txBody>
      </p:sp>
    </p:spTree>
    <p:extLst>
      <p:ext uri="{BB962C8B-B14F-4D97-AF65-F5344CB8AC3E}">
        <p14:creationId xmlns:p14="http://schemas.microsoft.com/office/powerpoint/2010/main" val="3803075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3EE0-4202-39F9-3D23-115F7333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A6C52-E7DC-7A14-4987-F5E31A6B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F1157-5AF0-F68A-BD3B-916FA0C10E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030CD79-086F-FCDD-E41C-FE1AF462B78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0E6EE5-ED1B-9473-E98B-C3BB9247C0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34396" y="819150"/>
            <a:ext cx="7391400" cy="275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342"/>
              </a:spcBef>
            </a:pPr>
            <a:r>
              <a:rPr sz="1700" b="1" spc="-5" dirty="0">
                <a:latin typeface="Times New Roman"/>
                <a:cs typeface="Times New Roman"/>
              </a:rPr>
              <a:t>Exa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les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Va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iou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Arc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tu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34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indent="-109651">
              <a:spcBef>
                <a:spcPts val="351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8085 </a:t>
            </a:r>
            <a:r>
              <a:rPr sz="1700" spc="-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sed):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35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: </a:t>
            </a:r>
            <a:r>
              <a:rPr sz="1700" spc="-5" dirty="0">
                <a:latin typeface="Times New Roman"/>
                <a:cs typeface="Times New Roman"/>
              </a:rPr>
              <a:t>Compl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tor.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35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RLC: Rotate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 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ft.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35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115760" indent="-109651">
              <a:spcBef>
                <a:spcPts val="351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x86 </a:t>
            </a:r>
            <a:r>
              <a:rPr sz="1700" spc="-2" dirty="0">
                <a:latin typeface="Times New Roman"/>
                <a:cs typeface="Times New Roman"/>
              </a:rPr>
              <a:t>Asse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 (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purp</a:t>
            </a:r>
            <a:r>
              <a:rPr sz="1700" spc="-2" dirty="0">
                <a:latin typeface="Times New Roman"/>
                <a:cs typeface="Times New Roman"/>
              </a:rPr>
              <a:t>os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35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r>
              <a:rPr sz="1700" spc="-2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 AX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X</a:t>
            </a:r>
            <a:r>
              <a:rPr sz="1700" dirty="0">
                <a:latin typeface="Times New Roman"/>
                <a:cs typeface="Times New Roman"/>
              </a:rPr>
              <a:t>: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opy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 into AX.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35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AX: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 in AX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9530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9A7-15E2-1CB3-0352-3E36E21C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CE498-3F94-146A-6C4F-9CD9F256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BA5CAB-33FE-65BF-A367-E041D76CE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B781D49-E644-766C-9C98-95B7022BBFC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9594C-7BB0-3A49-4BB5-6C022A3046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E27D29E-6C86-CAC8-271A-56CE5C910471}"/>
              </a:ext>
            </a:extLst>
          </p:cNvPr>
          <p:cNvSpPr txBox="1"/>
          <p:nvPr/>
        </p:nvSpPr>
        <p:spPr>
          <a:xfrm>
            <a:off x="934396" y="819150"/>
            <a:ext cx="73914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2749" indent="-109651">
              <a:buFont typeface="Times New Roman"/>
              <a:buAutoNum type="arabicPeriod" startAt="2"/>
              <a:tabLst>
                <a:tab pos="116065" algn="l"/>
              </a:tabLst>
            </a:pPr>
            <a:r>
              <a:rPr lang="en-US" sz="1700" b="1" spc="-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63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60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involving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115760" marR="2749" indent="-109651">
              <a:buFont typeface="Times New Roman"/>
              <a:buAutoNum type="arabicPeriod" startAt="2"/>
              <a:tabLst>
                <a:tab pos="11606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4276" lvl="1" indent="-109957" algn="just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making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slowe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dditional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lvl="1" indent="-109957" algn="just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17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ypic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nism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-2" dirty="0">
                <a:latin typeface="Times New Roman"/>
                <a:cs typeface="Times New Roman"/>
              </a:rPr>
              <a:t> (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.g.,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ing).</a:t>
            </a:r>
          </a:p>
          <a:p>
            <a:pPr marL="225716" lvl="1" indent="-109957"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im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935" lvl="2" indent="-110262"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5" dirty="0">
                <a:latin typeface="Times New Roman"/>
                <a:cs typeface="Times New Roman"/>
              </a:rPr>
              <a:t>ding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data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ory.</a:t>
            </a:r>
          </a:p>
          <a:p>
            <a:pPr marL="445935" lvl="2" indent="-110262"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riting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 marL="445935" lvl="2" indent="-110262"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one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296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00B9-60BD-F649-C8AF-41F214F5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A64F8-3595-E121-86DA-D5C0A49C6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C8FE5-354B-74B3-467C-DEB96C2F20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BF16EB9-433D-F9FC-D5E7-28EC2E5203F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B9C13-5D7D-0A38-70AB-4DD2A73DCB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200400" y="709592"/>
            <a:ext cx="2815628" cy="7164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2" name="object 3"/>
          <p:cNvSpPr txBox="1"/>
          <p:nvPr/>
        </p:nvSpPr>
        <p:spPr>
          <a:xfrm>
            <a:off x="838200" y="1581150"/>
            <a:ext cx="73914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7" algn="ctr"/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=000</a:t>
            </a:r>
            <a:r>
              <a:rPr sz="1700" b="1" spc="-2" dirty="0">
                <a:latin typeface="Times New Roman"/>
                <a:cs typeface="Times New Roman"/>
              </a:rPr>
              <a:t> t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ough </a:t>
            </a:r>
            <a:r>
              <a:rPr sz="1700" b="1" spc="-7" dirty="0">
                <a:latin typeface="Times New Roman"/>
                <a:cs typeface="Times New Roman"/>
              </a:rPr>
              <a:t>1</a:t>
            </a:r>
            <a:r>
              <a:rPr sz="1700" b="1" dirty="0">
                <a:latin typeface="Times New Roman"/>
                <a:cs typeface="Times New Roman"/>
              </a:rPr>
              <a:t>10</a:t>
            </a:r>
            <a:endParaRPr sz="1700" dirty="0">
              <a:latin typeface="Times New Roman"/>
              <a:cs typeface="Times New Roman"/>
            </a:endParaRPr>
          </a:p>
          <a:p>
            <a:pPr marL="115760" marR="2443">
              <a:spcBef>
                <a:spcPts val="31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-ref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12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ory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-2" dirty="0">
                <a:latin typeface="Times New Roman"/>
                <a:cs typeface="Times New Roman"/>
              </a:rPr>
              <a:t> 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s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ify 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'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'.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dirty="0">
                <a:latin typeface="Times New Roman"/>
                <a:cs typeface="Times New Roman"/>
              </a:rPr>
              <a:t>1.  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2" dirty="0">
                <a:latin typeface="Times New Roman"/>
                <a:cs typeface="Times New Roman"/>
              </a:rPr>
              <a:t>lexibility: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ow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involvi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nnot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/>
            <a:r>
              <a:rPr lang="en-US" sz="1700" b="1" dirty="0">
                <a:latin typeface="Times New Roman"/>
                <a:cs typeface="Times New Roman"/>
              </a:rPr>
              <a:t>2.  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Suppo</a:t>
            </a:r>
            <a:r>
              <a:rPr lang="en-US" sz="1700" b="1" spc="-2" dirty="0">
                <a:latin typeface="Times New Roman"/>
                <a:cs typeface="Times New Roman"/>
              </a:rPr>
              <a:t>rt</a:t>
            </a:r>
            <a:r>
              <a:rPr lang="en-US" sz="1700" b="1" spc="-5" dirty="0">
                <a:latin typeface="Times New Roman"/>
                <a:cs typeface="Times New Roman"/>
              </a:rPr>
              <a:t> Compl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</a:t>
            </a:r>
            <a:r>
              <a:rPr lang="en-US" sz="1700" b="1" spc="-7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Op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r</a:t>
            </a:r>
            <a:r>
              <a:rPr lang="en-US" sz="1700" b="1" spc="-7" dirty="0">
                <a:latin typeface="Times New Roman"/>
                <a:cs typeface="Times New Roman"/>
              </a:rPr>
              <a:t>a</a:t>
            </a:r>
            <a:r>
              <a:rPr lang="en-US" sz="1700" b="1" spc="-2" dirty="0">
                <a:latin typeface="Times New Roman"/>
                <a:cs typeface="Times New Roman"/>
              </a:rPr>
              <a:t>tions: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Us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ful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rking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wit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 a</a:t>
            </a:r>
            <a:r>
              <a:rPr lang="en-US" sz="1700" dirty="0">
                <a:latin typeface="Times New Roman"/>
                <a:cs typeface="Times New Roman"/>
              </a:rPr>
              <a:t>rr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ys,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struc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dyn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mic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680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C05F-70E8-2474-5611-94CEF71D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F4CB48-56BF-C487-A2CB-916D2CAE5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17663E-C18D-A0CC-5372-662853D6AD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C0DF323-8B9E-8934-52D8-99B0EE68DDF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3CF94-2AE4-04A0-87B5-513E910312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52500" y="665844"/>
            <a:ext cx="72390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Disa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van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115760" indent="-109651">
              <a:buFont typeface="Times New Roman"/>
              <a:buAutoNum type="arabicPeriod"/>
              <a:tabLst>
                <a:tab pos="116065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ution: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  <a:p>
            <a:pPr marL="115760" marR="3971" indent="-109651">
              <a:spcBef>
                <a:spcPts val="31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sz="1700" spc="-7" dirty="0">
                <a:latin typeface="Times New Roman"/>
                <a:cs typeface="Times New Roman"/>
              </a:rPr>
              <a:t>Highe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Consumption: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onsume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rgy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ompa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oper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5" dirty="0">
                <a:latin typeface="Times New Roman"/>
                <a:cs typeface="Times New Roman"/>
              </a:rPr>
              <a:t>Exa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les 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Va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iou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Arc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tu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>
              <a:buFont typeface="Times New Roman"/>
              <a:buAutoNum type="arabicPeriod"/>
              <a:tabLst>
                <a:tab pos="79413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8085 </a:t>
            </a:r>
            <a:r>
              <a:rPr sz="1700" spc="-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ssor:</a:t>
            </a:r>
            <a:endParaRPr sz="1700" dirty="0">
              <a:latin typeface="Times New Roman"/>
              <a:cs typeface="Times New Roman"/>
            </a:endParaRPr>
          </a:p>
          <a:p>
            <a:pPr marL="445935" marR="4276" lvl="2" indent="-110262">
              <a:spcBef>
                <a:spcPts val="31"/>
              </a:spcBef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2000H: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tent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2000H.</a:t>
            </a:r>
          </a:p>
          <a:p>
            <a:pPr marL="445935" lvl="2" indent="-110262"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3000H: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content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tor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3000H.</a:t>
            </a:r>
          </a:p>
          <a:p>
            <a:pPr marL="445935" marR="3360" lvl="2" indent="-110262">
              <a:spcBef>
                <a:spcPts val="31"/>
              </a:spcBef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HL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ir to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805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53A7-8BB5-C049-2D2C-C56B8F61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32509-4DCE-3599-D5C9-7FEF2BB44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7F2DCE-F044-4256-9BD1-CE537F6BD5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B9E6272-63A2-A834-B92A-DA8756E1C0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853E1B-1BDF-1413-3225-278FEA8FDF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BC91032-4132-5583-8BDF-E76D213F8717}"/>
              </a:ext>
            </a:extLst>
          </p:cNvPr>
          <p:cNvSpPr txBox="1"/>
          <p:nvPr/>
        </p:nvSpPr>
        <p:spPr>
          <a:xfrm>
            <a:off x="952500" y="1123950"/>
            <a:ext cx="72390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tabLst>
                <a:tab pos="79413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2. </a:t>
            </a:r>
            <a:r>
              <a:rPr sz="1700" dirty="0">
                <a:latin typeface="Times New Roman"/>
                <a:cs typeface="Times New Roman"/>
              </a:rPr>
              <a:t>x86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935" marR="4276" lvl="2" indent="-110262">
              <a:spcBef>
                <a:spcPts val="31"/>
              </a:spcBef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AX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[100</a:t>
            </a:r>
            <a:r>
              <a:rPr sz="1700" spc="2" dirty="0">
                <a:latin typeface="Times New Roman"/>
                <a:cs typeface="Times New Roman"/>
              </a:rPr>
              <a:t>0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]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</a:t>
            </a:r>
            <a:r>
              <a:rPr sz="1700" dirty="0">
                <a:latin typeface="Times New Roman"/>
                <a:cs typeface="Times New Roman"/>
              </a:rPr>
              <a:t>ory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1000H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A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445935" lvl="2" indent="-110262">
              <a:buSzPct val="83333"/>
              <a:buFont typeface="Courier New"/>
              <a:buChar char="o"/>
              <a:tabLst>
                <a:tab pos="446241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[20</a:t>
            </a:r>
            <a:r>
              <a:rPr sz="1700" spc="-2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0H</a:t>
            </a:r>
            <a:r>
              <a:rPr sz="1700" spc="-5" dirty="0">
                <a:latin typeface="Times New Roman"/>
                <a:cs typeface="Times New Roman"/>
              </a:rPr>
              <a:t>]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X</a:t>
            </a:r>
            <a:r>
              <a:rPr sz="1700" dirty="0">
                <a:latin typeface="Times New Roman"/>
                <a:cs typeface="Times New Roman"/>
              </a:rPr>
              <a:t>: S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 into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2000H.</a:t>
            </a:r>
          </a:p>
        </p:txBody>
      </p:sp>
    </p:spTree>
    <p:extLst>
      <p:ext uri="{BB962C8B-B14F-4D97-AF65-F5344CB8AC3E}">
        <p14:creationId xmlns:p14="http://schemas.microsoft.com/office/powerpoint/2010/main" val="3844600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6890-59F0-2B02-8864-09E4ECB9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82DA92-F0A1-0FAA-3238-2BF92C9F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71185C-6D38-120A-313D-52CE6A466A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A3653F6-B23C-422A-2855-FFD8A176C5F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449F85-C669-ED7C-7618-17C6B2470B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A3F47A4-4367-7016-601D-0B569F88018A}"/>
              </a:ext>
            </a:extLst>
          </p:cNvPr>
          <p:cNvSpPr txBox="1"/>
          <p:nvPr/>
        </p:nvSpPr>
        <p:spPr>
          <a:xfrm>
            <a:off x="990600" y="819150"/>
            <a:ext cx="72390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665" algn="just"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3.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npu</a:t>
            </a:r>
            <a:r>
              <a:rPr sz="1700" b="1" spc="-2" dirty="0">
                <a:latin typeface="Times New Roman"/>
                <a:cs typeface="Times New Roman"/>
              </a:rPr>
              <a:t>t/</a:t>
            </a:r>
            <a:r>
              <a:rPr sz="1700" b="1" spc="-12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utput</a:t>
            </a:r>
            <a:r>
              <a:rPr sz="1700" b="1" spc="1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(I/O)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devi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l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ke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ybo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inte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displ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marR="3665" algn="just">
              <a:tabLst>
                <a:tab pos="11606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4582" lvl="1" indent="-109957" algn="just">
              <a:spcBef>
                <a:spcPts val="38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p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rts.</a:t>
            </a:r>
          </a:p>
          <a:p>
            <a:pPr marL="225716" marR="4582" lvl="1" indent="-109957" algn="just">
              <a:spcBef>
                <a:spcPts val="4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vice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0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5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ica</a:t>
            </a:r>
            <a:r>
              <a:rPr sz="1700" b="1" spc="-7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ion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b="1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ilit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marR="3360" lvl="1" indent="-109957" algn="just">
              <a:spcBef>
                <a:spcPts val="4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ss</a:t>
            </a:r>
            <a:r>
              <a:rPr sz="1700" b="1" dirty="0">
                <a:latin typeface="Times New Roman"/>
                <a:cs typeface="Times New Roman"/>
              </a:rPr>
              <a:t>ing:</a:t>
            </a:r>
            <a:r>
              <a:rPr sz="1700" b="1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ort</a:t>
            </a:r>
            <a:r>
              <a:rPr sz="1700" spc="-5" dirty="0">
                <a:latin typeface="Times New Roman"/>
                <a:cs typeface="Times New Roman"/>
              </a:rPr>
              <a:t>-b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ports)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map</a:t>
            </a:r>
            <a:r>
              <a:rPr sz="1700" spc="-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spa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2443" lvl="1" indent="-109957" algn="just">
              <a:spcBef>
                <a:spcPts val="4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1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Da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2" dirty="0">
                <a:latin typeface="Times New Roman"/>
                <a:cs typeface="Times New Roman"/>
              </a:rPr>
              <a:t>sf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I/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rup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-driv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Dir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2" dirty="0">
                <a:latin typeface="Times New Roman"/>
                <a:cs typeface="Times New Roman"/>
              </a:rPr>
              <a:t>DMA</a:t>
            </a:r>
            <a:r>
              <a:rPr sz="1700" dirty="0">
                <a:latin typeface="Times New Roman"/>
                <a:cs typeface="Times New Roman"/>
              </a:rPr>
              <a:t>).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discuss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tail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090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323A-82F5-FC60-5AAA-6E0BC1E9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BB168-200B-6929-6556-E37A3C56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4DEBF-003B-C028-29C7-24AAB164C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296B170-BB3E-ED57-A040-B9AF77E8C95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1CA638-A8C4-9024-C9B8-983793E572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971800" y="665844"/>
            <a:ext cx="3200400" cy="6105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2" name="object 3"/>
          <p:cNvSpPr txBox="1"/>
          <p:nvPr/>
        </p:nvSpPr>
        <p:spPr>
          <a:xfrm>
            <a:off x="914400" y="1352550"/>
            <a:ext cx="7391400" cy="3236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16859" algn="ctr"/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=111,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I=1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sz="1700" spc="-2" dirty="0">
                <a:latin typeface="Times New Roman"/>
                <a:cs typeface="Times New Roman"/>
              </a:rPr>
              <a:t>Jus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-r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np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Outpu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ogni</a:t>
            </a:r>
            <a:r>
              <a:rPr sz="1700" spc="-2" dirty="0">
                <a:latin typeface="Times New Roman"/>
                <a:cs typeface="Times New Roman"/>
              </a:rPr>
              <a:t>z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111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le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tmost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maining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12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spc="-5" dirty="0">
                <a:latin typeface="Times New Roman"/>
                <a:cs typeface="Times New Roman"/>
              </a:rPr>
              <a:t>are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ify 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input-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or</a:t>
            </a:r>
            <a:r>
              <a:rPr sz="1700" spc="-2" dirty="0">
                <a:latin typeface="Times New Roman"/>
                <a:cs typeface="Times New Roman"/>
              </a:rPr>
              <a:t> test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6109" algn="just">
              <a:spcBef>
                <a:spcPts val="409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5" dirty="0">
                <a:latin typeface="Times New Roman"/>
                <a:cs typeface="Times New Roman"/>
              </a:rPr>
              <a:t>I/O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6065" indent="-109957" algn="just">
              <a:spcBef>
                <a:spcPts val="409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Ef</a:t>
            </a:r>
            <a:r>
              <a:rPr sz="1700" b="1" spc="-2" dirty="0">
                <a:latin typeface="Times New Roman"/>
                <a:cs typeface="Times New Roman"/>
              </a:rPr>
              <a:t>fi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ient D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 Ma</a:t>
            </a:r>
            <a:r>
              <a:rPr sz="1700" b="1" spc="-5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nt:</a:t>
            </a:r>
            <a:r>
              <a:rPr sz="1700" dirty="0">
                <a:latin typeface="Times New Roman"/>
                <a:cs typeface="Times New Roman"/>
              </a:rPr>
              <a:t> S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dirty="0">
                <a:latin typeface="Times New Roman"/>
                <a:cs typeface="Times New Roman"/>
              </a:rPr>
              <a:t>fy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devi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 algn="just">
              <a:spcBef>
                <a:spcPts val="409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2" dirty="0">
                <a:latin typeface="Times New Roman"/>
                <a:cs typeface="Times New Roman"/>
              </a:rPr>
              <a:t>lexibility: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uppo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ious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sc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mod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 algn="just">
              <a:spcBef>
                <a:spcPts val="404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du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10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y: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 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hniques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 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rup</a:t>
            </a:r>
            <a:r>
              <a:rPr sz="1700" spc="10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-</a:t>
            </a:r>
            <a:r>
              <a:rPr sz="1700" spc="-2" dirty="0">
                <a:latin typeface="Times New Roman"/>
                <a:cs typeface="Times New Roman"/>
              </a:rPr>
              <a:t>driv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1696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25CD-AD08-FF07-B9DA-713D7324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E48239-E121-4D5B-D08B-29EDE083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7AB4E-D057-23F8-B482-DBED09353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1842A25-7AD3-1588-3E23-FB3A7CE2403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F09CE8-C249-555F-DE40-4302E14287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819150"/>
            <a:ext cx="7162800" cy="38625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/>
            <a:r>
              <a:rPr sz="1700" b="1" spc="-2" dirty="0">
                <a:latin typeface="Times New Roman"/>
                <a:cs typeface="Times New Roman"/>
              </a:rPr>
              <a:t>Disa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van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409"/>
              </a:spcBef>
              <a:buFont typeface="Times New Roman"/>
              <a:buAutoNum type="arabicPeriod"/>
              <a:tabLst>
                <a:tab pos="335979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Prog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/O</a:t>
            </a:r>
            <a:r>
              <a:rPr sz="1700" b="1" spc="-2" dirty="0">
                <a:latin typeface="Times New Roman"/>
                <a:cs typeface="Times New Roman"/>
              </a:rPr>
              <a:t> O</a:t>
            </a:r>
            <a:r>
              <a:rPr sz="1700" b="1" spc="2" dirty="0">
                <a:latin typeface="Times New Roman"/>
                <a:cs typeface="Times New Roman"/>
              </a:rPr>
              <a:t>v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rhe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d: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olling waste</a:t>
            </a:r>
            <a:r>
              <a:rPr sz="1700" dirty="0">
                <a:latin typeface="Times New Roman"/>
                <a:cs typeface="Times New Roman"/>
              </a:rPr>
              <a:t>s C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335673" indent="-109957">
              <a:spcBef>
                <a:spcPts val="404"/>
              </a:spcBef>
              <a:buFont typeface="Times New Roman"/>
              <a:buAutoNum type="arabicPeriod"/>
              <a:tabLst>
                <a:tab pos="335979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Compl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xity: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nging.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409"/>
              </a:spcBef>
              <a:buFont typeface="Times New Roman"/>
              <a:buAutoNum type="arabicPeriod"/>
              <a:tabLst>
                <a:tab pos="335979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nd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5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y: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Devic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limit</a:t>
            </a:r>
            <a:r>
              <a:rPr sz="1700" dirty="0">
                <a:latin typeface="Times New Roman"/>
                <a:cs typeface="Times New Roman"/>
              </a:rPr>
              <a:t> p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bilit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/>
            <a:r>
              <a:rPr sz="1700" b="1" spc="-5" dirty="0">
                <a:latin typeface="Times New Roman"/>
                <a:cs typeface="Times New Roman"/>
              </a:rPr>
              <a:t>Exa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les in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Va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iou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7" dirty="0">
                <a:latin typeface="Times New Roman"/>
                <a:cs typeface="Times New Roman"/>
              </a:rPr>
              <a:t>Arc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tu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299021" indent="-73304">
              <a:spcBef>
                <a:spcPts val="404"/>
              </a:spcBef>
              <a:buFont typeface="Times New Roman"/>
              <a:buAutoNum type="arabicPeriod"/>
              <a:tabLst>
                <a:tab pos="299326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8085 </a:t>
            </a:r>
            <a:r>
              <a:rPr sz="1700" spc="-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411"/>
              </a:spcBef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nput: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2" dirty="0">
                <a:latin typeface="Times New Roman"/>
                <a:cs typeface="Times New Roman"/>
              </a:rPr>
              <a:t>5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port</a:t>
            </a:r>
            <a:r>
              <a:rPr sz="1700" dirty="0">
                <a:latin typeface="Times New Roman"/>
                <a:cs typeface="Times New Roman"/>
              </a:rPr>
              <a:t> 05H</a:t>
            </a:r>
            <a:r>
              <a:rPr sz="1700" spc="-2" dirty="0">
                <a:latin typeface="Times New Roman"/>
                <a:cs typeface="Times New Roman"/>
              </a:rPr>
              <a:t> 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r).</a:t>
            </a:r>
          </a:p>
          <a:p>
            <a:pPr marL="445630" lvl="1" indent="-109957">
              <a:spcBef>
                <a:spcPts val="409"/>
              </a:spcBef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7" dirty="0">
                <a:latin typeface="Times New Roman"/>
                <a:cs typeface="Times New Roman"/>
              </a:rPr>
              <a:t>Output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OU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06H</a:t>
            </a:r>
            <a:r>
              <a:rPr sz="1700" spc="-2" dirty="0">
                <a:latin typeface="Times New Roman"/>
                <a:cs typeface="Times New Roman"/>
              </a:rPr>
              <a:t> (</a:t>
            </a:r>
            <a:r>
              <a:rPr sz="1700" spc="-12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rite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2" dirty="0">
                <a:latin typeface="Times New Roman"/>
                <a:cs typeface="Times New Roman"/>
              </a:rPr>
              <a:t>ator to port</a:t>
            </a:r>
            <a:r>
              <a:rPr sz="1700" dirty="0">
                <a:latin typeface="Times New Roman"/>
                <a:cs typeface="Times New Roman"/>
              </a:rPr>
              <a:t> 06H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99021" indent="-73304">
              <a:spcBef>
                <a:spcPts val="409"/>
              </a:spcBef>
              <a:buFont typeface="Times New Roman"/>
              <a:buAutoNum type="arabicPeriod"/>
              <a:tabLst>
                <a:tab pos="299326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x86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404"/>
              </a:spcBef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nput: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AL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ort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D</a:t>
            </a:r>
            <a:r>
              <a:rPr sz="1700" dirty="0">
                <a:latin typeface="Times New Roman"/>
                <a:cs typeface="Times New Roman"/>
              </a:rPr>
              <a:t>X </a:t>
            </a:r>
            <a:r>
              <a:rPr sz="1700" spc="-2" dirty="0">
                <a:latin typeface="Times New Roman"/>
                <a:cs typeface="Times New Roman"/>
              </a:rPr>
              <a:t>into AL)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445630" lvl="1" indent="-109957">
              <a:spcBef>
                <a:spcPts val="409"/>
              </a:spcBef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7" dirty="0">
                <a:latin typeface="Times New Roman"/>
                <a:cs typeface="Times New Roman"/>
              </a:rPr>
              <a:t>Output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OU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DX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rit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port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X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8879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150D-C4E6-35A2-D805-4B1F0B70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9A1D6-3D43-594A-FB22-533A8837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FFAC7F-1EDF-5169-5C3F-B763F1B765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0CA17F8-8BFE-26FD-5870-B9C8A89BFA3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7DF4D7-EFF9-B774-9C62-0503E21FCE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7C6D40B-6BA4-B4C4-800E-782357D2195C}"/>
              </a:ext>
            </a:extLst>
          </p:cNvPr>
          <p:cNvSpPr txBox="1"/>
          <p:nvPr/>
        </p:nvSpPr>
        <p:spPr>
          <a:xfrm>
            <a:off x="990600" y="1047750"/>
            <a:ext cx="7162800" cy="1933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/>
            <a:r>
              <a:rPr sz="1700" b="1" spc="-2" dirty="0">
                <a:latin typeface="Times New Roman"/>
                <a:cs typeface="Times New Roman"/>
              </a:rPr>
              <a:t>No</a:t>
            </a:r>
            <a:r>
              <a:rPr sz="1700" b="1" spc="-5" dirty="0">
                <a:latin typeface="Times New Roman"/>
                <a:cs typeface="Times New Roman"/>
              </a:rPr>
              <a:t>te</a:t>
            </a:r>
            <a:r>
              <a:rPr lang="en-US" sz="1700" b="1" spc="-5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335673" marR="3665" indent="-109957" algn="just">
              <a:spcBef>
                <a:spcPts val="37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three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positi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12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</a:t>
            </a:r>
            <a:r>
              <a:rPr sz="1700" spc="-1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ugh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14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shou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111. </a:t>
            </a:r>
            <a:r>
              <a:rPr sz="1700" spc="-7" dirty="0">
                <a:latin typeface="Times New Roman"/>
                <a:cs typeface="Times New Roman"/>
              </a:rPr>
              <a:t>Othe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ise,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positi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15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tak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335673" marR="2443" indent="-109957" algn="just">
              <a:spcBef>
                <a:spcPts val="378"/>
              </a:spcBef>
              <a:buSzPct val="83333"/>
              <a:buFont typeface="Courier New"/>
              <a:buChar char="o"/>
              <a:tabLst>
                <a:tab pos="335979" algn="l"/>
              </a:tabLst>
            </a:pP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three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1</a:t>
            </a:r>
            <a:r>
              <a:rPr sz="1700" spc="5" dirty="0">
                <a:latin typeface="Times New Roman"/>
                <a:cs typeface="Times New Roman"/>
              </a:rPr>
              <a:t>1</a:t>
            </a:r>
            <a:r>
              <a:rPr sz="1700" dirty="0">
                <a:latin typeface="Times New Roman"/>
                <a:cs typeface="Times New Roman"/>
              </a:rPr>
              <a:t>1,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positi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15.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0,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Othe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wise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inpu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1 </a:t>
            </a:r>
            <a:r>
              <a:rPr sz="1700" spc="-2" dirty="0">
                <a:latin typeface="Times New Roman"/>
                <a:cs typeface="Times New Roman"/>
              </a:rPr>
              <a:t>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positi</a:t>
            </a:r>
            <a:r>
              <a:rPr sz="1700" dirty="0">
                <a:latin typeface="Times New Roman"/>
                <a:cs typeface="Times New Roman"/>
              </a:rPr>
              <a:t>on 15.</a:t>
            </a:r>
          </a:p>
        </p:txBody>
      </p:sp>
    </p:spTree>
    <p:extLst>
      <p:ext uri="{BB962C8B-B14F-4D97-AF65-F5344CB8AC3E}">
        <p14:creationId xmlns:p14="http://schemas.microsoft.com/office/powerpoint/2010/main" val="122886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F411-B494-9FEA-3804-5E879D54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FA57E5-653B-056F-0B78-5F407F24E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A141E7-1CE9-ED4E-A3F5-4B3DDD1006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8E4AC96-58F3-4417-ACF8-9E2DD0A5768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3CA844-D445-4454-963D-7497536E00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9DD3D5A-7335-43B2-FF1D-808EB4934985}"/>
              </a:ext>
            </a:extLst>
          </p:cNvPr>
          <p:cNvSpPr txBox="1"/>
          <p:nvPr/>
        </p:nvSpPr>
        <p:spPr>
          <a:xfrm>
            <a:off x="990600" y="819150"/>
            <a:ext cx="7162800" cy="360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u="heavy" spc="-2" dirty="0">
                <a:latin typeface="Times New Roman"/>
                <a:cs typeface="Times New Roman"/>
              </a:rPr>
              <a:t>ADDR</a:t>
            </a:r>
            <a:r>
              <a:rPr sz="1700" b="1" u="heavy" spc="-5" dirty="0">
                <a:latin typeface="Times New Roman"/>
                <a:cs typeface="Times New Roman"/>
              </a:rPr>
              <a:t>E</a:t>
            </a:r>
            <a:r>
              <a:rPr sz="1700" b="1" u="heavy" dirty="0">
                <a:latin typeface="Times New Roman"/>
                <a:cs typeface="Times New Roman"/>
              </a:rPr>
              <a:t>SS</a:t>
            </a:r>
            <a:r>
              <a:rPr sz="1700" b="1" u="heavy" spc="-2" dirty="0">
                <a:latin typeface="Times New Roman"/>
                <a:cs typeface="Times New Roman"/>
              </a:rPr>
              <a:t>ING</a:t>
            </a:r>
            <a:r>
              <a:rPr sz="1700" b="1" u="heavy" dirty="0">
                <a:latin typeface="Times New Roman"/>
                <a:cs typeface="Times New Roman"/>
              </a:rPr>
              <a:t> </a:t>
            </a:r>
            <a:r>
              <a:rPr sz="1700" b="1" u="heavy" spc="-10" dirty="0">
                <a:latin typeface="Times New Roman"/>
                <a:cs typeface="Times New Roman"/>
              </a:rPr>
              <a:t>M</a:t>
            </a:r>
            <a:r>
              <a:rPr sz="1700" b="1" u="heavy" spc="-5" dirty="0">
                <a:latin typeface="Times New Roman"/>
                <a:cs typeface="Times New Roman"/>
              </a:rPr>
              <a:t>ODE</a:t>
            </a:r>
            <a:r>
              <a:rPr sz="1700" b="1" u="heavy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6109" marR="2749" algn="just">
              <a:spcBef>
                <a:spcPts val="385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must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uted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ter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ds.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hos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10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de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endParaRPr lang="en-US" sz="1700" spc="-29" dirty="0">
              <a:latin typeface="Times New Roman"/>
              <a:cs typeface="Times New Roman"/>
            </a:endParaRPr>
          </a:p>
          <a:p>
            <a:pPr marL="6109" marR="2749" algn="just">
              <a:spcBef>
                <a:spcPts val="385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rule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rpr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modify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tually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749" algn="just">
              <a:spcBef>
                <a:spcPts val="385"/>
              </a:spcBef>
            </a:pP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2" dirty="0">
                <a:latin typeface="Times New Roman"/>
                <a:cs typeface="Times New Roman"/>
              </a:rPr>
              <a:t> 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rpo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ommod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b</a:t>
            </a:r>
            <a:r>
              <a:rPr sz="1700" spc="-2" dirty="0">
                <a:latin typeface="Times New Roman"/>
                <a:cs typeface="Times New Roman"/>
              </a:rPr>
              <a:t>oth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following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provisions:</a:t>
            </a:r>
            <a:endParaRPr sz="1700" dirty="0">
              <a:latin typeface="Times New Roman"/>
              <a:cs typeface="Times New Roman"/>
            </a:endParaRPr>
          </a:p>
          <a:p>
            <a:pPr marL="445630" marR="4582" lvl="1" indent="-109957" algn="just">
              <a:spcBef>
                <a:spcPts val="397"/>
              </a:spcBef>
              <a:buFont typeface="Times New Roman"/>
              <a:buAutoNum type="arabicPeriod"/>
              <a:tabLst>
                <a:tab pos="44593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tility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providing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ilities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loop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indexing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ta,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445630" lvl="1" indent="-109957">
              <a:buFont typeface="Times New Roman"/>
              <a:buAutoNum type="arabicPeriod"/>
              <a:tabLst>
                <a:tab pos="445935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numb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1114771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17BD-E61A-90A8-9FB1-85398A8F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7C800-D34C-9C3A-BE0D-23F9569A3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FA88CF-1493-B1C6-7038-603C6997F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CB7EA77-E4A4-5C10-B825-F0732C1E43C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717A4E-6FE2-D8E4-87D9-F23FD1F301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643EAEE-501B-20EE-1F76-AF4B64C9ADCD}"/>
              </a:ext>
            </a:extLst>
          </p:cNvPr>
          <p:cNvSpPr txBox="1"/>
          <p:nvPr/>
        </p:nvSpPr>
        <p:spPr>
          <a:xfrm>
            <a:off x="1066800" y="1428750"/>
            <a:ext cx="7162800" cy="784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360" algn="just">
              <a:spcBef>
                <a:spcPts val="503"/>
              </a:spcBef>
            </a:pPr>
            <a:r>
              <a:rPr sz="1700" b="1" spc="-5" dirty="0">
                <a:latin typeface="Times New Roman"/>
                <a:cs typeface="Times New Roman"/>
              </a:rPr>
              <a:t>Eff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spc="-2" dirty="0">
                <a:latin typeface="Times New Roman"/>
                <a:cs typeface="Times New Roman"/>
              </a:rPr>
              <a:t>tiv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4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(EA</a:t>
            </a:r>
            <a:r>
              <a:rPr sz="1700" b="1" spc="-5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b="1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</a:t>
            </a:r>
            <a:r>
              <a:rPr sz="1700" dirty="0">
                <a:latin typeface="Times New Roman"/>
                <a:cs typeface="Times New Roman"/>
              </a:rPr>
              <a:t>rs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now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xplain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modes.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3276600" y="2647950"/>
            <a:ext cx="3124200" cy="609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87851-6B9A-42F7-0D96-4F4D2D88F5B7}"/>
              </a:ext>
            </a:extLst>
          </p:cNvPr>
          <p:cNvSpPr txBox="1"/>
          <p:nvPr/>
        </p:nvSpPr>
        <p:spPr>
          <a:xfrm>
            <a:off x="2322870" y="318011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6902" algn="ctr"/>
            <a:r>
              <a:rPr lang="en-US" sz="1100" i="1" dirty="0">
                <a:latin typeface="Times New Roman"/>
                <a:cs typeface="Times New Roman"/>
              </a:rPr>
              <a:t>Instru</a:t>
            </a:r>
            <a:r>
              <a:rPr lang="en-US" sz="1100" i="1" spc="-2" dirty="0">
                <a:latin typeface="Times New Roman"/>
                <a:cs typeface="Times New Roman"/>
              </a:rPr>
              <a:t>cti</a:t>
            </a:r>
            <a:r>
              <a:rPr lang="en-US" sz="1100" i="1" dirty="0">
                <a:latin typeface="Times New Roman"/>
                <a:cs typeface="Times New Roman"/>
              </a:rPr>
              <a:t>on Format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7076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4234-1957-8198-ADBF-3198CBFF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41A69-9A45-C671-634D-AC1977DEC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42F65D-2DA0-1C2F-F7D1-19C73939F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AFCBDA0-C25A-9854-36EE-0336F024C68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662B3A-8F92-8E12-E52E-059161140B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12476" y="923000"/>
            <a:ext cx="75438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2443" indent="-109651" algn="just">
              <a:spcBef>
                <a:spcPts val="495"/>
              </a:spcBef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l</a:t>
            </a:r>
            <a:r>
              <a:rPr sz="1700" b="1" spc="-5" dirty="0">
                <a:latin typeface="Times New Roman"/>
                <a:cs typeface="Times New Roman"/>
              </a:rPr>
              <a:t>ied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itly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finit</a:t>
            </a:r>
            <a:r>
              <a:rPr sz="1700" dirty="0">
                <a:latin typeface="Times New Roman"/>
                <a:cs typeface="Times New Roman"/>
              </a:rPr>
              <a:t>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"co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tor"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17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finit</a:t>
            </a:r>
            <a:r>
              <a:rPr sz="1700" dirty="0">
                <a:latin typeface="Times New Roman"/>
                <a:cs typeface="Times New Roman"/>
              </a:rPr>
              <a:t>ion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d-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>
              <a:spcBef>
                <a:spcPts val="10"/>
              </a:spcBef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115760" marR="2443" indent="-109651" algn="just"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iate</a:t>
            </a:r>
            <a:r>
              <a:rPr sz="1700" b="1" spc="29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4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immedi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mode,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ify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itself.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mpler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ds,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ield,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immedi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ntains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tual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junction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5" dirty="0">
                <a:latin typeface="Times New Roman"/>
                <a:cs typeface="Times New Roman"/>
              </a:rPr>
              <a:t>rmin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immedi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te-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ions 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lp initialize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 const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</a:t>
            </a:r>
            <a:r>
              <a:rPr sz="1700" dirty="0">
                <a:latin typeface="Times New Roman"/>
                <a:cs typeface="Times New Roman"/>
              </a:rPr>
              <a:t>e.</a:t>
            </a:r>
          </a:p>
        </p:txBody>
      </p:sp>
    </p:spTree>
    <p:extLst>
      <p:ext uri="{BB962C8B-B14F-4D97-AF65-F5344CB8AC3E}">
        <p14:creationId xmlns:p14="http://schemas.microsoft.com/office/powerpoint/2010/main" val="4253054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08DF-C1DA-87E4-0B1A-0754821E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9A3292-6CDF-5FFE-0281-A81410EC8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DF0259-3F4A-C2B5-5A5F-8B611AB7C8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8F815C1-17CF-A937-121F-CBB69D7EB39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38E29-B964-84AE-418B-2F73910C8F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D0D29DC-6B9F-0339-515B-BCA6E5746650}"/>
              </a:ext>
            </a:extLst>
          </p:cNvPr>
          <p:cNvSpPr txBox="1"/>
          <p:nvPr/>
        </p:nvSpPr>
        <p:spPr>
          <a:xfrm>
            <a:off x="838200" y="819150"/>
            <a:ext cx="75438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054" algn="just"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3.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14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Als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Mod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mode,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xist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those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side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his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sele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ield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k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dirty="0">
                <a:latin typeface="Times New Roman"/>
                <a:cs typeface="Times New Roman"/>
              </a:rPr>
              <a:t> 2k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24"/>
              </a:spcBef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6109" marR="2749" algn="just"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4.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1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nd</a:t>
            </a:r>
            <a:r>
              <a:rPr sz="1700" b="1" spc="-2" dirty="0">
                <a:latin typeface="Times New Roman"/>
                <a:cs typeface="Times New Roman"/>
              </a:rPr>
              <a:t>ire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19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ail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whos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provid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ds,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woul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inste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itself.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749" algn="just">
              <a:tabLst>
                <a:tab pos="116065" algn="l"/>
              </a:tabLst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2749" algn="just">
              <a:tabLst>
                <a:tab pos="116065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ter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quival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ifying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5" dirty="0">
                <a:latin typeface="Times New Roman"/>
                <a:cs typeface="Times New Roman"/>
              </a:rPr>
              <a:t> 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pros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cti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woul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make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ist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woul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someon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 </a:t>
            </a:r>
            <a:r>
              <a:rPr sz="1700" spc="-5" dirty="0">
                <a:latin typeface="Times New Roman"/>
                <a:cs typeface="Times New Roman"/>
              </a:rPr>
              <a:t>a 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0017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29463-E0CC-CFA6-49DE-6BF20904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7A6E8-0503-BD02-042B-F7ED1B9A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F1BAE-1155-852B-38B0-88C24CF0ED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687DF61-4644-4EED-A5C4-C74F87B2C5D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AA6646-5176-F7DB-82FC-96339FF8E9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55E8A63-EC67-E9C8-6AC6-9D989A43614B}"/>
              </a:ext>
            </a:extLst>
          </p:cNvPr>
          <p:cNvSpPr txBox="1"/>
          <p:nvPr/>
        </p:nvSpPr>
        <p:spPr>
          <a:xfrm>
            <a:off x="914400" y="1047750"/>
            <a:ext cx="72390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3360" indent="-109651" algn="just">
              <a:buFont typeface="Times New Roman"/>
              <a:buAutoNum type="arabicPeriod" startAt="5"/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Autoi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cre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2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Au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ecre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 </a:t>
            </a:r>
            <a:r>
              <a:rPr sz="1700" b="1" spc="-2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b="1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Autodec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toin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pti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dirty="0">
                <a:latin typeface="Times New Roman"/>
                <a:cs typeface="Times New Roman"/>
              </a:rPr>
              <a:t>es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obtain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usi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" dirty="0">
                <a:latin typeface="Times New Roman"/>
                <a:cs typeface="Times New Roman"/>
              </a:rPr>
              <a:t> inc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>
              <a:spcBef>
                <a:spcPts val="10"/>
              </a:spcBef>
              <a:buFont typeface="Times New Roman"/>
              <a:buAutoNum type="arabicPeriod" startAt="5"/>
            </a:pPr>
            <a:endParaRPr sz="1700" dirty="0">
              <a:latin typeface="Times New Roman"/>
              <a:cs typeface="Times New Roman"/>
            </a:endParaRPr>
          </a:p>
          <a:p>
            <a:pPr marL="115760" marR="2443" indent="-109651" algn="just">
              <a:buFont typeface="Times New Roman"/>
              <a:buAutoNum type="arabicPeriod" startAt="5"/>
              <a:tabLst>
                <a:tab pos="116065" algn="l"/>
              </a:tabLst>
            </a:pPr>
            <a:r>
              <a:rPr lang="en-US" sz="1700" b="1" spc="-7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Direc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5" dirty="0">
                <a:latin typeface="Times New Roman"/>
                <a:cs typeface="Times New Roman"/>
              </a:rPr>
              <a:t> 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side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ld.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uld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 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tual </a:t>
            </a:r>
            <a:r>
              <a:rPr sz="1700" dirty="0">
                <a:latin typeface="Times New Roman"/>
                <a:cs typeface="Times New Roman"/>
              </a:rPr>
              <a:t>b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b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1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2883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0169-7F3F-8538-C13E-76B8E586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0A20F-76FE-976D-1B57-C65427235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D7B720-243F-9EB9-6531-A72B716150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29CAAF4-7417-EF76-94EE-353A24669D3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73CD39-FC3A-EB14-510A-4F7EB3AF46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FAADB6B-B011-2E0F-30BD-16AA2A01BCB9}"/>
              </a:ext>
            </a:extLst>
          </p:cNvPr>
          <p:cNvSpPr txBox="1"/>
          <p:nvPr/>
        </p:nvSpPr>
        <p:spPr>
          <a:xfrm>
            <a:off x="914400" y="1276350"/>
            <a:ext cx="70866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7.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nd</a:t>
            </a:r>
            <a:r>
              <a:rPr sz="1700" b="1" spc="-2" dirty="0">
                <a:latin typeface="Times New Roman"/>
                <a:cs typeface="Times New Roman"/>
              </a:rPr>
              <a:t>ir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gives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 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ord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(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in) 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to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  <a:buFont typeface="Times New Roman"/>
              <a:buAutoNum type="arabicPeriod" startAt="5"/>
            </a:pPr>
            <a:endParaRPr sz="1700" dirty="0">
              <a:latin typeface="Times New Roman"/>
              <a:cs typeface="Times New Roman"/>
            </a:endParaRPr>
          </a:p>
          <a:p>
            <a:pPr marL="6109" marR="68417"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8.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x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ss</a:t>
            </a:r>
            <a:r>
              <a:rPr sz="1700" b="1" dirty="0">
                <a:latin typeface="Times New Roman"/>
                <a:cs typeface="Times New Roman"/>
              </a:rPr>
              <a:t>ing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ind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index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an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btain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the in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 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ef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-2" dirty="0">
                <a:latin typeface="Times New Roman"/>
                <a:cs typeface="Times New Roman"/>
              </a:rPr>
              <a:t> to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s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ial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consist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index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lue. 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2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’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ld </a:t>
            </a:r>
            <a:r>
              <a:rPr lang="en-US" sz="1700" spc="-5" dirty="0">
                <a:latin typeface="Times New Roman"/>
                <a:cs typeface="Times New Roman"/>
              </a:rPr>
              <a:t>de</a:t>
            </a:r>
            <a:r>
              <a:rPr lang="en-US" sz="1700" spc="-7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ines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ginni</a:t>
            </a:r>
            <a:r>
              <a:rPr lang="en-US" sz="1700" dirty="0">
                <a:latin typeface="Times New Roman"/>
                <a:cs typeface="Times New Roman"/>
              </a:rPr>
              <a:t>ng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of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ny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y.</a:t>
            </a:r>
          </a:p>
        </p:txBody>
      </p:sp>
    </p:spTree>
    <p:extLst>
      <p:ext uri="{BB962C8B-B14F-4D97-AF65-F5344CB8AC3E}">
        <p14:creationId xmlns:p14="http://schemas.microsoft.com/office/powerpoint/2010/main" val="2567476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48FF-C89D-CAFA-2A1F-B4236345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79F71-008B-D300-91F9-E176E4C4D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DAE4B-EDE8-1293-3DE6-1D74EEC358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3EC488C-CAB1-F60A-6134-ECCE1C2687F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DAA14C-9AA7-F8ED-F764-6EA7FBED02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57136" y="926810"/>
            <a:ext cx="7624864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21380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(EA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these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obta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following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tion: 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pa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+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</a:p>
          <a:p>
            <a:endParaRPr sz="1700" dirty="0">
              <a:latin typeface="Times New Roman"/>
              <a:cs typeface="Times New Roman"/>
            </a:endParaRPr>
          </a:p>
          <a:p>
            <a:pPr marL="115760" marR="3360" algn="just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ount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index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or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ter.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 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spc="-5" dirty="0">
                <a:latin typeface="Times New Roman"/>
                <a:cs typeface="Times New Roman"/>
              </a:rPr>
              <a:t>hich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for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 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appl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>
              <a:spcBef>
                <a:spcPts val="1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marR="2443" indent="-109957" algn="just"/>
            <a:r>
              <a:rPr sz="1700" b="1" dirty="0">
                <a:latin typeface="Times New Roman"/>
                <a:cs typeface="Times New Roman"/>
              </a:rPr>
              <a:t>9.  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lative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29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lative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lcul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dding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ontent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ssentially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su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disp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ace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(the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immedi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ue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on)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art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signed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positiv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lative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115760">
              <a:spcBef>
                <a:spcPts val="22"/>
              </a:spcBef>
            </a:pPr>
            <a:r>
              <a:rPr sz="1700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Disp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+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339942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D488-6851-F36E-8EB6-061BDAE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C7EF3-EB61-7549-E348-1F399E6A7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9E81D-A0C6-7EAD-BF61-AC974E8B4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7A12F24-5D0E-0C9B-913C-1C17FB1330D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CE4C61-F487-976F-0C5A-CE7C8F4621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115693" y="923000"/>
            <a:ext cx="2751707" cy="18011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2" name="object 3"/>
          <p:cNvSpPr txBox="1"/>
          <p:nvPr/>
        </p:nvSpPr>
        <p:spPr>
          <a:xfrm>
            <a:off x="795846" y="3147390"/>
            <a:ext cx="73914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731517"/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'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sy</a:t>
            </a:r>
            <a:r>
              <a:rPr sz="1700" spc="-5" dirty="0">
                <a:latin typeface="Times New Roman"/>
                <a:cs typeface="Times New Roman"/>
              </a:rPr>
              <a:t>mbolic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ntation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mode:</a:t>
            </a:r>
            <a:r>
              <a:rPr sz="1700" spc="-2" dirty="0">
                <a:latin typeface="Times New Roman"/>
                <a:cs typeface="Times New Roman"/>
              </a:rPr>
              <a:t> X</a:t>
            </a:r>
            <a:r>
              <a:rPr sz="1700" spc="-5" dirty="0">
                <a:latin typeface="Times New Roman"/>
                <a:cs typeface="Times New Roman"/>
              </a:rPr>
              <a:t>(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)</a:t>
            </a:r>
          </a:p>
          <a:p>
            <a:pPr marL="6109" marR="887900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ff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lcul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follows: </a:t>
            </a:r>
            <a:r>
              <a:rPr sz="1700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+</a:t>
            </a:r>
            <a:r>
              <a:rPr sz="1700" dirty="0">
                <a:latin typeface="Times New Roman"/>
                <a:cs typeface="Times New Roman"/>
              </a:rPr>
              <a:t> (PC)</a:t>
            </a:r>
          </a:p>
          <a:p>
            <a:pPr marL="6109" marR="2443"/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und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it'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ive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mod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4858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AA90-9497-8267-F4F2-C1281414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2F7D6-A958-76C5-D43D-458A79E1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DD7D57-71D5-F7A0-89AF-1207AD560A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DE73BC9-9B31-8A7D-44E4-AE7798EC37B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05605E-C546-913C-DA75-8A396CCEE9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BB3B66-3114-834F-CD6A-1EA6E502C8D3}"/>
              </a:ext>
            </a:extLst>
          </p:cNvPr>
          <p:cNvSpPr txBox="1"/>
          <p:nvPr/>
        </p:nvSpPr>
        <p:spPr>
          <a:xfrm>
            <a:off x="1716474" y="665844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>
              <a:spcBef>
                <a:spcPts val="406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Nu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er</a:t>
            </a:r>
            <a:r>
              <a:rPr lang="en-US" sz="1700" b="1" spc="-2" dirty="0">
                <a:latin typeface="Times New Roman"/>
                <a:cs typeface="Times New Roman"/>
              </a:rPr>
              <a:t>ical 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xa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le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for</a:t>
            </a:r>
            <a:r>
              <a:rPr lang="en-US" sz="1700" b="1" spc="-2" dirty="0">
                <a:latin typeface="Times New Roman"/>
                <a:cs typeface="Times New Roman"/>
              </a:rPr>
              <a:t> Ad</a:t>
            </a:r>
            <a:r>
              <a:rPr lang="en-US" sz="1700" b="1" spc="2" dirty="0">
                <a:latin typeface="Times New Roman"/>
                <a:cs typeface="Times New Roman"/>
              </a:rPr>
              <a:t>d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spc="-2" dirty="0">
                <a:latin typeface="Times New Roman"/>
                <a:cs typeface="Times New Roman"/>
              </a:rPr>
              <a:t>ss</a:t>
            </a:r>
            <a:r>
              <a:rPr lang="en-US" sz="1700" b="1" dirty="0">
                <a:latin typeface="Times New Roman"/>
                <a:cs typeface="Times New Roman"/>
              </a:rPr>
              <a:t>ing </a:t>
            </a:r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od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2895600" y="1128666"/>
            <a:ext cx="3505200" cy="3352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93998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7420-A2E5-B2CC-3F48-0A2FB495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5465F5-33DC-27AA-BFDF-8E7A3ABB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A84811-6C04-02DE-8DE8-1E39D81CF4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21327CC-131C-C0E4-9E76-0050C025272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3279E8-FD92-2570-A09F-5922C30DCD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5"/>
          <p:cNvSpPr/>
          <p:nvPr/>
        </p:nvSpPr>
        <p:spPr>
          <a:xfrm>
            <a:off x="2676683" y="1047750"/>
            <a:ext cx="3790633" cy="3048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2468511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F850-9690-DAE5-E742-CF49346A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74336-14CE-5884-E43A-366308B1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87A978-30EF-6B17-7179-4D53CD9427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3B2BD66-05F6-0727-0B34-4843DF0FB1C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5633D3-97B5-5D28-49FE-E2AEEFF6D2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90600" y="742950"/>
            <a:ext cx="7086600" cy="381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356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35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11"/>
              </a:spcBef>
            </a:pP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ence </a:t>
            </a:r>
            <a:r>
              <a:rPr sz="1700" b="1" spc="-2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</a:t>
            </a:r>
            <a:r>
              <a:rPr sz="1700" b="1" spc="-7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J.P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aye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ter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iz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Thi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n.</a:t>
            </a:r>
          </a:p>
          <a:p>
            <a:pPr marL="225716" indent="-109651">
              <a:spcBef>
                <a:spcPts val="44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ano,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em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</a:t>
            </a:r>
            <a:r>
              <a:rPr sz="1700" dirty="0">
                <a:latin typeface="Times New Roman"/>
                <a:cs typeface="Times New Roman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rd E</a:t>
            </a:r>
            <a:r>
              <a:rPr sz="1700" spc="-7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ion, </a:t>
            </a:r>
            <a:r>
              <a:rPr sz="1700" spc="-7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2" dirty="0">
                <a:latin typeface="Times New Roman"/>
                <a:cs typeface="Times New Roman"/>
              </a:rPr>
              <a:t>Ha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St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ngs,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W.,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“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mp</a:t>
            </a:r>
            <a:r>
              <a:rPr lang="en-US" sz="1700" spc="-7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10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rga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iz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ti</a:t>
            </a:r>
            <a:r>
              <a:rPr lang="en-US" sz="1700" spc="-7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and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”, Ei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dirty="0">
                <a:latin typeface="Times New Roman"/>
                <a:cs typeface="Times New Roman"/>
              </a:rPr>
              <a:t>hth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5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tio</a:t>
            </a:r>
            <a:r>
              <a:rPr lang="en-US" sz="1700" spc="-7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Pe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so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Educa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ion.</a:t>
            </a:r>
          </a:p>
          <a:p>
            <a:pPr marL="6109">
              <a:spcBef>
                <a:spcPts val="409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T</a:t>
            </a:r>
            <a:r>
              <a:rPr lang="en-US" sz="1700" b="1" dirty="0">
                <a:latin typeface="Times New Roman"/>
                <a:cs typeface="Times New Roman"/>
              </a:rPr>
              <a:t>ext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7" dirty="0">
                <a:latin typeface="Times New Roman"/>
                <a:cs typeface="Times New Roman"/>
              </a:rPr>
              <a:t>s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9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 err="1">
                <a:latin typeface="Times New Roman"/>
                <a:cs typeface="Times New Roman"/>
              </a:rPr>
              <a:t>C</a:t>
            </a:r>
            <a:r>
              <a:rPr lang="en-US" sz="1700" dirty="0" err="1">
                <a:latin typeface="Times New Roman"/>
                <a:cs typeface="Times New Roman"/>
              </a:rPr>
              <a:t>a</a:t>
            </a:r>
            <a:r>
              <a:rPr lang="en-US" sz="1700" spc="2" dirty="0" err="1">
                <a:latin typeface="Times New Roman"/>
                <a:cs typeface="Times New Roman"/>
              </a:rPr>
              <a:t>r</a:t>
            </a:r>
            <a:r>
              <a:rPr lang="en-US" sz="1700" dirty="0" err="1">
                <a:latin typeface="Times New Roman"/>
                <a:cs typeface="Times New Roman"/>
              </a:rPr>
              <a:t>pi</a:t>
            </a:r>
            <a:r>
              <a:rPr lang="en-US" sz="1700" spc="-7" dirty="0" err="1">
                <a:latin typeface="Times New Roman"/>
                <a:cs typeface="Times New Roman"/>
              </a:rPr>
              <a:t>n</a:t>
            </a:r>
            <a:r>
              <a:rPr lang="en-US" sz="1700" dirty="0" err="1">
                <a:latin typeface="Times New Roman"/>
                <a:cs typeface="Times New Roman"/>
              </a:rPr>
              <a:t>e</a:t>
            </a:r>
            <a:r>
              <a:rPr lang="en-US" sz="1700" spc="-5" dirty="0" err="1">
                <a:latin typeface="Times New Roman"/>
                <a:cs typeface="Times New Roman"/>
              </a:rPr>
              <a:t>l</a:t>
            </a:r>
            <a:r>
              <a:rPr lang="en-US" sz="1700" dirty="0" err="1">
                <a:latin typeface="Times New Roman"/>
                <a:cs typeface="Times New Roman"/>
              </a:rPr>
              <a:t>li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J.D</a:t>
            </a:r>
            <a:r>
              <a:rPr lang="en-US" sz="1700" dirty="0">
                <a:latin typeface="Times New Roman"/>
                <a:cs typeface="Times New Roman"/>
              </a:rPr>
              <a:t>,”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om</a:t>
            </a:r>
            <a:r>
              <a:rPr lang="en-US" sz="1700" spc="-7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ut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ms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rga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z</a:t>
            </a:r>
            <a:r>
              <a:rPr lang="en-US" sz="170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ion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&amp;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rch</a:t>
            </a:r>
            <a:r>
              <a:rPr lang="en-US" sz="1700" spc="-5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c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”,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Fo</a:t>
            </a:r>
            <a:r>
              <a:rPr lang="en-US" sz="1700" spc="-7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rth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Ed</a:t>
            </a:r>
            <a:r>
              <a:rPr lang="en-US" sz="1700" spc="-5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ti</a:t>
            </a:r>
            <a:r>
              <a:rPr lang="en-US" sz="1700" spc="-7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n,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ddi</a:t>
            </a:r>
            <a:r>
              <a:rPr lang="en-US" sz="1700" spc="-7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on We</a:t>
            </a:r>
            <a:r>
              <a:rPr lang="en-US" sz="1700" spc="-7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ley.</a:t>
            </a:r>
          </a:p>
          <a:p>
            <a:pPr marL="225716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Pa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on 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enn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sy,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“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omp</a:t>
            </a:r>
            <a:r>
              <a:rPr lang="en-US" sz="1700" spc="-7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ter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tur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”,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 Edi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ion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 err="1">
                <a:latin typeface="Times New Roman"/>
                <a:cs typeface="Times New Roman"/>
              </a:rPr>
              <a:t>M</a:t>
            </a:r>
            <a:r>
              <a:rPr lang="en-US" sz="1700" spc="-5" dirty="0" err="1">
                <a:latin typeface="Times New Roman"/>
                <a:cs typeface="Times New Roman"/>
              </a:rPr>
              <a:t>o</a:t>
            </a:r>
            <a:r>
              <a:rPr lang="en-US" sz="1700" dirty="0" err="1">
                <a:latin typeface="Times New Roman"/>
                <a:cs typeface="Times New Roman"/>
              </a:rPr>
              <a:t>rgaon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K</a:t>
            </a:r>
            <a:r>
              <a:rPr lang="en-US" sz="1700" dirty="0">
                <a:latin typeface="Times New Roman"/>
                <a:cs typeface="Times New Roman"/>
              </a:rPr>
              <a:t>au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an.</a:t>
            </a:r>
          </a:p>
        </p:txBody>
      </p:sp>
    </p:spTree>
    <p:extLst>
      <p:ext uri="{BB962C8B-B14F-4D97-AF65-F5344CB8AC3E}">
        <p14:creationId xmlns:p14="http://schemas.microsoft.com/office/powerpoint/2010/main" val="900678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8E3B-7EE3-7EE4-83C3-CEC8E86F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4A199-3C7C-1507-0F52-0C027FB0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F4D18-118F-6C89-541C-828D305177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E1058D1-A99D-F54E-CAAF-2D39977E320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488C0E-D930-F652-9D86-B0998C4A77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78EC82DC-BBB4-EAE2-F6FD-F1937AF3D469}"/>
              </a:ext>
            </a:extLst>
          </p:cNvPr>
          <p:cNvSpPr txBox="1"/>
          <p:nvPr/>
        </p:nvSpPr>
        <p:spPr>
          <a:xfrm>
            <a:off x="990600" y="742950"/>
            <a:ext cx="7086600" cy="3031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9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f</a:t>
            </a:r>
            <a:r>
              <a:rPr lang="en-US" sz="1700" b="1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ence</a:t>
            </a: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Web</a:t>
            </a:r>
            <a:r>
              <a:rPr lang="en-US" sz="1700" b="1" spc="-7" dirty="0">
                <a:latin typeface="Times New Roman"/>
                <a:cs typeface="Times New Roman"/>
              </a:rPr>
              <a:t>s</a:t>
            </a:r>
            <a:r>
              <a:rPr lang="en-US" sz="1700" b="1" dirty="0">
                <a:latin typeface="Times New Roman"/>
                <a:cs typeface="Times New Roman"/>
              </a:rPr>
              <a:t>i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dirty="0">
                <a:latin typeface="Times New Roman"/>
                <a:cs typeface="Times New Roman"/>
              </a:rPr>
              <a:t>e</a:t>
            </a:r>
          </a:p>
          <a:p>
            <a:pPr marL="6109">
              <a:spcBef>
                <a:spcPts val="409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//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www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tud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y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to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ight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mpu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spc="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ch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u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ddre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gm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de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st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ru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ti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on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cyc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: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www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.e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e.p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lyu.e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u.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k/~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nyhc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an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add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de.p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f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b="1" spc="2" dirty="0">
                <a:latin typeface="Times New Roman"/>
                <a:cs typeface="Times New Roman"/>
              </a:rPr>
              <a:t>V</a:t>
            </a:r>
            <a:r>
              <a:rPr lang="en-US" sz="1700" b="1" dirty="0">
                <a:latin typeface="Times New Roman"/>
                <a:cs typeface="Times New Roman"/>
              </a:rPr>
              <a:t>i</a:t>
            </a:r>
            <a:r>
              <a:rPr lang="en-US" sz="1700" b="1" spc="-7" dirty="0">
                <a:latin typeface="Times New Roman"/>
                <a:cs typeface="Times New Roman"/>
              </a:rPr>
              <a:t>d</a:t>
            </a:r>
            <a:r>
              <a:rPr lang="en-US" sz="1700" b="1" dirty="0">
                <a:latin typeface="Times New Roman"/>
                <a:cs typeface="Times New Roman"/>
              </a:rPr>
              <a:t>eo </a:t>
            </a:r>
            <a:r>
              <a:rPr lang="en-US" sz="1700" b="1" spc="-2" dirty="0">
                <a:latin typeface="Times New Roman"/>
                <a:cs typeface="Times New Roman"/>
              </a:rPr>
              <a:t>Re</a:t>
            </a:r>
            <a:r>
              <a:rPr lang="en-US" sz="1700" b="1" spc="-5" dirty="0">
                <a:latin typeface="Times New Roman"/>
                <a:cs typeface="Times New Roman"/>
              </a:rPr>
              <a:t>f</a:t>
            </a:r>
            <a:r>
              <a:rPr lang="en-US" sz="1700" b="1" dirty="0">
                <a:latin typeface="Times New Roman"/>
                <a:cs typeface="Times New Roman"/>
              </a:rPr>
              <a:t>ere</a:t>
            </a:r>
            <a:r>
              <a:rPr lang="en-US" sz="1700" b="1" spc="-7" dirty="0">
                <a:latin typeface="Times New Roman"/>
                <a:cs typeface="Times New Roman"/>
              </a:rPr>
              <a:t>n</a:t>
            </a:r>
            <a:r>
              <a:rPr lang="en-US" sz="1700" b="1" dirty="0">
                <a:latin typeface="Times New Roman"/>
                <a:cs typeface="Times New Roman"/>
              </a:rPr>
              <a:t>ces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9"/>
              </a:spcBef>
              <a:buSzPct val="90909"/>
              <a:buFont typeface="Symbol"/>
              <a:buChar char=""/>
              <a:tabLst>
                <a:tab pos="226022" algn="l"/>
              </a:tabLst>
            </a:pP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htt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p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//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www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.yo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u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tub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/w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ch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?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v=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l_g3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t66xA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90909"/>
              <a:buFont typeface="Symbol"/>
              <a:buChar char=""/>
              <a:tabLst>
                <a:tab pos="226022" algn="l"/>
              </a:tabLst>
            </a:pP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htt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p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//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www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.yo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u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tub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.c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o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m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/w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t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ch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?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v=_C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H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4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c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m5Ph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K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8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5716" indent="-109651">
              <a:buSzPct val="90909"/>
              <a:buFont typeface="Symbol"/>
              <a:buChar char=""/>
              <a:tabLst>
                <a:tab pos="226022" algn="l"/>
              </a:tabLst>
            </a:pP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79456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160</TotalTime>
  <Words>2360</Words>
  <Application>Microsoft Office PowerPoint</Application>
  <PresentationFormat>On-screen Show (16:9)</PresentationFormat>
  <Paragraphs>163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Calibri Light</vt:lpstr>
      <vt:lpstr>Courier New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2024-12-20T11:33:12Z</dcterms:created>
  <dcterms:modified xsi:type="dcterms:W3CDTF">2024-12-23T12:53:52Z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