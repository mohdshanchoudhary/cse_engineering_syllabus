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18"/>
  </p:notesMasterIdLst>
  <p:sldIdLst>
    <p:sldId id="265" r:id="rId2"/>
    <p:sldId id="428" r:id="rId3"/>
    <p:sldId id="432" r:id="rId4"/>
    <p:sldId id="433" r:id="rId5"/>
    <p:sldId id="434" r:id="rId6"/>
    <p:sldId id="435" r:id="rId7"/>
    <p:sldId id="436" r:id="rId8"/>
    <p:sldId id="429" r:id="rId9"/>
    <p:sldId id="437" r:id="rId10"/>
    <p:sldId id="438" r:id="rId11"/>
    <p:sldId id="439" r:id="rId12"/>
    <p:sldId id="430" r:id="rId13"/>
    <p:sldId id="440" r:id="rId14"/>
    <p:sldId id="441" r:id="rId15"/>
    <p:sldId id="431" r:id="rId16"/>
    <p:sldId id="444" r:id="rId17"/>
  </p:sldIdLst>
  <p:sldSz cx="9144000" cy="5143500" type="screen16x9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5" userDrawn="1">
          <p15:clr>
            <a:srgbClr val="A4A3A4"/>
          </p15:clr>
        </p15:guide>
        <p15:guide id="2" pos="2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874" y="67"/>
      </p:cViewPr>
      <p:guideLst>
        <p:guide orient="horz" pos="1385"/>
        <p:guide pos="26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169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3644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03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1489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999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57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655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467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031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715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618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698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7827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javatpoint.com/rom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www.ics.p.lodz.pl/~dpuchala/CompArch/Lecture_6.pdf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studytonight.com/computer-architecture/memory-organization" TargetMode="External"/><Relationship Id="rId5" Type="http://schemas.openxmlformats.org/officeDocument/2006/relationships/image" Target="../media/image5.png"/><Relationship Id="rId10" Type="http://schemas.openxmlformats.org/officeDocument/2006/relationships/hyperlink" Target="https://www.youtube.com/watch?v=LI7gAVkxjAs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www.youtube.com/watch?v=gGAMvn4vV4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FCF30-EF72-A459-B1F4-E2DD160D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6354A7-7091-D91A-A7E7-7B5DF5BDC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67096D5-CA38-0859-FAF8-58F7984BD00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233E20-ECE4-6406-DB92-ABF9EA9DFD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664002-4AA4-31D1-E101-4DF5A585878C}"/>
              </a:ext>
            </a:extLst>
          </p:cNvPr>
          <p:cNvSpPr txBox="1"/>
          <p:nvPr/>
        </p:nvSpPr>
        <p:spPr>
          <a:xfrm>
            <a:off x="961776" y="1435538"/>
            <a:ext cx="7220448" cy="1897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39826">
              <a:defRPr/>
            </a:pPr>
            <a:r>
              <a:rPr lang="en-US" sz="2597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University Institute of Engineering</a:t>
            </a:r>
            <a:endParaRPr lang="en-US" sz="2597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26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Department of Computer Science &amp; Engineering</a:t>
            </a:r>
          </a:p>
          <a:p>
            <a:pPr algn="ctr" defTabSz="439826">
              <a:defRPr/>
            </a:pP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439826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&amp; ARCHITECTURE</a:t>
            </a: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26">
              <a:lnSpc>
                <a:spcPct val="90000"/>
              </a:lnSpc>
              <a:spcBef>
                <a:spcPts val="606"/>
              </a:spcBef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(23CST-204/23ITT-204)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7016100-A7B3-0379-C4B5-D13BB8B70B9B}"/>
              </a:ext>
            </a:extLst>
          </p:cNvPr>
          <p:cNvSpPr txBox="1">
            <a:spLocks/>
          </p:cNvSpPr>
          <p:nvPr/>
        </p:nvSpPr>
        <p:spPr>
          <a:xfrm>
            <a:off x="304800" y="3655677"/>
            <a:ext cx="2364055" cy="1039831"/>
          </a:xfrm>
          <a:prstGeom prst="rect">
            <a:avLst/>
          </a:prstGeom>
        </p:spPr>
        <p:txBody>
          <a:bodyPr vert="horz" lIns="43982" tIns="21991" rIns="43982" bIns="21991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5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SHIKHA ATWAL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E11186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BE-CSE</a:t>
            </a:r>
          </a:p>
        </p:txBody>
      </p:sp>
    </p:spTree>
    <p:extLst>
      <p:ext uri="{BB962C8B-B14F-4D97-AF65-F5344CB8AC3E}">
        <p14:creationId xmlns:p14="http://schemas.microsoft.com/office/powerpoint/2010/main" val="127363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935A4-2A42-E228-2886-1D9A3D696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0CCEE9-B82E-EA12-9D2D-7CF505628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E35F0B-C3BA-AD76-6DD2-299C3070E1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2FF333A-497E-8BEC-ECA8-E4F1C5354E1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0FFB0C-7704-03E3-84DF-0156B309CED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14400" y="742950"/>
            <a:ext cx="7391400" cy="3867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1737925" algn="ctr"/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2" dirty="0">
                <a:latin typeface="Times New Roman"/>
                <a:cs typeface="Times New Roman"/>
              </a:rPr>
              <a:t>YP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S </a:t>
            </a:r>
            <a:r>
              <a:rPr sz="1700" b="1" spc="-5" dirty="0">
                <a:latin typeface="Times New Roman"/>
                <a:cs typeface="Times New Roman"/>
              </a:rPr>
              <a:t>OF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ORY</a:t>
            </a:r>
            <a:endParaRPr sz="1700" dirty="0">
              <a:latin typeface="Times New Roman"/>
              <a:cs typeface="Times New Roman"/>
            </a:endParaRPr>
          </a:p>
          <a:p>
            <a:pPr marL="6109" marR="3054" algn="just">
              <a:spcBef>
                <a:spcPts val="397"/>
              </a:spcBef>
            </a:pPr>
            <a:endParaRPr lang="en-US" sz="1700" spc="-2" dirty="0">
              <a:latin typeface="Times New Roman"/>
              <a:cs typeface="Times New Roman"/>
            </a:endParaRPr>
          </a:p>
          <a:p>
            <a:pPr marL="6109" marR="3054" algn="just">
              <a:spcBef>
                <a:spcPts val="397"/>
              </a:spcBef>
            </a:pPr>
            <a:r>
              <a:rPr sz="1700" spc="-2" dirty="0">
                <a:latin typeface="Times New Roman"/>
                <a:cs typeface="Times New Roman"/>
              </a:rPr>
              <a:t>Me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major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rt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tegorie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types.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bes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sto</a:t>
            </a:r>
            <a:r>
              <a:rPr sz="1700" spc="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 the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us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-2" dirty="0">
                <a:latin typeface="Times New Roman"/>
                <a:cs typeface="Times New Roman"/>
              </a:rPr>
              <a:t> to sa</a:t>
            </a:r>
            <a:r>
              <a:rPr sz="1700" spc="-5" dirty="0">
                <a:latin typeface="Times New Roman"/>
                <a:cs typeface="Times New Roman"/>
              </a:rPr>
              <a:t>ve</a:t>
            </a:r>
            <a:r>
              <a:rPr sz="1700" spc="-2" dirty="0">
                <a:latin typeface="Times New Roman"/>
                <a:cs typeface="Times New Roman"/>
              </a:rPr>
              <a:t> info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mation,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</a:t>
            </a:r>
            <a:r>
              <a:rPr sz="1700" spc="-7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gr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and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tc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5" dirty="0">
                <a:latin typeface="Times New Roman"/>
                <a:cs typeface="Times New Roman"/>
              </a:rPr>
              <a:t>The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uter</a:t>
            </a:r>
            <a:r>
              <a:rPr sz="1700" spc="-5" dirty="0">
                <a:latin typeface="Times New Roman"/>
                <a:cs typeface="Times New Roman"/>
              </a:rPr>
              <a:t> memor</a:t>
            </a:r>
            <a:r>
              <a:rPr sz="1700" dirty="0">
                <a:latin typeface="Times New Roman"/>
                <a:cs typeface="Times New Roman"/>
              </a:rPr>
              <a:t>y of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kinds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storage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media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som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them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tempora</a:t>
            </a:r>
            <a:r>
              <a:rPr sz="1700" spc="-2" dirty="0">
                <a:latin typeface="Times New Roman"/>
                <a:cs typeface="Times New Roman"/>
              </a:rPr>
              <a:t>rily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som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them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5" dirty="0">
                <a:latin typeface="Times New Roman"/>
                <a:cs typeface="Times New Roman"/>
              </a:rPr>
              <a:t>store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ntl</a:t>
            </a:r>
            <a:r>
              <a:rPr sz="1700" dirty="0">
                <a:latin typeface="Times New Roman"/>
                <a:cs typeface="Times New Roman"/>
              </a:rPr>
              <a:t>y.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Me</a:t>
            </a:r>
            <a:r>
              <a:rPr sz="1700" dirty="0">
                <a:latin typeface="Times New Roman"/>
                <a:cs typeface="Times New Roman"/>
              </a:rPr>
              <a:t>mory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onsist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sa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through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 </a:t>
            </a:r>
            <a:r>
              <a:rPr sz="1700" spc="-7" dirty="0">
                <a:latin typeface="Times New Roman"/>
                <a:cs typeface="Times New Roman"/>
              </a:rPr>
              <a:t>Uni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(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U</a:t>
            </a:r>
            <a:r>
              <a:rPr sz="1700" spc="-5" dirty="0">
                <a:latin typeface="Times New Roman"/>
                <a:cs typeface="Times New Roman"/>
              </a:rPr>
              <a:t>)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>
              <a:spcBef>
                <a:spcPts val="9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b="1" dirty="0">
                <a:latin typeface="Times New Roman"/>
                <a:cs typeface="Times New Roman"/>
              </a:rPr>
              <a:t>1. </a:t>
            </a:r>
            <a:r>
              <a:rPr sz="1700" b="1" spc="-5" dirty="0">
                <a:latin typeface="Times New Roman"/>
                <a:cs typeface="Times New Roman"/>
              </a:rPr>
              <a:t>P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im</a:t>
            </a:r>
            <a:r>
              <a:rPr sz="1700" b="1" spc="-5" dirty="0">
                <a:latin typeface="Times New Roman"/>
                <a:cs typeface="Times New Roman"/>
              </a:rPr>
              <a:t>a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</a:t>
            </a:r>
            <a:endParaRPr sz="1700" dirty="0">
              <a:latin typeface="Times New Roman"/>
              <a:cs typeface="Times New Roman"/>
            </a:endParaRPr>
          </a:p>
          <a:p>
            <a:pPr marL="6109" marR="3665" algn="just">
              <a:spcBef>
                <a:spcPts val="385"/>
              </a:spcBef>
            </a:pPr>
            <a:endParaRPr lang="en-US" sz="1700" spc="-2" dirty="0">
              <a:latin typeface="Times New Roman"/>
              <a:cs typeface="Times New Roman"/>
            </a:endParaRPr>
          </a:p>
          <a:p>
            <a:pPr marL="6109" marR="3665" algn="just">
              <a:spcBef>
                <a:spcPts val="385"/>
              </a:spcBef>
            </a:pPr>
            <a:r>
              <a:rPr sz="1700" spc="-2" dirty="0">
                <a:latin typeface="Times New Roman"/>
                <a:cs typeface="Times New Roman"/>
              </a:rPr>
              <a:t>Als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known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main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r,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ommunic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tes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dire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cac</a:t>
            </a:r>
            <a:r>
              <a:rPr sz="1700" spc="5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uxilia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y.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ows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immedi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ces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tempora</a:t>
            </a:r>
            <a:r>
              <a:rPr sz="1700" dirty="0">
                <a:latin typeface="Times New Roman"/>
                <a:cs typeface="Times New Roman"/>
              </a:rPr>
              <a:t>ry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slo</a:t>
            </a:r>
            <a:r>
              <a:rPr sz="1700" dirty="0">
                <a:latin typeface="Times New Roman"/>
                <a:cs typeface="Times New Roman"/>
              </a:rPr>
              <a:t>ts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other </a:t>
            </a:r>
            <a:r>
              <a:rPr sz="1700" spc="-5" dirty="0">
                <a:latin typeface="Times New Roman"/>
                <a:cs typeface="Times New Roman"/>
              </a:rPr>
              <a:t>storage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ons.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This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type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k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ps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dirty="0">
                <a:latin typeface="Times New Roman"/>
                <a:cs typeface="Times New Roman"/>
              </a:rPr>
              <a:t>rog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ms </a:t>
            </a:r>
            <a:r>
              <a:rPr sz="1700" spc="-2" dirty="0">
                <a:latin typeface="Times New Roman"/>
                <a:cs typeface="Times New Roman"/>
              </a:rPr>
              <a:t>wh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tive to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them.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04410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549ED-2249-6554-B62F-2F9856FC9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24A762-B2F9-94B6-B13B-259660D0E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119741-507C-5A4B-C575-466EED12F4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F718FFCE-31ED-0759-733E-A412D6DBD60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BB618E-EB89-B6D3-1D62-D845B13FEAF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4A802161-1F1E-CF47-511C-7E2A368E8FE7}"/>
              </a:ext>
            </a:extLst>
          </p:cNvPr>
          <p:cNvSpPr txBox="1"/>
          <p:nvPr/>
        </p:nvSpPr>
        <p:spPr>
          <a:xfrm>
            <a:off x="934396" y="942050"/>
            <a:ext cx="7295204" cy="27699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443" algn="just">
              <a:spcBef>
                <a:spcPts val="387"/>
              </a:spcBef>
            </a:pP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progr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tiv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ted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uti</a:t>
            </a:r>
            <a:r>
              <a:rPr sz="1700" dirty="0">
                <a:latin typeface="Times New Roman"/>
                <a:cs typeface="Times New Roman"/>
              </a:rPr>
              <a:t>on,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loads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5" dirty="0">
                <a:latin typeface="Times New Roman"/>
                <a:cs typeface="Times New Roman"/>
              </a:rPr>
              <a:t>struc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se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ond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ry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main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star</a:t>
            </a:r>
            <a:r>
              <a:rPr sz="1700" spc="-2" dirty="0">
                <a:latin typeface="Times New Roman"/>
                <a:cs typeface="Times New Roman"/>
              </a:rPr>
              <a:t>ts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uti</a:t>
            </a:r>
            <a:r>
              <a:rPr sz="1700" dirty="0">
                <a:latin typeface="Times New Roman"/>
                <a:cs typeface="Times New Roman"/>
              </a:rPr>
              <a:t>on.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volatile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due</a:t>
            </a:r>
            <a:r>
              <a:rPr sz="1700" spc="-2" dirty="0">
                <a:latin typeface="Times New Roman"/>
                <a:cs typeface="Times New Roman"/>
              </a:rPr>
              <a:t> to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ny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uns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ata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lost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pow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cut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cc</a:t>
            </a:r>
            <a:r>
              <a:rPr sz="1700" dirty="0">
                <a:latin typeface="Times New Roman"/>
                <a:cs typeface="Times New Roman"/>
              </a:rPr>
              <a:t>urs.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5" dirty="0">
                <a:latin typeface="Times New Roman"/>
                <a:cs typeface="Times New Roman"/>
              </a:rPr>
              <a:t>rim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ry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</a:t>
            </a:r>
            <a:r>
              <a:rPr sz="1700" spc="7" dirty="0">
                <a:latin typeface="Times New Roman"/>
                <a:cs typeface="Times New Roman"/>
              </a:rPr>
              <a:t>m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ry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two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types: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M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OM.</a:t>
            </a:r>
            <a:endParaRPr lang="en-US" sz="1700" spc="-2" dirty="0">
              <a:latin typeface="Times New Roman"/>
              <a:cs typeface="Times New Roman"/>
            </a:endParaRPr>
          </a:p>
          <a:p>
            <a:pPr marL="6109" marR="2443" algn="just">
              <a:spcBef>
                <a:spcPts val="387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116065" algn="just">
              <a:spcBef>
                <a:spcPts val="409"/>
              </a:spcBef>
            </a:pPr>
            <a:r>
              <a:rPr sz="1700" b="1" dirty="0">
                <a:latin typeface="Times New Roman"/>
                <a:cs typeface="Times New Roman"/>
              </a:rPr>
              <a:t>1.1 </a:t>
            </a:r>
            <a:r>
              <a:rPr sz="1700" b="1" spc="-2" dirty="0">
                <a:latin typeface="Times New Roman"/>
                <a:cs typeface="Times New Roman"/>
              </a:rPr>
              <a:t>RA</a:t>
            </a:r>
            <a:r>
              <a:rPr sz="1700" b="1" spc="-7" dirty="0">
                <a:latin typeface="Times New Roman"/>
                <a:cs typeface="Times New Roman"/>
              </a:rPr>
              <a:t>M</a:t>
            </a:r>
            <a:endParaRPr sz="1700" dirty="0">
              <a:latin typeface="Times New Roman"/>
              <a:cs typeface="Times New Roman"/>
            </a:endParaRPr>
          </a:p>
          <a:p>
            <a:pPr marL="116065" marR="3054" algn="just">
              <a:spcBef>
                <a:spcPts val="387"/>
              </a:spcBef>
            </a:pP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 is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</a:t>
            </a:r>
            <a:r>
              <a:rPr sz="1700" spc="-5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tempora</a:t>
            </a:r>
            <a:r>
              <a:rPr sz="1700" spc="-2" dirty="0">
                <a:latin typeface="Times New Roman"/>
                <a:cs typeface="Times New Roman"/>
              </a:rPr>
              <a:t>rily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prog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ms.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ste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rt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main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7" dirty="0">
                <a:latin typeface="Times New Roman"/>
                <a:cs typeface="Times New Roman"/>
              </a:rPr>
              <a:t> whic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 ca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7" dirty="0">
                <a:latin typeface="Times New Roman"/>
                <a:cs typeface="Times New Roman"/>
              </a:rPr>
              <a:t> ac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gr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ms </a:t>
            </a:r>
            <a:r>
              <a:rPr sz="1700" spc="-2" dirty="0">
                <a:latin typeface="Times New Roman"/>
                <a:cs typeface="Times New Roman"/>
              </a:rPr>
              <a:t>until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spc="-7" dirty="0">
                <a:latin typeface="Times New Roman"/>
                <a:cs typeface="Times New Roman"/>
              </a:rPr>
              <a:t>swi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on.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M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dirty="0">
                <a:latin typeface="Times New Roman"/>
                <a:cs typeface="Times New Roman"/>
              </a:rPr>
              <a:t>of two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types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M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S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AM.</a:t>
            </a:r>
            <a:endParaRPr lang="en-US" sz="1700" spc="-2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47471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529A0-E864-A5FB-587F-D35E350CE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331940-8F50-A647-A60A-DEF67638C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959D87-FAC0-ECC5-378C-0C9BF27EA8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88BCD0A8-B170-2940-B08D-CE90C96F290D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EAB0AF-CE9A-1C48-380B-1A9E63F8C16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07496984-CA8A-66D0-11A4-871AEE036229}"/>
              </a:ext>
            </a:extLst>
          </p:cNvPr>
          <p:cNvSpPr txBox="1"/>
          <p:nvPr/>
        </p:nvSpPr>
        <p:spPr>
          <a:xfrm>
            <a:off x="934396" y="942050"/>
            <a:ext cx="7295204" cy="1308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5716" marR="2443" indent="-109651" algn="just">
              <a:spcBef>
                <a:spcPts val="387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DRA</a:t>
            </a:r>
            <a:r>
              <a:rPr sz="1700" dirty="0">
                <a:latin typeface="Times New Roman"/>
                <a:cs typeface="Times New Roman"/>
              </a:rPr>
              <a:t>M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(Dyn</a:t>
            </a:r>
            <a:r>
              <a:rPr sz="1700" spc="-5" dirty="0">
                <a:latin typeface="Times New Roman"/>
                <a:cs typeface="Times New Roman"/>
              </a:rPr>
              <a:t>amic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ndo</a:t>
            </a:r>
            <a:r>
              <a:rPr sz="1700" spc="-2" dirty="0">
                <a:latin typeface="Times New Roman"/>
                <a:cs typeface="Times New Roman"/>
              </a:rPr>
              <a:t>m-A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Me</a:t>
            </a:r>
            <a:r>
              <a:rPr sz="1700" spc="-5" dirty="0">
                <a:latin typeface="Times New Roman"/>
                <a:cs typeface="Times New Roman"/>
              </a:rPr>
              <a:t>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5" dirty="0">
                <a:latin typeface="Times New Roman"/>
                <a:cs typeface="Times New Roman"/>
              </a:rPr>
              <a:t>)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type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M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 </a:t>
            </a:r>
            <a:r>
              <a:rPr sz="1700" spc="-5" dirty="0">
                <a:latin typeface="Times New Roman"/>
                <a:cs typeface="Times New Roman"/>
              </a:rPr>
              <a:t>dyn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mic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storag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ry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DRA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onsist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on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-bit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info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mati</a:t>
            </a:r>
            <a:r>
              <a:rPr sz="1700" spc="-10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n.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ompos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nsis</a:t>
            </a:r>
            <a:r>
              <a:rPr sz="1700" spc="-2" dirty="0">
                <a:latin typeface="Times New Roman"/>
                <a:cs typeface="Times New Roman"/>
              </a:rPr>
              <a:t>tor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or.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This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nsis</a:t>
            </a:r>
            <a:r>
              <a:rPr sz="1700" spc="-2" dirty="0">
                <a:latin typeface="Times New Roman"/>
                <a:cs typeface="Times New Roman"/>
              </a:rPr>
              <a:t>tor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xtr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mely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smal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size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onti</a:t>
            </a:r>
            <a:r>
              <a:rPr sz="1700" dirty="0">
                <a:latin typeface="Times New Roman"/>
                <a:cs typeface="Times New Roman"/>
              </a:rPr>
              <a:t>nuous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tain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orm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since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volatil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EABC44-F28A-1A88-86F5-107B3FB429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5520" y="2419350"/>
            <a:ext cx="4735513" cy="198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541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D611C-59D9-B9F0-1396-7B06A2EF2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FD3326-152D-7576-C47A-8D01B4D07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4F630F-11B0-7AA7-A2DA-EB97F48390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94C45655-87DD-2BFD-A09C-FD52CB5D3C8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247023-39DC-036D-7428-FB3D0D9A69E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5B225511-D1E1-3A4C-80AD-C072F3793788}"/>
              </a:ext>
            </a:extLst>
          </p:cNvPr>
          <p:cNvSpPr txBox="1"/>
          <p:nvPr/>
        </p:nvSpPr>
        <p:spPr>
          <a:xfrm>
            <a:off x="934396" y="942050"/>
            <a:ext cx="7295204" cy="1046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5716" marR="3665" indent="-109651" algn="just">
              <a:spcBef>
                <a:spcPts val="387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M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(Static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ndo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-A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mory)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type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M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tic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mains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tive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until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there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supp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y.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</a:t>
            </a:r>
            <a:r>
              <a:rPr sz="1700" dirty="0">
                <a:latin typeface="Times New Roman"/>
                <a:cs typeface="Times New Roman"/>
              </a:rPr>
              <a:t>z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hip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holds</a:t>
            </a:r>
            <a:r>
              <a:rPr sz="1700" dirty="0">
                <a:latin typeface="Times New Roman"/>
                <a:cs typeface="Times New Roman"/>
              </a:rPr>
              <a:t> less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DR</a:t>
            </a:r>
            <a:r>
              <a:rPr sz="1700" spc="2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7" dirty="0">
                <a:latin typeface="Times New Roman"/>
                <a:cs typeface="Times New Roman"/>
              </a:rPr>
              <a:t>Unl</a:t>
            </a:r>
            <a:r>
              <a:rPr sz="1700" spc="-2" dirty="0">
                <a:latin typeface="Times New Roman"/>
                <a:cs typeface="Times New Roman"/>
              </a:rPr>
              <a:t>ike DRAM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do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not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quire</a:t>
            </a:r>
            <a:r>
              <a:rPr sz="1700" spc="-5" dirty="0">
                <a:latin typeface="Times New Roman"/>
                <a:cs typeface="Times New Roman"/>
              </a:rPr>
              <a:t> a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onti</a:t>
            </a:r>
            <a:r>
              <a:rPr sz="1700" dirty="0">
                <a:latin typeface="Times New Roman"/>
                <a:cs typeface="Times New Roman"/>
              </a:rPr>
              <a:t>nuous</a:t>
            </a:r>
            <a:r>
              <a:rPr sz="1700" spc="-2" dirty="0">
                <a:latin typeface="Times New Roman"/>
                <a:cs typeface="Times New Roman"/>
              </a:rPr>
              <a:t> 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fr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sh.</a:t>
            </a:r>
            <a:endParaRPr sz="1700" dirty="0">
              <a:latin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444959-700C-DF30-809B-0D007DFBCA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0" y="1988490"/>
            <a:ext cx="3714750" cy="251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472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0A601-5AA3-6E98-D1CC-25926070E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894576-02EF-E8EB-8475-42F300039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316F16-289A-24CE-DCA7-182DBA0EB3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A909A6F-87BF-3064-ACE6-E065A705E34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2DBBC1-07FD-9966-302E-9DDCDEDADDB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8C28CE2D-64A4-5E81-34B5-E1A9F1BDB42D}"/>
              </a:ext>
            </a:extLst>
          </p:cNvPr>
          <p:cNvSpPr txBox="1"/>
          <p:nvPr/>
        </p:nvSpPr>
        <p:spPr>
          <a:xfrm>
            <a:off x="934396" y="942050"/>
            <a:ext cx="7295204" cy="16209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65" algn="just">
              <a:spcBef>
                <a:spcPts val="409"/>
              </a:spcBef>
            </a:pPr>
            <a:r>
              <a:rPr sz="1700" b="1" dirty="0">
                <a:latin typeface="Times New Roman"/>
                <a:cs typeface="Times New Roman"/>
              </a:rPr>
              <a:t>1.2 </a:t>
            </a:r>
            <a:r>
              <a:rPr sz="1700" b="1" spc="-7" dirty="0">
                <a:latin typeface="Times New Roman"/>
                <a:cs typeface="Times New Roman"/>
              </a:rPr>
              <a:t>ROM</a:t>
            </a:r>
            <a:endParaRPr sz="1700" dirty="0">
              <a:latin typeface="Times New Roman"/>
              <a:cs typeface="Times New Roman"/>
            </a:endParaRPr>
          </a:p>
          <a:p>
            <a:pPr marL="116065" marR="2443" algn="just">
              <a:spcBef>
                <a:spcPts val="385"/>
              </a:spcBef>
            </a:pP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-Onl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(ROM) 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or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type.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5" dirty="0">
                <a:latin typeface="Times New Roman"/>
                <a:cs typeface="Times New Roman"/>
              </a:rPr>
              <a:t>pe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spc="14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-5" dirty="0">
                <a:latin typeface="Times New Roman"/>
                <a:cs typeface="Times New Roman"/>
              </a:rPr>
              <a:t>only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only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ds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info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mation,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but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do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not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ve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bilit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modi</a:t>
            </a:r>
            <a:r>
              <a:rPr sz="1700" dirty="0">
                <a:latin typeface="Times New Roman"/>
                <a:cs typeface="Times New Roman"/>
              </a:rPr>
              <a:t>fy or </a:t>
            </a:r>
            <a:r>
              <a:rPr sz="1700" spc="-5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rit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 S</a:t>
            </a:r>
            <a:r>
              <a:rPr sz="1700" spc="-2" dirty="0">
                <a:latin typeface="Times New Roman"/>
                <a:cs typeface="Times New Roman"/>
              </a:rPr>
              <a:t>ince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non</a:t>
            </a:r>
            <a:r>
              <a:rPr sz="1700" spc="-2" dirty="0">
                <a:latin typeface="Times New Roman"/>
                <a:cs typeface="Times New Roman"/>
              </a:rPr>
              <a:t>-volatile </a:t>
            </a:r>
            <a:r>
              <a:rPr sz="1700" spc="-5" dirty="0">
                <a:latin typeface="Times New Roman"/>
                <a:cs typeface="Times New Roman"/>
              </a:rPr>
              <a:t>type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5" dirty="0">
                <a:latin typeface="Times New Roman"/>
                <a:cs typeface="Times New Roman"/>
              </a:rPr>
              <a:t> 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2" dirty="0">
                <a:latin typeface="Times New Roman"/>
                <a:cs typeface="Times New Roman"/>
              </a:rPr>
              <a:t>in </a:t>
            </a:r>
            <a:r>
              <a:rPr sz="1700" spc="-5" dirty="0">
                <a:latin typeface="Times New Roman"/>
                <a:cs typeface="Times New Roman"/>
              </a:rPr>
              <a:t>compute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2" dirty="0">
                <a:latin typeface="Times New Roman"/>
                <a:cs typeface="Times New Roman"/>
              </a:rPr>
              <a:t>the in</a:t>
            </a:r>
            <a:r>
              <a:rPr sz="1700" spc="-5" dirty="0">
                <a:latin typeface="Times New Roman"/>
                <a:cs typeface="Times New Roman"/>
              </a:rPr>
              <a:t>form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ion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spc="2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ys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ft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po</a:t>
            </a:r>
            <a:r>
              <a:rPr sz="1700" spc="2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ut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2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ut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down.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2B73ED-DD8B-0E0F-A996-6A948B3A97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9260" y="2724150"/>
            <a:ext cx="5705475" cy="179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459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53D85-7D0B-5C11-3F26-999491B51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33F969-A0A6-09EB-D923-770A0F35B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3BB970-81BF-D94C-F644-5E3FE55940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3347A0AC-2185-954F-0DC1-15D87E69F0A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D51CB9-0BA6-49A1-0024-CA31F7F4D3E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BABA463A-C485-3212-51E1-6B88C707B3E9}"/>
              </a:ext>
            </a:extLst>
          </p:cNvPr>
          <p:cNvSpPr txBox="1"/>
          <p:nvPr/>
        </p:nvSpPr>
        <p:spPr>
          <a:xfrm>
            <a:off x="934396" y="942050"/>
            <a:ext cx="7295204" cy="16209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65" marR="2443" algn="just">
              <a:spcBef>
                <a:spcPts val="385"/>
              </a:spcBef>
            </a:pP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following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five types:</a:t>
            </a:r>
            <a:endParaRPr sz="1700" dirty="0">
              <a:latin typeface="Times New Roman"/>
              <a:cs typeface="Times New Roman"/>
            </a:endParaRPr>
          </a:p>
          <a:p>
            <a:pPr marL="225716" marR="3054" indent="-109651" algn="just">
              <a:spcBef>
                <a:spcPts val="387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b="1" spc="-7" dirty="0">
                <a:latin typeface="Times New Roman"/>
                <a:cs typeface="Times New Roman"/>
              </a:rPr>
              <a:t>MROM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 </a:t>
            </a:r>
            <a:r>
              <a:rPr sz="1700" b="1" spc="2" dirty="0">
                <a:latin typeface="Times New Roman"/>
                <a:cs typeface="Times New Roman"/>
              </a:rPr>
              <a:t>(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ask </a:t>
            </a:r>
            <a:r>
              <a:rPr sz="1700" b="1" spc="-5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ad  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2" dirty="0">
                <a:latin typeface="Times New Roman"/>
                <a:cs typeface="Times New Roman"/>
              </a:rPr>
              <a:t>nly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</a:t>
            </a:r>
            <a:r>
              <a:rPr sz="1700" b="1" spc="5" dirty="0">
                <a:latin typeface="Times New Roman"/>
                <a:cs typeface="Times New Roman"/>
              </a:rPr>
              <a:t>)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oldest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M 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who</a:t>
            </a:r>
            <a:r>
              <a:rPr sz="1700" spc="2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e-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onfigur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via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uit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manu</a:t>
            </a:r>
            <a:r>
              <a:rPr sz="1700" spc="-7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ture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ing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time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manu</a:t>
            </a:r>
            <a:r>
              <a:rPr sz="1700" spc="-7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ring.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lang="en-US" sz="1700" spc="-12" dirty="0">
                <a:latin typeface="Times New Roman"/>
                <a:cs typeface="Times New Roman"/>
              </a:rPr>
              <a:t>It has become obsolete so it is not used anywhere in today's world. </a:t>
            </a:r>
            <a:r>
              <a:rPr sz="1700" spc="-2" dirty="0">
                <a:latin typeface="Times New Roman"/>
                <a:cs typeface="Times New Roman"/>
              </a:rPr>
              <a:t>Du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 thi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onfigu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on,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nnot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 with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OM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hip.</a:t>
            </a:r>
            <a:r>
              <a:rPr lang="en-US" sz="1700" spc="-2" dirty="0">
                <a:latin typeface="Times New Roman"/>
                <a:cs typeface="Times New Roman"/>
              </a:rPr>
              <a:t> It cannot be modified, reprogrammed, or erased later.</a:t>
            </a:r>
            <a:endParaRPr sz="1700" dirty="0">
              <a:latin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A51FE6-5A87-6293-76F0-50C5C78B5A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2800" y="2599544"/>
            <a:ext cx="2050708" cy="204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341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935A4-2A42-E228-2886-1D9A3D696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0CCEE9-B82E-EA12-9D2D-7CF505628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E35F0B-C3BA-AD76-6DD2-299C3070E1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2FF333A-497E-8BEC-ECA8-E4F1C5354E1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0FFB0C-7704-03E3-84DF-0156B309CED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14400" y="742950"/>
            <a:ext cx="3505200" cy="31906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5716" marR="3665" indent="-109651" algn="just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b="1" dirty="0">
                <a:latin typeface="Times New Roman"/>
                <a:cs typeface="Times New Roman"/>
              </a:rPr>
              <a:t>P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7" dirty="0">
                <a:latin typeface="Times New Roman"/>
                <a:cs typeface="Times New Roman"/>
              </a:rPr>
              <a:t>OM</a:t>
            </a:r>
            <a:r>
              <a:rPr sz="1700" b="1" spc="22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(</a:t>
            </a:r>
            <a:r>
              <a:rPr sz="1700" b="1" spc="-7" dirty="0">
                <a:latin typeface="Times New Roman"/>
                <a:cs typeface="Times New Roman"/>
              </a:rPr>
              <a:t>Pr</a:t>
            </a:r>
            <a:r>
              <a:rPr sz="1700" b="1" dirty="0">
                <a:latin typeface="Times New Roman"/>
                <a:cs typeface="Times New Roman"/>
              </a:rPr>
              <a:t>o</a:t>
            </a:r>
            <a:r>
              <a:rPr sz="1700" b="1" spc="5" dirty="0">
                <a:latin typeface="Times New Roman"/>
                <a:cs typeface="Times New Roman"/>
              </a:rPr>
              <a:t>g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a</a:t>
            </a:r>
            <a:r>
              <a:rPr sz="1700" b="1" spc="2" dirty="0">
                <a:latin typeface="Times New Roman"/>
                <a:cs typeface="Times New Roman"/>
              </a:rPr>
              <a:t>mm</a:t>
            </a:r>
            <a:r>
              <a:rPr sz="1700" b="1" dirty="0">
                <a:latin typeface="Times New Roman"/>
                <a:cs typeface="Times New Roman"/>
              </a:rPr>
              <a:t>ab</a:t>
            </a:r>
            <a:r>
              <a:rPr sz="1700" b="1" spc="-2" dirty="0">
                <a:latin typeface="Times New Roman"/>
                <a:cs typeface="Times New Roman"/>
              </a:rPr>
              <a:t>le</a:t>
            </a:r>
            <a:r>
              <a:rPr sz="1700" b="1" spc="19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ad</a:t>
            </a:r>
            <a:r>
              <a:rPr sz="1700" b="1" spc="24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2" dirty="0">
                <a:latin typeface="Times New Roman"/>
                <a:cs typeface="Times New Roman"/>
              </a:rPr>
              <a:t>nly</a:t>
            </a:r>
            <a:r>
              <a:rPr sz="1700" b="1" spc="22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spc="2" dirty="0">
                <a:latin typeface="Times New Roman"/>
                <a:cs typeface="Times New Roman"/>
              </a:rPr>
              <a:t>y</a:t>
            </a:r>
            <a:r>
              <a:rPr sz="1700" b="1" spc="-2" dirty="0">
                <a:latin typeface="Times New Roman"/>
                <a:cs typeface="Times New Roman"/>
              </a:rPr>
              <a:t>)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digital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only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ows 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iting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 a</a:t>
            </a:r>
            <a:r>
              <a:rPr sz="1700" dirty="0">
                <a:latin typeface="Times New Roman"/>
                <a:cs typeface="Times New Roman"/>
              </a:rPr>
              <a:t>ny 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info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mation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 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prog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m.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his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 done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using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ial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OM </a:t>
            </a:r>
            <a:r>
              <a:rPr sz="1700" dirty="0">
                <a:latin typeface="Times New Roman"/>
                <a:cs typeface="Times New Roman"/>
              </a:rPr>
              <a:t>prog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 bu</a:t>
            </a:r>
            <a:r>
              <a:rPr sz="1700" spc="-5" dirty="0">
                <a:latin typeface="Times New Roman"/>
                <a:cs typeface="Times New Roman"/>
              </a:rPr>
              <a:t>rn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devic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  <a:endParaRPr lang="en-US" sz="1700" dirty="0">
              <a:latin typeface="Times New Roman"/>
              <a:cs typeface="Times New Roman"/>
            </a:endParaRPr>
          </a:p>
          <a:p>
            <a:pPr marL="116065" marR="3665" algn="just">
              <a:buSzPct val="83333"/>
              <a:tabLst>
                <a:tab pos="226022" algn="l"/>
              </a:tabLst>
            </a:pPr>
            <a:endParaRPr sz="1700" dirty="0">
              <a:latin typeface="Times New Roman"/>
              <a:cs typeface="Times New Roman"/>
            </a:endParaRPr>
          </a:p>
          <a:p>
            <a:pPr marL="225716" marR="4276" indent="-109651" algn="just">
              <a:spcBef>
                <a:spcPts val="387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b="1" spc="-5" dirty="0">
                <a:latin typeface="Times New Roman"/>
                <a:cs typeface="Times New Roman"/>
              </a:rPr>
              <a:t>Flash</a:t>
            </a:r>
            <a:r>
              <a:rPr sz="1700" b="1" spc="12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ROM</a:t>
            </a:r>
            <a:r>
              <a:rPr sz="1700" b="1" dirty="0">
                <a:latin typeface="Times New Roman"/>
                <a:cs typeface="Times New Roman"/>
              </a:rPr>
              <a:t>: </a:t>
            </a:r>
            <a:r>
              <a:rPr sz="1700" spc="-5" dirty="0">
                <a:latin typeface="Times New Roman"/>
                <a:cs typeface="Times New Roman"/>
              </a:rPr>
              <a:t>This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type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prog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itten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smalle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tors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2" dirty="0">
                <a:latin typeface="Times New Roman"/>
                <a:cs typeface="Times New Roman"/>
              </a:rPr>
              <a:t> block.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for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ns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ring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digital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s.</a:t>
            </a:r>
            <a:endParaRPr sz="1700" dirty="0">
              <a:latin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01C34F-8995-CA68-86EB-B685F9357A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7070" y="742950"/>
            <a:ext cx="3796065" cy="19040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698F61-14B5-6C0D-D33A-BEAC5FF408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2275732"/>
            <a:ext cx="1723130" cy="2315317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F7CFE5F-898A-A96F-328C-56CB194A1F0D}"/>
              </a:ext>
            </a:extLst>
          </p:cNvPr>
          <p:cNvCxnSpPr/>
          <p:nvPr/>
        </p:nvCxnSpPr>
        <p:spPr>
          <a:xfrm>
            <a:off x="4757070" y="3409950"/>
            <a:ext cx="18723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E292EF9-19D3-FAE7-395A-F2293C4D7C0A}"/>
              </a:ext>
            </a:extLst>
          </p:cNvPr>
          <p:cNvCxnSpPr/>
          <p:nvPr/>
        </p:nvCxnSpPr>
        <p:spPr>
          <a:xfrm>
            <a:off x="4572000" y="1047750"/>
            <a:ext cx="914400" cy="76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2573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7BDD3-3B8B-FA56-746B-5634D1910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57A653-FEC3-BB3D-CDCE-650561661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BDB328-E316-E31A-3F26-824861A88E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39594265-0847-D2B7-1F53-B18257C2DCC9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BED60D-0180-6BFA-FA43-34BB7DACF2D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7DFD65C0-6DC1-3711-6251-071A5BD72397}"/>
              </a:ext>
            </a:extLst>
          </p:cNvPr>
          <p:cNvSpPr txBox="1"/>
          <p:nvPr/>
        </p:nvSpPr>
        <p:spPr>
          <a:xfrm>
            <a:off x="876300" y="923000"/>
            <a:ext cx="7391400" cy="1046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5716" marR="2749" indent="-109651" algn="just">
              <a:spcBef>
                <a:spcPts val="387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P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7" dirty="0">
                <a:latin typeface="Times New Roman"/>
                <a:cs typeface="Times New Roman"/>
              </a:rPr>
              <a:t>OM </a:t>
            </a:r>
            <a:r>
              <a:rPr sz="1700" b="1" spc="-5" dirty="0">
                <a:latin typeface="Times New Roman"/>
                <a:cs typeface="Times New Roman"/>
              </a:rPr>
              <a:t>(E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asab</a:t>
            </a:r>
            <a:r>
              <a:rPr sz="1700" b="1" spc="-2" dirty="0">
                <a:latin typeface="Times New Roman"/>
                <a:cs typeface="Times New Roman"/>
              </a:rPr>
              <a:t>le</a:t>
            </a:r>
            <a:r>
              <a:rPr sz="1700" b="1" spc="-7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P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spc="5" dirty="0">
                <a:latin typeface="Times New Roman"/>
                <a:cs typeface="Times New Roman"/>
              </a:rPr>
              <a:t>o</a:t>
            </a:r>
            <a:r>
              <a:rPr sz="1700" b="1" spc="-5" dirty="0">
                <a:latin typeface="Times New Roman"/>
                <a:cs typeface="Times New Roman"/>
              </a:rPr>
              <a:t>g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a</a:t>
            </a:r>
            <a:r>
              <a:rPr sz="1700" b="1" spc="2" dirty="0">
                <a:latin typeface="Times New Roman"/>
                <a:cs typeface="Times New Roman"/>
              </a:rPr>
              <a:t>mm</a:t>
            </a:r>
            <a:r>
              <a:rPr sz="1700" b="1" dirty="0">
                <a:latin typeface="Times New Roman"/>
                <a:cs typeface="Times New Roman"/>
              </a:rPr>
              <a:t>a</a:t>
            </a:r>
            <a:r>
              <a:rPr sz="1700" b="1" spc="-5" dirty="0">
                <a:latin typeface="Times New Roman"/>
                <a:cs typeface="Times New Roman"/>
              </a:rPr>
              <a:t>b</a:t>
            </a:r>
            <a:r>
              <a:rPr sz="1700" b="1" spc="-2" dirty="0">
                <a:latin typeface="Times New Roman"/>
                <a:cs typeface="Times New Roman"/>
              </a:rPr>
              <a:t>le 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ad</a:t>
            </a:r>
            <a:r>
              <a:rPr sz="1700" b="1" spc="-5" dirty="0">
                <a:latin typeface="Times New Roman"/>
                <a:cs typeface="Times New Roman"/>
              </a:rPr>
              <a:t> O</a:t>
            </a:r>
            <a:r>
              <a:rPr sz="1700" b="1" spc="-2" dirty="0">
                <a:latin typeface="Times New Roman"/>
                <a:cs typeface="Times New Roman"/>
              </a:rPr>
              <a:t>nly</a:t>
            </a:r>
            <a:r>
              <a:rPr sz="1700" b="1" spc="-12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spc="2" dirty="0">
                <a:latin typeface="Times New Roman"/>
                <a:cs typeface="Times New Roman"/>
              </a:rPr>
              <a:t>y</a:t>
            </a:r>
            <a:r>
              <a:rPr sz="1700" b="1" spc="-2" dirty="0">
                <a:latin typeface="Times New Roman"/>
                <a:cs typeface="Times New Roman"/>
              </a:rPr>
              <a:t>)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type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OM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progr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only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minimum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f 10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dirty="0">
                <a:latin typeface="Times New Roman"/>
                <a:cs typeface="Times New Roman"/>
              </a:rPr>
              <a:t>20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y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dirty="0">
                <a:latin typeface="Times New Roman"/>
                <a:cs typeface="Times New Roman"/>
              </a:rPr>
              <a:t>rs.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To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progr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EPR</a:t>
            </a:r>
            <a:r>
              <a:rPr sz="1700" spc="-2" dirty="0">
                <a:latin typeface="Times New Roman"/>
                <a:cs typeface="Times New Roman"/>
              </a:rPr>
              <a:t>OM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V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light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40 </a:t>
            </a:r>
            <a:r>
              <a:rPr sz="1700" spc="-5" dirty="0">
                <a:latin typeface="Times New Roman"/>
                <a:cs typeface="Times New Roman"/>
              </a:rPr>
              <a:t>minutes.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Po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this,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cre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ted.</a:t>
            </a:r>
            <a:endParaRPr sz="1700" dirty="0">
              <a:latin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0A608C-563F-8ED1-C744-A2339C213A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9800" y="2038350"/>
            <a:ext cx="4471987" cy="2472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087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EFB96-F9D5-7BB2-E796-E75250925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9BB13A-AD78-5DAC-EFC8-A92CEA000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61530A-DE78-DC39-CBB4-7356B4D2D8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AD62D6F-6C5D-894F-9142-92179DA6F7B9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E9CCC4-ABF2-5F09-D4FC-A66E5E7EA3B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2A581DCA-D7F4-6B48-7998-2C4CF725A30B}"/>
              </a:ext>
            </a:extLst>
          </p:cNvPr>
          <p:cNvSpPr txBox="1"/>
          <p:nvPr/>
        </p:nvSpPr>
        <p:spPr>
          <a:xfrm>
            <a:off x="914400" y="742950"/>
            <a:ext cx="7391400" cy="1046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5716" marR="2443" indent="-109651" algn="just">
              <a:spcBef>
                <a:spcPts val="385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b="1" spc="-5" dirty="0">
                <a:latin typeface="Times New Roman"/>
                <a:cs typeface="Times New Roman"/>
              </a:rPr>
              <a:t>EE</a:t>
            </a:r>
            <a:r>
              <a:rPr sz="1700" b="1" dirty="0">
                <a:latin typeface="Times New Roman"/>
                <a:cs typeface="Times New Roman"/>
              </a:rPr>
              <a:t>P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7" dirty="0">
                <a:latin typeface="Times New Roman"/>
                <a:cs typeface="Times New Roman"/>
              </a:rPr>
              <a:t>OM</a:t>
            </a:r>
            <a:r>
              <a:rPr sz="1700" b="1" dirty="0">
                <a:latin typeface="Times New Roman"/>
                <a:cs typeface="Times New Roman"/>
              </a:rPr>
              <a:t>  </a:t>
            </a:r>
            <a:r>
              <a:rPr sz="1700" b="1" spc="-41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(Ele</a:t>
            </a:r>
            <a:r>
              <a:rPr sz="1700" b="1" spc="-10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ical</a:t>
            </a:r>
            <a:r>
              <a:rPr sz="1700" b="1" dirty="0">
                <a:latin typeface="Times New Roman"/>
                <a:cs typeface="Times New Roman"/>
              </a:rPr>
              <a:t>ly  </a:t>
            </a:r>
            <a:r>
              <a:rPr sz="1700" b="1" spc="-43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asab</a:t>
            </a:r>
            <a:r>
              <a:rPr sz="1700" b="1" spc="-2" dirty="0">
                <a:latin typeface="Times New Roman"/>
                <a:cs typeface="Times New Roman"/>
              </a:rPr>
              <a:t>le</a:t>
            </a:r>
            <a:r>
              <a:rPr sz="1700" b="1" dirty="0">
                <a:latin typeface="Times New Roman"/>
                <a:cs typeface="Times New Roman"/>
              </a:rPr>
              <a:t>  </a:t>
            </a:r>
            <a:r>
              <a:rPr sz="1700" b="1" spc="-43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P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og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a</a:t>
            </a:r>
            <a:r>
              <a:rPr sz="1700" b="1" spc="2" dirty="0">
                <a:latin typeface="Times New Roman"/>
                <a:cs typeface="Times New Roman"/>
              </a:rPr>
              <a:t>mm</a:t>
            </a:r>
            <a:r>
              <a:rPr sz="1700" b="1" dirty="0">
                <a:latin typeface="Times New Roman"/>
                <a:cs typeface="Times New Roman"/>
              </a:rPr>
              <a:t>ab</a:t>
            </a:r>
            <a:r>
              <a:rPr sz="1700" b="1" spc="-2" dirty="0">
                <a:latin typeface="Times New Roman"/>
                <a:cs typeface="Times New Roman"/>
              </a:rPr>
              <a:t>le</a:t>
            </a:r>
            <a:r>
              <a:rPr sz="1700" b="1" dirty="0">
                <a:latin typeface="Times New Roman"/>
                <a:cs typeface="Times New Roman"/>
              </a:rPr>
              <a:t>  </a:t>
            </a:r>
            <a:r>
              <a:rPr sz="1700" b="1" spc="-43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ROM</a:t>
            </a:r>
            <a:r>
              <a:rPr sz="1700" b="1" spc="5" dirty="0">
                <a:latin typeface="Times New Roman"/>
                <a:cs typeface="Times New Roman"/>
              </a:rPr>
              <a:t>)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-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-4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le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tric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sa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</a:t>
            </a:r>
            <a:r>
              <a:rPr sz="1700" spc="2" dirty="0">
                <a:latin typeface="Times New Roman"/>
                <a:cs typeface="Times New Roman"/>
              </a:rPr>
              <a:t>g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mm</a:t>
            </a:r>
            <a:r>
              <a:rPr sz="1700" spc="-2" dirty="0">
                <a:latin typeface="Times New Roman"/>
                <a:cs typeface="Times New Roman"/>
              </a:rPr>
              <a:t>able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OM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This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ows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using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hig</a:t>
            </a:r>
            <a:r>
              <a:rPr sz="1700" spc="12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-volt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le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tric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ch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this, 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-2" dirty="0">
                <a:latin typeface="Times New Roman"/>
                <a:cs typeface="Times New Roman"/>
              </a:rPr>
              <a:t> 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pro</a:t>
            </a:r>
            <a:r>
              <a:rPr sz="1700" spc="2" dirty="0">
                <a:latin typeface="Times New Roman"/>
                <a:cs typeface="Times New Roman"/>
              </a:rPr>
              <a:t>g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mm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up </a:t>
            </a:r>
            <a:r>
              <a:rPr sz="1700" spc="-2" dirty="0">
                <a:latin typeface="Times New Roman"/>
                <a:cs typeface="Times New Roman"/>
              </a:rPr>
              <a:t>to t</a:t>
            </a:r>
            <a:r>
              <a:rPr sz="1700" dirty="0">
                <a:latin typeface="Times New Roman"/>
                <a:cs typeface="Times New Roman"/>
              </a:rPr>
              <a:t>hous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5" dirty="0">
                <a:latin typeface="Times New Roman"/>
                <a:cs typeface="Times New Roman"/>
              </a:rPr>
              <a:t>tim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s.</a:t>
            </a:r>
            <a:endParaRPr sz="1700" dirty="0">
              <a:latin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CD88C2-C824-18BF-4E9F-26422000EE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1800" y="1770340"/>
            <a:ext cx="3362325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280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1C2BB-E87A-03BF-64A0-467E205E9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7EEE1E-69EF-8D97-4EAB-3BE99F10F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EC1B13-C40B-7498-2BFA-0308D9FB36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A6F004AF-C84B-50EB-F3F3-EC901730709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86190C-46C6-ECBF-4D0C-DF76359241E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7E315222-F627-3304-FAB3-EAF00ACAD057}"/>
              </a:ext>
            </a:extLst>
          </p:cNvPr>
          <p:cNvSpPr txBox="1"/>
          <p:nvPr/>
        </p:nvSpPr>
        <p:spPr>
          <a:xfrm>
            <a:off x="876300" y="665844"/>
            <a:ext cx="7391400" cy="41293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413" indent="-73304" algn="just">
              <a:spcBef>
                <a:spcPts val="409"/>
              </a:spcBef>
              <a:buFont typeface="Times New Roman"/>
              <a:buAutoNum type="arabicPeriod" startAt="2"/>
              <a:tabLst>
                <a:tab pos="79413" algn="l"/>
              </a:tabLst>
            </a:pPr>
            <a:r>
              <a:rPr lang="en-US" sz="1700" b="1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7" dirty="0">
                <a:latin typeface="Times New Roman"/>
                <a:cs typeface="Times New Roman"/>
              </a:rPr>
              <a:t>ec</a:t>
            </a:r>
            <a:r>
              <a:rPr sz="1700" b="1" dirty="0">
                <a:latin typeface="Times New Roman"/>
                <a:cs typeface="Times New Roman"/>
              </a:rPr>
              <a:t>ond</a:t>
            </a:r>
            <a:r>
              <a:rPr sz="1700" b="1" spc="-5" dirty="0">
                <a:latin typeface="Times New Roman"/>
                <a:cs typeface="Times New Roman"/>
              </a:rPr>
              <a:t>a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</a:t>
            </a:r>
            <a:endParaRPr sz="1700" dirty="0">
              <a:latin typeface="Times New Roman"/>
              <a:cs typeface="Times New Roman"/>
            </a:endParaRPr>
          </a:p>
          <a:p>
            <a:pPr marL="6109" marR="3971" algn="just">
              <a:spcBef>
                <a:spcPts val="387"/>
              </a:spcBef>
            </a:pP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type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holds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la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mount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ta.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pr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er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media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prog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-2" dirty="0">
                <a:latin typeface="Times New Roman"/>
                <a:cs typeface="Times New Roman"/>
              </a:rPr>
              <a:t> sa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long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m.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not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acce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il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2" dirty="0">
                <a:latin typeface="Times New Roman"/>
                <a:cs typeface="Times New Roman"/>
              </a:rPr>
              <a:t>suc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Ds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DVD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US</a:t>
            </a:r>
            <a:r>
              <a:rPr sz="1700" dirty="0">
                <a:latin typeface="Times New Roman"/>
                <a:cs typeface="Times New Roman"/>
              </a:rPr>
              <a:t>B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prim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ry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but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slowe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than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5" dirty="0">
                <a:latin typeface="Times New Roman"/>
                <a:cs typeface="Times New Roman"/>
              </a:rPr>
              <a:t>rim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ry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y.</a:t>
            </a:r>
          </a:p>
          <a:p>
            <a:pPr marL="225716" marR="3665" lvl="1" indent="-109651" algn="just">
              <a:spcBef>
                <a:spcPts val="387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b="1" spc="-5" dirty="0">
                <a:latin typeface="Times New Roman"/>
                <a:cs typeface="Times New Roman"/>
              </a:rPr>
              <a:t>Hard</a:t>
            </a:r>
            <a:r>
              <a:rPr sz="1700" b="1" spc="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d</a:t>
            </a: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spc="-7" dirty="0">
                <a:latin typeface="Times New Roman"/>
                <a:cs typeface="Times New Roman"/>
              </a:rPr>
              <a:t>s</a:t>
            </a:r>
            <a:r>
              <a:rPr sz="1700" b="1" dirty="0">
                <a:latin typeface="Times New Roman"/>
                <a:cs typeface="Times New Roman"/>
              </a:rPr>
              <a:t>k: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type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prog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ms,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ta.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5" dirty="0">
                <a:latin typeface="Times New Roman"/>
                <a:cs typeface="Times New Roman"/>
              </a:rPr>
              <a:t> store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m</a:t>
            </a:r>
            <a:r>
              <a:rPr sz="1700" spc="-5" dirty="0">
                <a:latin typeface="Times New Roman"/>
                <a:cs typeface="Times New Roman"/>
              </a:rPr>
              <a:t>othe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bo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2" dirty="0">
                <a:latin typeface="Times New Roman"/>
                <a:cs typeface="Times New Roman"/>
              </a:rPr>
              <a:t> the</a:t>
            </a:r>
            <a:r>
              <a:rPr sz="1700" spc="-7" dirty="0">
                <a:latin typeface="Times New Roman"/>
                <a:cs typeface="Times New Roman"/>
              </a:rPr>
              <a:t> c</a:t>
            </a:r>
            <a:r>
              <a:rPr sz="1700" spc="-5" dirty="0">
                <a:latin typeface="Times New Roman"/>
                <a:cs typeface="Times New Roman"/>
              </a:rPr>
              <a:t>ompu</a:t>
            </a:r>
            <a:r>
              <a:rPr sz="1700" spc="2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do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not </a:t>
            </a:r>
            <a:r>
              <a:rPr sz="1700" spc="-2" dirty="0">
                <a:latin typeface="Times New Roman"/>
                <a:cs typeface="Times New Roman"/>
              </a:rPr>
              <a:t>lose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is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po</a:t>
            </a:r>
            <a:r>
              <a:rPr sz="1700" spc="2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out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wh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system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7" dirty="0">
                <a:latin typeface="Times New Roman"/>
                <a:cs typeface="Times New Roman"/>
              </a:rPr>
              <a:t>swi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o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f.</a:t>
            </a:r>
          </a:p>
          <a:p>
            <a:pPr marL="225716" marR="3054" lvl="1" indent="-109651" algn="just">
              <a:spcBef>
                <a:spcPts val="387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b="1" spc="-2" dirty="0">
                <a:latin typeface="Times New Roman"/>
                <a:cs typeface="Times New Roman"/>
              </a:rPr>
              <a:t>Co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p</a:t>
            </a:r>
            <a:r>
              <a:rPr sz="1700" b="1" spc="-5" dirty="0">
                <a:latin typeface="Times New Roman"/>
                <a:cs typeface="Times New Roman"/>
              </a:rPr>
              <a:t>a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t</a:t>
            </a:r>
            <a:r>
              <a:rPr sz="1700" b="1" spc="26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Dis</a:t>
            </a:r>
            <a:r>
              <a:rPr sz="1700" b="1" dirty="0">
                <a:latin typeface="Times New Roman"/>
                <a:cs typeface="Times New Roman"/>
              </a:rPr>
              <a:t>c</a:t>
            </a:r>
            <a:r>
              <a:rPr sz="1700" b="1" spc="26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(</a:t>
            </a:r>
            <a:r>
              <a:rPr sz="1700" b="1" spc="-5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D</a:t>
            </a:r>
            <a:r>
              <a:rPr sz="1700" b="1" spc="-5" dirty="0">
                <a:latin typeface="Times New Roman"/>
                <a:cs typeface="Times New Roman"/>
              </a:rPr>
              <a:t>)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r>
              <a:rPr sz="1700" b="1" spc="7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opti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disk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storage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vice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erent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types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ta, su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udio,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vid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o, </a:t>
            </a:r>
            <a:r>
              <a:rPr sz="1700" spc="-2" dirty="0">
                <a:latin typeface="Times New Roman"/>
                <a:cs typeface="Times New Roman"/>
              </a:rPr>
              <a:t>fil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other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info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mation.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l</a:t>
            </a:r>
            <a:r>
              <a:rPr sz="1700" dirty="0">
                <a:latin typeface="Times New Roman"/>
                <a:cs typeface="Times New Roman"/>
              </a:rPr>
              <a:t>ig</a:t>
            </a:r>
            <a:r>
              <a:rPr sz="1700" spc="-7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o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7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ite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from</a:t>
            </a:r>
            <a:r>
              <a:rPr sz="1700" dirty="0">
                <a:latin typeface="Times New Roman"/>
                <a:cs typeface="Times New Roman"/>
              </a:rPr>
              <a:t> CDs.</a:t>
            </a:r>
          </a:p>
          <a:p>
            <a:pPr marL="225716" marR="3971" lvl="1" indent="-109651" algn="just">
              <a:spcBef>
                <a:spcPts val="387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b="1" spc="-5" dirty="0">
                <a:latin typeface="Times New Roman"/>
                <a:cs typeface="Times New Roman"/>
              </a:rPr>
              <a:t>P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58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D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ive</a:t>
            </a:r>
            <a:r>
              <a:rPr sz="1700" b="1" dirty="0">
                <a:latin typeface="Times New Roman"/>
                <a:cs typeface="Times New Roman"/>
              </a:rPr>
              <a:t>: </a:t>
            </a:r>
            <a:r>
              <a:rPr sz="1700" spc="-5" dirty="0">
                <a:latin typeface="Times New Roman"/>
                <a:cs typeface="Times New Roman"/>
              </a:rPr>
              <a:t>This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port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type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ond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ry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uter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storing 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ta.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lso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known</a:t>
            </a:r>
            <a:r>
              <a:rPr sz="1700" spc="-7" dirty="0">
                <a:latin typeface="Times New Roman"/>
                <a:cs typeface="Times New Roman"/>
              </a:rPr>
              <a:t> 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US</a:t>
            </a:r>
            <a:r>
              <a:rPr sz="1700" dirty="0">
                <a:latin typeface="Times New Roman"/>
                <a:cs typeface="Times New Roman"/>
              </a:rPr>
              <a:t>B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fl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drive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 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nsf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rs.</a:t>
            </a:r>
          </a:p>
        </p:txBody>
      </p:sp>
    </p:spTree>
    <p:extLst>
      <p:ext uri="{BB962C8B-B14F-4D97-AF65-F5344CB8AC3E}">
        <p14:creationId xmlns:p14="http://schemas.microsoft.com/office/powerpoint/2010/main" val="1678119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935A4-2A42-E228-2886-1D9A3D696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0CCEE9-B82E-EA12-9D2D-7CF505628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E35F0B-C3BA-AD76-6DD2-299C3070E1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2FF333A-497E-8BEC-ECA8-E4F1C5354E1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0FFB0C-7704-03E3-84DF-0156B309CED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B9EBAB-179E-5457-4625-DE58605C9B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" y="650580"/>
            <a:ext cx="6624637" cy="3630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466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82304-ECA9-31AC-E37C-16E96C258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78DABB-D658-40AD-6523-7748E7548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48F54C-6040-621E-E95D-39ED05B627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2E46631-FBFE-B988-98E9-A7F57247D50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1EC8D8-F522-8126-0747-AF6E6FB46C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BFD25033-DE1C-1284-F4CC-7CE199F5C8E5}"/>
              </a:ext>
            </a:extLst>
          </p:cNvPr>
          <p:cNvSpPr txBox="1"/>
          <p:nvPr/>
        </p:nvSpPr>
        <p:spPr>
          <a:xfrm>
            <a:off x="876300" y="665844"/>
            <a:ext cx="7391400" cy="21441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413" indent="-73304" algn="just">
              <a:spcBef>
                <a:spcPts val="409"/>
              </a:spcBef>
              <a:buFont typeface="Times New Roman"/>
              <a:buAutoNum type="arabicPeriod" startAt="3"/>
              <a:tabLst>
                <a:tab pos="79413" algn="l"/>
              </a:tabLst>
            </a:pP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Ca</a:t>
            </a:r>
            <a:r>
              <a:rPr sz="1700" b="1" spc="-5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h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</a:t>
            </a:r>
            <a:endParaRPr sz="1700" dirty="0">
              <a:latin typeface="Times New Roman"/>
              <a:cs typeface="Times New Roman"/>
            </a:endParaRPr>
          </a:p>
          <a:p>
            <a:pPr marL="6109" marR="3360" algn="just">
              <a:spcBef>
                <a:spcPts val="380"/>
              </a:spcBef>
            </a:pPr>
            <a:r>
              <a:rPr sz="1700" spc="-5" dirty="0">
                <a:latin typeface="Times New Roman"/>
                <a:cs typeface="Times New Roman"/>
              </a:rPr>
              <a:t>This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smal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-5" dirty="0">
                <a:latin typeface="Times New Roman"/>
                <a:cs typeface="Times New Roman"/>
              </a:rPr>
              <a:t>size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hip-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2" dirty="0">
                <a:latin typeface="Times New Roman"/>
                <a:cs typeface="Times New Roman"/>
              </a:rPr>
              <a:t>ase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tw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main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 is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ry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lose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hip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im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type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form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5" dirty="0">
                <a:latin typeface="Times New Roman"/>
                <a:cs typeface="Times New Roman"/>
              </a:rPr>
              <a:t> a hig</a:t>
            </a:r>
            <a:r>
              <a:rPr sz="1700" spc="-2" dirty="0">
                <a:latin typeface="Times New Roman"/>
                <a:cs typeface="Times New Roman"/>
              </a:rPr>
              <a:t>h-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fo</a:t>
            </a:r>
            <a:r>
              <a:rPr sz="1700" spc="-5" dirty="0">
                <a:latin typeface="Times New Roman"/>
                <a:cs typeface="Times New Roman"/>
              </a:rPr>
              <a:t>rmance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tempo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ry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type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</a:t>
            </a:r>
            <a:r>
              <a:rPr sz="1700" dirty="0">
                <a:latin typeface="Times New Roman"/>
                <a:cs typeface="Times New Roman"/>
              </a:rPr>
              <a:t>ry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 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du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time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</a:t>
            </a:r>
            <a:r>
              <a:rPr sz="1700" spc="-5" dirty="0">
                <a:latin typeface="Times New Roman"/>
                <a:cs typeface="Times New Roman"/>
              </a:rPr>
              <a:t>om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main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y.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ry</a:t>
            </a:r>
            <a:r>
              <a:rPr sz="1700" spc="-2" dirty="0">
                <a:latin typeface="Times New Roman"/>
                <a:cs typeface="Times New Roman"/>
              </a:rPr>
              <a:t> 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oft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with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y.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5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types: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1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1,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L2,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L3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cac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7" dirty="0">
                <a:latin typeface="Times New Roman"/>
                <a:cs typeface="Times New Roman"/>
              </a:rPr>
              <a:t>wil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discuss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in det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il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 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ter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AF7C35-C3A5-32A1-3301-8AFA5B90C1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2571750"/>
            <a:ext cx="4343400" cy="205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749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993F3-2D02-C09D-90B9-A7D911AEC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45A723-D36A-31E1-D39F-9CDE34CD4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375E28-6F00-4DBC-A316-6550915912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2FFB40E-2BB3-6683-D3C7-169F52C0466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811A5C-2B83-4239-30DB-BA962AE18E4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2F08446C-6401-71C3-3BB9-1A064B737AD4}"/>
              </a:ext>
            </a:extLst>
          </p:cNvPr>
          <p:cNvSpPr txBox="1"/>
          <p:nvPr/>
        </p:nvSpPr>
        <p:spPr>
          <a:xfrm>
            <a:off x="876300" y="950793"/>
            <a:ext cx="7124700" cy="3236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>
              <a:spcBef>
                <a:spcPts val="409"/>
              </a:spcBef>
            </a:pP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p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tance </a:t>
            </a:r>
            <a:r>
              <a:rPr sz="1700" b="1" dirty="0">
                <a:latin typeface="Times New Roman"/>
                <a:cs typeface="Times New Roman"/>
              </a:rPr>
              <a:t>of </a:t>
            </a:r>
            <a:r>
              <a:rPr sz="1700" b="1" spc="-5" dirty="0">
                <a:latin typeface="Times New Roman"/>
                <a:cs typeface="Times New Roman"/>
              </a:rPr>
              <a:t>D</a:t>
            </a:r>
            <a:r>
              <a:rPr sz="1700" b="1" spc="-2" dirty="0">
                <a:latin typeface="Times New Roman"/>
                <a:cs typeface="Times New Roman"/>
              </a:rPr>
              <a:t>if</a:t>
            </a:r>
            <a:r>
              <a:rPr sz="1700" b="1" spc="-5" dirty="0">
                <a:latin typeface="Times New Roman"/>
                <a:cs typeface="Times New Roman"/>
              </a:rPr>
              <a:t>f</a:t>
            </a:r>
            <a:r>
              <a:rPr sz="1700" b="1" spc="-2" dirty="0">
                <a:latin typeface="Times New Roman"/>
                <a:cs typeface="Times New Roman"/>
              </a:rPr>
              <a:t>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nt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dirty="0">
                <a:latin typeface="Times New Roman"/>
                <a:cs typeface="Times New Roman"/>
              </a:rPr>
              <a:t>yp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of </a:t>
            </a:r>
            <a:r>
              <a:rPr sz="1700" b="1" spc="-12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 </a:t>
            </a:r>
            <a:r>
              <a:rPr sz="1700" b="1" spc="-2" dirty="0">
                <a:latin typeface="Times New Roman"/>
                <a:cs typeface="Times New Roman"/>
              </a:rPr>
              <a:t>in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Co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pu</a:t>
            </a:r>
            <a:r>
              <a:rPr sz="1700" b="1" spc="-2" dirty="0">
                <a:latin typeface="Times New Roman"/>
                <a:cs typeface="Times New Roman"/>
              </a:rPr>
              <a:t>t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endParaRPr lang="en-US" sz="1700" b="1" spc="-5" dirty="0">
              <a:latin typeface="Times New Roman"/>
              <a:cs typeface="Times New Roman"/>
            </a:endParaRPr>
          </a:p>
          <a:p>
            <a:pPr marL="6109" algn="just">
              <a:spcBef>
                <a:spcPts val="409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91859" marR="2749" indent="-285750" algn="just">
              <a:spcBef>
                <a:spcPts val="378"/>
              </a:spcBef>
              <a:buFont typeface="Arial" panose="020B0604020202020204" pitchFamily="34" charset="0"/>
              <a:buChar char="•"/>
            </a:pPr>
            <a:r>
              <a:rPr sz="1700" spc="-2" dirty="0">
                <a:latin typeface="Times New Roman"/>
                <a:cs typeface="Times New Roman"/>
              </a:rPr>
              <a:t>Dif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types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nti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since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withou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nnot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5" dirty="0">
                <a:latin typeface="Times New Roman"/>
                <a:cs typeface="Times New Roman"/>
              </a:rPr>
              <a:t>asic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tasks.</a:t>
            </a:r>
            <a:endParaRPr lang="en-US" sz="1700" dirty="0">
              <a:latin typeface="Times New Roman"/>
              <a:cs typeface="Times New Roman"/>
            </a:endParaRPr>
          </a:p>
          <a:p>
            <a:pPr marL="291859" marR="2749" indent="-285750" algn="just">
              <a:spcBef>
                <a:spcPts val="378"/>
              </a:spcBef>
              <a:buFont typeface="Arial" panose="020B0604020202020204" pitchFamily="34" charset="0"/>
              <a:buChar char="•"/>
            </a:pP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m,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</a:t>
            </a:r>
            <a:r>
              <a:rPr sz="1700" dirty="0">
                <a:latin typeface="Times New Roman"/>
                <a:cs typeface="Times New Roman"/>
              </a:rPr>
              <a:t>mory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dirty="0">
                <a:latin typeface="Times New Roman"/>
                <a:cs typeface="Times New Roman"/>
              </a:rPr>
              <a:t>if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er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 types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ta,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suc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dio,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video,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do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uments,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tc.</a:t>
            </a:r>
            <a:endParaRPr lang="en-US" sz="1700" spc="14" dirty="0">
              <a:latin typeface="Times New Roman"/>
              <a:cs typeface="Times New Roman"/>
            </a:endParaRPr>
          </a:p>
          <a:p>
            <a:pPr marL="291859" marR="2749" indent="-285750" algn="just">
              <a:spcBef>
                <a:spcPts val="378"/>
              </a:spcBef>
              <a:buFont typeface="Arial" panose="020B0604020202020204" pitchFamily="34" charset="0"/>
              <a:buChar char="•"/>
            </a:pPr>
            <a:r>
              <a:rPr sz="1700" spc="-5" dirty="0">
                <a:latin typeface="Times New Roman"/>
                <a:cs typeface="Times New Roman"/>
              </a:rPr>
              <a:t>This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tri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wh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quir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d.</a:t>
            </a:r>
            <a:endParaRPr lang="en-US" sz="1700" spc="22" dirty="0">
              <a:latin typeface="Times New Roman"/>
              <a:cs typeface="Times New Roman"/>
            </a:endParaRPr>
          </a:p>
          <a:p>
            <a:pPr marL="291859" marR="2749" indent="-285750" algn="just">
              <a:spcBef>
                <a:spcPts val="378"/>
              </a:spcBef>
              <a:buFont typeface="Arial" panose="020B0604020202020204" pitchFamily="34" charset="0"/>
              <a:buChar char="•"/>
            </a:pPr>
            <a:r>
              <a:rPr lang="en-US" sz="1700" spc="-5" dirty="0">
                <a:latin typeface="Times New Roman"/>
                <a:cs typeface="Times New Roman"/>
              </a:rPr>
              <a:t>The</a:t>
            </a:r>
            <a:r>
              <a:rPr lang="en-US" sz="1700" spc="1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PU</a:t>
            </a:r>
            <a:r>
              <a:rPr lang="en-US" sz="1700" spc="1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sele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ts</a:t>
            </a:r>
            <a:r>
              <a:rPr lang="en-US" sz="1700" spc="17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mory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ll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17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for</a:t>
            </a:r>
            <a:r>
              <a:rPr lang="en-US" sz="1700" spc="1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ding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w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iting</a:t>
            </a:r>
            <a:r>
              <a:rPr lang="en-US" sz="1700" spc="17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ta</a:t>
            </a:r>
            <a:r>
              <a:rPr lang="en-US" sz="1700" spc="19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se</a:t>
            </a:r>
            <a:r>
              <a:rPr lang="en-US" sz="1700" dirty="0">
                <a:latin typeface="Times New Roman"/>
                <a:cs typeface="Times New Roman"/>
              </a:rPr>
              <a:t>d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on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sk that the user wants the computer to accomplish.</a:t>
            </a:r>
          </a:p>
          <a:p>
            <a:pPr marL="291859" marR="2749" indent="-285750" algn="just">
              <a:spcBef>
                <a:spcPts val="378"/>
              </a:spcBef>
              <a:buFont typeface="Arial" panose="020B0604020202020204" pitchFamily="34" charset="0"/>
              <a:buChar char="•"/>
            </a:pPr>
            <a:r>
              <a:rPr lang="en-US" sz="1700" spc="-2" dirty="0">
                <a:latin typeface="Times New Roman"/>
                <a:cs typeface="Times New Roman"/>
              </a:rPr>
              <a:t>There are different memory types in computers to suit the device’s needs.</a:t>
            </a:r>
          </a:p>
          <a:p>
            <a:pPr marL="6109" marR="2749" algn="just">
              <a:spcBef>
                <a:spcPts val="378"/>
              </a:spcBef>
            </a:pPr>
            <a:endParaRPr lang="en-US"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57045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935A4-2A42-E228-2886-1D9A3D696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0CCEE9-B82E-EA12-9D2D-7CF505628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E35F0B-C3BA-AD76-6DD2-299C3070E1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2FF333A-497E-8BEC-ECA8-E4F1C5354E1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0FFB0C-7704-03E3-84DF-0156B309CED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14004" y="742950"/>
            <a:ext cx="7139395" cy="381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lang="en-US" sz="1700" b="1" dirty="0">
              <a:latin typeface="Times New Roman"/>
              <a:cs typeface="Times New Roman"/>
            </a:endParaRPr>
          </a:p>
          <a:p>
            <a:pPr marL="6109"/>
            <a:endParaRPr sz="1700" dirty="0">
              <a:latin typeface="Times New Roman"/>
              <a:cs typeface="Times New Roman"/>
            </a:endParaRPr>
          </a:p>
          <a:p>
            <a:pPr marL="6109">
              <a:spcBef>
                <a:spcPts val="411"/>
              </a:spcBef>
            </a:pP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f</a:t>
            </a:r>
            <a:r>
              <a:rPr sz="1700" b="1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ence </a:t>
            </a:r>
            <a:r>
              <a:rPr sz="1700" b="1" spc="-2" dirty="0">
                <a:latin typeface="Times New Roman"/>
                <a:cs typeface="Times New Roman"/>
              </a:rPr>
              <a:t>B</a:t>
            </a:r>
            <a:r>
              <a:rPr sz="1700" b="1" dirty="0">
                <a:latin typeface="Times New Roman"/>
                <a:cs typeface="Times New Roman"/>
              </a:rPr>
              <a:t>oo</a:t>
            </a:r>
            <a:r>
              <a:rPr sz="1700" b="1" spc="-7" dirty="0">
                <a:latin typeface="Times New Roman"/>
                <a:cs typeface="Times New Roman"/>
              </a:rPr>
              <a:t>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45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J.P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aye</a:t>
            </a:r>
            <a:r>
              <a:rPr sz="1700" spc="-7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“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mp</a:t>
            </a:r>
            <a:r>
              <a:rPr sz="1700" spc="-7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ter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hi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ec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ure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ga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iz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ti</a:t>
            </a:r>
            <a:r>
              <a:rPr sz="1700" spc="-7" dirty="0">
                <a:latin typeface="Times New Roman"/>
                <a:cs typeface="Times New Roman"/>
              </a:rPr>
              <a:t>o</a:t>
            </a:r>
            <a:r>
              <a:rPr sz="1700" spc="2" dirty="0">
                <a:latin typeface="Times New Roman"/>
                <a:cs typeface="Times New Roman"/>
              </a:rPr>
              <a:t>n</a:t>
            </a:r>
            <a:r>
              <a:rPr sz="1700" spc="-5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Thi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Ed</a:t>
            </a:r>
            <a:r>
              <a:rPr sz="1700" spc="-5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ti</a:t>
            </a:r>
            <a:r>
              <a:rPr sz="1700" spc="-7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n.</a:t>
            </a:r>
          </a:p>
          <a:p>
            <a:pPr marL="225716" indent="-109651">
              <a:spcBef>
                <a:spcPts val="445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ano,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M.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“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mp</a:t>
            </a:r>
            <a:r>
              <a:rPr sz="1700" spc="-7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Sy</a:t>
            </a:r>
            <a:r>
              <a:rPr sz="1700" spc="-7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em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Ar</a:t>
            </a:r>
            <a:r>
              <a:rPr sz="1700" dirty="0">
                <a:latin typeface="Times New Roman"/>
                <a:cs typeface="Times New Roman"/>
              </a:rPr>
              <a:t>ch</a:t>
            </a:r>
            <a:r>
              <a:rPr sz="1700" spc="-5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c</a:t>
            </a:r>
            <a:r>
              <a:rPr sz="1700" spc="2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”, </a:t>
            </a:r>
            <a:r>
              <a:rPr sz="1700" spc="-7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rd E</a:t>
            </a:r>
            <a:r>
              <a:rPr sz="1700" spc="-7" dirty="0">
                <a:latin typeface="Times New Roman"/>
                <a:cs typeface="Times New Roman"/>
              </a:rPr>
              <a:t>d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ion, </a:t>
            </a:r>
            <a:r>
              <a:rPr sz="1700" spc="-7" dirty="0">
                <a:latin typeface="Times New Roman"/>
                <a:cs typeface="Times New Roman"/>
              </a:rPr>
              <a:t>P</a:t>
            </a:r>
            <a:r>
              <a:rPr sz="1700" dirty="0">
                <a:latin typeface="Times New Roman"/>
                <a:cs typeface="Times New Roman"/>
              </a:rPr>
              <a:t>re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ti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l.</a:t>
            </a:r>
          </a:p>
          <a:p>
            <a:pPr marL="225716" indent="-109651">
              <a:spcBef>
                <a:spcPts val="445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St</a:t>
            </a:r>
            <a:r>
              <a:rPr sz="1700" spc="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ngs,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W.,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“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mp</a:t>
            </a:r>
            <a:r>
              <a:rPr sz="1700" spc="-7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10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rga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iz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ti</a:t>
            </a:r>
            <a:r>
              <a:rPr sz="1700" spc="-7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 and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ec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”, Ei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dirty="0">
                <a:latin typeface="Times New Roman"/>
                <a:cs typeface="Times New Roman"/>
              </a:rPr>
              <a:t>hth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5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tio</a:t>
            </a:r>
            <a:r>
              <a:rPr sz="1700" spc="-7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2" dirty="0">
                <a:latin typeface="Times New Roman"/>
                <a:cs typeface="Times New Roman"/>
              </a:rPr>
              <a:t>Pe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so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Educa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ion.</a:t>
            </a:r>
          </a:p>
          <a:p>
            <a:pPr marL="6109">
              <a:spcBef>
                <a:spcPts val="409"/>
              </a:spcBef>
            </a:pPr>
            <a:endParaRPr lang="en-US" sz="1700" b="1" spc="-2" dirty="0">
              <a:latin typeface="Times New Roman"/>
              <a:cs typeface="Times New Roman"/>
            </a:endParaRPr>
          </a:p>
          <a:p>
            <a:pPr marL="6109">
              <a:spcBef>
                <a:spcPts val="409"/>
              </a:spcBef>
            </a:pPr>
            <a:r>
              <a:rPr sz="1700" b="1" spc="-2" dirty="0">
                <a:latin typeface="Times New Roman"/>
                <a:cs typeface="Times New Roman"/>
              </a:rPr>
              <a:t>T</a:t>
            </a:r>
            <a:r>
              <a:rPr sz="1700" b="1" dirty="0">
                <a:latin typeface="Times New Roman"/>
                <a:cs typeface="Times New Roman"/>
              </a:rPr>
              <a:t>ext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B</a:t>
            </a:r>
            <a:r>
              <a:rPr sz="1700" b="1" dirty="0">
                <a:latin typeface="Times New Roman"/>
                <a:cs typeface="Times New Roman"/>
              </a:rPr>
              <a:t>ook</a:t>
            </a:r>
            <a:r>
              <a:rPr sz="1700" b="1" spc="-7" dirty="0">
                <a:latin typeface="Times New Roman"/>
                <a:cs typeface="Times New Roman"/>
              </a:rPr>
              <a:t>s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 marL="225716" marR="2443" indent="-109651">
              <a:spcBef>
                <a:spcPts val="411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pi</a:t>
            </a:r>
            <a:r>
              <a:rPr sz="1700" spc="-7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li 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J.D</a:t>
            </a:r>
            <a:r>
              <a:rPr sz="1700" dirty="0">
                <a:latin typeface="Times New Roman"/>
                <a:cs typeface="Times New Roman"/>
              </a:rPr>
              <a:t>,” 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om</a:t>
            </a:r>
            <a:r>
              <a:rPr sz="1700" spc="-7" dirty="0">
                <a:latin typeface="Times New Roman"/>
                <a:cs typeface="Times New Roman"/>
              </a:rPr>
              <a:t>p</a:t>
            </a:r>
            <a:r>
              <a:rPr sz="1700" dirty="0">
                <a:latin typeface="Times New Roman"/>
                <a:cs typeface="Times New Roman"/>
              </a:rPr>
              <a:t>ut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ms 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rga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z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ion 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&amp;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rch</a:t>
            </a:r>
            <a:r>
              <a:rPr sz="1700" spc="-5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c</a:t>
            </a:r>
            <a:r>
              <a:rPr sz="1700" spc="2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”, 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Fo</a:t>
            </a:r>
            <a:r>
              <a:rPr sz="1700" spc="-7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rth 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Ed</a:t>
            </a:r>
            <a:r>
              <a:rPr sz="1700" spc="-5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ti</a:t>
            </a:r>
            <a:r>
              <a:rPr sz="1700" spc="-7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n, 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ddi</a:t>
            </a:r>
            <a:r>
              <a:rPr sz="1700" spc="-7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on We</a:t>
            </a:r>
            <a:r>
              <a:rPr sz="1700" spc="-7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ley.</a:t>
            </a:r>
          </a:p>
          <a:p>
            <a:pPr marL="225716" indent="-109651">
              <a:spcBef>
                <a:spcPts val="438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Pa</a:t>
            </a:r>
            <a:r>
              <a:rPr sz="1700" spc="2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on 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enn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sy,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“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omp</a:t>
            </a:r>
            <a:r>
              <a:rPr sz="1700" spc="-7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ter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tur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”,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 Edi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ion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</a:t>
            </a:r>
            <a:r>
              <a:rPr sz="1700" spc="-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rgaon </a:t>
            </a:r>
            <a:r>
              <a:rPr sz="1700" spc="-10" dirty="0">
                <a:latin typeface="Times New Roman"/>
                <a:cs typeface="Times New Roman"/>
              </a:rPr>
              <a:t>K</a:t>
            </a:r>
            <a:r>
              <a:rPr sz="1700" dirty="0">
                <a:latin typeface="Times New Roman"/>
                <a:cs typeface="Times New Roman"/>
              </a:rPr>
              <a:t>au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an.</a:t>
            </a:r>
          </a:p>
        </p:txBody>
      </p:sp>
    </p:spTree>
    <p:extLst>
      <p:ext uri="{BB962C8B-B14F-4D97-AF65-F5344CB8AC3E}">
        <p14:creationId xmlns:p14="http://schemas.microsoft.com/office/powerpoint/2010/main" val="2715703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38085-6D3B-26F5-1901-1F27912E0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F6F8D4-5D60-FC0D-4D22-1201DF38C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3E2097-0CF9-1321-D651-C48D362A1A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3CD9DF45-5A36-71EA-17A9-2B0F262070A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01AAF1-F9CD-D980-6E87-BAF5E8F482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6F574C0E-9044-1BC9-FD1C-F168AC12FCD5}"/>
              </a:ext>
            </a:extLst>
          </p:cNvPr>
          <p:cNvSpPr txBox="1"/>
          <p:nvPr/>
        </p:nvSpPr>
        <p:spPr>
          <a:xfrm>
            <a:off x="1002302" y="926810"/>
            <a:ext cx="7139395" cy="28725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>
              <a:spcBef>
                <a:spcPts val="409"/>
              </a:spcBef>
            </a:pPr>
            <a:r>
              <a:rPr sz="1700" b="1" dirty="0">
                <a:latin typeface="Times New Roman"/>
                <a:cs typeface="Times New Roman"/>
              </a:rPr>
              <a:t>Ot</a:t>
            </a:r>
            <a:r>
              <a:rPr sz="1700" b="1" spc="-2" dirty="0">
                <a:latin typeface="Times New Roman"/>
                <a:cs typeface="Times New Roman"/>
              </a:rPr>
              <a:t>h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r </a:t>
            </a:r>
            <a:r>
              <a:rPr sz="1700" b="1" spc="-2" dirty="0">
                <a:latin typeface="Times New Roman"/>
                <a:cs typeface="Times New Roman"/>
              </a:rPr>
              <a:t>Re</a:t>
            </a:r>
            <a:r>
              <a:rPr sz="1700" b="1" spc="-5" dirty="0">
                <a:latin typeface="Times New Roman"/>
                <a:cs typeface="Times New Roman"/>
              </a:rPr>
              <a:t>f</a:t>
            </a:r>
            <a:r>
              <a:rPr sz="1700" b="1" dirty="0">
                <a:latin typeface="Times New Roman"/>
                <a:cs typeface="Times New Roman"/>
              </a:rPr>
              <a:t>ere</a:t>
            </a:r>
            <a:r>
              <a:rPr sz="1700" b="1" spc="-7" dirty="0">
                <a:latin typeface="Times New Roman"/>
                <a:cs typeface="Times New Roman"/>
              </a:rPr>
              <a:t>n</a:t>
            </a:r>
            <a:r>
              <a:rPr sz="1700" b="1" dirty="0">
                <a:latin typeface="Times New Roman"/>
                <a:cs typeface="Times New Roman"/>
              </a:rPr>
              <a:t>ces</a:t>
            </a:r>
            <a:endParaRPr lang="en-US" sz="1700" b="1" dirty="0">
              <a:latin typeface="Times New Roman"/>
              <a:cs typeface="Times New Roman"/>
            </a:endParaRPr>
          </a:p>
          <a:p>
            <a:pPr marL="6109">
              <a:spcBef>
                <a:spcPts val="409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143860" indent="-109957">
              <a:spcBef>
                <a:spcPts val="397"/>
              </a:spcBef>
              <a:buSzPct val="83333"/>
              <a:buFont typeface="Symbol"/>
              <a:buChar char=""/>
              <a:tabLst>
                <a:tab pos="144165" algn="l"/>
              </a:tabLst>
            </a:pPr>
            <a:r>
              <a:rPr sz="1700" spc="-2" dirty="0">
                <a:latin typeface="Times New Roman"/>
                <a:cs typeface="Times New Roman"/>
                <a:hlinkClick r:id="rId6"/>
              </a:rPr>
              <a:t>https:</a:t>
            </a:r>
            <a:r>
              <a:rPr sz="1700" dirty="0">
                <a:latin typeface="Times New Roman"/>
                <a:cs typeface="Times New Roman"/>
                <a:hlinkClick r:id="rId6"/>
              </a:rPr>
              <a:t>//ww</a:t>
            </a:r>
            <a:r>
              <a:rPr sz="1700" spc="-5" dirty="0">
                <a:latin typeface="Times New Roman"/>
                <a:cs typeface="Times New Roman"/>
                <a:hlinkClick r:id="rId6"/>
              </a:rPr>
              <a:t>w</a:t>
            </a:r>
            <a:r>
              <a:rPr sz="1700" spc="-2" dirty="0">
                <a:latin typeface="Times New Roman"/>
                <a:cs typeface="Times New Roman"/>
                <a:hlinkClick r:id="rId6"/>
              </a:rPr>
              <a:t>.studytonigh</a:t>
            </a:r>
            <a:r>
              <a:rPr sz="1700" spc="-7" dirty="0">
                <a:latin typeface="Times New Roman"/>
                <a:cs typeface="Times New Roman"/>
                <a:hlinkClick r:id="rId6"/>
              </a:rPr>
              <a:t>t</a:t>
            </a:r>
            <a:r>
              <a:rPr sz="1700" spc="-2" dirty="0">
                <a:latin typeface="Times New Roman"/>
                <a:cs typeface="Times New Roman"/>
                <a:hlinkClick r:id="rId6"/>
              </a:rPr>
              <a:t>.</a:t>
            </a:r>
            <a:r>
              <a:rPr sz="1700" spc="-7" dirty="0">
                <a:latin typeface="Times New Roman"/>
                <a:cs typeface="Times New Roman"/>
                <a:hlinkClick r:id="rId6"/>
              </a:rPr>
              <a:t>c</a:t>
            </a:r>
            <a:r>
              <a:rPr sz="1700" spc="-5" dirty="0">
                <a:latin typeface="Times New Roman"/>
                <a:cs typeface="Times New Roman"/>
                <a:hlinkClick r:id="rId6"/>
              </a:rPr>
              <a:t>om/</a:t>
            </a:r>
            <a:r>
              <a:rPr sz="1700" spc="-7" dirty="0">
                <a:latin typeface="Times New Roman"/>
                <a:cs typeface="Times New Roman"/>
                <a:hlinkClick r:id="rId6"/>
              </a:rPr>
              <a:t>c</a:t>
            </a:r>
            <a:r>
              <a:rPr sz="1700" spc="-5" dirty="0">
                <a:latin typeface="Times New Roman"/>
                <a:cs typeface="Times New Roman"/>
                <a:hlinkClick r:id="rId6"/>
              </a:rPr>
              <a:t>omput</a:t>
            </a:r>
            <a:r>
              <a:rPr sz="1700" spc="-7" dirty="0">
                <a:latin typeface="Times New Roman"/>
                <a:cs typeface="Times New Roman"/>
                <a:hlinkClick r:id="rId6"/>
              </a:rPr>
              <a:t>e</a:t>
            </a:r>
            <a:r>
              <a:rPr sz="1700" spc="2" dirty="0">
                <a:latin typeface="Times New Roman"/>
                <a:cs typeface="Times New Roman"/>
                <a:hlinkClick r:id="rId6"/>
              </a:rPr>
              <a:t>r</a:t>
            </a:r>
            <a:r>
              <a:rPr sz="1700" spc="-2" dirty="0">
                <a:latin typeface="Times New Roman"/>
                <a:cs typeface="Times New Roman"/>
                <a:hlinkClick r:id="rId6"/>
              </a:rPr>
              <a:t>-ar</a:t>
            </a:r>
            <a:r>
              <a:rPr sz="1700" spc="-10" dirty="0">
                <a:latin typeface="Times New Roman"/>
                <a:cs typeface="Times New Roman"/>
                <a:hlinkClick r:id="rId6"/>
              </a:rPr>
              <a:t>c</a:t>
            </a:r>
            <a:r>
              <a:rPr sz="1700" spc="-2" dirty="0">
                <a:latin typeface="Times New Roman"/>
                <a:cs typeface="Times New Roman"/>
                <a:hlinkClick r:id="rId6"/>
              </a:rPr>
              <a:t>hit</a:t>
            </a:r>
            <a:r>
              <a:rPr sz="1700" spc="-7" dirty="0">
                <a:latin typeface="Times New Roman"/>
                <a:cs typeface="Times New Roman"/>
                <a:hlinkClick r:id="rId6"/>
              </a:rPr>
              <a:t>ec</a:t>
            </a:r>
            <a:r>
              <a:rPr sz="1700" dirty="0">
                <a:latin typeface="Times New Roman"/>
                <a:cs typeface="Times New Roman"/>
                <a:hlinkClick r:id="rId6"/>
              </a:rPr>
              <a:t>t</a:t>
            </a:r>
            <a:r>
              <a:rPr sz="1700" spc="-2" dirty="0">
                <a:latin typeface="Times New Roman"/>
                <a:cs typeface="Times New Roman"/>
                <a:hlinkClick r:id="rId6"/>
              </a:rPr>
              <a:t>ur</a:t>
            </a:r>
            <a:r>
              <a:rPr sz="1700" spc="-10" dirty="0">
                <a:latin typeface="Times New Roman"/>
                <a:cs typeface="Times New Roman"/>
                <a:hlinkClick r:id="rId6"/>
              </a:rPr>
              <a:t>e</a:t>
            </a:r>
            <a:r>
              <a:rPr sz="1700" spc="-5" dirty="0">
                <a:latin typeface="Times New Roman"/>
                <a:cs typeface="Times New Roman"/>
                <a:hlinkClick r:id="rId6"/>
              </a:rPr>
              <a:t>/m</a:t>
            </a:r>
            <a:r>
              <a:rPr sz="1700" spc="-7" dirty="0">
                <a:latin typeface="Times New Roman"/>
                <a:cs typeface="Times New Roman"/>
                <a:hlinkClick r:id="rId6"/>
              </a:rPr>
              <a:t>e</a:t>
            </a:r>
            <a:r>
              <a:rPr sz="1700" spc="-5" dirty="0">
                <a:latin typeface="Times New Roman"/>
                <a:cs typeface="Times New Roman"/>
                <a:hlinkClick r:id="rId6"/>
              </a:rPr>
              <a:t>mor</a:t>
            </a:r>
            <a:r>
              <a:rPr sz="1700" spc="-2" dirty="0">
                <a:latin typeface="Times New Roman"/>
                <a:cs typeface="Times New Roman"/>
                <a:hlinkClick r:id="rId6"/>
              </a:rPr>
              <a:t>y-</a:t>
            </a:r>
            <a:r>
              <a:rPr sz="1700" dirty="0">
                <a:latin typeface="Times New Roman"/>
                <a:cs typeface="Times New Roman"/>
                <a:hlinkClick r:id="rId6"/>
              </a:rPr>
              <a:t>or</a:t>
            </a:r>
            <a:r>
              <a:rPr sz="1700" spc="2" dirty="0">
                <a:latin typeface="Times New Roman"/>
                <a:cs typeface="Times New Roman"/>
                <a:hlinkClick r:id="rId6"/>
              </a:rPr>
              <a:t>g</a:t>
            </a:r>
            <a:r>
              <a:rPr sz="1700" spc="-7" dirty="0">
                <a:latin typeface="Times New Roman"/>
                <a:cs typeface="Times New Roman"/>
                <a:hlinkClick r:id="rId6"/>
              </a:rPr>
              <a:t>a</a:t>
            </a:r>
            <a:r>
              <a:rPr sz="1700" spc="-2" dirty="0">
                <a:latin typeface="Times New Roman"/>
                <a:cs typeface="Times New Roman"/>
                <a:hlinkClick r:id="rId6"/>
              </a:rPr>
              <a:t>niz</a:t>
            </a:r>
            <a:r>
              <a:rPr sz="1700" spc="-10" dirty="0">
                <a:latin typeface="Times New Roman"/>
                <a:cs typeface="Times New Roman"/>
                <a:hlinkClick r:id="rId6"/>
              </a:rPr>
              <a:t>a</a:t>
            </a:r>
            <a:r>
              <a:rPr sz="1700" spc="-2" dirty="0">
                <a:latin typeface="Times New Roman"/>
                <a:cs typeface="Times New Roman"/>
                <a:hlinkClick r:id="rId6"/>
              </a:rPr>
              <a:t>ti</a:t>
            </a:r>
            <a:r>
              <a:rPr sz="1700" dirty="0">
                <a:latin typeface="Times New Roman"/>
                <a:cs typeface="Times New Roman"/>
                <a:hlinkClick r:id="rId6"/>
              </a:rPr>
              <a:t>on</a:t>
            </a:r>
            <a:endParaRPr sz="1700" dirty="0">
              <a:latin typeface="Times New Roman"/>
              <a:cs typeface="Times New Roman"/>
            </a:endParaRPr>
          </a:p>
          <a:p>
            <a:pPr marL="143860" indent="-109957">
              <a:buSzPct val="83333"/>
              <a:buFont typeface="Symbol"/>
              <a:buChar char=""/>
              <a:tabLst>
                <a:tab pos="144165" algn="l"/>
              </a:tabLst>
            </a:pP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https: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//ww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w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.ics.p.lod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z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.pl/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~dpu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c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h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la/C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ompA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r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c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h/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L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ec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tur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_6.p</a:t>
            </a:r>
            <a:r>
              <a:rPr sz="1700" u="sng" spc="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d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f</a:t>
            </a:r>
            <a:endParaRPr lang="en-US" sz="1700" u="sng" dirty="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 marL="143860" indent="-109957">
              <a:buSzPct val="83333"/>
              <a:buFont typeface="Symbol"/>
              <a:buChar char=""/>
              <a:tabLst>
                <a:tab pos="144165" algn="l"/>
              </a:tabLst>
            </a:pPr>
            <a:r>
              <a:rPr lang="en-US" sz="1700" dirty="0">
                <a:latin typeface="Times New Roman"/>
                <a:cs typeface="Times New Roman"/>
                <a:hlinkClick r:id="rId8"/>
              </a:rPr>
              <a:t>https://www.javatpoint.com/rom</a:t>
            </a:r>
            <a:endParaRPr sz="1700" dirty="0">
              <a:latin typeface="Times New Roman"/>
              <a:cs typeface="Times New Roman"/>
            </a:endParaRPr>
          </a:p>
          <a:p>
            <a:pPr>
              <a:buFont typeface="Symbol"/>
              <a:buChar char=""/>
            </a:pPr>
            <a:endParaRPr sz="1700" dirty="0">
              <a:latin typeface="Times New Roman"/>
              <a:cs typeface="Times New Roman"/>
            </a:endParaRPr>
          </a:p>
          <a:p>
            <a:pPr marL="6109">
              <a:spcBef>
                <a:spcPts val="358"/>
              </a:spcBef>
            </a:pPr>
            <a:r>
              <a:rPr sz="1700" b="1" spc="2" dirty="0">
                <a:latin typeface="Times New Roman"/>
                <a:cs typeface="Times New Roman"/>
              </a:rPr>
              <a:t>V</a:t>
            </a:r>
            <a:r>
              <a:rPr sz="1700" b="1" dirty="0">
                <a:latin typeface="Times New Roman"/>
                <a:cs typeface="Times New Roman"/>
              </a:rPr>
              <a:t>i</a:t>
            </a:r>
            <a:r>
              <a:rPr sz="1700" b="1" spc="-7" dirty="0">
                <a:latin typeface="Times New Roman"/>
                <a:cs typeface="Times New Roman"/>
              </a:rPr>
              <a:t>d</a:t>
            </a:r>
            <a:r>
              <a:rPr sz="1700" b="1" dirty="0">
                <a:latin typeface="Times New Roman"/>
                <a:cs typeface="Times New Roman"/>
              </a:rPr>
              <a:t>eo </a:t>
            </a:r>
            <a:r>
              <a:rPr sz="1700" b="1" spc="-2" dirty="0">
                <a:latin typeface="Times New Roman"/>
                <a:cs typeface="Times New Roman"/>
              </a:rPr>
              <a:t>Re</a:t>
            </a:r>
            <a:r>
              <a:rPr sz="1700" b="1" spc="-5" dirty="0">
                <a:latin typeface="Times New Roman"/>
                <a:cs typeface="Times New Roman"/>
              </a:rPr>
              <a:t>f</a:t>
            </a:r>
            <a:r>
              <a:rPr sz="1700" b="1" dirty="0">
                <a:latin typeface="Times New Roman"/>
                <a:cs typeface="Times New Roman"/>
              </a:rPr>
              <a:t>ere</a:t>
            </a:r>
            <a:r>
              <a:rPr sz="1700" b="1" spc="-7" dirty="0">
                <a:latin typeface="Times New Roman"/>
                <a:cs typeface="Times New Roman"/>
              </a:rPr>
              <a:t>n</a:t>
            </a:r>
            <a:r>
              <a:rPr sz="1700" b="1" dirty="0">
                <a:latin typeface="Times New Roman"/>
                <a:cs typeface="Times New Roman"/>
              </a:rPr>
              <a:t>ces</a:t>
            </a:r>
            <a:endParaRPr lang="en-US" sz="1700" b="1" dirty="0">
              <a:latin typeface="Times New Roman"/>
              <a:cs typeface="Times New Roman"/>
            </a:endParaRPr>
          </a:p>
          <a:p>
            <a:pPr marL="6109">
              <a:spcBef>
                <a:spcPts val="358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143860" indent="-109957">
              <a:spcBef>
                <a:spcPts val="397"/>
              </a:spcBef>
              <a:buSzPct val="90909"/>
              <a:buFont typeface="Symbol"/>
              <a:buChar char=""/>
              <a:tabLst>
                <a:tab pos="144165" algn="l"/>
              </a:tabLst>
            </a:pPr>
            <a:r>
              <a:rPr sz="1700" dirty="0">
                <a:latin typeface="Times New Roman"/>
                <a:cs typeface="Times New Roman"/>
                <a:hlinkClick r:id="rId9"/>
              </a:rPr>
              <a:t>htt</a:t>
            </a:r>
            <a:r>
              <a:rPr sz="1700" spc="-7" dirty="0">
                <a:latin typeface="Times New Roman"/>
                <a:cs typeface="Times New Roman"/>
                <a:hlinkClick r:id="rId9"/>
              </a:rPr>
              <a:t>p</a:t>
            </a:r>
            <a:r>
              <a:rPr sz="1700" spc="-2" dirty="0">
                <a:latin typeface="Times New Roman"/>
                <a:cs typeface="Times New Roman"/>
                <a:hlinkClick r:id="rId9"/>
              </a:rPr>
              <a:t>s:</a:t>
            </a:r>
            <a:r>
              <a:rPr sz="1700" dirty="0">
                <a:latin typeface="Times New Roman"/>
                <a:cs typeface="Times New Roman"/>
                <a:hlinkClick r:id="rId9"/>
              </a:rPr>
              <a:t>//</a:t>
            </a:r>
            <a:r>
              <a:rPr sz="1700" spc="-5" dirty="0">
                <a:latin typeface="Times New Roman"/>
                <a:cs typeface="Times New Roman"/>
                <a:hlinkClick r:id="rId9"/>
              </a:rPr>
              <a:t>www</a:t>
            </a:r>
            <a:r>
              <a:rPr sz="1700" dirty="0">
                <a:latin typeface="Times New Roman"/>
                <a:cs typeface="Times New Roman"/>
                <a:hlinkClick r:id="rId9"/>
              </a:rPr>
              <a:t>.yo</a:t>
            </a:r>
            <a:r>
              <a:rPr sz="1700" spc="-7" dirty="0">
                <a:latin typeface="Times New Roman"/>
                <a:cs typeface="Times New Roman"/>
                <a:hlinkClick r:id="rId9"/>
              </a:rPr>
              <a:t>u</a:t>
            </a:r>
            <a:r>
              <a:rPr sz="1700" dirty="0">
                <a:latin typeface="Times New Roman"/>
                <a:cs typeface="Times New Roman"/>
                <a:hlinkClick r:id="rId9"/>
              </a:rPr>
              <a:t>tub</a:t>
            </a:r>
            <a:r>
              <a:rPr sz="1700" spc="-5" dirty="0">
                <a:latin typeface="Times New Roman"/>
                <a:cs typeface="Times New Roman"/>
                <a:hlinkClick r:id="rId9"/>
              </a:rPr>
              <a:t>e</a:t>
            </a:r>
            <a:r>
              <a:rPr sz="1700" dirty="0">
                <a:latin typeface="Times New Roman"/>
                <a:cs typeface="Times New Roman"/>
                <a:hlinkClick r:id="rId9"/>
              </a:rPr>
              <a:t>.c</a:t>
            </a:r>
            <a:r>
              <a:rPr sz="1700" spc="-5" dirty="0">
                <a:latin typeface="Times New Roman"/>
                <a:cs typeface="Times New Roman"/>
                <a:hlinkClick r:id="rId9"/>
              </a:rPr>
              <a:t>o</a:t>
            </a:r>
            <a:r>
              <a:rPr sz="1700" dirty="0">
                <a:latin typeface="Times New Roman"/>
                <a:cs typeface="Times New Roman"/>
                <a:hlinkClick r:id="rId9"/>
              </a:rPr>
              <a:t>m</a:t>
            </a:r>
            <a:r>
              <a:rPr sz="1700" spc="-5" dirty="0">
                <a:latin typeface="Times New Roman"/>
                <a:cs typeface="Times New Roman"/>
                <a:hlinkClick r:id="rId9"/>
              </a:rPr>
              <a:t>/w</a:t>
            </a:r>
            <a:r>
              <a:rPr sz="1700" dirty="0">
                <a:latin typeface="Times New Roman"/>
                <a:cs typeface="Times New Roman"/>
                <a:hlinkClick r:id="rId9"/>
              </a:rPr>
              <a:t>a</a:t>
            </a:r>
            <a:r>
              <a:rPr sz="1700" spc="2" dirty="0">
                <a:latin typeface="Times New Roman"/>
                <a:cs typeface="Times New Roman"/>
                <a:hlinkClick r:id="rId9"/>
              </a:rPr>
              <a:t>t</a:t>
            </a:r>
            <a:r>
              <a:rPr sz="1700" dirty="0">
                <a:latin typeface="Times New Roman"/>
                <a:cs typeface="Times New Roman"/>
                <a:hlinkClick r:id="rId9"/>
              </a:rPr>
              <a:t>ch</a:t>
            </a:r>
            <a:r>
              <a:rPr sz="1700" spc="-5" dirty="0">
                <a:latin typeface="Times New Roman"/>
                <a:cs typeface="Times New Roman"/>
                <a:hlinkClick r:id="rId9"/>
              </a:rPr>
              <a:t>?</a:t>
            </a:r>
            <a:r>
              <a:rPr sz="1700" dirty="0">
                <a:latin typeface="Times New Roman"/>
                <a:cs typeface="Times New Roman"/>
                <a:hlinkClick r:id="rId9"/>
              </a:rPr>
              <a:t>v=g</a:t>
            </a:r>
            <a:r>
              <a:rPr sz="1700" spc="-2" dirty="0">
                <a:latin typeface="Times New Roman"/>
                <a:cs typeface="Times New Roman"/>
                <a:hlinkClick r:id="rId9"/>
              </a:rPr>
              <a:t>G</a:t>
            </a:r>
            <a:r>
              <a:rPr sz="1700" spc="-5" dirty="0">
                <a:latin typeface="Times New Roman"/>
                <a:cs typeface="Times New Roman"/>
                <a:hlinkClick r:id="rId9"/>
              </a:rPr>
              <a:t>A</a:t>
            </a:r>
            <a:r>
              <a:rPr sz="1700" spc="-2" dirty="0">
                <a:latin typeface="Times New Roman"/>
                <a:cs typeface="Times New Roman"/>
                <a:hlinkClick r:id="rId9"/>
              </a:rPr>
              <a:t>Mv</a:t>
            </a:r>
            <a:r>
              <a:rPr sz="1700" spc="-5" dirty="0">
                <a:latin typeface="Times New Roman"/>
                <a:cs typeface="Times New Roman"/>
                <a:hlinkClick r:id="rId9"/>
              </a:rPr>
              <a:t>n</a:t>
            </a:r>
            <a:r>
              <a:rPr sz="1700" dirty="0">
                <a:latin typeface="Times New Roman"/>
                <a:cs typeface="Times New Roman"/>
                <a:hlinkClick r:id="rId9"/>
              </a:rPr>
              <a:t>4v</a:t>
            </a:r>
            <a:r>
              <a:rPr sz="1700" spc="-5" dirty="0">
                <a:latin typeface="Times New Roman"/>
                <a:cs typeface="Times New Roman"/>
                <a:hlinkClick r:id="rId9"/>
              </a:rPr>
              <a:t>V</a:t>
            </a:r>
            <a:r>
              <a:rPr sz="1700" dirty="0">
                <a:latin typeface="Times New Roman"/>
                <a:cs typeface="Times New Roman"/>
                <a:hlinkClick r:id="rId9"/>
              </a:rPr>
              <a:t>40</a:t>
            </a:r>
            <a:endParaRPr sz="1700" dirty="0">
              <a:latin typeface="Times New Roman"/>
              <a:cs typeface="Times New Roman"/>
            </a:endParaRPr>
          </a:p>
          <a:p>
            <a:pPr marL="143860" indent="-109957">
              <a:buSzPct val="90909"/>
              <a:buFont typeface="Symbol"/>
              <a:buChar char=""/>
              <a:tabLst>
                <a:tab pos="144165" algn="l"/>
              </a:tabLst>
            </a:pPr>
            <a:r>
              <a:rPr sz="1700" dirty="0">
                <a:latin typeface="Times New Roman"/>
                <a:cs typeface="Times New Roman"/>
                <a:hlinkClick r:id="rId10"/>
              </a:rPr>
              <a:t>htt</a:t>
            </a:r>
            <a:r>
              <a:rPr sz="1700" spc="-7" dirty="0">
                <a:latin typeface="Times New Roman"/>
                <a:cs typeface="Times New Roman"/>
                <a:hlinkClick r:id="rId10"/>
              </a:rPr>
              <a:t>p</a:t>
            </a:r>
            <a:r>
              <a:rPr sz="1700" spc="-2" dirty="0">
                <a:latin typeface="Times New Roman"/>
                <a:cs typeface="Times New Roman"/>
                <a:hlinkClick r:id="rId10"/>
              </a:rPr>
              <a:t>s:</a:t>
            </a:r>
            <a:r>
              <a:rPr sz="1700" dirty="0">
                <a:latin typeface="Times New Roman"/>
                <a:cs typeface="Times New Roman"/>
                <a:hlinkClick r:id="rId10"/>
              </a:rPr>
              <a:t>//</a:t>
            </a:r>
            <a:r>
              <a:rPr sz="1700" spc="-5" dirty="0">
                <a:latin typeface="Times New Roman"/>
                <a:cs typeface="Times New Roman"/>
                <a:hlinkClick r:id="rId10"/>
              </a:rPr>
              <a:t>www</a:t>
            </a:r>
            <a:r>
              <a:rPr sz="1700" dirty="0">
                <a:latin typeface="Times New Roman"/>
                <a:cs typeface="Times New Roman"/>
                <a:hlinkClick r:id="rId10"/>
              </a:rPr>
              <a:t>.yo</a:t>
            </a:r>
            <a:r>
              <a:rPr sz="1700" spc="-7" dirty="0">
                <a:latin typeface="Times New Roman"/>
                <a:cs typeface="Times New Roman"/>
                <a:hlinkClick r:id="rId10"/>
              </a:rPr>
              <a:t>u</a:t>
            </a:r>
            <a:r>
              <a:rPr sz="1700" dirty="0">
                <a:latin typeface="Times New Roman"/>
                <a:cs typeface="Times New Roman"/>
                <a:hlinkClick r:id="rId10"/>
              </a:rPr>
              <a:t>tub</a:t>
            </a:r>
            <a:r>
              <a:rPr sz="1700" spc="-5" dirty="0">
                <a:latin typeface="Times New Roman"/>
                <a:cs typeface="Times New Roman"/>
                <a:hlinkClick r:id="rId10"/>
              </a:rPr>
              <a:t>e</a:t>
            </a:r>
            <a:r>
              <a:rPr sz="1700" dirty="0">
                <a:latin typeface="Times New Roman"/>
                <a:cs typeface="Times New Roman"/>
                <a:hlinkClick r:id="rId10"/>
              </a:rPr>
              <a:t>.c</a:t>
            </a:r>
            <a:r>
              <a:rPr sz="1700" spc="-5" dirty="0">
                <a:latin typeface="Times New Roman"/>
                <a:cs typeface="Times New Roman"/>
                <a:hlinkClick r:id="rId10"/>
              </a:rPr>
              <a:t>o</a:t>
            </a:r>
            <a:r>
              <a:rPr sz="1700" dirty="0">
                <a:latin typeface="Times New Roman"/>
                <a:cs typeface="Times New Roman"/>
                <a:hlinkClick r:id="rId10"/>
              </a:rPr>
              <a:t>m</a:t>
            </a:r>
            <a:r>
              <a:rPr sz="1700" spc="-5" dirty="0">
                <a:latin typeface="Times New Roman"/>
                <a:cs typeface="Times New Roman"/>
                <a:hlinkClick r:id="rId10"/>
              </a:rPr>
              <a:t>/w</a:t>
            </a:r>
            <a:r>
              <a:rPr sz="1700" dirty="0">
                <a:latin typeface="Times New Roman"/>
                <a:cs typeface="Times New Roman"/>
                <a:hlinkClick r:id="rId10"/>
              </a:rPr>
              <a:t>a</a:t>
            </a:r>
            <a:r>
              <a:rPr sz="1700" spc="2" dirty="0">
                <a:latin typeface="Times New Roman"/>
                <a:cs typeface="Times New Roman"/>
                <a:hlinkClick r:id="rId10"/>
              </a:rPr>
              <a:t>t</a:t>
            </a:r>
            <a:r>
              <a:rPr sz="1700" dirty="0">
                <a:latin typeface="Times New Roman"/>
                <a:cs typeface="Times New Roman"/>
                <a:hlinkClick r:id="rId10"/>
              </a:rPr>
              <a:t>ch</a:t>
            </a:r>
            <a:r>
              <a:rPr sz="1700" spc="-5" dirty="0">
                <a:latin typeface="Times New Roman"/>
                <a:cs typeface="Times New Roman"/>
                <a:hlinkClick r:id="rId10"/>
              </a:rPr>
              <a:t>?</a:t>
            </a:r>
            <a:r>
              <a:rPr sz="1700" dirty="0">
                <a:latin typeface="Times New Roman"/>
                <a:cs typeface="Times New Roman"/>
                <a:hlinkClick r:id="rId10"/>
              </a:rPr>
              <a:t>v=L</a:t>
            </a:r>
            <a:r>
              <a:rPr sz="1700" spc="-5" dirty="0">
                <a:latin typeface="Times New Roman"/>
                <a:cs typeface="Times New Roman"/>
                <a:hlinkClick r:id="rId10"/>
              </a:rPr>
              <a:t>I</a:t>
            </a:r>
            <a:r>
              <a:rPr sz="1700" dirty="0">
                <a:latin typeface="Times New Roman"/>
                <a:cs typeface="Times New Roman"/>
                <a:hlinkClick r:id="rId10"/>
              </a:rPr>
              <a:t>7g</a:t>
            </a:r>
            <a:r>
              <a:rPr sz="1700" spc="-5" dirty="0">
                <a:latin typeface="Times New Roman"/>
                <a:cs typeface="Times New Roman"/>
                <a:hlinkClick r:id="rId10"/>
              </a:rPr>
              <a:t>AV</a:t>
            </a:r>
            <a:r>
              <a:rPr sz="1700" dirty="0">
                <a:latin typeface="Times New Roman"/>
                <a:cs typeface="Times New Roman"/>
                <a:hlinkClick r:id="rId10"/>
              </a:rPr>
              <a:t>kxj</a:t>
            </a:r>
            <a:r>
              <a:rPr sz="1700" spc="-5" dirty="0">
                <a:latin typeface="Times New Roman"/>
                <a:cs typeface="Times New Roman"/>
                <a:hlinkClick r:id="rId10"/>
              </a:rPr>
              <a:t>A</a:t>
            </a:r>
            <a:r>
              <a:rPr sz="1700" dirty="0">
                <a:latin typeface="Times New Roman"/>
                <a:cs typeface="Times New Roman"/>
                <a:hlinkClick r:id="rId10"/>
              </a:rPr>
              <a:t>s</a:t>
            </a:r>
            <a:endParaRPr lang="en-US"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3741536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35</TotalTime>
  <Words>1248</Words>
  <Application>Microsoft Office PowerPoint</Application>
  <PresentationFormat>On-screen Show (16:9)</PresentationFormat>
  <Paragraphs>65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Symbol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Shikha Atwal</cp:lastModifiedBy>
  <cp:revision>3</cp:revision>
  <dcterms:created xsi:type="dcterms:W3CDTF">2024-12-20T11:33:45Z</dcterms:created>
  <dcterms:modified xsi:type="dcterms:W3CDTF">2024-12-24T06:04:14Z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2024-12-20T00:00:00Z</vt:filetime>
  </property>
  <property fmtid="{D5CDD505-2E9C-101B-9397-08002B2CF9AE}" pid="3" name="LastSaved">
    <vt:filetime>2024-12-20T00:00:00Z</vt:filetime>
  </property>
</Properties>
</file>