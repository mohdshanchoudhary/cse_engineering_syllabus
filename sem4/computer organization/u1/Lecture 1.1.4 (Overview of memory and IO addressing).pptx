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0"/>
  </p:notesMasterIdLst>
  <p:sldIdLst>
    <p:sldId id="265" r:id="rId2"/>
    <p:sldId id="305" r:id="rId3"/>
    <p:sldId id="308" r:id="rId4"/>
    <p:sldId id="306" r:id="rId5"/>
    <p:sldId id="307" r:id="rId6"/>
    <p:sldId id="310" r:id="rId7"/>
    <p:sldId id="311" r:id="rId8"/>
    <p:sldId id="312" r:id="rId9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34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68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5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29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7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0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2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6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3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36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1CFB-A08C-C6FE-CC9B-ABD250E9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C29700-2A52-E2EB-EB56-6A1BD5CD9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3FBD2A-4EA2-A7C6-30DD-279A7D205E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8E98DCD-F9A9-5651-0A40-C8FEE74DFF4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B395D7-3159-3EDB-7191-1F6AFB113F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767346"/>
            <a:ext cx="7010399" cy="34906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26" marR="1855096" algn="ctr"/>
            <a:r>
              <a:rPr sz="1700" b="1" spc="-9" dirty="0">
                <a:solidFill>
                  <a:srgbClr val="242424"/>
                </a:solidFill>
                <a:latin typeface="Times New Roman"/>
                <a:cs typeface="Times New Roman"/>
              </a:rPr>
              <a:t>Ove</a:t>
            </a:r>
            <a:r>
              <a:rPr sz="1700" b="1" spc="-19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9" dirty="0">
                <a:solidFill>
                  <a:srgbClr val="242424"/>
                </a:solidFill>
                <a:latin typeface="Times New Roman"/>
                <a:cs typeface="Times New Roman"/>
              </a:rPr>
              <a:t>view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of m</a:t>
            </a:r>
            <a:r>
              <a:rPr sz="1700" b="1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spc="-9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1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b="1" spc="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b="1" spc="-9" dirty="0">
                <a:solidFill>
                  <a:srgbClr val="242424"/>
                </a:solidFill>
                <a:latin typeface="Times New Roman"/>
                <a:cs typeface="Times New Roman"/>
              </a:rPr>
              <a:t>I/O</a:t>
            </a:r>
            <a:r>
              <a:rPr sz="1700" b="1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dd</a:t>
            </a:r>
            <a:r>
              <a:rPr sz="1700" b="1" spc="-15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ing</a:t>
            </a:r>
            <a:endParaRPr sz="1700" dirty="0">
              <a:latin typeface="Times New Roman"/>
              <a:cs typeface="Times New Roman"/>
            </a:endParaRPr>
          </a:p>
          <a:p>
            <a:pPr marL="11526" marR="4611" algn="just">
              <a:spcBef>
                <a:spcPts val="749"/>
              </a:spcBef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PU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ds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muni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wit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riou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input/output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vic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(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),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we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know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th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data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tw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ro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these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 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evic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flows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wit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lp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bu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sys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bus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llott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to th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3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425884" indent="-206889">
              <a:buClr>
                <a:srgbClr val="242424"/>
              </a:buClr>
              <a:buFont typeface="Times New Roman"/>
              <a:buAutoNum type="arabicPeriod"/>
              <a:tabLst>
                <a:tab pos="426460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sets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ontrol,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and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bu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to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  <a:p>
            <a:pPr marL="425884" indent="-206889">
              <a:buClr>
                <a:srgbClr val="242424"/>
              </a:buClr>
              <a:buFont typeface="Times New Roman"/>
              <a:buAutoNum type="arabicPeriod"/>
              <a:tabLst>
                <a:tab pos="426460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ave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bus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(d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)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but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s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control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lines.</a:t>
            </a:r>
            <a:endParaRPr sz="1700" dirty="0">
              <a:latin typeface="Times New Roman"/>
              <a:cs typeface="Times New Roman"/>
            </a:endParaRPr>
          </a:p>
          <a:p>
            <a:pPr marL="425884" indent="-206889">
              <a:buClr>
                <a:srgbClr val="242424"/>
              </a:buClr>
              <a:buFont typeface="Times New Roman"/>
              <a:buAutoNum type="arabicPeriod"/>
              <a:tabLst>
                <a:tab pos="426460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ave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bus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(d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ddr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ontrol)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526" marR="10950" algn="just"/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fi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rs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mple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both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ve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nt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sets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1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ddr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sp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but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quire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 more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bu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8319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19B7B-F689-29F0-4229-ED502A126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C9EF8-6187-A390-A8BB-63F597625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FF2659-2D74-0AD1-8E07-190A13B83B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092099C-165F-6353-CFB9-F2707CBA3CD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47FD97-57F3-E4DE-44A1-F205F5EF4E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DF2D52D-2CA6-B23F-221D-DA5E3EA30A4C}"/>
              </a:ext>
            </a:extLst>
          </p:cNvPr>
          <p:cNvSpPr txBox="1"/>
          <p:nvPr/>
        </p:nvSpPr>
        <p:spPr>
          <a:xfrm>
            <a:off x="990600" y="1047750"/>
            <a:ext cx="7162800" cy="21954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26" algn="just">
              <a:spcBef>
                <a:spcPts val="635"/>
              </a:spcBef>
            </a:pP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Iso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at</a:t>
            </a:r>
            <a:r>
              <a:rPr sz="1700" b="1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b="1" spc="-15" dirty="0">
                <a:solidFill>
                  <a:srgbClr val="242424"/>
                </a:solidFill>
                <a:latin typeface="Times New Roman"/>
                <a:cs typeface="Times New Roman"/>
              </a:rPr>
              <a:t>I/O</a:t>
            </a:r>
            <a:endParaRPr sz="1700" dirty="0">
              <a:latin typeface="Times New Roman"/>
              <a:cs typeface="Times New Roman"/>
            </a:endParaRPr>
          </a:p>
          <a:p>
            <a:pPr marL="11526" marR="6916" algn="just">
              <a:spcBef>
                <a:spcPts val="763"/>
              </a:spcBef>
            </a:pP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7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7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ve</a:t>
            </a:r>
            <a:r>
              <a:rPr sz="1700" spc="7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isol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ted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7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7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7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6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6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7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7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bus</a:t>
            </a:r>
            <a:r>
              <a:rPr sz="1700" spc="7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(d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7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)</a:t>
            </a:r>
            <a:r>
              <a:rPr sz="1700" spc="7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but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8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li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ne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 </a:t>
            </a:r>
            <a:r>
              <a:rPr sz="1700" spc="-9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/O.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So,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wh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PU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od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9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on,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if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6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/O,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pla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5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5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ddr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line</a:t>
            </a:r>
            <a:r>
              <a:rPr sz="1700" spc="5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set</a:t>
            </a:r>
            <a:r>
              <a:rPr sz="1700" spc="6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ite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ontrol</a:t>
            </a:r>
            <a:r>
              <a:rPr sz="1700" spc="8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lin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due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8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nsf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urs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tw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PU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/O.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use</a:t>
            </a:r>
            <a:r>
              <a:rPr sz="1700" spc="8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ddr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2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spac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1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1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2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isol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ted,</a:t>
            </a:r>
            <a:r>
              <a:rPr sz="1700" spc="1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me,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ddr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2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</a:t>
            </a:r>
            <a:r>
              <a:rPr sz="1700" spc="2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1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2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ports.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 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dif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-w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ite inst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 both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mory.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183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8FD1-FFED-3029-91AC-1129FF4B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3DA920-91DC-ABCC-1EB5-C640E6B5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993EE2-2D85-270A-9DE2-EFEEB0919A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61EDAA5-6EA6-0856-8065-9D16437766E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14AA53-3BBD-F799-4E05-AAE088FD14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47801" y="742949"/>
            <a:ext cx="5181600" cy="37692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</p:spTree>
    <p:extLst>
      <p:ext uri="{BB962C8B-B14F-4D97-AF65-F5344CB8AC3E}">
        <p14:creationId xmlns:p14="http://schemas.microsoft.com/office/powerpoint/2010/main" val="322743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416C5-7E06-0C43-B321-7C4A2DEB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B5495-3049-1129-A3B1-7C5A449DB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D67191-6EA1-CE3D-76D6-B77C698663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27C0231-2999-E43F-AAB9-EB91C6D4BDB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854AF2-D798-D648-29F6-5D920E7103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1010477" y="742950"/>
            <a:ext cx="7123046" cy="158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26" algn="just"/>
            <a:r>
              <a:rPr sz="1700" b="1" spc="-15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b="1" spc="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spc="-9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1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b="1" spc="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app</a:t>
            </a:r>
            <a:r>
              <a:rPr sz="1700" b="1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b="1" spc="-15" dirty="0">
                <a:solidFill>
                  <a:srgbClr val="242424"/>
                </a:solidFill>
                <a:latin typeface="Times New Roman"/>
                <a:cs typeface="Times New Roman"/>
              </a:rPr>
              <a:t>I/O</a:t>
            </a:r>
            <a:endParaRPr lang="en-US" sz="1700" b="1" spc="-15" dirty="0">
              <a:solidFill>
                <a:srgbClr val="242424"/>
              </a:solidFill>
              <a:latin typeface="Times New Roman"/>
              <a:cs typeface="Times New Roman"/>
            </a:endParaRPr>
          </a:p>
          <a:p>
            <a:pPr marL="11526" algn="just"/>
            <a:endParaRPr sz="1700" dirty="0">
              <a:latin typeface="Times New Roman"/>
              <a:cs typeface="Times New Roman"/>
            </a:endParaRPr>
          </a:p>
          <a:p>
            <a:pPr marL="11526" marR="4611" algn="just">
              <a:spcBef>
                <a:spcPts val="59"/>
              </a:spcBef>
            </a:pP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Ev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ry</a:t>
            </a:r>
            <a:r>
              <a:rPr sz="1700" spc="2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bus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someth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3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2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3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set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2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nstru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3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4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for</a:t>
            </a:r>
            <a:r>
              <a:rPr sz="1700" spc="1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/O.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1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manipulate</a:t>
            </a:r>
            <a:r>
              <a:rPr sz="1700" spc="2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y,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both</a:t>
            </a:r>
            <a:r>
              <a:rPr sz="1700" spc="2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ve</a:t>
            </a:r>
            <a:r>
              <a:rPr sz="1700" spc="1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ddr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spa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due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to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whic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ddr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ing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bilit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of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mory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omes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as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som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9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is 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15" dirty="0">
                <a:solidFill>
                  <a:srgbClr val="242424"/>
                </a:solidFill>
                <a:latin typeface="Times New Roman"/>
                <a:cs typeface="Times New Roman"/>
              </a:rPr>
              <a:t>cc</a:t>
            </a:r>
            <a:r>
              <a:rPr sz="1700" spc="-9" dirty="0">
                <a:solidFill>
                  <a:srgbClr val="242424"/>
                </a:solidFill>
                <a:latin typeface="Times New Roman"/>
                <a:cs typeface="Times New Roman"/>
              </a:rPr>
              <a:t>upied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by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/O.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81200" y="2475843"/>
            <a:ext cx="4572000" cy="19189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</p:spTree>
    <p:extLst>
      <p:ext uri="{BB962C8B-B14F-4D97-AF65-F5344CB8AC3E}">
        <p14:creationId xmlns:p14="http://schemas.microsoft.com/office/powerpoint/2010/main" val="14747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1B5C-5D31-C195-30BC-A75CA4EE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C14271-83B5-5433-5E82-63E764B6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5CE669-FE56-48E5-8FFD-672D72FB27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3B557EF-B9A7-FA77-3A14-EF10931CA6D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78054E-2766-1560-AC11-E7E033C160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43000" y="923000"/>
            <a:ext cx="6324600" cy="36299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5"/>
          </a:p>
        </p:txBody>
      </p:sp>
      <p:sp>
        <p:nvSpPr>
          <p:cNvPr id="2" name="object 2"/>
          <p:cNvSpPr txBox="1"/>
          <p:nvPr/>
        </p:nvSpPr>
        <p:spPr>
          <a:xfrm>
            <a:off x="990600" y="354303"/>
            <a:ext cx="4450721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26"/>
            <a:r>
              <a:rPr sz="1700" b="1" spc="-5" dirty="0">
                <a:latin typeface="Times New Roman"/>
                <a:cs typeface="Times New Roman"/>
              </a:rPr>
              <a:t>Dif</a:t>
            </a:r>
            <a:r>
              <a:rPr sz="1700" b="1" spc="-9" dirty="0">
                <a:latin typeface="Times New Roman"/>
                <a:cs typeface="Times New Roman"/>
              </a:rPr>
              <a:t>f</a:t>
            </a:r>
            <a:r>
              <a:rPr sz="1700" b="1" spc="-15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1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15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15" dirty="0">
                <a:latin typeface="Times New Roman"/>
                <a:cs typeface="Times New Roman"/>
              </a:rPr>
              <a:t>e</a:t>
            </a:r>
            <a:r>
              <a:rPr sz="1700" b="1" spc="5" dirty="0">
                <a:latin typeface="Times New Roman"/>
                <a:cs typeface="Times New Roman"/>
              </a:rPr>
              <a:t>t</a:t>
            </a:r>
            <a:r>
              <a:rPr sz="1700" b="1" spc="-5" dirty="0">
                <a:latin typeface="Times New Roman"/>
                <a:cs typeface="Times New Roman"/>
              </a:rPr>
              <a:t>w</a:t>
            </a:r>
            <a:r>
              <a:rPr sz="1700" b="1" spc="-9" dirty="0">
                <a:latin typeface="Times New Roman"/>
                <a:cs typeface="Times New Roman"/>
              </a:rPr>
              <a:t>e</a:t>
            </a:r>
            <a:r>
              <a:rPr sz="1700" b="1" spc="-1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 </a:t>
            </a:r>
            <a:r>
              <a:rPr sz="1700" b="1" spc="5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5" dirty="0">
                <a:latin typeface="Times New Roman"/>
                <a:cs typeface="Times New Roman"/>
              </a:rPr>
              <a:t>m</a:t>
            </a:r>
            <a:r>
              <a:rPr sz="1700" b="1" spc="-9" dirty="0">
                <a:latin typeface="Times New Roman"/>
                <a:cs typeface="Times New Roman"/>
              </a:rPr>
              <a:t>o</a:t>
            </a:r>
            <a:r>
              <a:rPr sz="1700" b="1" spc="-1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5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-9" dirty="0">
                <a:latin typeface="Times New Roman"/>
                <a:cs typeface="Times New Roman"/>
              </a:rPr>
              <a:t>p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1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9" dirty="0">
                <a:latin typeface="Times New Roman"/>
                <a:cs typeface="Times New Roman"/>
              </a:rPr>
              <a:t>I/O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15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nd </a:t>
            </a:r>
            <a:r>
              <a:rPr sz="1700" b="1" spc="-15" dirty="0">
                <a:latin typeface="Times New Roman"/>
                <a:cs typeface="Times New Roman"/>
              </a:rPr>
              <a:t>i</a:t>
            </a:r>
            <a:r>
              <a:rPr sz="1700" b="1" spc="-9" dirty="0">
                <a:latin typeface="Times New Roman"/>
                <a:cs typeface="Times New Roman"/>
              </a:rPr>
              <a:t>solate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15" dirty="0">
                <a:latin typeface="Times New Roman"/>
                <a:cs typeface="Times New Roman"/>
              </a:rPr>
              <a:t>I/O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4880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F222-D93E-A214-9188-67321B5E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8932E7-C920-8D3D-BD9C-DC800E1D6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1E1420-1D1C-2FF8-076C-62F208F03F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A59CC75-7C53-37A7-AA1D-29E010F5546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D249A5-C9D5-3267-F01B-90CAA41F5A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14400" y="603971"/>
            <a:ext cx="6906751" cy="3467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26" marR="4176416"/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9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fe</a:t>
            </a:r>
            <a:r>
              <a:rPr sz="1700" b="1" spc="-15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15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11526" marR="4176416"/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9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fe</a:t>
            </a:r>
            <a:r>
              <a:rPr sz="1700" b="1" spc="-15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15" dirty="0">
                <a:latin typeface="Times New Roman"/>
                <a:cs typeface="Times New Roman"/>
              </a:rPr>
              <a:t>c</a:t>
            </a:r>
            <a:r>
              <a:rPr sz="1700" b="1" spc="-9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spc="-9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5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425884" indent="-206889">
              <a:spcBef>
                <a:spcPts val="772"/>
              </a:spcBef>
              <a:buFont typeface="Times New Roman"/>
              <a:buChar char="●"/>
              <a:tabLst>
                <a:tab pos="426460" algn="l"/>
              </a:tabLst>
            </a:pPr>
            <a:r>
              <a:rPr sz="1700" spc="-5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9" dirty="0">
                <a:latin typeface="Times New Roman"/>
                <a:cs typeface="Times New Roman"/>
              </a:rPr>
              <a:t>ay</a:t>
            </a:r>
            <a:r>
              <a:rPr sz="1700" spc="-15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“</a:t>
            </a:r>
            <a:r>
              <a:rPr sz="1700" spc="-9" dirty="0">
                <a:latin typeface="Times New Roman"/>
                <a:cs typeface="Times New Roman"/>
              </a:rPr>
              <a:t>Comput</a:t>
            </a:r>
            <a:r>
              <a:rPr sz="1700" spc="-1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19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hit</a:t>
            </a:r>
            <a:r>
              <a:rPr sz="1700" spc="-15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9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9" dirty="0">
                <a:latin typeface="Times New Roman"/>
                <a:cs typeface="Times New Roman"/>
              </a:rPr>
              <a:t>r</a:t>
            </a:r>
            <a:r>
              <a:rPr sz="1700" spc="9" dirty="0">
                <a:latin typeface="Times New Roman"/>
                <a:cs typeface="Times New Roman"/>
              </a:rPr>
              <a:t>g</a:t>
            </a:r>
            <a:r>
              <a:rPr sz="1700" spc="-15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niz</a:t>
            </a:r>
            <a:r>
              <a:rPr sz="1700" spc="-19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9" dirty="0">
                <a:latin typeface="Times New Roman"/>
                <a:cs typeface="Times New Roman"/>
              </a:rPr>
              <a:t>Third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425884" indent="-206889">
              <a:spcBef>
                <a:spcPts val="772"/>
              </a:spcBef>
              <a:buFont typeface="Times New Roman"/>
              <a:buChar char="●"/>
              <a:tabLst>
                <a:tab pos="426460" algn="l"/>
              </a:tabLst>
            </a:pP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15" dirty="0">
                <a:latin typeface="Times New Roman"/>
                <a:cs typeface="Times New Roman"/>
              </a:rPr>
              <a:t>“</a:t>
            </a:r>
            <a:r>
              <a:rPr sz="1700" spc="-9" dirty="0">
                <a:latin typeface="Times New Roman"/>
                <a:cs typeface="Times New Roman"/>
              </a:rPr>
              <a:t>Comput</a:t>
            </a:r>
            <a:r>
              <a:rPr sz="1700" spc="-1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15" dirty="0">
                <a:latin typeface="Times New Roman"/>
                <a:cs typeface="Times New Roman"/>
              </a:rPr>
              <a:t>e</a:t>
            </a:r>
            <a:r>
              <a:rPr sz="1700" spc="-9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Ar</a:t>
            </a:r>
            <a:r>
              <a:rPr sz="1700" spc="-15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hit</a:t>
            </a:r>
            <a:r>
              <a:rPr sz="1700" spc="-15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9" dirty="0">
                <a:latin typeface="Times New Roman"/>
                <a:cs typeface="Times New Roman"/>
              </a:rPr>
              <a:t>e</a:t>
            </a:r>
            <a:r>
              <a:rPr sz="1700" spc="-1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9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5" dirty="0">
                <a:latin typeface="Times New Roman"/>
                <a:cs typeface="Times New Roman"/>
              </a:rPr>
              <a:t>Edition,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19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nti</a:t>
            </a:r>
            <a:r>
              <a:rPr sz="1700" spc="-15" dirty="0">
                <a:latin typeface="Times New Roman"/>
                <a:cs typeface="Times New Roman"/>
              </a:rPr>
              <a:t>c</a:t>
            </a:r>
            <a:r>
              <a:rPr sz="1700" spc="-9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 H</a:t>
            </a:r>
            <a:r>
              <a:rPr sz="1700" spc="-9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425884" marR="6916" indent="-206889">
              <a:spcBef>
                <a:spcPts val="723"/>
              </a:spcBef>
              <a:buFont typeface="Times New Roman"/>
              <a:buChar char="●"/>
              <a:tabLst>
                <a:tab pos="426460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tallings, </a:t>
            </a:r>
            <a:r>
              <a:rPr sz="1700" spc="-59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“</a:t>
            </a:r>
            <a:r>
              <a:rPr sz="1700" spc="-9" dirty="0">
                <a:latin typeface="Times New Roman"/>
                <a:cs typeface="Times New Roman"/>
              </a:rPr>
              <a:t>Comput</a:t>
            </a:r>
            <a:r>
              <a:rPr sz="1700" spc="-2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9" dirty="0">
                <a:latin typeface="Times New Roman"/>
                <a:cs typeface="Times New Roman"/>
              </a:rPr>
              <a:t>rg</a:t>
            </a:r>
            <a:r>
              <a:rPr sz="1700" spc="-15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niz</a:t>
            </a:r>
            <a:r>
              <a:rPr sz="1700" spc="-15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9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9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chit</a:t>
            </a:r>
            <a:r>
              <a:rPr sz="1700" spc="-15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ture</a:t>
            </a:r>
            <a:r>
              <a:rPr sz="1700" spc="-1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9" dirty="0">
                <a:latin typeface="Times New Roman"/>
                <a:cs typeface="Times New Roman"/>
              </a:rPr>
              <a:t> </a:t>
            </a:r>
            <a:r>
              <a:rPr sz="1700" spc="-9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5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5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15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9" dirty="0">
                <a:latin typeface="Times New Roman"/>
                <a:cs typeface="Times New Roman"/>
              </a:rPr>
              <a:t>Edu</a:t>
            </a:r>
            <a:r>
              <a:rPr sz="1700" spc="-19" dirty="0">
                <a:latin typeface="Times New Roman"/>
                <a:cs typeface="Times New Roman"/>
              </a:rPr>
              <a:t>c</a:t>
            </a:r>
            <a:r>
              <a:rPr sz="1700" spc="-15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11526">
              <a:spcBef>
                <a:spcPts val="772"/>
              </a:spcBef>
            </a:pPr>
            <a:r>
              <a:rPr sz="1700" b="1" spc="-9" dirty="0">
                <a:latin typeface="Times New Roman"/>
                <a:cs typeface="Times New Roman"/>
              </a:rPr>
              <a:t>T</a:t>
            </a:r>
            <a:r>
              <a:rPr sz="1700" b="1" spc="-1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5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425884" marR="4611" indent="-206889">
              <a:spcBef>
                <a:spcPts val="731"/>
              </a:spcBef>
              <a:buFont typeface="Times New Roman"/>
              <a:buChar char="●"/>
              <a:tabLst>
                <a:tab pos="426460" algn="l"/>
              </a:tabLst>
            </a:pPr>
            <a:r>
              <a:rPr sz="1700" spc="-9" dirty="0">
                <a:latin typeface="Times New Roman"/>
                <a:cs typeface="Times New Roman"/>
              </a:rPr>
              <a:t>C</a:t>
            </a:r>
            <a:r>
              <a:rPr sz="1700" spc="-15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rpin</a:t>
            </a:r>
            <a:r>
              <a:rPr sz="1700" spc="-19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J.D</a:t>
            </a:r>
            <a:r>
              <a:rPr sz="1700" spc="5" dirty="0">
                <a:latin typeface="Times New Roman"/>
                <a:cs typeface="Times New Roman"/>
              </a:rPr>
              <a:t>,</a:t>
            </a:r>
            <a:r>
              <a:rPr sz="1700" spc="-9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9" dirty="0">
                <a:latin typeface="Times New Roman"/>
                <a:cs typeface="Times New Roman"/>
              </a:rPr>
              <a:t>Comp</a:t>
            </a:r>
            <a:r>
              <a:rPr sz="1700" spc="-19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ter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15" dirty="0">
                <a:latin typeface="Times New Roman"/>
                <a:cs typeface="Times New Roman"/>
              </a:rPr>
              <a:t>e</a:t>
            </a:r>
            <a:r>
              <a:rPr sz="1700" spc="-9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9" dirty="0">
                <a:latin typeface="Times New Roman"/>
                <a:cs typeface="Times New Roman"/>
              </a:rPr>
              <a:t> </a:t>
            </a:r>
            <a:r>
              <a:rPr sz="1700" spc="-9" dirty="0">
                <a:latin typeface="Times New Roman"/>
                <a:cs typeface="Times New Roman"/>
              </a:rPr>
              <a:t>org</a:t>
            </a:r>
            <a:r>
              <a:rPr sz="1700" spc="-19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niz</a:t>
            </a:r>
            <a:r>
              <a:rPr sz="1700" spc="-19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ti</a:t>
            </a:r>
            <a:r>
              <a:rPr sz="1700" spc="9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9" dirty="0">
                <a:latin typeface="Times New Roman"/>
                <a:cs typeface="Times New Roman"/>
              </a:rPr>
              <a:t> </a:t>
            </a:r>
            <a:r>
              <a:rPr sz="1700" spc="-9" dirty="0">
                <a:latin typeface="Times New Roman"/>
                <a:cs typeface="Times New Roman"/>
              </a:rPr>
              <a:t>&amp;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9" dirty="0">
                <a:latin typeface="Times New Roman"/>
                <a:cs typeface="Times New Roman"/>
              </a:rPr>
              <a:t>r</a:t>
            </a:r>
            <a:r>
              <a:rPr sz="1700" spc="-15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hit</a:t>
            </a:r>
            <a:r>
              <a:rPr sz="1700" spc="-15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ture</a:t>
            </a:r>
            <a:r>
              <a:rPr sz="1700" spc="-1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9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9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rth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5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9" dirty="0">
                <a:latin typeface="Times New Roman"/>
                <a:cs typeface="Times New Roman"/>
              </a:rPr>
              <a:t>W</a:t>
            </a:r>
            <a:r>
              <a:rPr sz="1700" spc="-9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425884" indent="-206889">
              <a:spcBef>
                <a:spcPts val="772"/>
              </a:spcBef>
              <a:buFont typeface="Times New Roman"/>
              <a:buChar char="●"/>
              <a:tabLst>
                <a:tab pos="426460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15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tt</a:t>
            </a:r>
            <a:r>
              <a:rPr sz="1700" spc="-1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9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9" dirty="0">
                <a:latin typeface="Times New Roman"/>
                <a:cs typeface="Times New Roman"/>
              </a:rPr>
              <a:t>n</a:t>
            </a:r>
            <a:r>
              <a:rPr sz="1700" spc="-15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5" dirty="0">
                <a:latin typeface="Times New Roman"/>
                <a:cs typeface="Times New Roman"/>
              </a:rPr>
              <a:t>“</a:t>
            </a:r>
            <a:r>
              <a:rPr sz="1700" spc="-9" dirty="0">
                <a:latin typeface="Times New Roman"/>
                <a:cs typeface="Times New Roman"/>
              </a:rPr>
              <a:t>Comput</a:t>
            </a:r>
            <a:r>
              <a:rPr sz="1700" spc="-1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9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19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hite</a:t>
            </a:r>
            <a:r>
              <a:rPr sz="1700" spc="-15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9" dirty="0">
                <a:latin typeface="Times New Roman"/>
                <a:cs typeface="Times New Roman"/>
              </a:rPr>
              <a:t>”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9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9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9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400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450DD-48C2-ED75-6AEC-0A7754A67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8CD77E-1BEE-F2F4-D868-943942D6F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C2A17F-FCBE-B3A7-47B8-28C5CDB565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19A6C61-DF94-F435-2278-4A3B624AEF8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14F93-ACD8-3C4B-4A7F-4CF497FEBE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9A647B-59A7-D74D-88C7-EC851359930B}"/>
              </a:ext>
            </a:extLst>
          </p:cNvPr>
          <p:cNvSpPr txBox="1"/>
          <p:nvPr/>
        </p:nvSpPr>
        <p:spPr>
          <a:xfrm>
            <a:off x="1066800" y="1047750"/>
            <a:ext cx="7010400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26">
              <a:spcBef>
                <a:spcPts val="772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-9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fe</a:t>
            </a:r>
            <a:r>
              <a:rPr lang="en-US" sz="1700" b="1" spc="-15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15" dirty="0">
                <a:latin typeface="Times New Roman"/>
                <a:cs typeface="Times New Roman"/>
              </a:rPr>
              <a:t>c</a:t>
            </a:r>
            <a:r>
              <a:rPr lang="en-US" sz="1700" b="1" spc="-9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lang="en-US" sz="1700" b="1" spc="9" dirty="0">
                <a:latin typeface="Times New Roman"/>
                <a:cs typeface="Times New Roman"/>
              </a:rPr>
              <a:t>W</a:t>
            </a:r>
            <a:r>
              <a:rPr lang="en-US" sz="1700" b="1" spc="-15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b</a:t>
            </a:r>
            <a:r>
              <a:rPr lang="en-US" sz="1700" b="1" spc="-9" dirty="0">
                <a:latin typeface="Times New Roman"/>
                <a:cs typeface="Times New Roman"/>
              </a:rPr>
              <a:t>site:</a:t>
            </a:r>
          </a:p>
          <a:p>
            <a:pPr marL="11526">
              <a:spcBef>
                <a:spcPts val="772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18417" indent="-206889">
              <a:spcBef>
                <a:spcPts val="47"/>
              </a:spcBef>
              <a:buFont typeface="Times New Roman"/>
              <a:buChar char="●"/>
              <a:tabLst>
                <a:tab pos="218993" algn="l"/>
              </a:tabLst>
            </a:pP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Me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mory</a:t>
            </a:r>
            <a:r>
              <a:rPr lang="en-US" sz="1700" u="sng" spc="-5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Ma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ps</a:t>
            </a:r>
            <a:r>
              <a:rPr lang="en-US" sz="1700" u="sng" spc="-3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</a:t>
            </a:r>
            <a:r>
              <a:rPr lang="en-US" sz="1700" u="sng" spc="-3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19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/O</a:t>
            </a:r>
            <a:r>
              <a:rPr lang="en-US" sz="1700" u="sng" spc="-5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ddr</a:t>
            </a:r>
            <a:r>
              <a:rPr lang="en-US" sz="1700" u="sng" spc="-19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ss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ing</a:t>
            </a:r>
            <a:r>
              <a:rPr lang="en-US" sz="1700" u="sng" spc="-3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|</a:t>
            </a:r>
            <a:r>
              <a:rPr lang="en-US" sz="1700" u="sng" spc="-5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sics</a:t>
            </a:r>
            <a:r>
              <a:rPr lang="en-US" sz="1700" u="sng" spc="-3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lang="en-US" sz="1700" u="sng" spc="-4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Prog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mm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ble</a:t>
            </a:r>
            <a:r>
              <a:rPr lang="en-US" sz="1700" u="sng" spc="-4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Log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c 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ontroll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rs</a:t>
            </a:r>
            <a:r>
              <a:rPr lang="en-US" sz="1700" u="sng" spc="-5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(PLC</a:t>
            </a:r>
            <a:r>
              <a:rPr lang="en-US" sz="1700" u="sng" spc="9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) |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 Automation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Textbook</a:t>
            </a:r>
            <a:endParaRPr lang="en-US" sz="1700" dirty="0">
              <a:latin typeface="Times New Roman"/>
              <a:cs typeface="Times New Roman"/>
            </a:endParaRPr>
          </a:p>
          <a:p>
            <a:pPr marL="218417" indent="-206889">
              <a:spcBef>
                <a:spcPts val="41"/>
              </a:spcBef>
              <a:buFont typeface="Times New Roman"/>
              <a:buChar char="●"/>
              <a:tabLst>
                <a:tab pos="218993" algn="l"/>
              </a:tabLst>
            </a:pP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Me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mory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19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</a:t>
            </a:r>
            <a:r>
              <a:rPr lang="en-US" sz="1700" u="sng" spc="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19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/O</a:t>
            </a:r>
            <a:r>
              <a:rPr lang="en-US" sz="1700" u="sng" spc="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19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rf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ing</a:t>
            </a:r>
            <a:r>
              <a:rPr lang="en-US" sz="1700" u="sng" spc="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5" dirty="0" err="1">
                <a:solidFill>
                  <a:srgbClr val="0000FF"/>
                </a:solidFill>
                <a:latin typeface="Times New Roman"/>
                <a:cs typeface="Times New Roman"/>
              </a:rPr>
              <a:t>jav</a:t>
            </a:r>
            <a:r>
              <a:rPr lang="en-US" sz="1700" u="sng" spc="-19" dirty="0" err="1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lang="en-US" sz="1700" u="sng" spc="-5" dirty="0" err="1">
                <a:solidFill>
                  <a:srgbClr val="0000FF"/>
                </a:solidFill>
                <a:latin typeface="Times New Roman"/>
                <a:cs typeface="Times New Roman"/>
              </a:rPr>
              <a:t>tpoint</a:t>
            </a:r>
            <a:endParaRPr lang="en-US" sz="1700" dirty="0">
              <a:latin typeface="Times New Roman"/>
              <a:cs typeface="Times New Roman"/>
            </a:endParaRPr>
          </a:p>
          <a:p>
            <a:pPr marL="218417" indent="-206889">
              <a:spcBef>
                <a:spcPts val="41"/>
              </a:spcBef>
              <a:buFont typeface="Times New Roman"/>
              <a:buChar char="●"/>
              <a:tabLst>
                <a:tab pos="218993" algn="l"/>
              </a:tabLst>
            </a:pP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Me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mor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-Ma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pp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d vs.</a:t>
            </a:r>
            <a:r>
              <a:rPr lang="en-US" sz="1700" u="sng" spc="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Isol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ted</a:t>
            </a:r>
            <a:r>
              <a:rPr lang="en-US"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19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/O</a:t>
            </a:r>
            <a:r>
              <a:rPr lang="en-US" sz="1700" u="sng" spc="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|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spc="-9" dirty="0" err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lang="en-US" sz="1700" u="sng" spc="-15" dirty="0" err="1">
                <a:solidFill>
                  <a:srgbClr val="0000FF"/>
                </a:solidFill>
                <a:latin typeface="Times New Roman"/>
                <a:cs typeface="Times New Roman"/>
              </a:rPr>
              <a:t>ae</a:t>
            </a:r>
            <a:r>
              <a:rPr lang="en-US" sz="1700" u="sng" spc="-9" dirty="0" err="1">
                <a:solidFill>
                  <a:srgbClr val="0000FF"/>
                </a:solidFill>
                <a:latin typeface="Times New Roman"/>
                <a:cs typeface="Times New Roman"/>
              </a:rPr>
              <a:t>ldung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lang="en-US" sz="1700" u="sng" spc="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omput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 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Scie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lang="en-US" sz="1700" u="sng" spc="-1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lang="en-US" sz="1700" u="sng" spc="-9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52617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</TotalTime>
  <Words>509</Words>
  <Application>Microsoft Office PowerPoint</Application>
  <PresentationFormat>On-screen Show (16:9)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3</cp:revision>
  <dcterms:created xsi:type="dcterms:W3CDTF">2024-12-20T10:46:38Z</dcterms:created>
  <dcterms:modified xsi:type="dcterms:W3CDTF">2024-12-23T08:52:28Z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