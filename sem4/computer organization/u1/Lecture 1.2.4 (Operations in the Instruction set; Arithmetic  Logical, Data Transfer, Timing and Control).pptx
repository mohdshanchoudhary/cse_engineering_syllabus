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2"/>
  </p:notesMasterIdLst>
  <p:sldIdLst>
    <p:sldId id="265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4" r:id="rId10"/>
    <p:sldId id="376" r:id="rId11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6435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74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33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43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803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03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96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119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9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4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1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4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710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8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26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26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26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26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26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0" y="3655677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14DE3-3798-DD30-012E-B6D00BA2B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279ED-EDCC-0B03-2E5F-E6C83818B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236A3F-3A78-5D88-E555-765EB47B5B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9BD4822A-3D38-4239-FFEF-B7ED2ECC631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8BA548-DD56-5E09-CB56-36A9BD9621B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4920" y="742950"/>
            <a:ext cx="7290879" cy="3549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>
              <a:spcBef>
                <a:spcPts val="409"/>
              </a:spcBef>
            </a:pPr>
            <a:r>
              <a:rPr lang="en-US" sz="1700" b="1" spc="-5" dirty="0">
                <a:latin typeface="Times New Roman"/>
                <a:cs typeface="Times New Roman"/>
              </a:rPr>
              <a:t>Ope</a:t>
            </a:r>
            <a:r>
              <a:rPr lang="en-US" sz="1700" b="1" spc="-2" dirty="0">
                <a:latin typeface="Times New Roman"/>
                <a:cs typeface="Times New Roman"/>
              </a:rPr>
              <a:t>ra</a:t>
            </a:r>
            <a:r>
              <a:rPr lang="en-US" sz="1700" b="1" spc="-5" dirty="0">
                <a:latin typeface="Times New Roman"/>
                <a:cs typeface="Times New Roman"/>
              </a:rPr>
              <a:t>t</a:t>
            </a:r>
            <a:r>
              <a:rPr lang="en-US" sz="1700" b="1" spc="-2" dirty="0">
                <a:latin typeface="Times New Roman"/>
                <a:cs typeface="Times New Roman"/>
              </a:rPr>
              <a:t>ions</a:t>
            </a:r>
            <a:r>
              <a:rPr lang="en-US" sz="1700" b="1" spc="2" dirty="0">
                <a:latin typeface="Times New Roman"/>
                <a:cs typeface="Times New Roman"/>
              </a:rPr>
              <a:t> </a:t>
            </a:r>
            <a:r>
              <a:rPr lang="en-US" sz="1700" b="1" spc="-2" dirty="0">
                <a:latin typeface="Times New Roman"/>
                <a:cs typeface="Times New Roman"/>
              </a:rPr>
              <a:t>In</a:t>
            </a:r>
            <a:r>
              <a:rPr lang="en-US" sz="1700" b="1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T</a:t>
            </a:r>
            <a:r>
              <a:rPr lang="en-US" sz="1700" b="1" spc="-10" dirty="0">
                <a:latin typeface="Times New Roman"/>
                <a:cs typeface="Times New Roman"/>
              </a:rPr>
              <a:t>h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 </a:t>
            </a:r>
            <a:r>
              <a:rPr lang="en-US" sz="1700" b="1" spc="-2" dirty="0">
                <a:latin typeface="Times New Roman"/>
                <a:cs typeface="Times New Roman"/>
              </a:rPr>
              <a:t>Ins</a:t>
            </a:r>
            <a:r>
              <a:rPr lang="en-US" sz="1700" b="1" spc="2" dirty="0">
                <a:latin typeface="Times New Roman"/>
                <a:cs typeface="Times New Roman"/>
              </a:rPr>
              <a:t>t</a:t>
            </a:r>
            <a:r>
              <a:rPr lang="en-US" sz="1700" b="1" spc="-2" dirty="0">
                <a:latin typeface="Times New Roman"/>
                <a:cs typeface="Times New Roman"/>
              </a:rPr>
              <a:t>ructi</a:t>
            </a:r>
            <a:r>
              <a:rPr lang="en-US" sz="1700" b="1" dirty="0">
                <a:latin typeface="Times New Roman"/>
                <a:cs typeface="Times New Roman"/>
              </a:rPr>
              <a:t>on</a:t>
            </a:r>
            <a:r>
              <a:rPr lang="en-US" sz="1700" b="1" spc="-2" dirty="0">
                <a:latin typeface="Times New Roman"/>
                <a:cs typeface="Times New Roman"/>
              </a:rPr>
              <a:t> S</a:t>
            </a:r>
            <a:r>
              <a:rPr lang="en-US" sz="1700" b="1" dirty="0">
                <a:latin typeface="Times New Roman"/>
                <a:cs typeface="Times New Roman"/>
              </a:rPr>
              <a:t>e</a:t>
            </a:r>
            <a:r>
              <a:rPr lang="en-US" sz="1700" b="1" spc="-5" dirty="0">
                <a:latin typeface="Times New Roman"/>
                <a:cs typeface="Times New Roman"/>
              </a:rPr>
              <a:t>t</a:t>
            </a:r>
          </a:p>
          <a:p>
            <a:pPr marL="6109" algn="ctr">
              <a:spcBef>
                <a:spcPts val="409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6109" marR="2443" algn="just">
              <a:spcBef>
                <a:spcPts val="387"/>
              </a:spcBef>
            </a:pP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spc="2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t</a:t>
            </a:r>
            <a:r>
              <a:rPr sz="1700" b="1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oll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ute.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5" dirty="0">
                <a:latin typeface="Times New Roman"/>
                <a:cs typeface="Times New Roman"/>
              </a:rPr>
              <a:t>tego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iz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type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form.</a:t>
            </a:r>
            <a:endParaRPr lang="en-US" sz="1700" spc="-7" dirty="0">
              <a:latin typeface="Times New Roman"/>
              <a:cs typeface="Times New Roman"/>
            </a:endParaRPr>
          </a:p>
          <a:p>
            <a:pPr marL="6109" marR="2443" algn="just">
              <a:spcBef>
                <a:spcPts val="387"/>
              </a:spcBef>
            </a:pPr>
            <a:endParaRPr lang="en-US" sz="1700" spc="-7" dirty="0">
              <a:latin typeface="Times New Roman"/>
              <a:cs typeface="Times New Roman"/>
            </a:endParaRPr>
          </a:p>
          <a:p>
            <a:pPr marL="6109" marR="2443" algn="just">
              <a:spcBef>
                <a:spcPts val="387"/>
              </a:spcBef>
            </a:pP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'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kd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ommonly</a:t>
            </a:r>
            <a:r>
              <a:rPr sz="1700" dirty="0">
                <a:latin typeface="Times New Roman"/>
                <a:cs typeface="Times New Roman"/>
              </a:rPr>
              <a:t> found 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set:</a:t>
            </a:r>
            <a:endParaRPr lang="en-US" sz="1700" spc="-2" dirty="0">
              <a:latin typeface="Times New Roman"/>
              <a:cs typeface="Times New Roman"/>
            </a:endParaRPr>
          </a:p>
          <a:p>
            <a:pPr marL="6109" marR="2443" algn="just">
              <a:spcBef>
                <a:spcPts val="387"/>
              </a:spcBef>
            </a:pPr>
            <a:endParaRPr lang="en-US" sz="1700" b="1" dirty="0">
              <a:latin typeface="Times New Roman"/>
              <a:cs typeface="Times New Roman"/>
            </a:endParaRPr>
          </a:p>
          <a:p>
            <a:pPr marL="6109" marR="2443" algn="just">
              <a:spcBef>
                <a:spcPts val="387"/>
              </a:spcBef>
            </a:pPr>
            <a:r>
              <a:rPr lang="en-US" sz="1700" b="1" dirty="0">
                <a:latin typeface="Times New Roman"/>
                <a:cs typeface="Times New Roman"/>
              </a:rPr>
              <a:t>1.  </a:t>
            </a:r>
            <a:r>
              <a:rPr lang="en-US" sz="1700" b="1" spc="-2" dirty="0">
                <a:latin typeface="Times New Roman"/>
                <a:cs typeface="Times New Roman"/>
              </a:rPr>
              <a:t> A</a:t>
            </a:r>
            <a:r>
              <a:rPr lang="en-US" sz="1700" b="1" spc="-5" dirty="0">
                <a:latin typeface="Times New Roman"/>
                <a:cs typeface="Times New Roman"/>
              </a:rPr>
              <a:t>r</a:t>
            </a:r>
            <a:r>
              <a:rPr lang="en-US" sz="1700" b="1" spc="-2" dirty="0">
                <a:latin typeface="Times New Roman"/>
                <a:cs typeface="Times New Roman"/>
              </a:rPr>
              <a:t>ith</a:t>
            </a:r>
            <a:r>
              <a:rPr lang="en-US" sz="1700" b="1" spc="2" dirty="0">
                <a:latin typeface="Times New Roman"/>
                <a:cs typeface="Times New Roman"/>
              </a:rPr>
              <a:t>m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tic</a:t>
            </a:r>
            <a:r>
              <a:rPr lang="en-US" sz="1700" b="1" dirty="0">
                <a:latin typeface="Times New Roman"/>
                <a:cs typeface="Times New Roman"/>
              </a:rPr>
              <a:t>  </a:t>
            </a:r>
            <a:r>
              <a:rPr lang="en-US" sz="1700" b="1" spc="-34" dirty="0">
                <a:latin typeface="Times New Roman"/>
                <a:cs typeface="Times New Roman"/>
              </a:rPr>
              <a:t> </a:t>
            </a:r>
            <a:r>
              <a:rPr lang="en-US" sz="1700" b="1" dirty="0">
                <a:latin typeface="Times New Roman"/>
                <a:cs typeface="Times New Roman"/>
              </a:rPr>
              <a:t>and  </a:t>
            </a:r>
            <a:r>
              <a:rPr lang="en-US" sz="1700" b="1" spc="-29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Logical</a:t>
            </a:r>
            <a:r>
              <a:rPr lang="en-US" sz="1700" b="1" dirty="0">
                <a:latin typeface="Times New Roman"/>
                <a:cs typeface="Times New Roman"/>
              </a:rPr>
              <a:t>  </a:t>
            </a:r>
            <a:r>
              <a:rPr lang="en-US" sz="1700" b="1" spc="-31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O</a:t>
            </a:r>
            <a:r>
              <a:rPr lang="en-US" sz="1700" b="1" spc="-2" dirty="0">
                <a:latin typeface="Times New Roman"/>
                <a:cs typeface="Times New Roman"/>
              </a:rPr>
              <a:t>p</a:t>
            </a:r>
            <a:r>
              <a:rPr lang="en-US" sz="1700" b="1" spc="-7" dirty="0">
                <a:latin typeface="Times New Roman"/>
                <a:cs typeface="Times New Roman"/>
              </a:rPr>
              <a:t>er</a:t>
            </a:r>
            <a:r>
              <a:rPr lang="en-US" sz="1700" b="1" spc="-5" dirty="0">
                <a:latin typeface="Times New Roman"/>
                <a:cs typeface="Times New Roman"/>
              </a:rPr>
              <a:t>ation</a:t>
            </a:r>
            <a:r>
              <a:rPr lang="en-US" sz="1700" b="1" spc="7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: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-29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This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-29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spc="-5" dirty="0">
                <a:latin typeface="Times New Roman"/>
                <a:cs typeface="Times New Roman"/>
              </a:rPr>
              <a:t>tego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y 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  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ons including 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ithmetic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Op</a:t>
            </a:r>
            <a:r>
              <a:rPr lang="en-US" sz="170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ons  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spc="-5" dirty="0">
                <a:latin typeface="Times New Roman"/>
                <a:cs typeface="Times New Roman"/>
              </a:rPr>
              <a:t>rm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math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al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omput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ons  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suc</a:t>
            </a:r>
            <a:r>
              <a:rPr lang="en-US" sz="1700" dirty="0">
                <a:latin typeface="Times New Roman"/>
                <a:cs typeface="Times New Roman"/>
              </a:rPr>
              <a:t>h  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 addition, </a:t>
            </a:r>
            <a:r>
              <a:rPr lang="en-US" sz="1700" spc="-7" dirty="0">
                <a:latin typeface="Times New Roman"/>
                <a:cs typeface="Times New Roman"/>
              </a:rPr>
              <a:t>sub</a:t>
            </a:r>
            <a:r>
              <a:rPr lang="en-US" sz="1700" spc="-2" dirty="0">
                <a:latin typeface="Times New Roman"/>
                <a:cs typeface="Times New Roman"/>
              </a:rPr>
              <a:t>tr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on, </a:t>
            </a:r>
            <a:r>
              <a:rPr lang="en-US" sz="1700" spc="-2" dirty="0">
                <a:latin typeface="Times New Roman"/>
                <a:cs typeface="Times New Roman"/>
              </a:rPr>
              <a:t>multipli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spc="-7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n,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2" dirty="0">
                <a:latin typeface="Times New Roman"/>
                <a:cs typeface="Times New Roman"/>
              </a:rPr>
              <a:t>divi</a:t>
            </a:r>
            <a:r>
              <a:rPr lang="en-US" sz="1700" spc="-5" dirty="0">
                <a:latin typeface="Times New Roman"/>
                <a:cs typeface="Times New Roman"/>
              </a:rPr>
              <a:t>sion.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2443" algn="just">
              <a:spcBef>
                <a:spcPts val="387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6109" marR="2443" algn="just">
              <a:spcBef>
                <a:spcPts val="387"/>
              </a:spcBef>
            </a:pPr>
            <a:r>
              <a:rPr lang="en-US" sz="1700" spc="-5" dirty="0">
                <a:latin typeface="Times New Roman"/>
                <a:cs typeface="Times New Roman"/>
              </a:rPr>
              <a:t>Ex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mpl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 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rithm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tic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Instr</a:t>
            </a:r>
            <a:r>
              <a:rPr lang="en-US" sz="1700" spc="-2" dirty="0">
                <a:latin typeface="Times New Roman"/>
                <a:cs typeface="Times New Roman"/>
              </a:rPr>
              <a:t>u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tions: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3548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14DE3-3798-DD30-012E-B6D00BA2B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279ED-EDCC-0B03-2E5F-E6C83818B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236A3F-3A78-5D88-E555-765EB47B5B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9BD4822A-3D38-4239-FFEF-B7ED2ECC631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8BA548-DD56-5E09-CB56-36A9BD9621B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graphicFrame>
        <p:nvGraphicFramePr>
          <p:cNvPr id="2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637164"/>
              </p:ext>
            </p:extLst>
          </p:nvPr>
        </p:nvGraphicFramePr>
        <p:xfrm>
          <a:off x="1336441" y="923000"/>
          <a:ext cx="6471118" cy="3477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5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6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9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755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st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tion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3273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8195">
                        <a:lnSpc>
                          <a:spcPct val="10000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scr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b="1" spc="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tion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3670">
                      <a:solidFill>
                        <a:srgbClr val="000000"/>
                      </a:solidFill>
                      <a:prstDash val="solid"/>
                    </a:lnR>
                    <a:lnT w="33273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0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Times New Roman"/>
                          <a:cs typeface="Times New Roman"/>
                        </a:rPr>
                        <a:t>Exa</a:t>
                      </a:r>
                      <a:r>
                        <a:rPr sz="1700" b="1" spc="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le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670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3273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5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AD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R1, R2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Add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 the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ontents of R2 to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R1.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3670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AD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AX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, BX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(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x8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).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670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755"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B R1, R2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Subtr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he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ontents of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R2 f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om R1.</a:t>
                      </a: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3670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B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AX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, BX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x86).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670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755"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MU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 R1, R2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Mul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iplies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ontents of R1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nd R2.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3670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MU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 BX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(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x86).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670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755"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sz="1700" spc="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R1, R2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Divide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 R1 by R2.</a:t>
                      </a: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3670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</a:pPr>
                      <a:r>
                        <a:rPr sz="1700" spc="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BX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(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x86).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670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755"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C R1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</a:pP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nts 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he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lue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of R1 by 1.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3670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C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(x86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670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755"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C R1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ments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lue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R1 by 1.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3670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C CX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x86).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670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755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tes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lue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R1.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3670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x8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).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670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755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AD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C R1, R2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Add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 R2 to R1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wit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h c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rry.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3670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AD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C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AX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, BX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x86).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670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755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SBB R1,</a:t>
                      </a:r>
                      <a:r>
                        <a:rPr sz="1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327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Subtr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 f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om R1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wit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h bor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ow.</a:t>
                      </a: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3670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327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SBB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AX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, BX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x86).</a:t>
                      </a:r>
                    </a:p>
                  </a:txBody>
                  <a:tcPr marL="0" marR="0" marT="0" marB="0">
                    <a:lnL w="33670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3273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227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14DE3-3798-DD30-012E-B6D00BA2B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279ED-EDCC-0B03-2E5F-E6C83818B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236A3F-3A78-5D88-E555-765EB47B5B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9BD4822A-3D38-4239-FFEF-B7ED2ECC631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8BA548-DD56-5E09-CB56-36A9BD9621B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51560" y="724895"/>
            <a:ext cx="7010400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/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bitwis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logi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pulations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suc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OR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XO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2" dirty="0">
                <a:latin typeface="Times New Roman"/>
                <a:cs typeface="Times New Roman"/>
              </a:rPr>
              <a:t>NO</a:t>
            </a:r>
            <a:r>
              <a:rPr sz="1700" spc="-5" dirty="0">
                <a:latin typeface="Times New Roman"/>
                <a:cs typeface="Times New Roman"/>
              </a:rPr>
              <a:t>T,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7" dirty="0">
                <a:latin typeface="Times New Roman"/>
                <a:cs typeface="Times New Roman"/>
              </a:rPr>
              <a:t>sh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fts.</a:t>
            </a:r>
          </a:p>
          <a:p>
            <a:pPr>
              <a:spcBef>
                <a:spcPts val="1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5" dirty="0">
                <a:latin typeface="Times New Roman"/>
                <a:cs typeface="Times New Roman"/>
              </a:rPr>
              <a:t>Ex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7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ogic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ns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tions:</a:t>
            </a:r>
            <a:endParaRPr sz="1700" dirty="0">
              <a:latin typeface="Times New Roman"/>
              <a:cs typeface="Times New Roman"/>
            </a:endParaRPr>
          </a:p>
        </p:txBody>
      </p:sp>
      <p:graphicFrame>
        <p:nvGraphicFramePr>
          <p:cNvPr id="2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525039"/>
              </p:ext>
            </p:extLst>
          </p:nvPr>
        </p:nvGraphicFramePr>
        <p:xfrm>
          <a:off x="576930" y="1865590"/>
          <a:ext cx="8109870" cy="28359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4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295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st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tion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3273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0415">
                        <a:lnSpc>
                          <a:spcPct val="10000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scr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b="1" spc="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tion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3273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3273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0855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Times New Roman"/>
                          <a:cs typeface="Times New Roman"/>
                        </a:rPr>
                        <a:t>Exa</a:t>
                      </a:r>
                      <a:r>
                        <a:rPr sz="1700" b="1" spc="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le</a:t>
                      </a: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3273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3273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295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R1, R2</a:t>
                      </a:r>
                    </a:p>
                  </a:txBody>
                  <a:tcPr marL="0" marR="0" marT="0" marB="0" anchor="ctr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 marR="145415">
                        <a:lnSpc>
                          <a:spcPts val="138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orms bit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wis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AN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f R1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nd R2.</a:t>
                      </a:r>
                    </a:p>
                  </a:txBody>
                  <a:tcPr marL="0" marR="0" marT="0" marB="0" anchor="ctr">
                    <a:lnL w="33273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AX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, BX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(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x8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).</a:t>
                      </a:r>
                    </a:p>
                  </a:txBody>
                  <a:tcPr marL="0" marR="0" marT="0" marB="0" anchor="ctr">
                    <a:lnL w="33273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86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 R1, R2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orms bit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wis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O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R1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nd R2.</a:t>
                      </a:r>
                    </a:p>
                  </a:txBody>
                  <a:tcPr marL="0" marR="0" marT="0" marB="0" anchor="ctr">
                    <a:lnL w="33273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AX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, BX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x86).</a:t>
                      </a:r>
                    </a:p>
                  </a:txBody>
                  <a:tcPr marL="0" marR="0" marT="0" marB="0" anchor="ctr">
                    <a:lnL w="33273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295"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XO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 R1, R2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 marR="153035">
                        <a:lnSpc>
                          <a:spcPts val="138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orms bit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wis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XO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f R1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nd R2.</a:t>
                      </a:r>
                    </a:p>
                  </a:txBody>
                  <a:tcPr marL="0" marR="0" marT="0" marB="0" anchor="ctr">
                    <a:lnL w="33273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XO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AX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, BX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x86).</a:t>
                      </a:r>
                    </a:p>
                  </a:txBody>
                  <a:tcPr marL="0" marR="0" marT="0" marB="0" anchor="ctr">
                    <a:lnL w="33273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295">
                <a:tc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 R1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Compl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ments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bits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of R1.</a:t>
                      </a:r>
                    </a:p>
                  </a:txBody>
                  <a:tcPr marL="0" marR="0" marT="0" marB="0" anchor="ctr">
                    <a:lnL w="33273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x8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).</a:t>
                      </a:r>
                    </a:p>
                  </a:txBody>
                  <a:tcPr marL="0" marR="0" marT="0" marB="0" anchor="ctr">
                    <a:lnL w="33273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295"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R1, 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 marR="267335">
                        <a:lnSpc>
                          <a:spcPts val="138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Shifts bits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of R1 to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700" spc="-1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ft by n positions.</a:t>
                      </a:r>
                    </a:p>
                  </a:txBody>
                  <a:tcPr marL="0" marR="0" marT="0" marB="0" anchor="ctr">
                    <a:lnL w="33273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7329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AX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, 1 (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86).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3273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295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 R1, 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 marR="181610">
                        <a:lnSpc>
                          <a:spcPts val="138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Shifts bits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of R1 to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ri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ght by n positions.</a:t>
                      </a:r>
                    </a:p>
                  </a:txBody>
                  <a:tcPr marL="0" marR="0" marT="0" marB="0" anchor="ctr">
                    <a:lnL w="33273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AX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, 1 (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86).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3273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8295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R1, 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24129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 marR="166370">
                        <a:lnSpc>
                          <a:spcPts val="138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Rotat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bits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of R1 to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ft by n positions.</a:t>
                      </a:r>
                    </a:p>
                  </a:txBody>
                  <a:tcPr marL="0" marR="0" marT="0" marB="0" anchor="ctr">
                    <a:lnL w="33273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24129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AX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, 1 (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86).</a:t>
                      </a:r>
                    </a:p>
                  </a:txBody>
                  <a:tcPr marL="0" marR="0" marT="0" marB="0" anchor="ctr">
                    <a:lnL w="33273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24129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7195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AC050-8A28-0140-682F-129C12FF4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8045E1-E33C-10EC-05A3-971739379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09E1B6-6DA9-B451-7BBF-08CDE7F849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7926452-7303-8355-07D8-F8F4DA92AFE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23E9B6-0B22-74F6-93D1-9F252B0E2BF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975936"/>
              </p:ext>
            </p:extLst>
          </p:nvPr>
        </p:nvGraphicFramePr>
        <p:xfrm>
          <a:off x="762000" y="923000"/>
          <a:ext cx="7696199" cy="13208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2287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st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tion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3273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0415">
                        <a:lnSpc>
                          <a:spcPct val="10000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scr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b="1" spc="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tion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3273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0855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Times New Roman"/>
                          <a:cs typeface="Times New Roman"/>
                        </a:rPr>
                        <a:t>Exa</a:t>
                      </a:r>
                      <a:r>
                        <a:rPr sz="1700" b="1" spc="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le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3273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95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 R1, 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 marR="8191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Rotat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bits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of R1 to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right by n positions.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AX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, 1 (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86).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789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R1, R2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327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 marR="28003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orms bit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wis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AN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ithout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ting 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gis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rs,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s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gs.</a:t>
                      </a: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327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AX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, BX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x86).</a:t>
                      </a: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3273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ED309AA-7FD9-6154-1DD6-FC29D57E46C4}"/>
              </a:ext>
            </a:extLst>
          </p:cNvPr>
          <p:cNvSpPr txBox="1"/>
          <p:nvPr/>
        </p:nvSpPr>
        <p:spPr>
          <a:xfrm>
            <a:off x="826769" y="2800350"/>
            <a:ext cx="756666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2443" algn="just"/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nd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5" dirty="0">
                <a:latin typeface="Times New Roman"/>
                <a:cs typeface="Times New Roman"/>
              </a:rPr>
              <a:t>x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uti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rithm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tic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logic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ons,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nding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sult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1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umul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tor,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Condition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Cod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(</a:t>
            </a:r>
            <a:r>
              <a:rPr lang="en-US" sz="1700" spc="-7" dirty="0">
                <a:latin typeface="Times New Roman"/>
                <a:cs typeface="Times New Roman"/>
              </a:rPr>
              <a:t>Z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ro, </a:t>
            </a:r>
            <a:r>
              <a:rPr lang="en-US" sz="1700" spc="-2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ign,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Ov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dirty="0">
                <a:latin typeface="Times New Roman"/>
                <a:cs typeface="Times New Roman"/>
              </a:rPr>
              <a:t>low, 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– 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ZS</a:t>
            </a:r>
            <a:r>
              <a:rPr lang="en-US" sz="1700" spc="-2" dirty="0">
                <a:latin typeface="Times New Roman"/>
                <a:cs typeface="Times New Roman"/>
              </a:rPr>
              <a:t>OC</a:t>
            </a:r>
            <a:r>
              <a:rPr lang="en-US" sz="1700" dirty="0">
                <a:latin typeface="Times New Roman"/>
                <a:cs typeface="Times New Roman"/>
              </a:rPr>
              <a:t>) 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1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set, </a:t>
            </a:r>
            <a:r>
              <a:rPr lang="en-US" sz="1700" spc="-5" dirty="0">
                <a:latin typeface="Times New Roman"/>
                <a:cs typeface="Times New Roman"/>
              </a:rPr>
              <a:t>implyi</a:t>
            </a:r>
            <a:r>
              <a:rPr lang="en-US" sz="1700" dirty="0">
                <a:latin typeface="Times New Roman"/>
                <a:cs typeface="Times New Roman"/>
              </a:rPr>
              <a:t>ng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outcome</a:t>
            </a:r>
            <a:r>
              <a:rPr lang="en-US" sz="1700" spc="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x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uti</a:t>
            </a:r>
            <a:r>
              <a:rPr lang="en-US" sz="1700" dirty="0">
                <a:latin typeface="Times New Roman"/>
                <a:cs typeface="Times New Roman"/>
              </a:rPr>
              <a:t>on.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G</a:t>
            </a:r>
            <a:r>
              <a:rPr lang="en-US" sz="1700" spc="-5" dirty="0">
                <a:latin typeface="Times New Roman"/>
                <a:cs typeface="Times New Roman"/>
              </a:rPr>
              <a:t>en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dirty="0">
                <a:latin typeface="Times New Roman"/>
                <a:cs typeface="Times New Roman"/>
              </a:rPr>
              <a:t>y,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these</a:t>
            </a:r>
            <a:r>
              <a:rPr lang="en-US" sz="1700" spc="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fl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gs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us</a:t>
            </a:r>
            <a:r>
              <a:rPr lang="en-US" sz="1700" spc="-2" dirty="0">
                <a:latin typeface="Times New Roman"/>
                <a:cs typeface="Times New Roman"/>
              </a:rPr>
              <a:t>eful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ontrolling the </a:t>
            </a:r>
            <a:r>
              <a:rPr lang="en-US" sz="1700" dirty="0">
                <a:latin typeface="Times New Roman"/>
                <a:cs typeface="Times New Roman"/>
              </a:rPr>
              <a:t>flow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pro</a:t>
            </a:r>
            <a:r>
              <a:rPr lang="en-US" sz="1700" spc="-2" dirty="0">
                <a:latin typeface="Times New Roman"/>
                <a:cs typeface="Times New Roman"/>
              </a:rPr>
              <a:t>gr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m.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80772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11F46-E58B-78B4-6C58-7B7A5DE4C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A76FF2-1D4E-8735-69B4-8A836792A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A17DD6-A3FA-CE61-7CF6-5A24733688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3C296E3-5507-88D8-2159-56BA6B6230A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A853D7-52CB-0386-7379-EF76B5BD39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/>
          <p:cNvSpPr txBox="1"/>
          <p:nvPr/>
        </p:nvSpPr>
        <p:spPr>
          <a:xfrm>
            <a:off x="762000" y="724904"/>
            <a:ext cx="7620000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760" marR="3054" indent="-109957" algn="just"/>
            <a:r>
              <a:rPr sz="1700" b="1" dirty="0">
                <a:latin typeface="Times New Roman"/>
                <a:cs typeface="Times New Roman"/>
              </a:rPr>
              <a:t>2.</a:t>
            </a:r>
            <a:r>
              <a:rPr lang="en-US" sz="1700" b="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Da</a:t>
            </a: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14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an</a:t>
            </a:r>
            <a:r>
              <a:rPr sz="1700" b="1" spc="-2" dirty="0">
                <a:latin typeface="Times New Roman"/>
                <a:cs typeface="Times New Roman"/>
              </a:rPr>
              <a:t>sf</a:t>
            </a:r>
            <a:r>
              <a:rPr sz="1700" b="1" spc="-5" dirty="0">
                <a:latin typeface="Times New Roman"/>
                <a:cs typeface="Times New Roman"/>
              </a:rPr>
              <a:t>er</a:t>
            </a:r>
            <a:r>
              <a:rPr sz="1700" b="1" spc="14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pe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atio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types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move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rs,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y,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algn="just">
              <a:spcBef>
                <a:spcPts val="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115760" algn="just"/>
            <a:r>
              <a:rPr sz="1700" spc="-5" dirty="0">
                <a:latin typeface="Times New Roman"/>
                <a:cs typeface="Times New Roman"/>
              </a:rPr>
              <a:t>Ex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Tra</a:t>
            </a:r>
            <a:r>
              <a:rPr sz="1700" dirty="0">
                <a:latin typeface="Times New Roman"/>
                <a:cs typeface="Times New Roman"/>
              </a:rPr>
              <a:t>ns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nstru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tions:</a:t>
            </a:r>
            <a:endParaRPr sz="1700" dirty="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73277"/>
              </p:ext>
            </p:extLst>
          </p:nvPr>
        </p:nvGraphicFramePr>
        <p:xfrm>
          <a:off x="555165" y="1803733"/>
          <a:ext cx="8033670" cy="2849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0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2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0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453"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st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tion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3273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scr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b="1" spc="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tion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4797">
                      <a:solidFill>
                        <a:srgbClr val="000000"/>
                      </a:solidFill>
                      <a:prstDash val="solid"/>
                    </a:lnR>
                    <a:lnT w="33273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Times New Roman"/>
                          <a:cs typeface="Times New Roman"/>
                        </a:rPr>
                        <a:t>Exa</a:t>
                      </a:r>
                      <a:r>
                        <a:rPr sz="1700" b="1" spc="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le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4797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3273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820"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MO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R1, R2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Move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ta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rom R2 to R1.</a:t>
                      </a: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4797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MO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AX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, BX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x86).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4797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087"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LD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R1,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ADDR</a:t>
                      </a: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Lo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ta from m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mory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ddr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 into R1.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4797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2000H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(80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5).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4797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984"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ST R1,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ADD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3299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Stor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ontents 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R1 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into 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memo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y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ddr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ss.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4797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STA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3000H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8085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4797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820"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H R1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Push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ontents of R1 onto the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stac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k.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4797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H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(x8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).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4797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204"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P R1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Pops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top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om the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stac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k into R1.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4797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P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x86).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4797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820"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R1, P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ORT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nputs d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om an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ort into R1.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4797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AX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, 60H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(x86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4797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5087"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OU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 P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ORT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, R1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Output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 d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ta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rom R1 to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/O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po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t.</a:t>
                      </a: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4797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OU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 60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,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(x86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4797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717"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LEA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R1,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ADDR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Lo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dd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 of m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mory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into R1.</a:t>
                      </a: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4797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1270">
                        <a:lnSpc>
                          <a:spcPct val="103299"/>
                        </a:lnSpc>
                        <a:tabLst>
                          <a:tab pos="535305" algn="l"/>
                          <a:tab pos="969010" algn="l"/>
                        </a:tabLst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LEA	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AX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,	[BX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700" spc="1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lang="en-US" sz="17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(x86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 marL="0" marR="0" marT="0" marB="0">
                    <a:lnL w="34797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5453"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XCH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R1, R2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327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Ex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ng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ontents 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f R1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nd R2.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4797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327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XCH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AX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, BX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x86).</a:t>
                      </a:r>
                    </a:p>
                  </a:txBody>
                  <a:tcPr marL="0" marR="0" marT="0" marB="0">
                    <a:lnL w="34797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3273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8626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0FD0F-05E3-5B59-0D78-2D336DE2D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123100-4D0E-FC26-E245-222CD5BEB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75C3D0-FA2B-6857-57C0-3E19A73EE4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B0A52DB7-DCFB-C488-FA87-950917E0C7B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907383-632D-A126-1027-A9968C33250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8200" y="665844"/>
            <a:ext cx="7543800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760" marR="2443" indent="-109957" algn="just"/>
            <a:r>
              <a:rPr sz="1700" b="1" dirty="0">
                <a:latin typeface="Times New Roman"/>
                <a:cs typeface="Times New Roman"/>
              </a:rPr>
              <a:t>3.</a:t>
            </a:r>
            <a:r>
              <a:rPr lang="en-US" sz="1700" b="1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Ti</a:t>
            </a:r>
            <a:r>
              <a:rPr sz="1700" b="1" spc="-2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ng </a:t>
            </a:r>
            <a:r>
              <a:rPr sz="1700" b="1" spc="-53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a</a:t>
            </a:r>
            <a:r>
              <a:rPr sz="1700" b="1" dirty="0">
                <a:latin typeface="Times New Roman"/>
                <a:cs typeface="Times New Roman"/>
              </a:rPr>
              <a:t>nd </a:t>
            </a:r>
            <a:r>
              <a:rPr sz="1700" b="1" spc="-53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C</a:t>
            </a:r>
            <a:r>
              <a:rPr sz="1700" b="1" spc="-7" dirty="0">
                <a:latin typeface="Times New Roman"/>
                <a:cs typeface="Times New Roman"/>
              </a:rPr>
              <a:t>o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ol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53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O</a:t>
            </a:r>
            <a:r>
              <a:rPr sz="1700" b="1" dirty="0">
                <a:latin typeface="Times New Roman"/>
                <a:cs typeface="Times New Roman"/>
              </a:rPr>
              <a:t>p</a:t>
            </a:r>
            <a:r>
              <a:rPr sz="1700" b="1" spc="-7" dirty="0">
                <a:latin typeface="Times New Roman"/>
                <a:cs typeface="Times New Roman"/>
              </a:rPr>
              <a:t>er</a:t>
            </a:r>
            <a:r>
              <a:rPr sz="1700" b="1" spc="-5" dirty="0">
                <a:latin typeface="Times New Roman"/>
                <a:cs typeface="Times New Roman"/>
              </a:rPr>
              <a:t>ation</a:t>
            </a:r>
            <a:r>
              <a:rPr sz="1700" b="1" spc="-2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: </a:t>
            </a: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e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 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dirty="0">
                <a:latin typeface="Times New Roman"/>
                <a:cs typeface="Times New Roman"/>
              </a:rPr>
              <a:t> 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lo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tem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-5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state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algn="just">
              <a:spcBef>
                <a:spcPts val="1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115760" algn="just"/>
            <a:r>
              <a:rPr sz="1700" spc="-5" dirty="0">
                <a:latin typeface="Times New Roman"/>
                <a:cs typeface="Times New Roman"/>
              </a:rPr>
              <a:t>Ex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7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iming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and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nstru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tions:</a:t>
            </a:r>
            <a:endParaRPr sz="1700" dirty="0">
              <a:latin typeface="Times New Roman"/>
              <a:cs typeface="Times New Roman"/>
            </a:endParaRPr>
          </a:p>
        </p:txBody>
      </p:sp>
      <p:graphicFrame>
        <p:nvGraphicFramePr>
          <p:cNvPr id="2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737612"/>
              </p:ext>
            </p:extLst>
          </p:nvPr>
        </p:nvGraphicFramePr>
        <p:xfrm>
          <a:off x="838200" y="1962150"/>
          <a:ext cx="7543799" cy="1553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0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453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st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tion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0225">
                      <a:solidFill>
                        <a:srgbClr val="000000"/>
                      </a:solidFill>
                      <a:prstDash val="solid"/>
                    </a:lnL>
                    <a:lnR w="34797">
                      <a:solidFill>
                        <a:srgbClr val="000000"/>
                      </a:solidFill>
                      <a:prstDash val="solid"/>
                    </a:lnR>
                    <a:lnT w="33273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scr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b="1" spc="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tion</a:t>
                      </a: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4797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3273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Times New Roman"/>
                          <a:cs typeface="Times New Roman"/>
                        </a:rPr>
                        <a:t>Exa</a:t>
                      </a:r>
                      <a:r>
                        <a:rPr sz="1700" b="1" spc="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le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3273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3273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984">
                <a:tc>
                  <a:txBody>
                    <a:bodyPr/>
                    <a:lstStyle/>
                    <a:p>
                      <a:pPr marL="33083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NOP</a:t>
                      </a: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0225">
                      <a:solidFill>
                        <a:srgbClr val="000000"/>
                      </a:solidFill>
                      <a:prstDash val="solid"/>
                    </a:lnL>
                    <a:lnR w="34797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 op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tion; us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 f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 timing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or d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lays.</a:t>
                      </a:r>
                    </a:p>
                  </a:txBody>
                  <a:tcPr marL="0" marR="0" marT="0" marB="0" anchor="ctr">
                    <a:lnL w="34797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 marR="401955">
                        <a:lnSpc>
                          <a:spcPct val="103299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P (x8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,8085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 marL="0" marR="0" marT="0" marB="0" anchor="ctr">
                    <a:lnL w="33273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717">
                <a:tc>
                  <a:txBody>
                    <a:bodyPr/>
                    <a:lstStyle/>
                    <a:p>
                      <a:pPr marL="335280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HL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0225">
                      <a:solidFill>
                        <a:srgbClr val="000000"/>
                      </a:solidFill>
                      <a:prstDash val="solid"/>
                    </a:lnL>
                    <a:lnR w="34797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251460">
                        <a:lnSpc>
                          <a:spcPct val="103299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lts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cess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 until a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gn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 is 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d.</a:t>
                      </a:r>
                    </a:p>
                  </a:txBody>
                  <a:tcPr marL="0" marR="0" marT="0" marB="0" anchor="ctr">
                    <a:lnL w="34797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HL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8085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 marL="0" marR="0" marT="0" marB="0" anchor="ctr">
                    <a:lnL w="33273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389">
                <a:tc>
                  <a:txBody>
                    <a:bodyPr/>
                    <a:lstStyle/>
                    <a:p>
                      <a:pPr marL="283210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</a:t>
                      </a:r>
                    </a:p>
                  </a:txBody>
                  <a:tcPr marL="0" marR="0" marT="0" marB="0" anchor="ctr">
                    <a:lnL w="30225">
                      <a:solidFill>
                        <a:srgbClr val="000000"/>
                      </a:solidFill>
                      <a:prstDash val="solid"/>
                    </a:lnL>
                    <a:lnR w="34797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24129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305435">
                        <a:lnSpc>
                          <a:spcPct val="103299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Wa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xte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gn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 to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ontinue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ution.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4797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24129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x8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).</a:t>
                      </a:r>
                    </a:p>
                  </a:txBody>
                  <a:tcPr marL="0" marR="0" marT="0" marB="0" anchor="ctr">
                    <a:lnL w="33273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24129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AF4703-349A-9A31-2368-91E8E24F0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462287"/>
              </p:ext>
            </p:extLst>
          </p:nvPr>
        </p:nvGraphicFramePr>
        <p:xfrm>
          <a:off x="838200" y="3515360"/>
          <a:ext cx="7543799" cy="51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7008">
                  <a:extLst>
                    <a:ext uri="{9D8B030D-6E8A-4147-A177-3AD203B41FA5}">
                      <a16:colId xmlns:a16="http://schemas.microsoft.com/office/drawing/2014/main" val="561130425"/>
                    </a:ext>
                  </a:extLst>
                </a:gridCol>
                <a:gridCol w="4375403">
                  <a:extLst>
                    <a:ext uri="{9D8B030D-6E8A-4147-A177-3AD203B41FA5}">
                      <a16:colId xmlns:a16="http://schemas.microsoft.com/office/drawing/2014/main" val="1663530294"/>
                    </a:ext>
                  </a:extLst>
                </a:gridCol>
                <a:gridCol w="1961388">
                  <a:extLst>
                    <a:ext uri="{9D8B030D-6E8A-4147-A177-3AD203B41FA5}">
                      <a16:colId xmlns:a16="http://schemas.microsoft.com/office/drawing/2014/main" val="2786032860"/>
                    </a:ext>
                  </a:extLst>
                </a:gridCol>
              </a:tblGrid>
              <a:tr h="115087">
                <a:tc>
                  <a:txBody>
                    <a:bodyPr/>
                    <a:lstStyle/>
                    <a:p>
                      <a:pPr marL="33528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CLC</a:t>
                      </a: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4797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Cle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c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y f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g.</a:t>
                      </a:r>
                    </a:p>
                  </a:txBody>
                  <a:tcPr marL="0" marR="0" marT="0" marB="0">
                    <a:lnL w="34797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CLC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(x86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911041"/>
                  </a:ext>
                </a:extLst>
              </a:tr>
              <a:tr h="115820">
                <a:tc>
                  <a:txBody>
                    <a:bodyPr/>
                    <a:lstStyle/>
                    <a:p>
                      <a:pPr marL="34290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STC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4797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he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ca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fl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g.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4797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STC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(x86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2683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5948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5F77A-A40B-468B-7BF9-888276A64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95C487-A7A7-3DC1-73FD-FF7DD19FF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1254DF-FFD5-AAF0-1D44-F6B80AC846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F588805A-1029-AA68-25F6-AE65F6B87FC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86C96E-75F9-702D-40A5-AA83F8504E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302548"/>
              </p:ext>
            </p:extLst>
          </p:nvPr>
        </p:nvGraphicFramePr>
        <p:xfrm>
          <a:off x="761999" y="1018540"/>
          <a:ext cx="7620001" cy="3106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571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st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tion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4797">
                      <a:solidFill>
                        <a:srgbClr val="000000"/>
                      </a:solidFill>
                      <a:prstDash val="solid"/>
                    </a:lnR>
                    <a:lnT w="33273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scr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b="1" spc="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tion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4797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3273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Times New Roman"/>
                          <a:cs typeface="Times New Roman"/>
                        </a:rPr>
                        <a:t>Exa</a:t>
                      </a:r>
                      <a:r>
                        <a:rPr sz="1700" b="1" spc="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le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3273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984">
                <a:tc>
                  <a:txBody>
                    <a:bodyPr/>
                    <a:lstStyle/>
                    <a:p>
                      <a:pPr marL="114300" indent="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CLI</a:t>
                      </a: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47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7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677545">
                        <a:lnSpc>
                          <a:spcPct val="103299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Cle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int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upt f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g 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disabl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 int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upts).</a:t>
                      </a:r>
                    </a:p>
                  </a:txBody>
                  <a:tcPr marL="0" marR="0" marT="0" marB="0">
                    <a:lnL w="347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327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7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CLI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(x8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).</a:t>
                      </a:r>
                    </a:p>
                  </a:txBody>
                  <a:tcPr marL="0" marR="0" marT="0" marB="0">
                    <a:lnL w="3327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820">
                <a:tc>
                  <a:txBody>
                    <a:bodyPr/>
                    <a:lstStyle/>
                    <a:p>
                      <a:pPr marL="114300" indent="0">
                        <a:lnSpc>
                          <a:spcPct val="100000"/>
                        </a:lnSpc>
                        <a:tabLst>
                          <a:tab pos="114300" algn="l"/>
                        </a:tabLst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STI</a:t>
                      </a: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4797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he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int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upt flag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bles int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upts).</a:t>
                      </a:r>
                    </a:p>
                  </a:txBody>
                  <a:tcPr marL="0" marR="0" marT="0" marB="0">
                    <a:lnL w="34797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STI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(x8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).</a:t>
                      </a: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087">
                <a:tc>
                  <a:txBody>
                    <a:bodyPr/>
                    <a:lstStyle/>
                    <a:p>
                      <a:pPr marL="114300" indent="0" algn="l" defTabSz="685800" rtl="0" eaLnBrk="1" latinLnBrk="0" hangingPunct="1">
                        <a:lnSpc>
                          <a:spcPct val="100000"/>
                        </a:lnSpc>
                        <a:tabLst>
                          <a:tab pos="114300" algn="l"/>
                        </a:tabLst>
                      </a:pPr>
                      <a:r>
                        <a:rPr sz="1700" kern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INT n</a:t>
                      </a: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4797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tes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soft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int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upt.</a:t>
                      </a:r>
                    </a:p>
                  </a:txBody>
                  <a:tcPr marL="0" marR="0" marT="0" marB="0">
                    <a:lnL w="34797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 21H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(x8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).</a:t>
                      </a: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717">
                <a:tc>
                  <a:txBody>
                    <a:bodyPr/>
                    <a:lstStyle/>
                    <a:p>
                      <a:pPr marL="114300" indent="0" algn="l" defTabSz="685800" rtl="0" eaLnBrk="1" latinLnBrk="0" hangingPunct="1">
                        <a:lnSpc>
                          <a:spcPct val="100000"/>
                        </a:lnSpc>
                        <a:tabLst>
                          <a:tab pos="114300" algn="l"/>
                        </a:tabLst>
                      </a:pPr>
                      <a:r>
                        <a:rPr sz="1700" kern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RET</a:t>
                      </a: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4797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386080">
                        <a:lnSpc>
                          <a:spcPct val="103299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turns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f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rom a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subrouti</a:t>
                      </a:r>
                      <a:r>
                        <a:rPr sz="1700" spc="1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or inte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rupt h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ndle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 marL="0" marR="0" marT="0" marB="0">
                    <a:lnL w="34797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RET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x86).</a:t>
                      </a: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6175">
                <a:tc>
                  <a:txBody>
                    <a:bodyPr/>
                    <a:lstStyle/>
                    <a:p>
                      <a:pPr marL="114300" indent="0" algn="l" defTabSz="685800" rtl="0" eaLnBrk="1" latinLnBrk="0" hangingPunct="1">
                        <a:lnSpc>
                          <a:spcPct val="100000"/>
                        </a:lnSpc>
                        <a:tabLst>
                          <a:tab pos="114300" algn="l"/>
                        </a:tabLst>
                      </a:pPr>
                      <a:r>
                        <a:rPr sz="1700" kern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JMP ADDR</a:t>
                      </a: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4797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855980">
                        <a:lnSpc>
                          <a:spcPct val="103499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Jum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ps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he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spec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ifi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ss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un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onditionally.</a:t>
                      </a:r>
                    </a:p>
                  </a:txBody>
                  <a:tcPr marL="0" marR="0" marT="0" marB="0">
                    <a:lnL w="34797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 marR="328295">
                        <a:lnSpc>
                          <a:spcPct val="103499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JM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2000H (808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).</a:t>
                      </a: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717">
                <a:tc>
                  <a:txBody>
                    <a:bodyPr/>
                    <a:lstStyle/>
                    <a:p>
                      <a:pPr marL="114300" marR="160020" indent="0" algn="l" defTabSz="685800" rtl="0" eaLnBrk="1" latinLnBrk="0" hangingPunct="1">
                        <a:lnSpc>
                          <a:spcPct val="100000"/>
                        </a:lnSpc>
                        <a:tabLst>
                          <a:tab pos="114300" algn="l"/>
                        </a:tabLst>
                      </a:pPr>
                      <a:r>
                        <a:rPr sz="1700" kern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CALL ADDR</a:t>
                      </a: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4797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lls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subroutin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e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 the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spec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ifi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ss.</a:t>
                      </a: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4797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 marR="210820">
                        <a:lnSpc>
                          <a:spcPct val="103299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AL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 3000H (808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).</a:t>
                      </a: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479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6350">
                <a:tc>
                  <a:txBody>
                    <a:bodyPr/>
                    <a:lstStyle/>
                    <a:p>
                      <a:pPr marL="114300" indent="0" algn="l" defTabSz="685800" rtl="0" eaLnBrk="1" latinLnBrk="0" hangingPunct="1">
                        <a:lnSpc>
                          <a:spcPct val="100000"/>
                        </a:lnSpc>
                        <a:tabLst>
                          <a:tab pos="114300" algn="l"/>
                        </a:tabLst>
                      </a:pPr>
                      <a:r>
                        <a:rPr sz="1700" kern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RST n</a:t>
                      </a:r>
                    </a:p>
                  </a:txBody>
                  <a:tcPr marL="0" marR="0" marT="0" marB="0">
                    <a:lnL w="30225">
                      <a:solidFill>
                        <a:srgbClr val="000000"/>
                      </a:solidFill>
                      <a:prstDash val="solid"/>
                    </a:lnL>
                    <a:lnR w="34797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327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182880">
                        <a:lnSpc>
                          <a:spcPct val="103299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ese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he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pro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ess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nd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jumps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to a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fix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ddr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ss.</a:t>
                      </a: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4797">
                      <a:solidFill>
                        <a:srgbClr val="000000"/>
                      </a:solidFill>
                      <a:prstDash val="solid"/>
                    </a:lnL>
                    <a:lnR w="33273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327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RST 7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8085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 marL="0" marR="0" marT="0" marB="0">
                    <a:lnL w="33273">
                      <a:solidFill>
                        <a:srgbClr val="000000"/>
                      </a:solidFill>
                      <a:prstDash val="solid"/>
                    </a:lnL>
                    <a:lnR w="30225">
                      <a:solidFill>
                        <a:srgbClr val="000000"/>
                      </a:solidFill>
                      <a:prstDash val="solid"/>
                    </a:lnR>
                    <a:lnT w="34797">
                      <a:solidFill>
                        <a:srgbClr val="000000"/>
                      </a:solidFill>
                      <a:prstDash val="solid"/>
                    </a:lnT>
                    <a:lnB w="33273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5397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6107C-2FF1-8D93-412B-DBBC27F51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419E15-982A-5620-7B29-4DA0FA4B2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10E0A3-4DAC-89A0-0923-2AD98E4FFB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1D15D15-6B46-99FC-01AD-78669A89F6A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BA1E05-4F8B-3D38-462A-DECD8F9E840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/>
          <p:cNvSpPr txBox="1"/>
          <p:nvPr/>
        </p:nvSpPr>
        <p:spPr>
          <a:xfrm>
            <a:off x="914400" y="519532"/>
            <a:ext cx="7239000" cy="37984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213487"/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 marR="2213487"/>
            <a:endParaRPr lang="en-US" sz="1700" b="1" spc="-2" dirty="0">
              <a:latin typeface="Times New Roman"/>
              <a:cs typeface="Times New Roman"/>
            </a:endParaRPr>
          </a:p>
          <a:p>
            <a:pPr marL="6109" marR="2213487"/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dirty="0">
                <a:latin typeface="Times New Roman"/>
                <a:cs typeface="Times New Roman"/>
              </a:rPr>
              <a:t>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4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J.</a:t>
            </a:r>
            <a:r>
              <a:rPr sz="1700" dirty="0">
                <a:latin typeface="Times New Roman"/>
                <a:cs typeface="Times New Roman"/>
              </a:rPr>
              <a:t>P.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ay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Third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dition.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0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dirty="0">
                <a:latin typeface="Times New Roman"/>
                <a:cs typeface="Times New Roman"/>
              </a:rPr>
              <a:t>no, </a:t>
            </a:r>
            <a:r>
              <a:rPr sz="1700" spc="-2" dirty="0">
                <a:latin typeface="Times New Roman"/>
                <a:cs typeface="Times New Roman"/>
              </a:rPr>
              <a:t>M.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rd </a:t>
            </a:r>
            <a:r>
              <a:rPr sz="1700" spc="-2" dirty="0">
                <a:latin typeface="Times New Roman"/>
                <a:cs typeface="Times New Roman"/>
              </a:rPr>
              <a:t>Edition, 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marR="3665" indent="-109651">
              <a:spcBef>
                <a:spcPts val="433"/>
              </a:spcBef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tallings,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.,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14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chit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Eight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rson </a:t>
            </a:r>
            <a:r>
              <a:rPr sz="1700" spc="-5" dirty="0">
                <a:latin typeface="Times New Roman"/>
                <a:cs typeface="Times New Roman"/>
              </a:rPr>
              <a:t>Edu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6109">
              <a:spcBef>
                <a:spcPts val="409"/>
              </a:spcBef>
            </a:pPr>
            <a:endParaRPr lang="en-US" sz="1700" b="1" spc="-5" dirty="0">
              <a:latin typeface="Times New Roman"/>
              <a:cs typeface="Times New Roman"/>
            </a:endParaRPr>
          </a:p>
          <a:p>
            <a:pPr marL="6109">
              <a:spcBef>
                <a:spcPts val="409"/>
              </a:spcBef>
            </a:pP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xt Book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438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rpin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lli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J.D</a:t>
            </a:r>
            <a:r>
              <a:rPr sz="1700" spc="2" dirty="0">
                <a:latin typeface="Times New Roman"/>
                <a:cs typeface="Times New Roman"/>
              </a:rPr>
              <a:t>,</a:t>
            </a:r>
            <a:r>
              <a:rPr sz="1700" spc="-5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org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&amp;Ar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2" dirty="0">
                <a:latin typeface="Times New Roman"/>
                <a:cs typeface="Times New Roman"/>
              </a:rPr>
              <a:t>Addiso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esley.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4"/>
              </a:spcBef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rson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ssy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”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ifth Edition Morga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K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uf</a:t>
            </a:r>
            <a:r>
              <a:rPr sz="1700" spc="-5" dirty="0">
                <a:latin typeface="Times New Roman"/>
                <a:cs typeface="Times New Roman"/>
              </a:rPr>
              <a:t>fman.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3799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A1437-636E-AB1A-A4BE-9F0B3248D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E74340-24BA-FF60-4B7B-F3FB33820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F522DA-7CD7-2D98-DB4F-BA6096FA7E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D8CC259-3D41-B496-A744-9DAEE4FF060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2CDDDF-F5BD-E5AB-0A89-DFD85BB39AC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5C6471CC-A99C-72E7-D9D7-72C17791564B}"/>
              </a:ext>
            </a:extLst>
          </p:cNvPr>
          <p:cNvSpPr txBox="1"/>
          <p:nvPr/>
        </p:nvSpPr>
        <p:spPr>
          <a:xfrm>
            <a:off x="914400" y="923000"/>
            <a:ext cx="7239000" cy="22082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>
              <a:spcBef>
                <a:spcPts val="404"/>
              </a:spcBef>
            </a:pP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5" dirty="0">
                <a:latin typeface="Times New Roman"/>
                <a:cs typeface="Times New Roman"/>
              </a:rPr>
              <a:t>W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b</a:t>
            </a:r>
            <a:r>
              <a:rPr sz="1700" b="1" spc="-5" dirty="0">
                <a:latin typeface="Times New Roman"/>
                <a:cs typeface="Times New Roman"/>
              </a:rPr>
              <a:t>site</a:t>
            </a:r>
            <a:endParaRPr lang="en-US" sz="1700" b="1" spc="-5" dirty="0">
              <a:latin typeface="Times New Roman"/>
              <a:cs typeface="Times New Roman"/>
            </a:endParaRPr>
          </a:p>
          <a:p>
            <a:pPr marL="6109">
              <a:spcBef>
                <a:spcPts val="404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marR="5498" indent="-109651">
              <a:spcBef>
                <a:spcPts val="488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nstr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on </a:t>
            </a:r>
            <a:r>
              <a:rPr sz="1700" u="sng" spc="3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3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hit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cture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2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41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Instr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ons </a:t>
            </a:r>
            <a:r>
              <a:rPr sz="1700" u="sng" spc="3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nd </a:t>
            </a:r>
            <a:r>
              <a:rPr sz="1700" u="sng" spc="3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orm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ts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41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| </a:t>
            </a:r>
            <a:r>
              <a:rPr sz="1700" u="sng" spc="26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Comput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r </a:t>
            </a:r>
            <a:r>
              <a:rPr sz="1700" u="sng" spc="43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hit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tu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(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w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itsc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d.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om)</a:t>
            </a:r>
            <a:endParaRPr sz="1700" dirty="0">
              <a:latin typeface="Times New Roman"/>
              <a:cs typeface="Times New Roman"/>
            </a:endParaRPr>
          </a:p>
          <a:p>
            <a:pPr marL="225716" marR="4887" indent="-109651">
              <a:spcBef>
                <a:spcPts val="38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Comput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r </a:t>
            </a:r>
            <a:r>
              <a:rPr sz="1700" u="sng" spc="-43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O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rg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niz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on </a:t>
            </a:r>
            <a:r>
              <a:rPr sz="1700" u="sng" spc="-43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| </a:t>
            </a:r>
            <a:r>
              <a:rPr sz="1700" u="sng" spc="-43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nstr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on </a:t>
            </a:r>
            <a:r>
              <a:rPr sz="1700" u="sng" spc="-43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orm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ts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41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(Z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ro, </a:t>
            </a:r>
            <a:r>
              <a:rPr sz="1700" u="sng" spc="-43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On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, </a:t>
            </a:r>
            <a:r>
              <a:rPr sz="1700" u="sng" spc="-36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w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o </a:t>
            </a:r>
            <a:r>
              <a:rPr sz="1700" u="sng" spc="-43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nd </a:t>
            </a:r>
            <a:r>
              <a:rPr sz="1700" u="sng" spc="-43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43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Add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ss</a:t>
            </a:r>
            <a:r>
              <a:rPr sz="1700" spc="-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nstr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on) -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ksfor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ks</a:t>
            </a:r>
            <a:endParaRPr sz="1700" dirty="0">
              <a:latin typeface="Times New Roman"/>
              <a:cs typeface="Times New Roman"/>
            </a:endParaRPr>
          </a:p>
          <a:p>
            <a:pPr marL="225716" marR="3971" indent="-109651">
              <a:spcBef>
                <a:spcPts val="41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Comput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r </a:t>
            </a:r>
            <a:r>
              <a:rPr sz="1700" u="sng" spc="6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O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rg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niz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on  </a:t>
            </a:r>
            <a:r>
              <a:rPr sz="1700" u="sng" spc="-7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AN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D </a:t>
            </a:r>
            <a:r>
              <a:rPr sz="1700" u="sng" spc="67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urity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 </a:t>
            </a:r>
            <a:r>
              <a:rPr sz="1700" u="sng" spc="-67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- </a:t>
            </a:r>
            <a:r>
              <a:rPr sz="1700" u="sng" spc="67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O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UT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ER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67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ORGAN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Z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TI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ON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6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AN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sz="17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ECUR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TY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Comput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r O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rg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niz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ti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on:</a:t>
            </a:r>
            <a:r>
              <a:rPr sz="1700" u="sng" spc="7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tudocu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2248076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</TotalTime>
  <Words>1058</Words>
  <Application>Microsoft Office PowerPoint</Application>
  <PresentationFormat>On-screen Show (16:9)</PresentationFormat>
  <Paragraphs>178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Calibri Light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3</cp:revision>
  <dcterms:created xsi:type="dcterms:W3CDTF">2024-12-20T11:33:19Z</dcterms:created>
  <dcterms:modified xsi:type="dcterms:W3CDTF">2024-12-23T13:16:16Z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2024-12-20T00:00:00Z</vt:filetime>
  </property>
  <property fmtid="{D5CDD505-2E9C-101B-9397-08002B2CF9AE}" pid="3" name="LastSaved">
    <vt:filetime>2024-12-20T00:00:00Z</vt:filetime>
  </property>
</Properties>
</file>