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0"/>
  </p:notesMasterIdLst>
  <p:sldIdLst>
    <p:sldId id="265" r:id="rId2"/>
    <p:sldId id="443" r:id="rId3"/>
    <p:sldId id="444" r:id="rId4"/>
    <p:sldId id="446" r:id="rId5"/>
    <p:sldId id="447" r:id="rId6"/>
    <p:sldId id="445" r:id="rId7"/>
    <p:sldId id="448" r:id="rId8"/>
    <p:sldId id="449" r:id="rId9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931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91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4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82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8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2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9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5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9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49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5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1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34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LetdmZ3V-dk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ics.p.lodz.pl/~dpuchala/CompArch/Lecture_6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sgrrits.org/pdf/e-content/IT/Internal-organization-of-Memory-chips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watch?v=3x9OMMwU7d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D608-5C7D-86B2-6DC6-4E8DAFA9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7B972-7922-C62D-5917-FA016A2B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D838C-2685-99C3-7353-74FCF70305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54E9F63-14D9-EFFE-42FB-F3BD3C9D023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AE698-3612-59A6-BFC3-E92A3B1584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592541"/>
            <a:ext cx="7010400" cy="11490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418135" algn="ctr"/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sz="1700" b="1" spc="-2" dirty="0">
                <a:latin typeface="Times New Roman"/>
                <a:cs typeface="Times New Roman"/>
              </a:rPr>
              <a:t>NT</a:t>
            </a:r>
            <a:r>
              <a:rPr sz="1700" b="1" spc="2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RNA</a:t>
            </a:r>
            <a:r>
              <a:rPr sz="1700" b="1" dirty="0">
                <a:latin typeface="Times New Roman"/>
                <a:cs typeface="Times New Roman"/>
              </a:rPr>
              <a:t>L </a:t>
            </a:r>
            <a:r>
              <a:rPr sz="1700" b="1" spc="-2" dirty="0">
                <a:latin typeface="Times New Roman"/>
                <a:cs typeface="Times New Roman"/>
              </a:rPr>
              <a:t>CHI</a:t>
            </a:r>
            <a:r>
              <a:rPr sz="1700" b="1" dirty="0">
                <a:latin typeface="Times New Roman"/>
                <a:cs typeface="Times New Roman"/>
              </a:rPr>
              <a:t>P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RGANI</a:t>
            </a:r>
            <a:r>
              <a:rPr sz="1700" b="1" dirty="0">
                <a:latin typeface="Times New Roman"/>
                <a:cs typeface="Times New Roman"/>
              </a:rPr>
              <a:t>Z</a:t>
            </a:r>
            <a:r>
              <a:rPr sz="1700" b="1" spc="-2" dirty="0">
                <a:latin typeface="Times New Roman"/>
                <a:cs typeface="Times New Roman"/>
              </a:rPr>
              <a:t>ATI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97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97"/>
              </a:spcBef>
            </a:pP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1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matr</a:t>
            </a:r>
            <a:r>
              <a:rPr sz="1700" spc="-2" dirty="0">
                <a:latin typeface="Times New Roman"/>
                <a:cs typeface="Times New Roman"/>
              </a:rPr>
              <a:t>ix t</a:t>
            </a:r>
            <a:r>
              <a:rPr sz="1700" dirty="0">
                <a:latin typeface="Times New Roman"/>
                <a:cs typeface="Times New Roman"/>
              </a:rPr>
              <a:t>o 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9800" y="1885950"/>
            <a:ext cx="3246060" cy="2819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789E7-2287-0FFE-4724-905B983F76B4}"/>
              </a:ext>
            </a:extLst>
          </p:cNvPr>
          <p:cNvSpPr txBox="1"/>
          <p:nvPr/>
        </p:nvSpPr>
        <p:spPr>
          <a:xfrm>
            <a:off x="6289963" y="2724150"/>
            <a:ext cx="14021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i="1" dirty="0">
                <a:latin typeface="Times New Roman"/>
                <a:cs typeface="Times New Roman"/>
              </a:rPr>
              <a:t>16 </a:t>
            </a:r>
            <a:r>
              <a:rPr lang="en-US" sz="1100" i="1" spc="-5" dirty="0">
                <a:latin typeface="Times New Roman"/>
                <a:cs typeface="Times New Roman"/>
              </a:rPr>
              <a:t>X 8 </a:t>
            </a:r>
            <a:r>
              <a:rPr lang="en-US" sz="1100" i="1" spc="-2" dirty="0">
                <a:latin typeface="Times New Roman"/>
                <a:cs typeface="Times New Roman"/>
              </a:rPr>
              <a:t>M</a:t>
            </a:r>
            <a:r>
              <a:rPr lang="en-US" sz="1100" i="1" spc="-7" dirty="0">
                <a:latin typeface="Times New Roman"/>
                <a:cs typeface="Times New Roman"/>
              </a:rPr>
              <a:t>e</a:t>
            </a:r>
            <a:r>
              <a:rPr lang="en-US" sz="1100" i="1" spc="-2" dirty="0">
                <a:latin typeface="Times New Roman"/>
                <a:cs typeface="Times New Roman"/>
              </a:rPr>
              <a:t>mor</a:t>
            </a:r>
            <a:r>
              <a:rPr lang="en-US" sz="1100" i="1" dirty="0">
                <a:latin typeface="Times New Roman"/>
                <a:cs typeface="Times New Roman"/>
              </a:rPr>
              <a:t>y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spc="-2" dirty="0">
                <a:latin typeface="Times New Roman"/>
                <a:cs typeface="Times New Roman"/>
              </a:rPr>
              <a:t>Organiza</a:t>
            </a:r>
            <a:r>
              <a:rPr lang="en-US" sz="1100" i="1" spc="2" dirty="0">
                <a:latin typeface="Times New Roman"/>
                <a:cs typeface="Times New Roman"/>
              </a:rPr>
              <a:t>t</a:t>
            </a:r>
            <a:r>
              <a:rPr lang="en-US" sz="1100" i="1" spc="-5" dirty="0">
                <a:latin typeface="Times New Roman"/>
                <a:cs typeface="Times New Roman"/>
              </a:rPr>
              <a:t>ion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499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D608-5C7D-86B2-6DC6-4E8DAFA9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7B972-7922-C62D-5917-FA016A2B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D838C-2685-99C3-7353-74FCF70305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54E9F63-14D9-EFFE-42FB-F3BD3C9D023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AE698-3612-59A6-BFC3-E92A3B1584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90600" y="923000"/>
            <a:ext cx="7162800" cy="334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6109" indent="-109651" algn="just">
              <a:spcBef>
                <a:spcPts val="44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row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onstitutes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row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line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is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wor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4276" indent="-109651" algn="just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drive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 is </a:t>
            </a:r>
            <a:r>
              <a:rPr sz="1700" spc="-5" dirty="0">
                <a:latin typeface="Times New Roman"/>
                <a:cs typeface="Times New Roman"/>
              </a:rPr>
              <a:t>en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bled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nding</a:t>
            </a:r>
            <a:r>
              <a:rPr sz="1700" dirty="0">
                <a:latin typeface="Times New Roman"/>
                <a:cs typeface="Times New Roman"/>
              </a:rPr>
              <a:t> on 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bus.</a:t>
            </a:r>
          </a:p>
          <a:p>
            <a:pPr marL="225716" marR="4276" indent="-109651" algn="just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olum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/W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4582" indent="-109651" algn="just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Du</a:t>
            </a:r>
            <a:r>
              <a:rPr sz="1700" spc="-5" dirty="0">
                <a:latin typeface="Times New Roman"/>
                <a:cs typeface="Times New Roman"/>
              </a:rPr>
              <a:t>ring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/W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nsm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5803" indent="-109651" algn="just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Du</a:t>
            </a:r>
            <a:r>
              <a:rPr sz="1700" spc="-5" dirty="0">
                <a:latin typeface="Times New Roman"/>
                <a:cs typeface="Times New Roman"/>
              </a:rPr>
              <a:t>ring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/write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ive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 sele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ted w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190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D51C0-D83F-E1C2-B4C1-55B12F2D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B8AB0-3100-FB44-59C2-FC18D67F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1C7C21-EA75-DEA8-74AA-4B4CC2483F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8AF2C82-0ED8-4A3A-176F-B6504DE745E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FC6CD6-A77E-DEFA-1F64-54DB25AA29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4894DB34-B594-C388-F385-925A83B5DE4F}"/>
              </a:ext>
            </a:extLst>
          </p:cNvPr>
          <p:cNvSpPr txBox="1"/>
          <p:nvPr/>
        </p:nvSpPr>
        <p:spPr>
          <a:xfrm>
            <a:off x="990600" y="1200150"/>
            <a:ext cx="7162800" cy="2144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4582" algn="just">
              <a:spcBef>
                <a:spcPts val="380"/>
              </a:spcBef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onsi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16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8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h,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usu</a:t>
            </a:r>
            <a:r>
              <a:rPr sz="1700" spc="-2" dirty="0">
                <a:latin typeface="Times New Roman"/>
                <a:cs typeface="Times New Roman"/>
              </a:rPr>
              <a:t>all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16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8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/W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bidir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data line 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pin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6109" marR="2443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16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ds,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4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S,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provid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bout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(Chip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t)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gi</a:t>
            </a:r>
            <a:r>
              <a:rPr sz="1700" spc="10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ip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mul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996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3E18-8EF3-BC71-2A72-9EB61EEF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1EEE6-8CC4-971F-35E0-B838892EE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A27267-D1C9-F681-73B6-DAD14F73C0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B72B8AF-AB98-C929-240E-6801E72BBB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87B713-9BC0-3C99-880F-2644E2F0C7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D57F21B4-39E4-A36F-D002-AB1585F3469D}"/>
              </a:ext>
            </a:extLst>
          </p:cNvPr>
          <p:cNvSpPr txBox="1"/>
          <p:nvPr/>
        </p:nvSpPr>
        <p:spPr>
          <a:xfrm>
            <a:off x="990600" y="923000"/>
            <a:ext cx="7162800" cy="2457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360" algn="just">
              <a:spcBef>
                <a:spcPts val="385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Organi</a:t>
            </a:r>
            <a:r>
              <a:rPr lang="en-US" sz="1700" b="1" spc="-7" dirty="0">
                <a:latin typeface="Times New Roman"/>
                <a:cs typeface="Times New Roman"/>
              </a:rPr>
              <a:t>z</a:t>
            </a:r>
            <a:r>
              <a:rPr lang="en-US" sz="1700" b="1" spc="-5" dirty="0">
                <a:latin typeface="Times New Roman"/>
                <a:cs typeface="Times New Roman"/>
              </a:rPr>
              <a:t>ation</a:t>
            </a:r>
            <a:r>
              <a:rPr lang="en-US" sz="1700" b="1" spc="-17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of</a:t>
            </a:r>
            <a:r>
              <a:rPr lang="en-US" sz="1700" b="1" spc="-19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1M</a:t>
            </a:r>
            <a:r>
              <a:rPr lang="en-US" sz="1700" b="1" spc="-2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x</a:t>
            </a:r>
            <a:r>
              <a:rPr lang="en-US" sz="1700" b="1" spc="-19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1</a:t>
            </a:r>
            <a:r>
              <a:rPr lang="en-US" sz="1700" b="1" spc="-12" dirty="0">
                <a:latin typeface="Times New Roman"/>
                <a:cs typeface="Times New Roman"/>
              </a:rPr>
              <a:t> 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o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y</a:t>
            </a:r>
            <a:r>
              <a:rPr lang="en-US" sz="1700" b="1" spc="-19" dirty="0">
                <a:latin typeface="Times New Roman"/>
                <a:cs typeface="Times New Roman"/>
              </a:rPr>
              <a:t> 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dirty="0">
                <a:latin typeface="Times New Roman"/>
                <a:cs typeface="Times New Roman"/>
              </a:rPr>
              <a:t>h</a:t>
            </a:r>
            <a:r>
              <a:rPr lang="en-US" sz="1700" b="1" spc="-2" dirty="0">
                <a:latin typeface="Times New Roman"/>
                <a:cs typeface="Times New Roman"/>
              </a:rPr>
              <a:t>ip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r>
              <a:rPr lang="en-US" sz="1700" b="1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org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1024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x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</a:t>
            </a:r>
            <a:r>
              <a:rPr lang="en-US" sz="1700" dirty="0">
                <a:latin typeface="Times New Roman"/>
                <a:cs typeface="Times New Roman"/>
              </a:rPr>
              <a:t>ory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hips,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1024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wo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ds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z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bit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only.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size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dirty="0">
                <a:latin typeface="Times New Roman"/>
                <a:cs typeface="Times New Roman"/>
              </a:rPr>
              <a:t>1 b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latin typeface="Times New Roman"/>
                <a:cs typeface="Times New Roman"/>
              </a:rPr>
              <a:t>size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dd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bus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dirty="0">
                <a:latin typeface="Times New Roman"/>
                <a:cs typeface="Times New Roman"/>
              </a:rPr>
              <a:t>10 bits (as 1024=2^10). A particular memory location is identified by the contents of memory address bus. A decoder is used to decode the memory address.</a:t>
            </a:r>
          </a:p>
          <a:p>
            <a:pPr marL="6109" marR="3360" algn="just">
              <a:spcBef>
                <a:spcPts val="385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385"/>
              </a:spcBef>
            </a:pPr>
            <a:r>
              <a:rPr lang="en-US" sz="1700" b="1" dirty="0">
                <a:latin typeface="Times New Roman"/>
                <a:cs typeface="Times New Roman"/>
              </a:rPr>
              <a:t>Organization of memory word as a row:</a:t>
            </a:r>
            <a:r>
              <a:rPr lang="en-US" sz="1700" dirty="0">
                <a:latin typeface="Times New Roman"/>
                <a:cs typeface="Times New Roman"/>
              </a:rPr>
              <a:t> The whole memory address bus is used together to decode  the  address  of  the  specified  location.  The  below  figure  represents  Organization  of memory word as row.</a:t>
            </a:r>
          </a:p>
        </p:txBody>
      </p:sp>
    </p:spTree>
    <p:extLst>
      <p:ext uri="{BB962C8B-B14F-4D97-AF65-F5344CB8AC3E}">
        <p14:creationId xmlns:p14="http://schemas.microsoft.com/office/powerpoint/2010/main" val="1024920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D608-5C7D-86B2-6DC6-4E8DAFA9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7B972-7922-C62D-5917-FA016A2B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D838C-2685-99C3-7353-74FCF70305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54E9F63-14D9-EFFE-42FB-F3BD3C9D023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AE698-3612-59A6-BFC3-E92A3B1584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26047" y="209550"/>
            <a:ext cx="3780751" cy="43414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AFF45-1CEF-54D7-F74F-F6D4A2C43136}"/>
              </a:ext>
            </a:extLst>
          </p:cNvPr>
          <p:cNvSpPr txBox="1"/>
          <p:nvPr/>
        </p:nvSpPr>
        <p:spPr>
          <a:xfrm>
            <a:off x="5894893" y="2038350"/>
            <a:ext cx="1600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3" indent="-4763"/>
            <a:r>
              <a:rPr lang="en-US" sz="1100" i="1" spc="-5" dirty="0">
                <a:latin typeface="Times New Roman"/>
                <a:cs typeface="Times New Roman"/>
              </a:rPr>
              <a:t>O</a:t>
            </a:r>
            <a:r>
              <a:rPr lang="en-US" sz="1100" i="1" spc="-2" dirty="0">
                <a:latin typeface="Times New Roman"/>
                <a:cs typeface="Times New Roman"/>
              </a:rPr>
              <a:t>rgan</a:t>
            </a:r>
            <a:r>
              <a:rPr lang="en-US" sz="1100" i="1" spc="2" dirty="0">
                <a:latin typeface="Times New Roman"/>
                <a:cs typeface="Times New Roman"/>
              </a:rPr>
              <a:t>i</a:t>
            </a:r>
            <a:r>
              <a:rPr lang="en-US" sz="1100" i="1" spc="-7" dirty="0">
                <a:latin typeface="Times New Roman"/>
                <a:cs typeface="Times New Roman"/>
              </a:rPr>
              <a:t>z</a:t>
            </a:r>
            <a:r>
              <a:rPr lang="en-US" sz="1100" i="1" dirty="0">
                <a:latin typeface="Times New Roman"/>
                <a:cs typeface="Times New Roman"/>
              </a:rPr>
              <a:t>a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dirty="0">
                <a:latin typeface="Times New Roman"/>
                <a:cs typeface="Times New Roman"/>
              </a:rPr>
              <a:t>ion </a:t>
            </a:r>
            <a:r>
              <a:rPr lang="en-US" sz="1100" i="1" spc="-7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f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spc="-5" dirty="0">
                <a:latin typeface="Times New Roman"/>
                <a:cs typeface="Times New Roman"/>
              </a:rPr>
              <a:t>m</a:t>
            </a:r>
            <a:r>
              <a:rPr lang="en-US" sz="1100" i="1" dirty="0">
                <a:latin typeface="Times New Roman"/>
                <a:cs typeface="Times New Roman"/>
              </a:rPr>
              <a:t>emo</a:t>
            </a:r>
            <a:r>
              <a:rPr lang="en-US" sz="1100" i="1" spc="-7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y </a:t>
            </a:r>
            <a:r>
              <a:rPr lang="en-US" sz="1100" i="1" spc="-7" dirty="0">
                <a:latin typeface="Times New Roman"/>
                <a:cs typeface="Times New Roman"/>
              </a:rPr>
              <a:t>w</a:t>
            </a:r>
            <a:r>
              <a:rPr lang="en-US" sz="1100" i="1" dirty="0">
                <a:latin typeface="Times New Roman"/>
                <a:cs typeface="Times New Roman"/>
              </a:rPr>
              <a:t>ord as</a:t>
            </a:r>
            <a:r>
              <a:rPr lang="en-US" sz="1100" i="1" spc="-5" dirty="0">
                <a:latin typeface="Times New Roman"/>
                <a:cs typeface="Times New Roman"/>
              </a:rPr>
              <a:t> </a:t>
            </a:r>
            <a:r>
              <a:rPr lang="en-US" sz="1100" i="1" spc="-2" dirty="0">
                <a:latin typeface="Times New Roman"/>
                <a:cs typeface="Times New Roman"/>
              </a:rPr>
              <a:t>row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437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324E-9C6D-F8F6-7306-DB7AE5B3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64A98E-D068-C9F3-032E-1E3EED04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1B97D4-1CAD-4BE9-9D25-763F96B878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765E5A8-2691-41D2-CCA3-6731E13D360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BC9AD-408F-97F4-6685-EE6F39CA03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14400" y="819150"/>
            <a:ext cx="7162800" cy="387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>
              <a:spcBef>
                <a:spcPts val="382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>
              <a:spcBef>
                <a:spcPts val="382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382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4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lang="en-US" sz="1700" spc="-5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Patterson and Hennessy, “Computer Architecture”, Fifth Edition </a:t>
            </a:r>
            <a:r>
              <a:rPr lang="en-US" sz="1700" dirty="0" err="1">
                <a:latin typeface="Times New Roman"/>
                <a:cs typeface="Times New Roman"/>
              </a:rPr>
              <a:t>Morgaon</a:t>
            </a:r>
            <a:r>
              <a:rPr lang="en-US" sz="1700" dirty="0">
                <a:latin typeface="Times New Roman"/>
                <a:cs typeface="Times New Roman"/>
              </a:rPr>
              <a:t> Kauffman.</a:t>
            </a:r>
          </a:p>
        </p:txBody>
      </p:sp>
    </p:spTree>
    <p:extLst>
      <p:ext uri="{BB962C8B-B14F-4D97-AF65-F5344CB8AC3E}">
        <p14:creationId xmlns:p14="http://schemas.microsoft.com/office/powerpoint/2010/main" val="208250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68C6B-CCFD-7086-DB3C-97B331744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5F057-0994-350F-EE38-D434E3E8A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F9E6AB-10DF-2DC6-9DB7-124BDF1FBB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54BAC4C-FF6D-8CBA-5B79-F4D99A48956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BBA40E-79AF-F43A-9015-D68477F605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1047750"/>
            <a:ext cx="7010400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9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6"/>
              </a:rPr>
              <a:t>http://ww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w</a:t>
            </a:r>
            <a:r>
              <a:rPr sz="1700" dirty="0">
                <a:latin typeface="Times New Roman"/>
                <a:cs typeface="Times New Roman"/>
                <a:hlinkClick r:id="rId6"/>
              </a:rPr>
              <a:t>.sgr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r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its.org/pdf/e-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ontent</a:t>
            </a:r>
            <a:r>
              <a:rPr sz="1700" dirty="0">
                <a:latin typeface="Times New Roman"/>
                <a:cs typeface="Times New Roman"/>
                <a:hlinkClick r:id="rId6"/>
              </a:rPr>
              <a:t>/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I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T</a:t>
            </a:r>
            <a:r>
              <a:rPr sz="1700" dirty="0">
                <a:latin typeface="Times New Roman"/>
                <a:cs typeface="Times New Roman"/>
                <a:hlinkClick r:id="rId6"/>
              </a:rPr>
              <a:t>/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I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n</a:t>
            </a:r>
            <a:r>
              <a:rPr sz="1700" dirty="0">
                <a:latin typeface="Times New Roman"/>
                <a:cs typeface="Times New Roman"/>
                <a:hlinkClick r:id="rId6"/>
              </a:rPr>
              <a:t>t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rn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dirty="0">
                <a:latin typeface="Times New Roman"/>
                <a:cs typeface="Times New Roman"/>
                <a:hlinkClick r:id="rId6"/>
              </a:rPr>
              <a:t>l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-</a:t>
            </a:r>
            <a:r>
              <a:rPr sz="1700" spc="5" dirty="0">
                <a:latin typeface="Times New Roman"/>
                <a:cs typeface="Times New Roman"/>
                <a:hlinkClick r:id="rId6"/>
              </a:rPr>
              <a:t>o</a:t>
            </a:r>
            <a:r>
              <a:rPr sz="1700" spc="2" dirty="0">
                <a:latin typeface="Times New Roman"/>
                <a:cs typeface="Times New Roman"/>
                <a:hlinkClick r:id="rId6"/>
              </a:rPr>
              <a:t>r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g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niz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ti</a:t>
            </a:r>
            <a:r>
              <a:rPr sz="1700" dirty="0">
                <a:latin typeface="Times New Roman"/>
                <a:cs typeface="Times New Roman"/>
                <a:hlinkClick r:id="rId6"/>
              </a:rPr>
              <a:t>o</a:t>
            </a:r>
            <a:r>
              <a:rPr sz="1700" spc="2" dirty="0">
                <a:latin typeface="Times New Roman"/>
                <a:cs typeface="Times New Roman"/>
                <a:hlinkClick r:id="rId6"/>
              </a:rPr>
              <a:t>n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-</a:t>
            </a:r>
            <a:r>
              <a:rPr sz="1700" dirty="0">
                <a:latin typeface="Times New Roman"/>
                <a:cs typeface="Times New Roman"/>
                <a:hlinkClick r:id="rId6"/>
              </a:rPr>
              <a:t>o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f-</a:t>
            </a:r>
            <a:r>
              <a:rPr sz="1700" spc="5" dirty="0">
                <a:latin typeface="Times New Roman"/>
                <a:cs typeface="Times New Roman"/>
                <a:hlinkClick r:id="rId6"/>
              </a:rPr>
              <a:t>M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e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mory</a:t>
            </a:r>
            <a:r>
              <a:rPr sz="1700" dirty="0">
                <a:latin typeface="Times New Roman"/>
                <a:cs typeface="Times New Roman"/>
                <a:hlinkClick r:id="rId6"/>
              </a:rPr>
              <a:t>-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chips.p</a:t>
            </a:r>
            <a:r>
              <a:rPr sz="1700" dirty="0">
                <a:latin typeface="Times New Roman"/>
                <a:cs typeface="Times New Roman"/>
                <a:hlinkClick r:id="rId6"/>
              </a:rPr>
              <a:t>df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7"/>
              </a:rPr>
              <a:t>https:</a:t>
            </a:r>
            <a:r>
              <a:rPr sz="1700" dirty="0">
                <a:latin typeface="Times New Roman"/>
                <a:cs typeface="Times New Roman"/>
                <a:hlinkClick r:id="rId7"/>
              </a:rPr>
              <a:t>//ww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w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.ics.p.lod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z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.pl/~dpu</a:t>
            </a:r>
            <a:r>
              <a:rPr sz="1700" spc="-10" dirty="0">
                <a:latin typeface="Times New Roman"/>
                <a:cs typeface="Times New Roman"/>
                <a:hlinkClick r:id="rId7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h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la/C</a:t>
            </a:r>
            <a:r>
              <a:rPr sz="1700" dirty="0">
                <a:latin typeface="Times New Roman"/>
                <a:cs typeface="Times New Roman"/>
                <a:hlinkClick r:id="rId7"/>
              </a:rPr>
              <a:t>ompA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r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c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h/</a:t>
            </a:r>
            <a:r>
              <a:rPr sz="1700" dirty="0">
                <a:latin typeface="Times New Roman"/>
                <a:cs typeface="Times New Roman"/>
                <a:hlinkClick r:id="rId7"/>
              </a:rPr>
              <a:t>L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ec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tur</a:t>
            </a:r>
            <a:r>
              <a:rPr sz="1700" spc="-10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dirty="0">
                <a:latin typeface="Times New Roman"/>
                <a:cs typeface="Times New Roman"/>
                <a:hlinkClick r:id="rId7"/>
              </a:rPr>
              <a:t>_6.p</a:t>
            </a:r>
            <a:r>
              <a:rPr sz="1700" spc="5" dirty="0">
                <a:latin typeface="Times New Roman"/>
                <a:cs typeface="Times New Roman"/>
                <a:hlinkClick r:id="rId7"/>
              </a:rPr>
              <a:t>d</a:t>
            </a:r>
            <a:r>
              <a:rPr sz="1700" dirty="0">
                <a:latin typeface="Times New Roman"/>
                <a:cs typeface="Times New Roman"/>
                <a:hlinkClick r:id="rId7"/>
              </a:rPr>
              <a:t>f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Vi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8"/>
              </a:rPr>
              <a:t>https:</a:t>
            </a:r>
            <a:r>
              <a:rPr sz="1700" dirty="0">
                <a:latin typeface="Times New Roman"/>
                <a:cs typeface="Times New Roman"/>
                <a:hlinkClick r:id="rId8"/>
              </a:rPr>
              <a:t>//ww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w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.youtube.</a:t>
            </a:r>
            <a:r>
              <a:rPr sz="1700" spc="-10" dirty="0">
                <a:latin typeface="Times New Roman"/>
                <a:cs typeface="Times New Roman"/>
                <a:hlinkClick r:id="rId8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om/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w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tch</a:t>
            </a:r>
            <a:r>
              <a:rPr sz="1700" spc="-10" dirty="0">
                <a:latin typeface="Times New Roman"/>
                <a:cs typeface="Times New Roman"/>
                <a:hlinkClick r:id="rId8"/>
              </a:rPr>
              <a:t>?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v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=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L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tdm</a:t>
            </a:r>
            <a:r>
              <a:rPr sz="1700" dirty="0">
                <a:latin typeface="Times New Roman"/>
                <a:cs typeface="Times New Roman"/>
                <a:hlinkClick r:id="rId8"/>
              </a:rPr>
              <a:t>Z3</a:t>
            </a:r>
            <a:r>
              <a:rPr sz="1700" spc="2" dirty="0">
                <a:latin typeface="Times New Roman"/>
                <a:cs typeface="Times New Roman"/>
                <a:hlinkClick r:id="rId8"/>
              </a:rPr>
              <a:t>V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-</a:t>
            </a:r>
            <a:r>
              <a:rPr sz="1700" spc="5" dirty="0">
                <a:latin typeface="Times New Roman"/>
                <a:cs typeface="Times New Roman"/>
                <a:hlinkClick r:id="rId8"/>
              </a:rPr>
              <a:t>dk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9"/>
              </a:rPr>
              <a:t>https:</a:t>
            </a:r>
            <a:r>
              <a:rPr sz="1700" dirty="0">
                <a:latin typeface="Times New Roman"/>
                <a:cs typeface="Times New Roman"/>
                <a:hlinkClick r:id="rId9"/>
              </a:rPr>
              <a:t>//ww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w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.youtube.</a:t>
            </a:r>
            <a:r>
              <a:rPr sz="1700" spc="-10" dirty="0">
                <a:latin typeface="Times New Roman"/>
                <a:cs typeface="Times New Roman"/>
                <a:hlinkClick r:id="rId9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om/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w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tch</a:t>
            </a:r>
            <a:r>
              <a:rPr sz="1700" spc="-10" dirty="0">
                <a:latin typeface="Times New Roman"/>
                <a:cs typeface="Times New Roman"/>
                <a:hlinkClick r:id="rId9"/>
              </a:rPr>
              <a:t>?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v</a:t>
            </a:r>
            <a:r>
              <a:rPr sz="1700" spc="-7" dirty="0">
                <a:latin typeface="Times New Roman"/>
                <a:cs typeface="Times New Roman"/>
                <a:hlinkClick r:id="rId9"/>
              </a:rPr>
              <a:t>=</a:t>
            </a:r>
            <a:r>
              <a:rPr sz="1700" dirty="0">
                <a:latin typeface="Times New Roman"/>
                <a:cs typeface="Times New Roman"/>
                <a:hlinkClick r:id="rId9"/>
              </a:rPr>
              <a:t>3x9OMM</a:t>
            </a:r>
            <a:r>
              <a:rPr sz="1700" spc="2" dirty="0">
                <a:latin typeface="Times New Roman"/>
                <a:cs typeface="Times New Roman"/>
                <a:hlinkClick r:id="rId9"/>
              </a:rPr>
              <a:t>w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U7dQ</a:t>
            </a:r>
            <a:endParaRPr lang="en-US" sz="1700" spc="-2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21127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600</Words>
  <Application>Microsoft Office PowerPoint</Application>
  <PresentationFormat>On-screen Show (16:9)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2024-12-20T11:34:02Z</dcterms:created>
  <dcterms:modified xsi:type="dcterms:W3CDTF">2024-12-24T06:13:23Z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