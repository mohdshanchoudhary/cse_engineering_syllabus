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2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54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782" y="53"/>
      </p:cViewPr>
      <p:guideLst>
        <p:guide orient="horz" pos="2880"/>
        <p:guide pos="54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079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0928" y="1183403"/>
            <a:ext cx="15683508" cy="556056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474" spc="-7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5249" y="6947467"/>
            <a:ext cx="15683508" cy="1782233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742" cap="all" spc="312" baseline="0">
                <a:solidFill>
                  <a:schemeClr val="tx2"/>
                </a:solidFill>
                <a:latin typeface="+mj-lt"/>
              </a:defRPr>
            </a:lvl1pPr>
            <a:lvl2pPr marL="712866" indent="0" algn="ctr">
              <a:buNone/>
              <a:defRPr sz="3742"/>
            </a:lvl2pPr>
            <a:lvl3pPr marL="1425732" indent="0" algn="ctr">
              <a:buNone/>
              <a:defRPr sz="3742"/>
            </a:lvl3pPr>
            <a:lvl4pPr marL="2138599" indent="0" algn="ctr">
              <a:buNone/>
              <a:defRPr sz="3118"/>
            </a:lvl4pPr>
            <a:lvl5pPr marL="2851465" indent="0" algn="ctr">
              <a:buNone/>
              <a:defRPr sz="3118"/>
            </a:lvl5pPr>
            <a:lvl6pPr marL="3564331" indent="0" algn="ctr">
              <a:buNone/>
              <a:defRPr sz="3118"/>
            </a:lvl6pPr>
            <a:lvl7pPr marL="4277197" indent="0" algn="ctr">
              <a:buNone/>
              <a:defRPr sz="3118"/>
            </a:lvl7pPr>
            <a:lvl8pPr marL="4990064" indent="0" algn="ctr">
              <a:buNone/>
              <a:defRPr sz="3118"/>
            </a:lvl8pPr>
            <a:lvl9pPr marL="5702930" indent="0" algn="ctr">
              <a:buNone/>
              <a:defRPr sz="311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83034" y="6772487"/>
            <a:ext cx="1539835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0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28" y="1183403"/>
            <a:ext cx="15683508" cy="5560568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474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928" y="6943581"/>
            <a:ext cx="15683508" cy="1782233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742" cap="all" spc="312" baseline="0">
                <a:solidFill>
                  <a:schemeClr val="tx2"/>
                </a:solidFill>
                <a:latin typeface="+mj-lt"/>
              </a:defRPr>
            </a:lvl1pPr>
            <a:lvl2pPr marL="71286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83034" y="6772487"/>
            <a:ext cx="1539835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45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710928" y="446889"/>
            <a:ext cx="15683508" cy="22621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0926" y="2877978"/>
            <a:ext cx="7699177" cy="627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95260" y="2877980"/>
            <a:ext cx="7699177" cy="627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63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710928" y="446889"/>
            <a:ext cx="15683508" cy="22621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928" y="2878473"/>
            <a:ext cx="7699177" cy="114805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118" b="0" cap="all" baseline="0">
                <a:solidFill>
                  <a:schemeClr val="tx2"/>
                </a:solidFill>
              </a:defRPr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0928" y="4026528"/>
            <a:ext cx="7699177" cy="5267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95260" y="2878473"/>
            <a:ext cx="7699177" cy="114805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118" b="0" cap="all" baseline="0">
                <a:solidFill>
                  <a:schemeClr val="tx2"/>
                </a:solidFill>
              </a:defRPr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95260" y="4026528"/>
            <a:ext cx="7699177" cy="5267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8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3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7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" y="0"/>
            <a:ext cx="6316175" cy="1069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299460" y="0"/>
            <a:ext cx="99804" cy="1069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87" y="926760"/>
            <a:ext cx="4990207" cy="3564467"/>
          </a:xfrm>
        </p:spPr>
        <p:txBody>
          <a:bodyPr anchor="b">
            <a:normAutofit/>
          </a:bodyPr>
          <a:lstStyle>
            <a:lvl1pPr>
              <a:defRPr sz="5613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5311" y="1140630"/>
            <a:ext cx="10122992" cy="81982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887" y="4562518"/>
            <a:ext cx="4990207" cy="526893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339">
                <a:solidFill>
                  <a:srgbClr val="FFFFFF"/>
                </a:solidFill>
              </a:defRPr>
            </a:lvl1pPr>
            <a:lvl2pPr marL="712866" indent="0">
              <a:buNone/>
              <a:defRPr sz="1871"/>
            </a:lvl2pPr>
            <a:lvl3pPr marL="1425732" indent="0">
              <a:buNone/>
              <a:defRPr sz="1559"/>
            </a:lvl3pPr>
            <a:lvl4pPr marL="2138599" indent="0">
              <a:buNone/>
              <a:defRPr sz="1403"/>
            </a:lvl4pPr>
            <a:lvl5pPr marL="2851465" indent="0">
              <a:buNone/>
              <a:defRPr sz="1403"/>
            </a:lvl5pPr>
            <a:lvl6pPr marL="3564331" indent="0">
              <a:buNone/>
              <a:defRPr sz="1403"/>
            </a:lvl6pPr>
            <a:lvl7pPr marL="4277197" indent="0">
              <a:buNone/>
              <a:defRPr sz="1403"/>
            </a:lvl7pPr>
            <a:lvl8pPr marL="4990064" indent="0">
              <a:buNone/>
              <a:defRPr sz="1403"/>
            </a:lvl8pPr>
            <a:lvl9pPr marL="5702930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5847" y="10072480"/>
            <a:ext cx="4082898" cy="5693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485311" y="10072480"/>
            <a:ext cx="7247682" cy="569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4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723011"/>
            <a:ext cx="19005362" cy="2970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4" y="7663878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28" y="7913116"/>
            <a:ext cx="15769055" cy="1283208"/>
          </a:xfrm>
        </p:spPr>
        <p:txBody>
          <a:bodyPr lIns="91440" tIns="0" rIns="91440" bIns="0" anchor="b">
            <a:noAutofit/>
          </a:bodyPr>
          <a:lstStyle>
            <a:lvl1pPr>
              <a:defRPr sz="5613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" y="0"/>
            <a:ext cx="19010290" cy="7663878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989">
                <a:solidFill>
                  <a:schemeClr val="bg1"/>
                </a:solidFill>
              </a:defRPr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0928" y="9210580"/>
            <a:ext cx="15769055" cy="926761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36"/>
              </a:spcAft>
              <a:buNone/>
              <a:defRPr sz="2339">
                <a:solidFill>
                  <a:srgbClr val="FFFFFF"/>
                </a:solidFill>
              </a:defRPr>
            </a:lvl1pPr>
            <a:lvl2pPr marL="712866" indent="0">
              <a:buNone/>
              <a:defRPr sz="1871"/>
            </a:lvl2pPr>
            <a:lvl3pPr marL="1425732" indent="0">
              <a:buNone/>
              <a:defRPr sz="1559"/>
            </a:lvl3pPr>
            <a:lvl4pPr marL="2138599" indent="0">
              <a:buNone/>
              <a:defRPr sz="1403"/>
            </a:lvl4pPr>
            <a:lvl5pPr marL="2851465" indent="0">
              <a:buNone/>
              <a:defRPr sz="1403"/>
            </a:lvl5pPr>
            <a:lvl6pPr marL="3564331" indent="0">
              <a:buNone/>
              <a:defRPr sz="1403"/>
            </a:lvl6pPr>
            <a:lvl7pPr marL="4277197" indent="0">
              <a:buNone/>
              <a:defRPr sz="1403"/>
            </a:lvl7pPr>
            <a:lvl8pPr marL="4990064" indent="0">
              <a:buNone/>
              <a:defRPr sz="1403"/>
            </a:lvl8pPr>
            <a:lvl9pPr marL="5702930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97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2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646747"/>
            <a:ext cx="4099099" cy="89773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646746"/>
            <a:ext cx="12059667" cy="897731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58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980507"/>
            <a:ext cx="19010313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876841"/>
            <a:ext cx="19010315" cy="1029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0928" y="446889"/>
            <a:ext cx="15683508" cy="22621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928" y="2877978"/>
            <a:ext cx="15683508" cy="627346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10929" y="10072480"/>
            <a:ext cx="3854876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7665" y="10072480"/>
            <a:ext cx="7519932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37239" y="10072480"/>
            <a:ext cx="2045768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7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861009" y="2709751"/>
            <a:ext cx="1554093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07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1425732" rtl="0" eaLnBrk="1" latinLnBrk="0" hangingPunct="1">
        <a:lnSpc>
          <a:spcPct val="85000"/>
        </a:lnSpc>
        <a:spcBef>
          <a:spcPct val="0"/>
        </a:spcBef>
        <a:buNone/>
        <a:defRPr sz="7484" kern="1200" spc="-7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42573" indent="-142573" algn="l" defTabSz="1425732" rtl="0" eaLnBrk="1" latinLnBrk="0" hangingPunct="1">
        <a:lnSpc>
          <a:spcPct val="90000"/>
        </a:lnSpc>
        <a:spcBef>
          <a:spcPts val="1871"/>
        </a:spcBef>
        <a:spcAft>
          <a:spcPts val="312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11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98808" indent="-285146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8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83954" indent="-285146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69101" indent="-285146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54247" indent="-285146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15120" indent="-356433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26960" indent="-356433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338800" indent="-356433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650640" indent="-356433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youtube.com/watch?v=oAneKttKjtA&amp;list=PL5Rc9H5eTGY6MHqCKAarxhxqT7nipKgu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youtu.be/4u5sUq96BOg?si=BF0bDtrfPyapEF9u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1999456" y="2984500"/>
            <a:ext cx="15011400" cy="3850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Institute of Engineering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kumimoji="0" 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</a:t>
            </a:r>
            <a:r>
              <a:rPr lang="en-US" sz="4600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</a:t>
            </a: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742156" y="7937500"/>
            <a:ext cx="4914900" cy="1677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2258-260C-4618-F340-7C505213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344BD0-D288-EB6F-5B59-973F02D0D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F1B6B6-CD4D-7AE5-F0AF-B34878EE24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E227610-79B1-4067-2FD5-8A77489EB94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173A68-B4DC-DED1-9055-DCFEDDB29F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1F06C70-4AB9-7872-A496-C6E05199C0F3}"/>
              </a:ext>
            </a:extLst>
          </p:cNvPr>
          <p:cNvSpPr txBox="1"/>
          <p:nvPr/>
        </p:nvSpPr>
        <p:spPr>
          <a:xfrm>
            <a:off x="1427956" y="2603500"/>
            <a:ext cx="16154400" cy="52804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1" algn="ctr"/>
            <a:r>
              <a:rPr sz="2800" b="1" spc="-15" dirty="0">
                <a:latin typeface="Times New Roman"/>
                <a:cs typeface="Times New Roman"/>
              </a:rPr>
              <a:t>COM</a:t>
            </a:r>
            <a:r>
              <a:rPr sz="2800" b="1" dirty="0">
                <a:latin typeface="Times New Roman"/>
                <a:cs typeface="Times New Roman"/>
              </a:rPr>
              <a:t>P</a:t>
            </a:r>
            <a:r>
              <a:rPr sz="2800" b="1" spc="-5" dirty="0">
                <a:latin typeface="Times New Roman"/>
                <a:cs typeface="Times New Roman"/>
              </a:rPr>
              <a:t>U</a:t>
            </a:r>
            <a:r>
              <a:rPr sz="2800" b="1" spc="-10" dirty="0">
                <a:latin typeface="Times New Roman"/>
                <a:cs typeface="Times New Roman"/>
              </a:rPr>
              <a:t>TE</a:t>
            </a:r>
            <a:r>
              <a:rPr sz="2800" b="1" dirty="0">
                <a:latin typeface="Times New Roman"/>
                <a:cs typeface="Times New Roman"/>
              </a:rPr>
              <a:t>R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ORGA</a:t>
            </a:r>
            <a:r>
              <a:rPr sz="2800" b="1" spc="-10" dirty="0">
                <a:latin typeface="Times New Roman"/>
                <a:cs typeface="Times New Roman"/>
              </a:rPr>
              <a:t>N</a:t>
            </a:r>
            <a:r>
              <a:rPr sz="2800" b="1" spc="10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S</a:t>
            </a:r>
            <a:r>
              <a:rPr sz="2800" b="1" spc="-5" dirty="0">
                <a:latin typeface="Times New Roman"/>
                <a:cs typeface="Times New Roman"/>
              </a:rPr>
              <a:t>ATI</a:t>
            </a:r>
            <a:r>
              <a:rPr sz="2800" b="1" dirty="0">
                <a:latin typeface="Times New Roman"/>
                <a:cs typeface="Times New Roman"/>
              </a:rPr>
              <a:t>ON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&amp;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ARCHI</a:t>
            </a:r>
            <a:r>
              <a:rPr sz="2800" b="1" dirty="0">
                <a:latin typeface="Times New Roman"/>
                <a:cs typeface="Times New Roman"/>
              </a:rPr>
              <a:t>T</a:t>
            </a:r>
            <a:r>
              <a:rPr sz="2800" b="1" spc="-10" dirty="0">
                <a:latin typeface="Times New Roman"/>
                <a:cs typeface="Times New Roman"/>
              </a:rPr>
              <a:t>E</a:t>
            </a:r>
            <a:r>
              <a:rPr sz="2800" b="1" spc="-5" dirty="0">
                <a:latin typeface="Times New Roman"/>
                <a:cs typeface="Times New Roman"/>
              </a:rPr>
              <a:t>CTUR</a:t>
            </a:r>
            <a:r>
              <a:rPr sz="2800" b="1" spc="-10" dirty="0">
                <a:latin typeface="Times New Roman"/>
                <a:cs typeface="Times New Roman"/>
              </a:rPr>
              <a:t>E</a:t>
            </a:r>
            <a:endParaRPr lang="en-US" sz="2800" b="1" spc="-10" dirty="0">
              <a:latin typeface="Times New Roman"/>
              <a:cs typeface="Times New Roman"/>
            </a:endParaRPr>
          </a:p>
          <a:p>
            <a:pPr marL="12701"/>
            <a:endParaRPr lang="en-US" sz="2400" dirty="0">
              <a:latin typeface="Times New Roman"/>
              <a:cs typeface="Times New Roman"/>
            </a:endParaRPr>
          </a:p>
          <a:p>
            <a:pPr marL="12701"/>
            <a:endParaRPr sz="2400" dirty="0">
              <a:latin typeface="Times New Roman"/>
              <a:cs typeface="Times New Roman"/>
            </a:endParaRPr>
          </a:p>
          <a:p>
            <a:pPr marL="469279" marR="6350" indent="-227972" algn="just">
              <a:lnSpc>
                <a:spcPct val="103499"/>
              </a:lnSpc>
              <a:spcBef>
                <a:spcPts val="885"/>
              </a:spcBef>
              <a:buSzPct val="83333"/>
              <a:buFont typeface="Times New Roman"/>
              <a:buChar char="●"/>
              <a:tabLst>
                <a:tab pos="469914" algn="l"/>
              </a:tabLst>
            </a:pPr>
            <a:r>
              <a:rPr sz="2400" b="1" spc="-15" dirty="0">
                <a:latin typeface="Times New Roman"/>
                <a:cs typeface="Times New Roman"/>
              </a:rPr>
              <a:t>COM</a:t>
            </a:r>
            <a:r>
              <a:rPr sz="2400" b="1" dirty="0">
                <a:latin typeface="Times New Roman"/>
                <a:cs typeface="Times New Roman"/>
              </a:rPr>
              <a:t>P</a:t>
            </a:r>
            <a:r>
              <a:rPr sz="2400" b="1" spc="-5" dirty="0">
                <a:latin typeface="Times New Roman"/>
                <a:cs typeface="Times New Roman"/>
              </a:rPr>
              <a:t>U</a:t>
            </a:r>
            <a:r>
              <a:rPr sz="2400" b="1" spc="-10" dirty="0">
                <a:latin typeface="Times New Roman"/>
                <a:cs typeface="Times New Roman"/>
              </a:rPr>
              <a:t>TE</a:t>
            </a:r>
            <a:r>
              <a:rPr sz="2400" b="1" dirty="0">
                <a:latin typeface="Times New Roman"/>
                <a:cs typeface="Times New Roman"/>
              </a:rPr>
              <a:t>R 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ARCHI</a:t>
            </a:r>
            <a:r>
              <a:rPr sz="2400" b="1" dirty="0">
                <a:latin typeface="Times New Roman"/>
                <a:cs typeface="Times New Roman"/>
              </a:rPr>
              <a:t>T</a:t>
            </a:r>
            <a:r>
              <a:rPr sz="2400" b="1" spc="-10" dirty="0">
                <a:latin typeface="Times New Roman"/>
                <a:cs typeface="Times New Roman"/>
              </a:rPr>
              <a:t>E</a:t>
            </a:r>
            <a:r>
              <a:rPr sz="2400" b="1" spc="-5" dirty="0">
                <a:latin typeface="Times New Roman"/>
                <a:cs typeface="Times New Roman"/>
              </a:rPr>
              <a:t>CTUR</a:t>
            </a:r>
            <a:r>
              <a:rPr sz="2400" b="1" spc="-10" dirty="0">
                <a:latin typeface="Times New Roman"/>
                <a:cs typeface="Times New Roman"/>
              </a:rPr>
              <a:t>E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rul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 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 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scribe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fun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tion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lity,</a:t>
            </a:r>
            <a:r>
              <a:rPr sz="2400" dirty="0">
                <a:latin typeface="Times New Roman"/>
                <a:cs typeface="Times New Roman"/>
              </a:rPr>
              <a:t>  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org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niz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on,  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  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implem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ntation</a:t>
            </a:r>
            <a:r>
              <a:rPr sz="2400" dirty="0">
                <a:latin typeface="Times New Roman"/>
                <a:cs typeface="Times New Roman"/>
              </a:rPr>
              <a:t>  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omput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  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ms.</a:t>
            </a:r>
            <a:r>
              <a:rPr sz="2400" dirty="0">
                <a:latin typeface="Times New Roman"/>
                <a:cs typeface="Times New Roman"/>
              </a:rPr>
              <a:t>  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  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 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ce</a:t>
            </a:r>
            <a:r>
              <a:rPr sz="2400" spc="-5" dirty="0">
                <a:latin typeface="Times New Roman"/>
                <a:cs typeface="Times New Roman"/>
              </a:rPr>
              <a:t>ptual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design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 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und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ment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</a:t>
            </a:r>
            <a:r>
              <a:rPr sz="2400" spc="-5" dirty="0">
                <a:latin typeface="Times New Roman"/>
                <a:cs typeface="Times New Roman"/>
              </a:rPr>
              <a:t>er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tion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struc</a:t>
            </a:r>
            <a:r>
              <a:rPr sz="2400" spc="-5" dirty="0">
                <a:latin typeface="Times New Roman"/>
                <a:cs typeface="Times New Roman"/>
              </a:rPr>
              <a:t>ture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 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omput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 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m.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t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ompass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 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layout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rdw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sign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 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te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hniques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nd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</a:t>
            </a:r>
            <a:r>
              <a:rPr sz="2400" spc="5" dirty="0">
                <a:latin typeface="Times New Roman"/>
                <a:cs typeface="Times New Roman"/>
              </a:rPr>
              <a:t>o</a:t>
            </a:r>
            <a:r>
              <a:rPr sz="2400" spc="-15" dirty="0">
                <a:latin typeface="Times New Roman"/>
                <a:cs typeface="Times New Roman"/>
              </a:rPr>
              <a:t>ce</a:t>
            </a:r>
            <a:r>
              <a:rPr sz="2400" spc="-5" dirty="0">
                <a:latin typeface="Times New Roman"/>
                <a:cs typeface="Times New Roman"/>
              </a:rPr>
              <a:t>ss</a:t>
            </a:r>
            <a:r>
              <a:rPr sz="2400" dirty="0">
                <a:latin typeface="Times New Roman"/>
                <a:cs typeface="Times New Roman"/>
              </a:rPr>
              <a:t>ing.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 obje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tive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outline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b</a:t>
            </a:r>
            <a:r>
              <a:rPr sz="2400" spc="-10" dirty="0">
                <a:latin typeface="Times New Roman"/>
                <a:cs typeface="Times New Roman"/>
              </a:rPr>
              <a:t>luep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int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nsur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optim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5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rm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ic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y.</a:t>
            </a:r>
          </a:p>
          <a:p>
            <a:pPr marL="469279" marR="8255" indent="-227972" algn="just">
              <a:lnSpc>
                <a:spcPct val="95600"/>
              </a:lnSpc>
              <a:spcBef>
                <a:spcPts val="915"/>
              </a:spcBef>
              <a:buSzPct val="83333"/>
              <a:buFont typeface="Times New Roman"/>
              <a:buChar char="●"/>
              <a:tabLst>
                <a:tab pos="469914" algn="l"/>
              </a:tabLst>
            </a:pPr>
            <a:r>
              <a:rPr sz="2400" b="1" spc="-15" dirty="0">
                <a:latin typeface="Times New Roman"/>
                <a:cs typeface="Times New Roman"/>
              </a:rPr>
              <a:t>COM</a:t>
            </a:r>
            <a:r>
              <a:rPr sz="2400" b="1" dirty="0">
                <a:latin typeface="Times New Roman"/>
                <a:cs typeface="Times New Roman"/>
              </a:rPr>
              <a:t>P</a:t>
            </a:r>
            <a:r>
              <a:rPr sz="2400" b="1" spc="-5" dirty="0">
                <a:latin typeface="Times New Roman"/>
                <a:cs typeface="Times New Roman"/>
              </a:rPr>
              <a:t>U</a:t>
            </a:r>
            <a:r>
              <a:rPr sz="2400" b="1" spc="-10" dirty="0">
                <a:latin typeface="Times New Roman"/>
                <a:cs typeface="Times New Roman"/>
              </a:rPr>
              <a:t>TE</a:t>
            </a:r>
            <a:r>
              <a:rPr sz="2400" b="1" dirty="0">
                <a:latin typeface="Times New Roman"/>
                <a:cs typeface="Times New Roman"/>
              </a:rPr>
              <a:t>R  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ORGANIZAT</a:t>
            </a:r>
            <a:r>
              <a:rPr sz="2400" b="1" spc="-5" dirty="0">
                <a:latin typeface="Times New Roman"/>
                <a:cs typeface="Times New Roman"/>
              </a:rPr>
              <a:t>IO</a:t>
            </a:r>
            <a:r>
              <a:rPr sz="2400" b="1" dirty="0">
                <a:latin typeface="Times New Roman"/>
                <a:cs typeface="Times New Roman"/>
              </a:rPr>
              <a:t>N  </a:t>
            </a:r>
            <a:r>
              <a:rPr sz="2400" b="1" spc="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rs  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 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 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tion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  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unit</a:t>
            </a:r>
            <a:r>
              <a:rPr sz="2400" dirty="0">
                <a:latin typeface="Times New Roman"/>
                <a:cs typeface="Times New Roman"/>
              </a:rPr>
              <a:t>s  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  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their int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onn</a:t>
            </a:r>
            <a:r>
              <a:rPr sz="2400" spc="-15" dirty="0">
                <a:latin typeface="Times New Roman"/>
                <a:cs typeface="Times New Roman"/>
              </a:rPr>
              <a:t>ec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5" dirty="0">
                <a:latin typeface="Times New Roman"/>
                <a:cs typeface="Times New Roman"/>
              </a:rPr>
              <a:t>ize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hite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tur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cifi</a:t>
            </a:r>
            <a:r>
              <a:rPr sz="2400" spc="-15" dirty="0">
                <a:latin typeface="Times New Roman"/>
                <a:cs typeface="Times New Roman"/>
              </a:rPr>
              <a:t>ca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omput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r.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involv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struc</a:t>
            </a:r>
            <a:r>
              <a:rPr sz="2400" spc="-5" dirty="0">
                <a:latin typeface="Times New Roman"/>
                <a:cs typeface="Times New Roman"/>
              </a:rPr>
              <a:t>tur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lations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mann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whic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omponents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om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5" dirty="0">
                <a:latin typeface="Times New Roman"/>
                <a:cs typeface="Times New Roman"/>
              </a:rPr>
              <a:t>uter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ec</a:t>
            </a:r>
            <a:r>
              <a:rPr sz="2400" spc="-5" dirty="0">
                <a:latin typeface="Times New Roman"/>
                <a:cs typeface="Times New Roman"/>
              </a:rPr>
              <a:t>ted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 </a:t>
            </a:r>
            <a:r>
              <a:rPr sz="2400" spc="-5" dirty="0">
                <a:latin typeface="Times New Roman"/>
                <a:cs typeface="Times New Roman"/>
              </a:rPr>
              <a:t>wo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k t</a:t>
            </a:r>
            <a:r>
              <a:rPr sz="2400" spc="-10" dirty="0">
                <a:latin typeface="Times New Roman"/>
                <a:cs typeface="Times New Roman"/>
              </a:rPr>
              <a:t>og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  <a:p>
            <a:pPr marL="469279" marR="8255" indent="-227972" algn="just">
              <a:lnSpc>
                <a:spcPct val="95600"/>
              </a:lnSpc>
              <a:spcBef>
                <a:spcPts val="915"/>
              </a:spcBef>
              <a:buSzPct val="83333"/>
              <a:buFont typeface="Times New Roman"/>
              <a:buChar char="●"/>
              <a:tabLst>
                <a:tab pos="469914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241307" marR="8255" algn="just">
              <a:lnSpc>
                <a:spcPct val="95600"/>
              </a:lnSpc>
              <a:spcBef>
                <a:spcPts val="915"/>
              </a:spcBef>
              <a:buSzPct val="83333"/>
              <a:tabLst>
                <a:tab pos="469914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While </a:t>
            </a:r>
            <a:r>
              <a:rPr lang="en-US" sz="2400" b="1" dirty="0">
                <a:latin typeface="Times New Roman"/>
                <a:cs typeface="Times New Roman"/>
              </a:rPr>
              <a:t>architecture </a:t>
            </a:r>
            <a:r>
              <a:rPr lang="en-US" sz="2400" dirty="0">
                <a:latin typeface="Times New Roman"/>
                <a:cs typeface="Times New Roman"/>
              </a:rPr>
              <a:t>defines a computer’s functionality, </a:t>
            </a:r>
            <a:r>
              <a:rPr lang="en-US" sz="2400" b="1" dirty="0">
                <a:latin typeface="Times New Roman"/>
                <a:cs typeface="Times New Roman"/>
              </a:rPr>
              <a:t>organization</a:t>
            </a:r>
            <a:r>
              <a:rPr lang="en-US" sz="2400" dirty="0">
                <a:latin typeface="Times New Roman"/>
                <a:cs typeface="Times New Roman"/>
              </a:rPr>
              <a:t> determines how this functionality is implemented. Both are essential to hardware design.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211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DDB64-85FF-B784-E435-B1AA3BE8A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6865B-7910-E2FF-6574-32204BC3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FBAE8-01C1-855C-2277-0D60A1428B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87207DB-5A76-B5B7-1462-BF72B84CE2F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89DF05-3B19-F597-9A58-83284A2EE2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50A946C8-58F2-3A02-0194-634C4D061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202655"/>
              </p:ext>
            </p:extLst>
          </p:nvPr>
        </p:nvGraphicFramePr>
        <p:xfrm>
          <a:off x="2266156" y="2070100"/>
          <a:ext cx="14478000" cy="6068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8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212">
                <a:tc>
                  <a:txBody>
                    <a:bodyPr/>
                    <a:lstStyle/>
                    <a:p>
                      <a:pPr marL="524510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sz="2400" b="1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2400" b="1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2400" b="1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b="1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b="1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79145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sz="2400" b="1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2400" b="1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Organi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ation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011">
                <a:tc>
                  <a:txBody>
                    <a:bodyPr/>
                    <a:lstStyle/>
                    <a:p>
                      <a:pPr marL="93345" marR="86995" algn="just">
                        <a:lnSpc>
                          <a:spcPct val="100000"/>
                        </a:lnSpc>
                        <a:tabLst>
                          <a:tab pos="1050290" algn="l"/>
                          <a:tab pos="1814830" algn="l"/>
                          <a:tab pos="2306955" algn="l"/>
                        </a:tabLst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	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rib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wh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do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345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za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rib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it do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4528">
                <a:tc>
                  <a:txBody>
                    <a:bodyPr/>
                    <a:lstStyle/>
                    <a:p>
                      <a:pPr marL="93345" marR="85725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ture 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ls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 the fun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    </a:t>
                      </a:r>
                      <a:r>
                        <a:rPr sz="2400" spc="-6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vior of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sys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ms.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345" marR="88265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ls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 a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struc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 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lationship.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011">
                <a:tc>
                  <a:txBody>
                    <a:bodyPr/>
                    <a:lstStyle/>
                    <a:p>
                      <a:pPr marL="93345" marR="85725" algn="just">
                        <a:lnSpc>
                          <a:spcPct val="100000"/>
                        </a:lnSpc>
                      </a:pP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2400" spc="-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bo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figu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2400" spc="-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’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400" spc="-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2400" spc="-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it 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wi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 high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lev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 de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ign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ssues.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345" marR="87630" algn="just">
                        <a:lnSpc>
                          <a:spcPct val="100000"/>
                        </a:lnSpc>
                      </a:pP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bo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13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figu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’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lso</a:t>
                      </a:r>
                      <a:r>
                        <a:rPr sz="2400" spc="1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13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400" spc="1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ls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 lo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w-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lev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 design 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ssues.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638">
                <a:tc>
                  <a:txBody>
                    <a:bodyPr/>
                    <a:lstStyle/>
                    <a:p>
                      <a:pPr marL="93345" algn="just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indi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tes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2400" spc="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345" algn="just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6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niz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2400" spc="-6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dic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tes</a:t>
                      </a:r>
                      <a:r>
                        <a:rPr sz="2400" spc="-6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2400" spc="-6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rm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9052">
                <a:tc>
                  <a:txBody>
                    <a:bodyPr/>
                    <a:lstStyle/>
                    <a:p>
                      <a:pPr marL="93345" marR="85725" algn="just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 </a:t>
                      </a:r>
                      <a:r>
                        <a:rPr sz="2400" spc="10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  </a:t>
                      </a:r>
                      <a:r>
                        <a:rPr sz="2400" spc="1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prog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r,  </a:t>
                      </a:r>
                      <a:r>
                        <a:rPr sz="2400" spc="1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ou  </a:t>
                      </a:r>
                      <a:r>
                        <a:rPr sz="2400" spc="10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  </a:t>
                      </a:r>
                      <a:r>
                        <a:rPr sz="2400" spc="10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view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400" spc="1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114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1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114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spc="114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tions,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ss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ing modes,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regis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rs.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345" marR="88265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implem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ntation</a:t>
                      </a:r>
                      <a:r>
                        <a:rPr sz="2400" spc="3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spc="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ture</a:t>
                      </a:r>
                      <a:r>
                        <a:rPr sz="2400" spc="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400" spc="3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ll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 org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niz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011">
                <a:tc>
                  <a:txBody>
                    <a:bodyPr/>
                    <a:lstStyle/>
                    <a:p>
                      <a:pPr marL="93345" marR="85090" algn="just">
                        <a:lnSpc>
                          <a:spcPct val="100000"/>
                        </a:lnSpc>
                        <a:tabLst>
                          <a:tab pos="497205" algn="l"/>
                          <a:tab pos="1283335" algn="l"/>
                          <a:tab pos="1543685" algn="l"/>
                          <a:tab pos="2350770" algn="l"/>
                        </a:tabLst>
                      </a:pP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esign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ng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r,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fixed 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irst.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345" marR="88900" algn="just">
                        <a:lnSpc>
                          <a:spcPct val="100000"/>
                        </a:lnSpc>
                      </a:pP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esign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ng </a:t>
                      </a:r>
                      <a:r>
                        <a:rPr sz="2400" spc="-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ompu</a:t>
                      </a:r>
                      <a:r>
                        <a:rPr sz="2400" spc="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r,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2400" spc="-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niz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2400" spc="-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is 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ided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aft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its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4011">
                <a:tc>
                  <a:txBody>
                    <a:bodyPr/>
                    <a:lstStyle/>
                    <a:p>
                      <a:pPr marL="93345" marR="88265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ture is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lso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ll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nstr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ure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345" marR="86360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niz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qu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ntly</a:t>
                      </a:r>
                      <a:r>
                        <a:rPr lang="en-US"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c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ll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 mi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273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D5D67-4AAA-22B5-E4C5-50BA70A41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7AD01A-70E4-91AF-ECF2-DA1A5FF8F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0EA3DC-9FB3-563F-CC63-6987359322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DE37EC7-9FFF-9036-C3F2-8C31473D03C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723374-D661-9CDA-D8DB-0AA42CD627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9789"/>
              </p:ext>
            </p:extLst>
          </p:nvPr>
        </p:nvGraphicFramePr>
        <p:xfrm>
          <a:off x="1580356" y="1612900"/>
          <a:ext cx="15697200" cy="82174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4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2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463">
                <a:tc>
                  <a:txBody>
                    <a:bodyPr/>
                    <a:lstStyle/>
                    <a:p>
                      <a:pPr marL="524510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sz="2400" b="1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2400" b="1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2400" b="1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b="1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b="1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sz="2400" b="1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2400" b="1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Organi</a:t>
                      </a:r>
                      <a:r>
                        <a:rPr sz="2400" b="1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400" b="1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466">
                <a:tc>
                  <a:txBody>
                    <a:bodyPr/>
                    <a:lstStyle/>
                    <a:p>
                      <a:pPr marL="93345" marR="86360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   </a:t>
                      </a:r>
                      <a:r>
                        <a:rPr sz="2400" spc="114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    </a:t>
                      </a:r>
                      <a:r>
                        <a:rPr sz="2400" spc="1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omprises logi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 </a:t>
                      </a:r>
                      <a:r>
                        <a:rPr sz="2400" spc="10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fun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tions </a:t>
                      </a:r>
                      <a:r>
                        <a:rPr sz="2400" spc="10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suc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2400" spc="1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400" spc="10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ts,       </a:t>
                      </a:r>
                      <a:r>
                        <a:rPr sz="2400" spc="1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rs,       </a:t>
                      </a:r>
                      <a:r>
                        <a:rPr sz="2400" spc="13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ta       </a:t>
                      </a:r>
                      <a:r>
                        <a:rPr sz="2400" spc="1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types,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ss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ing modes.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3345" marR="89535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 </a:t>
                      </a:r>
                      <a:r>
                        <a:rPr sz="2400" spc="-8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 </a:t>
                      </a:r>
                      <a:r>
                        <a:rPr sz="2400" spc="-7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onsi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 </a:t>
                      </a:r>
                      <a:r>
                        <a:rPr sz="2400" spc="-7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of  </a:t>
                      </a:r>
                      <a:r>
                        <a:rPr sz="2400" spc="-8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physi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 units  </a:t>
                      </a:r>
                      <a:r>
                        <a:rPr sz="2400" spc="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like  </a:t>
                      </a:r>
                      <a:r>
                        <a:rPr sz="2400" spc="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uit  </a:t>
                      </a:r>
                      <a:r>
                        <a:rPr sz="2400" spc="5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gns,  </a:t>
                      </a:r>
                      <a:r>
                        <a:rPr sz="2400" spc="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riph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ls,  </a:t>
                      </a:r>
                      <a:r>
                        <a:rPr sz="2400" spc="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rs.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7673">
                <a:tc>
                  <a:txBody>
                    <a:bodyPr/>
                    <a:lstStyle/>
                    <a:p>
                      <a:pPr marL="93345" marR="86360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400" spc="7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dif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nt </a:t>
                      </a:r>
                      <a:r>
                        <a:rPr sz="2400" spc="8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 </a:t>
                      </a:r>
                      <a:r>
                        <a:rPr sz="2400" spc="8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teg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ri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found </a:t>
                      </a:r>
                      <a:r>
                        <a:rPr sz="2400" spc="-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2400" spc="-13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our </a:t>
                      </a:r>
                      <a:r>
                        <a:rPr sz="2400" spc="-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400" spc="-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sys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ms </a:t>
                      </a:r>
                      <a:r>
                        <a:rPr sz="2400" spc="-1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 </a:t>
                      </a:r>
                      <a:r>
                        <a:rPr sz="2400" spc="-1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follows: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550545" indent="-228600">
                        <a:lnSpc>
                          <a:spcPct val="100000"/>
                        </a:lnSpc>
                        <a:buClr>
                          <a:srgbClr val="2D2D2D"/>
                        </a:buClr>
                        <a:buSzPct val="83333"/>
                        <a:buFont typeface="Symbol"/>
                        <a:buChar char=""/>
                        <a:tabLst>
                          <a:tab pos="551180" algn="l"/>
                        </a:tabLst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Von-N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umann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ture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550545" indent="-228600">
                        <a:lnSpc>
                          <a:spcPct val="100000"/>
                        </a:lnSpc>
                        <a:buClr>
                          <a:srgbClr val="2D2D2D"/>
                        </a:buClr>
                        <a:buSzPct val="83333"/>
                        <a:buFont typeface="Symbol"/>
                        <a:buChar char=""/>
                        <a:tabLst>
                          <a:tab pos="551180" algn="l"/>
                        </a:tabLst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rvard 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ture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550545" indent="-228600">
                        <a:lnSpc>
                          <a:spcPct val="100000"/>
                        </a:lnSpc>
                        <a:buClr>
                          <a:srgbClr val="2D2D2D"/>
                        </a:buClr>
                        <a:buSzPct val="83333"/>
                        <a:buFont typeface="Symbol"/>
                        <a:buChar char=""/>
                        <a:tabLst>
                          <a:tab pos="551180" algn="l"/>
                        </a:tabLst>
                      </a:pP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nstr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ure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550545" indent="-228600">
                        <a:lnSpc>
                          <a:spcPct val="100000"/>
                        </a:lnSpc>
                        <a:buClr>
                          <a:srgbClr val="2D2D2D"/>
                        </a:buClr>
                        <a:buSzPct val="83333"/>
                        <a:buFont typeface="Symbol"/>
                        <a:buChar char=""/>
                        <a:tabLst>
                          <a:tab pos="551180" algn="l"/>
                        </a:tabLst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Micr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-a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550545" indent="-228600">
                        <a:lnSpc>
                          <a:spcPct val="100000"/>
                        </a:lnSpc>
                        <a:buClr>
                          <a:srgbClr val="2D2D2D"/>
                        </a:buClr>
                        <a:buSzPct val="83333"/>
                        <a:buFont typeface="Symbol"/>
                        <a:buChar char=""/>
                        <a:tabLst>
                          <a:tab pos="551180" algn="l"/>
                        </a:tabLst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sign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3345" marR="86360">
                        <a:lnSpc>
                          <a:spcPct val="100000"/>
                        </a:lnSpc>
                        <a:tabLst>
                          <a:tab pos="1346200" algn="l"/>
                          <a:tab pos="1606550" algn="l"/>
                          <a:tab pos="2337435" algn="l"/>
                          <a:tab pos="2732405" algn="l"/>
                        </a:tabLst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CPU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org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niz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	is	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lassifi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	into	three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tego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ies</a:t>
                      </a:r>
                      <a:r>
                        <a:rPr sz="2400" spc="-6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ase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6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2400" spc="-6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6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umber</a:t>
                      </a:r>
                      <a:r>
                        <a:rPr sz="2400" spc="-7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spc="-6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dd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6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lds: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550545" indent="-228600">
                        <a:lnSpc>
                          <a:spcPct val="100000"/>
                        </a:lnSpc>
                        <a:buClr>
                          <a:srgbClr val="2D2D2D"/>
                        </a:buClr>
                        <a:buSzPct val="83333"/>
                        <a:buFont typeface="Symbol"/>
                        <a:buChar char=""/>
                        <a:tabLst>
                          <a:tab pos="551180" algn="l"/>
                        </a:tabLst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niz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of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sing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umul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tor.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550545" indent="-228600">
                        <a:lnSpc>
                          <a:spcPct val="100000"/>
                        </a:lnSpc>
                        <a:buClr>
                          <a:srgbClr val="2D2D2D"/>
                        </a:buClr>
                        <a:buSzPct val="83333"/>
                        <a:buFont typeface="Symbol"/>
                        <a:buChar char=""/>
                        <a:tabLst>
                          <a:tab pos="551180" algn="l"/>
                        </a:tabLst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niz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of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 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rs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550545" indent="-228600">
                        <a:lnSpc>
                          <a:spcPct val="100000"/>
                        </a:lnSpc>
                        <a:buClr>
                          <a:srgbClr val="2D2D2D"/>
                        </a:buClr>
                        <a:buSzPct val="83333"/>
                        <a:buFont typeface="Symbol"/>
                        <a:buChar char=""/>
                        <a:tabLst>
                          <a:tab pos="551180" algn="l"/>
                        </a:tabLst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Sta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k or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niz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133">
                <a:tc>
                  <a:txBody>
                    <a:bodyPr/>
                    <a:lstStyle/>
                    <a:p>
                      <a:pPr marL="93345" marR="85725">
                        <a:lnSpc>
                          <a:spcPct val="100000"/>
                        </a:lnSpc>
                      </a:pP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  </a:t>
                      </a:r>
                      <a:r>
                        <a:rPr sz="2400" spc="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mak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 </a:t>
                      </a:r>
                      <a:r>
                        <a:rPr sz="2400" spc="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  </a:t>
                      </a:r>
                      <a:r>
                        <a:rPr sz="2400" spc="5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omput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’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 </a:t>
                      </a:r>
                      <a:r>
                        <a:rPr sz="2400" spc="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rdw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 vis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ble.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3345" marR="88900">
                        <a:lnSpc>
                          <a:spcPct val="100000"/>
                        </a:lnSpc>
                      </a:pP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400" spc="1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rs 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ils 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how 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ll </a:t>
                      </a:r>
                      <a:r>
                        <a:rPr sz="2400" spc="14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400" spc="14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p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orms.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133">
                <a:tc>
                  <a:txBody>
                    <a:bodyPr/>
                    <a:lstStyle/>
                    <a:p>
                      <a:pPr marL="93345" marR="86995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2400" spc="-1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rdin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tes </a:t>
                      </a:r>
                      <a:r>
                        <a:rPr sz="2400" spc="-114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400" spc="-1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softw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of the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sys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3345" marR="8699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Comput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rg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za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ndles the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gments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 the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twork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system.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797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softw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loper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aw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of it.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 e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sof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tw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ogr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’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134">
                <a:tc>
                  <a:txBody>
                    <a:bodyPr/>
                    <a:lstStyle/>
                    <a:p>
                      <a:pPr marL="93345" marR="86995" algn="just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Ex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mpl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s-</a:t>
                      </a:r>
                      <a:r>
                        <a:rPr sz="2400" spc="1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ntel</a:t>
                      </a:r>
                      <a:r>
                        <a:rPr sz="2400" spc="1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2400" spc="114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spc="114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2400" spc="114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 x86 </a:t>
                      </a:r>
                      <a:r>
                        <a:rPr sz="2400" spc="-13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pro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essor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2400" spc="-1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Sun </a:t>
                      </a:r>
                      <a:r>
                        <a:rPr sz="2400" spc="-13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Micr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osyst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ms </a:t>
                      </a:r>
                      <a:r>
                        <a:rPr sz="2400" spc="-1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nd othe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400" spc="-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ted 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SP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 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pro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essor. Apple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400" spc="10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400" spc="9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2400" spc="9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Mot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ola</a:t>
                      </a:r>
                      <a:r>
                        <a:rPr sz="2400" spc="9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2400" spc="9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 Pow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rPC.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3345" marR="87630" algn="just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niz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   </a:t>
                      </a:r>
                      <a:r>
                        <a:rPr sz="2400" spc="1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liti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   </a:t>
                      </a:r>
                      <a:r>
                        <a:rPr sz="2400" spc="1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include   </a:t>
                      </a:r>
                      <a:r>
                        <a:rPr sz="2400" spc="1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rdw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lem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nts </a:t>
                      </a:r>
                      <a:r>
                        <a:rPr sz="2400" spc="-1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2400" spc="-1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re </a:t>
                      </a:r>
                      <a:r>
                        <a:rPr sz="2400" spc="-13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invi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si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le </a:t>
                      </a:r>
                      <a:r>
                        <a:rPr sz="2400" spc="-1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2400" spc="-12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400" spc="-12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progr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r,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suc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ing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spc="1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mput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 p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riph</a:t>
                      </a:r>
                      <a:r>
                        <a:rPr sz="2400" spc="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ls, memo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y te</a:t>
                      </a:r>
                      <a:r>
                        <a:rPr sz="2400" spc="-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hnologi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1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ontrol 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ign</a:t>
                      </a:r>
                      <a:r>
                        <a:rPr sz="2400" spc="-5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solidFill>
                            <a:srgbClr val="2D2D2D"/>
                          </a:solidFill>
                          <a:latin typeface="Times New Roman"/>
                          <a:cs typeface="Times New Roman"/>
                        </a:rPr>
                        <a:t>ls.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37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1C90-08A3-6B75-FFCE-46F28A95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6EF233-5437-D7CA-71DE-C80649923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247CD8-22FC-C047-114F-7769E03C26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70967D7-130C-2BAF-A4D5-962F3214CD3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05C860-18A0-E853-127B-98778B4F54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2037556" y="1919136"/>
            <a:ext cx="15163800" cy="2598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1" algn="just"/>
            <a:r>
              <a:rPr sz="2400" b="1" spc="-15" dirty="0">
                <a:solidFill>
                  <a:srgbClr val="2D2D2D"/>
                </a:solidFill>
                <a:latin typeface="Times New Roman"/>
                <a:cs typeface="Times New Roman"/>
              </a:rPr>
              <a:t>Digita</a:t>
            </a:r>
            <a:r>
              <a:rPr sz="2400" b="1" spc="-5" dirty="0">
                <a:solidFill>
                  <a:srgbClr val="2D2D2D"/>
                </a:solidFill>
                <a:latin typeface="Times New Roman"/>
                <a:cs typeface="Times New Roman"/>
              </a:rPr>
              <a:t>l</a:t>
            </a:r>
            <a:r>
              <a:rPr sz="2400" b="1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2D2D2D"/>
                </a:solidFill>
                <a:latin typeface="Times New Roman"/>
                <a:cs typeface="Times New Roman"/>
              </a:rPr>
              <a:t>Co</a:t>
            </a:r>
            <a:r>
              <a:rPr sz="2400" b="1" spc="5" dirty="0">
                <a:solidFill>
                  <a:srgbClr val="2D2D2D"/>
                </a:solidFill>
                <a:latin typeface="Times New Roman"/>
                <a:cs typeface="Times New Roman"/>
              </a:rPr>
              <a:t>m</a:t>
            </a:r>
            <a:r>
              <a:rPr sz="2400" b="1" dirty="0">
                <a:solidFill>
                  <a:srgbClr val="2D2D2D"/>
                </a:solidFill>
                <a:latin typeface="Times New Roman"/>
                <a:cs typeface="Times New Roman"/>
              </a:rPr>
              <a:t>pu</a:t>
            </a:r>
            <a:r>
              <a:rPr sz="2400" b="1" spc="-5" dirty="0">
                <a:solidFill>
                  <a:srgbClr val="2D2D2D"/>
                </a:solidFill>
                <a:latin typeface="Times New Roman"/>
                <a:cs typeface="Times New Roman"/>
              </a:rPr>
              <a:t>t</a:t>
            </a:r>
            <a:r>
              <a:rPr sz="2400" b="1" spc="-20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b="1" spc="-10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56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1" marR="5080" algn="just"/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5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digital</a:t>
            </a:r>
            <a:r>
              <a:rPr sz="2400" spc="-5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omput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5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is</a:t>
            </a:r>
            <a:r>
              <a:rPr sz="2400" spc="-4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5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p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ogr</a:t>
            </a:r>
            <a:r>
              <a:rPr sz="2400" spc="-20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mm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ble</a:t>
            </a:r>
            <a:r>
              <a:rPr sz="2400" spc="-5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ma</a:t>
            </a:r>
            <a:r>
              <a:rPr sz="2400" spc="-20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hi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n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-5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w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h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ich</a:t>
            </a:r>
            <a:r>
              <a:rPr sz="2400" spc="-5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20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d</a:t>
            </a:r>
            <a:r>
              <a:rPr sz="2400" spc="-5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the</a:t>
            </a:r>
            <a:r>
              <a:rPr sz="2400" spc="-5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bi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n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ry</a:t>
            </a:r>
            <a:r>
              <a:rPr sz="2400" spc="-5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inst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u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ti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on</a:t>
            </a:r>
            <a:r>
              <a:rPr sz="2400" spc="-5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nd</a:t>
            </a:r>
            <a:r>
              <a:rPr sz="2400" spc="-5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pro</a:t>
            </a:r>
            <a:r>
              <a:rPr sz="2400" spc="-20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2400" spc="10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s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d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ta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wh</a:t>
            </a:r>
            <a:r>
              <a:rPr sz="2400" spc="10" dirty="0">
                <a:solidFill>
                  <a:srgbClr val="2D2D2D"/>
                </a:solidFill>
                <a:latin typeface="Times New Roman"/>
                <a:cs typeface="Times New Roman"/>
              </a:rPr>
              <a:t>i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h </a:t>
            </a:r>
            <a:r>
              <a:rPr sz="2400" spc="-1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p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10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nted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in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bina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y </a:t>
            </a:r>
            <a:r>
              <a:rPr sz="2400" spc="-9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fo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rm.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8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D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igital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omput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rs </a:t>
            </a:r>
            <a:r>
              <a:rPr sz="2400" spc="-1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dif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f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20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nt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f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rom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n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log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omput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rs</a:t>
            </a:r>
            <a:r>
              <a:rPr sz="2400" spc="114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in</a:t>
            </a:r>
            <a:r>
              <a:rPr sz="2400" spc="12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the</a:t>
            </a:r>
            <a:r>
              <a:rPr sz="2400" spc="114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se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nse</a:t>
            </a:r>
            <a:r>
              <a:rPr sz="2400" spc="114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that</a:t>
            </a:r>
            <a:r>
              <a:rPr sz="2400" spc="114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n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log</a:t>
            </a:r>
            <a:r>
              <a:rPr sz="2400" spc="12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omput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13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pr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o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ce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2400" spc="12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the</a:t>
            </a:r>
            <a:r>
              <a:rPr sz="2400" spc="114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n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log</a:t>
            </a:r>
            <a:r>
              <a:rPr sz="2400" spc="12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d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ta.</a:t>
            </a:r>
            <a:r>
              <a:rPr sz="2400" spc="114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H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ere</a:t>
            </a:r>
            <a:r>
              <a:rPr sz="2400" spc="11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the</a:t>
            </a:r>
            <a:r>
              <a:rPr sz="2400" spc="114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te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m</a:t>
            </a:r>
            <a:r>
              <a:rPr sz="2400" spc="12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n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log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 r</a:t>
            </a:r>
            <a:r>
              <a:rPr sz="2400" spc="-20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pr</a:t>
            </a:r>
            <a:r>
              <a:rPr sz="2400" spc="-20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10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nts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conti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nuous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d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ta.</a:t>
            </a:r>
            <a:endParaRPr sz="2400" dirty="0">
              <a:latin typeface="Times New Roman"/>
              <a:cs typeface="Times New Roman"/>
            </a:endParaRPr>
          </a:p>
          <a:p>
            <a:pPr marL="12701" marR="5080" algn="just">
              <a:spcBef>
                <a:spcPts val="35"/>
              </a:spcBef>
            </a:pP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The</a:t>
            </a:r>
            <a:r>
              <a:rPr sz="2400" spc="-8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digital</a:t>
            </a:r>
            <a:r>
              <a:rPr sz="2400" spc="-7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omput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8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take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2400" spc="-7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the</a:t>
            </a:r>
            <a:r>
              <a:rPr sz="2400" spc="-7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bina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y</a:t>
            </a:r>
            <a:r>
              <a:rPr sz="2400" spc="-7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d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ta</a:t>
            </a:r>
            <a:r>
              <a:rPr sz="2400" spc="-7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</a:t>
            </a:r>
            <a:r>
              <a:rPr sz="2400" spc="-7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input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,</a:t>
            </a:r>
            <a:r>
              <a:rPr sz="2400" spc="-8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pro</a:t>
            </a:r>
            <a:r>
              <a:rPr sz="2400" spc="-20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sse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2400" spc="-7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cc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ording</a:t>
            </a:r>
            <a:r>
              <a:rPr sz="2400" spc="-7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to</a:t>
            </a:r>
            <a:r>
              <a:rPr sz="2400" spc="-7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the</a:t>
            </a:r>
            <a:r>
              <a:rPr sz="2400" spc="-7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set</a:t>
            </a:r>
            <a:r>
              <a:rPr sz="2400" spc="-7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of</a:t>
            </a:r>
            <a:r>
              <a:rPr sz="2400" spc="-8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instru</a:t>
            </a:r>
            <a:r>
              <a:rPr sz="2400" spc="-20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ti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ons 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ca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ll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d pr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g</a:t>
            </a:r>
            <a:r>
              <a:rPr sz="2400" spc="5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m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p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o</a:t>
            </a:r>
            <a:r>
              <a:rPr sz="2400" spc="10" dirty="0">
                <a:solidFill>
                  <a:srgbClr val="2D2D2D"/>
                </a:solidFill>
                <a:latin typeface="Times New Roman"/>
                <a:cs typeface="Times New Roman"/>
              </a:rPr>
              <a:t>d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u</a:t>
            </a:r>
            <a:r>
              <a:rPr sz="2400" spc="-15" dirty="0">
                <a:solidFill>
                  <a:srgbClr val="2D2D2D"/>
                </a:solidFill>
                <a:latin typeface="Times New Roman"/>
                <a:cs typeface="Times New Roman"/>
              </a:rPr>
              <a:t>ce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2D2D2D"/>
                </a:solidFill>
                <a:latin typeface="Times New Roman"/>
                <a:cs typeface="Times New Roman"/>
              </a:rPr>
              <a:t> the digital </a:t>
            </a:r>
            <a:r>
              <a:rPr sz="2400" spc="-10" dirty="0">
                <a:solidFill>
                  <a:srgbClr val="2D2D2D"/>
                </a:solidFill>
                <a:latin typeface="Times New Roman"/>
                <a:cs typeface="Times New Roman"/>
              </a:rPr>
              <a:t>output</a:t>
            </a:r>
            <a:r>
              <a:rPr sz="2400" dirty="0">
                <a:solidFill>
                  <a:srgbClr val="2D2D2D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76156" y="4155127"/>
            <a:ext cx="7086600" cy="49592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9C774-9784-12CD-63F7-6A38991151D6}"/>
              </a:ext>
            </a:extLst>
          </p:cNvPr>
          <p:cNvSpPr txBox="1"/>
          <p:nvPr/>
        </p:nvSpPr>
        <p:spPr>
          <a:xfrm>
            <a:off x="6076156" y="9114379"/>
            <a:ext cx="5105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1" indent="2045397"/>
            <a:r>
              <a:rPr lang="en-US" sz="1800" b="1" i="1" spc="-5" dirty="0">
                <a:solidFill>
                  <a:srgbClr val="2D2D2D"/>
                </a:solidFill>
                <a:latin typeface="Times New Roman"/>
                <a:cs typeface="Times New Roman"/>
              </a:rPr>
              <a:t>B</a:t>
            </a:r>
            <a:r>
              <a:rPr lang="en-US" sz="1800" b="1" i="1" dirty="0">
                <a:solidFill>
                  <a:srgbClr val="2D2D2D"/>
                </a:solidFill>
                <a:latin typeface="Times New Roman"/>
                <a:cs typeface="Times New Roman"/>
              </a:rPr>
              <a:t>lock </a:t>
            </a:r>
            <a:r>
              <a:rPr lang="en-US" sz="1800" b="1" i="1" spc="-5" dirty="0">
                <a:solidFill>
                  <a:srgbClr val="2D2D2D"/>
                </a:solidFill>
                <a:latin typeface="Times New Roman"/>
                <a:cs typeface="Times New Roman"/>
              </a:rPr>
              <a:t>D</a:t>
            </a:r>
            <a:r>
              <a:rPr lang="en-US" sz="1800" b="1" i="1" spc="-10" dirty="0">
                <a:solidFill>
                  <a:srgbClr val="2D2D2D"/>
                </a:solidFill>
                <a:latin typeface="Times New Roman"/>
                <a:cs typeface="Times New Roman"/>
              </a:rPr>
              <a:t>i</a:t>
            </a:r>
            <a:r>
              <a:rPr lang="en-US" sz="1800" b="1" i="1" dirty="0">
                <a:solidFill>
                  <a:srgbClr val="2D2D2D"/>
                </a:solidFill>
                <a:latin typeface="Times New Roman"/>
                <a:cs typeface="Times New Roman"/>
              </a:rPr>
              <a:t>agr</a:t>
            </a:r>
            <a:r>
              <a:rPr lang="en-US" sz="1800" b="1" i="1" spc="-15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lang="en-US" sz="1800" b="1" i="1" dirty="0">
                <a:solidFill>
                  <a:srgbClr val="2D2D2D"/>
                </a:solidFill>
                <a:latin typeface="Times New Roman"/>
                <a:cs typeface="Times New Roman"/>
              </a:rPr>
              <a:t>m</a:t>
            </a:r>
            <a:r>
              <a:rPr lang="en-US" sz="1800" b="1" i="1" spc="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lang="en-US" sz="1800" b="1" i="1" spc="-15" dirty="0">
                <a:solidFill>
                  <a:srgbClr val="2D2D2D"/>
                </a:solidFill>
                <a:latin typeface="Times New Roman"/>
                <a:cs typeface="Times New Roman"/>
              </a:rPr>
              <a:t>o</a:t>
            </a:r>
            <a:r>
              <a:rPr lang="en-US" sz="1800" b="1" i="1" dirty="0">
                <a:solidFill>
                  <a:srgbClr val="2D2D2D"/>
                </a:solidFill>
                <a:latin typeface="Times New Roman"/>
                <a:cs typeface="Times New Roman"/>
              </a:rPr>
              <a:t>f </a:t>
            </a:r>
            <a:r>
              <a:rPr lang="en-US" sz="1800" b="1" i="1" spc="-5" dirty="0">
                <a:solidFill>
                  <a:srgbClr val="2D2D2D"/>
                </a:solidFill>
                <a:latin typeface="Times New Roman"/>
                <a:cs typeface="Times New Roman"/>
              </a:rPr>
              <a:t>C</a:t>
            </a:r>
            <a:r>
              <a:rPr lang="en-US" sz="1800" b="1" i="1" dirty="0">
                <a:solidFill>
                  <a:srgbClr val="2D2D2D"/>
                </a:solidFill>
                <a:latin typeface="Times New Roman"/>
                <a:cs typeface="Times New Roman"/>
              </a:rPr>
              <a:t>o</a:t>
            </a:r>
            <a:r>
              <a:rPr lang="en-US" sz="1800" b="1" i="1" spc="-10" dirty="0">
                <a:solidFill>
                  <a:srgbClr val="2D2D2D"/>
                </a:solidFill>
                <a:latin typeface="Times New Roman"/>
                <a:cs typeface="Times New Roman"/>
              </a:rPr>
              <a:t>m</a:t>
            </a:r>
            <a:r>
              <a:rPr lang="en-US" sz="1800" b="1" i="1" dirty="0">
                <a:solidFill>
                  <a:srgbClr val="2D2D2D"/>
                </a:solidFill>
                <a:latin typeface="Times New Roman"/>
                <a:cs typeface="Times New Roman"/>
              </a:rPr>
              <a:t>pu</a:t>
            </a:r>
            <a:r>
              <a:rPr lang="en-US" sz="1800" b="1" i="1" spc="-10" dirty="0">
                <a:solidFill>
                  <a:srgbClr val="2D2D2D"/>
                </a:solidFill>
                <a:latin typeface="Times New Roman"/>
                <a:cs typeface="Times New Roman"/>
              </a:rPr>
              <a:t>t</a:t>
            </a:r>
            <a:r>
              <a:rPr lang="en-US" sz="1800" b="1" i="1" dirty="0">
                <a:solidFill>
                  <a:srgbClr val="2D2D2D"/>
                </a:solidFill>
                <a:latin typeface="Times New Roman"/>
                <a:cs typeface="Times New Roman"/>
              </a:rPr>
              <a:t>er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1084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15F0-DB4F-B490-C7A5-91E3A5D5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C2514E-FFF3-C6DF-AF98-E96F26D54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9961E2-6D67-E7F9-0E39-7BE05604B0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7DD37C5-27B6-4498-3E9D-88DEC6101F9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7AEFDB-33C4-F668-279D-5B89B2AA1F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1885156" y="1419484"/>
            <a:ext cx="15240000" cy="8179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1" algn="just"/>
            <a:r>
              <a:rPr sz="2400" b="1" spc="-5" dirty="0">
                <a:latin typeface="Times New Roman"/>
                <a:cs typeface="Times New Roman"/>
              </a:rPr>
              <a:t>INPU</a:t>
            </a:r>
            <a:r>
              <a:rPr sz="2400" b="1" spc="-10" dirty="0">
                <a:latin typeface="Times New Roman"/>
                <a:cs typeface="Times New Roman"/>
              </a:rPr>
              <a:t>T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DEVICE</a:t>
            </a:r>
            <a:endParaRPr sz="2400" dirty="0">
              <a:latin typeface="Times New Roman"/>
              <a:cs typeface="Times New Roman"/>
            </a:endParaRPr>
          </a:p>
          <a:p>
            <a:pPr marL="12701" marR="10160">
              <a:spcBef>
                <a:spcPts val="1030"/>
              </a:spcBef>
            </a:pP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nter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ta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ms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om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5" dirty="0">
                <a:latin typeface="Times New Roman"/>
                <a:cs typeface="Times New Roman"/>
              </a:rPr>
              <a:t>uter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m.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input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ata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ons </a:t>
            </a:r>
            <a:r>
              <a:rPr sz="2400" spc="-5" dirty="0">
                <a:latin typeface="Times New Roman"/>
                <a:cs typeface="Times New Roman"/>
              </a:rPr>
              <a:t>int</a:t>
            </a:r>
            <a:r>
              <a:rPr sz="2400" dirty="0">
                <a:latin typeface="Times New Roman"/>
                <a:cs typeface="Times New Roman"/>
              </a:rPr>
              <a:t>o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omput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r.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K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ybo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rd, </a:t>
            </a:r>
            <a:r>
              <a:rPr sz="2400" spc="-5" dirty="0">
                <a:latin typeface="Times New Roman"/>
                <a:cs typeface="Times New Roman"/>
              </a:rPr>
              <a:t>Mous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Floppy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disk,</a:t>
            </a:r>
            <a:r>
              <a:rPr sz="2400" dirty="0">
                <a:latin typeface="Times New Roman"/>
                <a:cs typeface="Times New Roman"/>
              </a:rPr>
              <a:t> S</a:t>
            </a:r>
            <a:r>
              <a:rPr sz="2400" spc="-15" dirty="0">
                <a:latin typeface="Times New Roman"/>
                <a:cs typeface="Times New Roman"/>
              </a:rPr>
              <a:t>ca</a:t>
            </a:r>
            <a:r>
              <a:rPr sz="2400" spc="-10" dirty="0">
                <a:latin typeface="Times New Roman"/>
                <a:cs typeface="Times New Roman"/>
              </a:rPr>
              <a:t>nn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 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tc.</a:t>
            </a:r>
            <a:endParaRPr sz="2400" dirty="0">
              <a:latin typeface="Times New Roman"/>
              <a:cs typeface="Times New Roman"/>
            </a:endParaRPr>
          </a:p>
          <a:p>
            <a:pPr marL="12701" algn="just">
              <a:spcBef>
                <a:spcPts val="900"/>
              </a:spcBef>
            </a:pPr>
            <a:r>
              <a:rPr sz="2400" spc="-20" dirty="0">
                <a:latin typeface="Times New Roman"/>
                <a:cs typeface="Times New Roman"/>
              </a:rPr>
              <a:t>W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give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15" dirty="0">
                <a:latin typeface="Times New Roman"/>
                <a:cs typeface="Times New Roman"/>
              </a:rPr>
              <a:t>whic</a:t>
            </a:r>
            <a:r>
              <a:rPr sz="2400" dirty="0">
                <a:latin typeface="Times New Roman"/>
                <a:cs typeface="Times New Roman"/>
              </a:rPr>
              <a:t>h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w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rm,</a:t>
            </a:r>
            <a:r>
              <a:rPr sz="2400" dirty="0">
                <a:latin typeface="Times New Roman"/>
                <a:cs typeface="Times New Roman"/>
              </a:rPr>
              <a:t> p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spc="-15" dirty="0">
                <a:latin typeface="Times New Roman"/>
                <a:cs typeface="Times New Roman"/>
              </a:rPr>
              <a:t>ce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s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1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ata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onv</a:t>
            </a:r>
            <a:r>
              <a:rPr sz="2400" spc="-5" dirty="0">
                <a:latin typeface="Times New Roman"/>
                <a:cs typeface="Times New Roman"/>
              </a:rPr>
              <a:t>ert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mation.</a:t>
            </a:r>
            <a:endParaRPr sz="2400" dirty="0">
              <a:latin typeface="Times New Roman"/>
              <a:cs typeface="Times New Roman"/>
            </a:endParaRPr>
          </a:p>
          <a:p>
            <a:pPr marL="12701" algn="just">
              <a:spcBef>
                <a:spcPts val="950"/>
              </a:spcBef>
            </a:pPr>
            <a:r>
              <a:rPr sz="2400" b="1" spc="-20" dirty="0">
                <a:latin typeface="Times New Roman"/>
                <a:cs typeface="Times New Roman"/>
              </a:rPr>
              <a:t>M</a:t>
            </a:r>
            <a:r>
              <a:rPr sz="2400" b="1" spc="-10" dirty="0">
                <a:latin typeface="Times New Roman"/>
                <a:cs typeface="Times New Roman"/>
              </a:rPr>
              <a:t>E</a:t>
            </a:r>
            <a:r>
              <a:rPr sz="2400" b="1" spc="-20" dirty="0">
                <a:latin typeface="Times New Roman"/>
                <a:cs typeface="Times New Roman"/>
              </a:rPr>
              <a:t>M</a:t>
            </a:r>
            <a:r>
              <a:rPr sz="2400" b="1" dirty="0">
                <a:latin typeface="Times New Roman"/>
                <a:cs typeface="Times New Roman"/>
              </a:rPr>
              <a:t>ORY</a:t>
            </a:r>
            <a:endParaRPr sz="2400" dirty="0">
              <a:latin typeface="Times New Roman"/>
              <a:cs typeface="Times New Roman"/>
            </a:endParaRPr>
          </a:p>
          <a:p>
            <a:pPr marL="12701" marR="5080" algn="just">
              <a:spcBef>
                <a:spcPts val="65"/>
              </a:spcBef>
            </a:pPr>
            <a:r>
              <a:rPr sz="2400" spc="-10" dirty="0">
                <a:latin typeface="Times New Roman"/>
                <a:cs typeface="Times New Roman"/>
              </a:rPr>
              <a:t>The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</a:t>
            </a:r>
            <a:r>
              <a:rPr sz="2400" spc="-10" dirty="0">
                <a:latin typeface="Times New Roman"/>
                <a:cs typeface="Times New Roman"/>
              </a:rPr>
              <a:t>mory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unit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ca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fe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sto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ge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whic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rog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ms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pt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whic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 running,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ontains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ta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ee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runn</a:t>
            </a:r>
            <a:r>
              <a:rPr sz="2400" dirty="0">
                <a:latin typeface="Times New Roman"/>
                <a:cs typeface="Times New Roman"/>
              </a:rPr>
              <a:t>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ms.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bles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sso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ce</a:t>
            </a:r>
            <a:r>
              <a:rPr sz="2400" spc="-5" dirty="0">
                <a:latin typeface="Times New Roman"/>
                <a:cs typeface="Times New Roman"/>
              </a:rPr>
              <a:t>ss </a:t>
            </a:r>
            <a:r>
              <a:rPr sz="2400" spc="-10" dirty="0">
                <a:latin typeface="Times New Roman"/>
                <a:cs typeface="Times New Roman"/>
              </a:rPr>
              <a:t>running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x</a:t>
            </a:r>
            <a:r>
              <a:rPr sz="2400" spc="-15" dirty="0">
                <a:latin typeface="Times New Roman"/>
                <a:cs typeface="Times New Roman"/>
              </a:rPr>
              <a:t>ec</a:t>
            </a:r>
            <a:r>
              <a:rPr sz="2400" spc="-5" dirty="0">
                <a:latin typeface="Times New Roman"/>
                <a:cs typeface="Times New Roman"/>
              </a:rPr>
              <a:t>uti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pplic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servic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tempo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rily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store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spe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</a:t>
            </a:r>
            <a:r>
              <a:rPr sz="2400" dirty="0">
                <a:latin typeface="Times New Roman"/>
                <a:cs typeface="Times New Roman"/>
              </a:rPr>
              <a:t>y </a:t>
            </a:r>
            <a:r>
              <a:rPr sz="2400" spc="-5" dirty="0">
                <a:latin typeface="Times New Roman"/>
                <a:cs typeface="Times New Roman"/>
              </a:rPr>
              <a:t>loc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on.</a:t>
            </a:r>
          </a:p>
          <a:p>
            <a:pPr>
              <a:spcBef>
                <a:spcPts val="19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1" algn="just"/>
            <a:r>
              <a:rPr sz="2400" spc="-10" dirty="0">
                <a:latin typeface="Times New Roman"/>
                <a:cs typeface="Times New Roman"/>
              </a:rPr>
              <a:t>Th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nt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typ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mory</a:t>
            </a:r>
            <a:r>
              <a:rPr sz="2400" spc="-5" dirty="0">
                <a:latin typeface="Times New Roman"/>
                <a:cs typeface="Times New Roman"/>
              </a:rPr>
              <a:t> in 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mput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 </a:t>
            </a:r>
            <a:r>
              <a:rPr sz="2400" spc="5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ystem.</a:t>
            </a: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69279" indent="-227972">
              <a:buFont typeface="Times New Roman"/>
              <a:buAutoNum type="arabicPeriod"/>
              <a:tabLst>
                <a:tab pos="469914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M</a:t>
            </a:r>
            <a:r>
              <a:rPr sz="2400" b="1" spc="-10" dirty="0">
                <a:latin typeface="Times New Roman"/>
                <a:cs typeface="Times New Roman"/>
              </a:rPr>
              <a:t>ain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M</a:t>
            </a:r>
            <a:r>
              <a:rPr sz="2400" b="1" spc="-15" dirty="0">
                <a:latin typeface="Times New Roman"/>
                <a:cs typeface="Times New Roman"/>
              </a:rPr>
              <a:t>e</a:t>
            </a:r>
            <a:r>
              <a:rPr sz="2400" b="1" spc="5" dirty="0">
                <a:latin typeface="Times New Roman"/>
                <a:cs typeface="Times New Roman"/>
              </a:rPr>
              <a:t>m</a:t>
            </a:r>
            <a:r>
              <a:rPr sz="2400" b="1" spc="-10" dirty="0">
                <a:latin typeface="Times New Roman"/>
                <a:cs typeface="Times New Roman"/>
              </a:rPr>
              <a:t>o</a:t>
            </a:r>
            <a:r>
              <a:rPr sz="2400" b="1" spc="-15" dirty="0">
                <a:latin typeface="Times New Roman"/>
                <a:cs typeface="Times New Roman"/>
              </a:rPr>
              <a:t>r</a:t>
            </a:r>
            <a:r>
              <a:rPr sz="2400" b="1" dirty="0">
                <a:latin typeface="Times New Roman"/>
                <a:cs typeface="Times New Roman"/>
              </a:rPr>
              <a:t>y</a:t>
            </a:r>
            <a:endParaRPr sz="2400" dirty="0">
              <a:latin typeface="Times New Roman"/>
              <a:cs typeface="Times New Roman"/>
            </a:endParaRPr>
          </a:p>
          <a:p>
            <a:pPr marL="697886" lvl="1" indent="-228607">
              <a:spcBef>
                <a:spcPts val="25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5" dirty="0">
                <a:latin typeface="Times New Roman"/>
                <a:cs typeface="Times New Roman"/>
              </a:rPr>
              <a:t>Als</a:t>
            </a:r>
            <a:r>
              <a:rPr sz="2400" dirty="0">
                <a:latin typeface="Times New Roman"/>
                <a:cs typeface="Times New Roman"/>
              </a:rPr>
              <a:t>o </a:t>
            </a:r>
            <a:r>
              <a:rPr sz="2400" spc="-15" dirty="0">
                <a:latin typeface="Times New Roman"/>
                <a:cs typeface="Times New Roman"/>
              </a:rPr>
              <a:t>ca</a:t>
            </a:r>
            <a:r>
              <a:rPr sz="2400" spc="-5" dirty="0">
                <a:latin typeface="Times New Roman"/>
                <a:cs typeface="Times New Roman"/>
              </a:rPr>
              <a:t>ll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 </a:t>
            </a:r>
            <a:r>
              <a:rPr sz="2400" spc="-10" dirty="0">
                <a:latin typeface="Times New Roman"/>
                <a:cs typeface="Times New Roman"/>
              </a:rPr>
              <a:t>prim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ry 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mory.</a:t>
            </a:r>
          </a:p>
          <a:p>
            <a:pPr marL="697886" lvl="1" indent="-228607">
              <a:spcBef>
                <a:spcPts val="20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vol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tile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i.e</a:t>
            </a:r>
            <a:r>
              <a:rPr sz="2400" dirty="0">
                <a:latin typeface="Times New Roman"/>
                <a:cs typeface="Times New Roman"/>
              </a:rPr>
              <a:t>.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ents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lost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 </a:t>
            </a:r>
            <a:r>
              <a:rPr sz="2400" spc="-1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power 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ure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1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sys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h </a:t>
            </a:r>
            <a:r>
              <a:rPr sz="2400" spc="10" dirty="0">
                <a:latin typeface="Times New Roman"/>
                <a:cs typeface="Times New Roman"/>
              </a:rPr>
              <a:t>o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urs.</a:t>
            </a:r>
          </a:p>
          <a:p>
            <a:pPr marL="697886" lvl="1" indent="-228607">
              <a:spcBef>
                <a:spcPts val="25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Comput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 p</a:t>
            </a:r>
            <a:r>
              <a:rPr sz="2400" spc="-10" dirty="0">
                <a:latin typeface="Times New Roman"/>
                <a:cs typeface="Times New Roman"/>
              </a:rPr>
              <a:t>rogr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ms</a:t>
            </a:r>
            <a:r>
              <a:rPr sz="2400" spc="-5" dirty="0">
                <a:latin typeface="Times New Roman"/>
                <a:cs typeface="Times New Roman"/>
              </a:rPr>
              <a:t> must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mory</a:t>
            </a:r>
            <a:r>
              <a:rPr sz="2400" spc="-5" dirty="0">
                <a:latin typeface="Times New Roman"/>
                <a:cs typeface="Times New Roman"/>
              </a:rPr>
              <a:t> to </a:t>
            </a:r>
            <a:r>
              <a:rPr sz="2400" spc="-1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x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uted.</a:t>
            </a:r>
            <a:endParaRPr sz="2400" dirty="0">
              <a:latin typeface="Times New Roman"/>
              <a:cs typeface="Times New Roman"/>
            </a:endParaRPr>
          </a:p>
          <a:p>
            <a:pPr marL="697886" lvl="1" indent="-228607">
              <a:spcBef>
                <a:spcPts val="25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ts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ize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mall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xp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nsive.</a:t>
            </a:r>
            <a:endParaRPr sz="2400" dirty="0">
              <a:latin typeface="Times New Roman"/>
              <a:cs typeface="Times New Roman"/>
            </a:endParaRPr>
          </a:p>
          <a:p>
            <a:pPr marL="697886" lvl="1" indent="-228607">
              <a:spcBef>
                <a:spcPts val="25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10" dirty="0">
                <a:latin typeface="Times New Roman"/>
                <a:cs typeface="Times New Roman"/>
              </a:rPr>
              <a:t>Ex: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AM</a:t>
            </a:r>
            <a:endParaRPr sz="2400" dirty="0">
              <a:latin typeface="Times New Roman"/>
              <a:cs typeface="Times New Roman"/>
            </a:endParaRPr>
          </a:p>
          <a:p>
            <a:pPr marL="697886" marR="6350" lvl="1" indent="-228607">
              <a:spcBef>
                <a:spcPts val="110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5" dirty="0">
                <a:latin typeface="Times New Roman"/>
                <a:cs typeface="Times New Roman"/>
              </a:rPr>
              <a:t>Main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ca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ce</a:t>
            </a:r>
            <a:r>
              <a:rPr sz="2400" spc="-5" dirty="0">
                <a:latin typeface="Times New Roman"/>
                <a:cs typeface="Times New Roman"/>
              </a:rPr>
              <a:t>sse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tl</a:t>
            </a:r>
            <a:r>
              <a:rPr sz="2400" dirty="0">
                <a:latin typeface="Times New Roman"/>
                <a:cs typeface="Times New Roman"/>
              </a:rPr>
              <a:t>y.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nt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ll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ta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si</a:t>
            </a:r>
            <a:r>
              <a:rPr sz="2400" spc="-20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</a:t>
            </a:r>
            <a:r>
              <a:rPr sz="2400" dirty="0">
                <a:latin typeface="Times New Roman"/>
                <a:cs typeface="Times New Roman"/>
              </a:rPr>
              <a:t>y, </a:t>
            </a:r>
            <a:r>
              <a:rPr sz="2400" spc="-15" dirty="0">
                <a:latin typeface="Times New Roman"/>
                <a:cs typeface="Times New Roman"/>
              </a:rPr>
              <a:t>whic</a:t>
            </a:r>
            <a:r>
              <a:rPr sz="2400" dirty="0">
                <a:latin typeface="Times New Roman"/>
                <a:cs typeface="Times New Roman"/>
              </a:rPr>
              <a:t>h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ot</a:t>
            </a:r>
            <a:r>
              <a:rPr sz="2400" dirty="0">
                <a:latin typeface="Times New Roman"/>
                <a:cs typeface="Times New Roman"/>
              </a:rPr>
              <a:t> pos</a:t>
            </a:r>
            <a:r>
              <a:rPr sz="2400" spc="-10" dirty="0">
                <a:latin typeface="Times New Roman"/>
                <a:cs typeface="Times New Roman"/>
              </a:rPr>
              <a:t>sib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</a:t>
            </a:r>
            <a:r>
              <a:rPr sz="2400" spc="-15" dirty="0">
                <a:latin typeface="Times New Roman"/>
                <a:cs typeface="Times New Roman"/>
              </a:rPr>
              <a:t>eca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 2 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1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ns:</a:t>
            </a:r>
            <a:endParaRPr sz="2400" dirty="0">
              <a:latin typeface="Times New Roman"/>
              <a:cs typeface="Times New Roman"/>
            </a:endParaRPr>
          </a:p>
          <a:p>
            <a:pPr marL="926493" marR="8255" lvl="2" indent="-228607">
              <a:spcBef>
                <a:spcPts val="80"/>
              </a:spcBef>
              <a:buFont typeface="Symbol"/>
              <a:buChar char=""/>
              <a:tabLst>
                <a:tab pos="927128" algn="l"/>
              </a:tabLst>
            </a:pPr>
            <a:r>
              <a:rPr sz="2400" spc="-5" dirty="0">
                <a:latin typeface="Times New Roman"/>
                <a:cs typeface="Times New Roman"/>
              </a:rPr>
              <a:t>Main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usu</a:t>
            </a:r>
            <a:r>
              <a:rPr sz="2400" spc="-5" dirty="0">
                <a:latin typeface="Times New Roman"/>
                <a:cs typeface="Times New Roman"/>
              </a:rPr>
              <a:t>all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too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smal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store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ll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spc="-20" dirty="0">
                <a:latin typeface="Times New Roman"/>
                <a:cs typeface="Times New Roman"/>
              </a:rPr>
              <a:t>h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ee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ms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ta </a:t>
            </a:r>
            <a:r>
              <a:rPr sz="2400" spc="-10" dirty="0">
                <a:latin typeface="Times New Roman"/>
                <a:cs typeface="Times New Roman"/>
              </a:rPr>
              <a:t>p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rm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ntl</a:t>
            </a:r>
            <a:r>
              <a:rPr sz="2400" dirty="0">
                <a:latin typeface="Times New Roman"/>
                <a:cs typeface="Times New Roman"/>
              </a:rPr>
              <a:t>y.</a:t>
            </a:r>
          </a:p>
          <a:p>
            <a:pPr marL="926493" lvl="2" indent="-228607">
              <a:buFont typeface="Symbol"/>
              <a:buChar char=""/>
              <a:tabLst>
                <a:tab pos="927128" algn="l"/>
              </a:tabLst>
            </a:pP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vol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tile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 </a:t>
            </a:r>
            <a:r>
              <a:rPr sz="2400" spc="10" dirty="0">
                <a:latin typeface="Times New Roman"/>
                <a:cs typeface="Times New Roman"/>
              </a:rPr>
              <a:t>h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lost.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o, </a:t>
            </a:r>
            <a:r>
              <a:rPr sz="2400" spc="-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 n</a:t>
            </a:r>
            <a:r>
              <a:rPr sz="2400" spc="-15" dirty="0">
                <a:latin typeface="Times New Roman"/>
                <a:cs typeface="Times New Roman"/>
              </a:rPr>
              <a:t>ee</a:t>
            </a:r>
            <a:r>
              <a:rPr sz="2400" dirty="0">
                <a:latin typeface="Times New Roman"/>
                <a:cs typeface="Times New Roman"/>
              </a:rPr>
              <a:t>d 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ond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ry </a:t>
            </a:r>
            <a:r>
              <a:rPr sz="2400" spc="-5" dirty="0">
                <a:latin typeface="Times New Roman"/>
                <a:cs typeface="Times New Roman"/>
              </a:rPr>
              <a:t>stora</a:t>
            </a:r>
            <a:r>
              <a:rPr sz="2400" spc="-10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b="1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580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60EE-E196-A36A-460C-016044E3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AD0FFC-F9E0-6A1F-D41D-7E0230C7B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8BFE8F-23DF-446C-5D6E-E1323C4716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644DBC6-6AAB-2B7F-403C-EC1CBE01955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C7FA1E-21C4-855E-6132-8FE0080F2F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717220" y="1765300"/>
            <a:ext cx="15621000" cy="779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538" marR="10160">
              <a:tabLst>
                <a:tab pos="698521" algn="l"/>
              </a:tabLst>
            </a:pPr>
            <a:r>
              <a:rPr lang="en-US" sz="2400" b="1" spc="-5" dirty="0">
                <a:latin typeface="Times New Roman"/>
                <a:cs typeface="Times New Roman"/>
              </a:rPr>
              <a:t>2. Secondary Memory</a:t>
            </a:r>
          </a:p>
          <a:p>
            <a:pPr marL="697886" marR="10160" indent="-228607">
              <a:buFont typeface="Symbol"/>
              <a:buChar char=""/>
              <a:tabLst>
                <a:tab pos="698521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Most computers have secondary storage as an extension to main memory.</a:t>
            </a:r>
          </a:p>
          <a:p>
            <a:pPr marL="697886" marR="10160" indent="-228607">
              <a:buFont typeface="Symbol"/>
              <a:buChar char=""/>
              <a:tabLst>
                <a:tab pos="698521" algn="l"/>
              </a:tabLst>
            </a:pPr>
            <a:r>
              <a:rPr sz="2400" spc="-5" dirty="0">
                <a:latin typeface="Times New Roman"/>
                <a:cs typeface="Times New Roman"/>
              </a:rPr>
              <a:t>Main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quir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ment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shou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d 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ble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hold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ge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ntiti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 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ta </a:t>
            </a:r>
            <a:r>
              <a:rPr sz="2400" spc="-10" dirty="0">
                <a:latin typeface="Times New Roman"/>
                <a:cs typeface="Times New Roman"/>
              </a:rPr>
              <a:t>p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rm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ntl</a:t>
            </a:r>
            <a:r>
              <a:rPr sz="2400" dirty="0">
                <a:latin typeface="Times New Roman"/>
                <a:cs typeface="Times New Roman"/>
              </a:rPr>
              <a:t>y.</a:t>
            </a:r>
          </a:p>
          <a:p>
            <a:pPr marL="697886" indent="-228607">
              <a:buFont typeface="Symbol"/>
              <a:buChar char=""/>
              <a:tabLst>
                <a:tab pos="698521" algn="l"/>
              </a:tabLst>
            </a:pP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p</a:t>
            </a:r>
            <a:r>
              <a:rPr sz="2400" spc="-15" dirty="0">
                <a:latin typeface="Times New Roman"/>
                <a:cs typeface="Times New Roman"/>
              </a:rPr>
              <a:t>ee</a:t>
            </a:r>
            <a:r>
              <a:rPr sz="2400" dirty="0">
                <a:latin typeface="Times New Roman"/>
                <a:cs typeface="Times New Roman"/>
              </a:rPr>
              <a:t>d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slow.</a:t>
            </a:r>
          </a:p>
          <a:p>
            <a:pPr marL="697886" indent="-228607">
              <a:spcBef>
                <a:spcPts val="25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10" dirty="0">
                <a:latin typeface="Times New Roman"/>
                <a:cs typeface="Times New Roman"/>
              </a:rPr>
              <a:t>Cost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low.</a:t>
            </a:r>
          </a:p>
          <a:p>
            <a:pPr marL="697886" indent="-228607">
              <a:spcBef>
                <a:spcPts val="25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10" dirty="0">
                <a:latin typeface="Times New Roman"/>
                <a:cs typeface="Times New Roman"/>
              </a:rPr>
              <a:t>Ex:</a:t>
            </a:r>
            <a:r>
              <a:rPr sz="2400" spc="-5" dirty="0">
                <a:latin typeface="Times New Roman"/>
                <a:cs typeface="Times New Roman"/>
              </a:rPr>
              <a:t> H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rd </a:t>
            </a:r>
            <a:r>
              <a:rPr sz="2400" spc="-5" dirty="0">
                <a:latin typeface="Times New Roman"/>
                <a:cs typeface="Times New Roman"/>
              </a:rPr>
              <a:t>disk</a:t>
            </a:r>
            <a:r>
              <a:rPr sz="2400" dirty="0">
                <a:latin typeface="Times New Roman"/>
                <a:cs typeface="Times New Roman"/>
              </a:rPr>
              <a:t> d</a:t>
            </a:r>
            <a:r>
              <a:rPr sz="2400" spc="-5" dirty="0">
                <a:latin typeface="Times New Roman"/>
                <a:cs typeface="Times New Roman"/>
              </a:rPr>
              <a:t>rive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H</a:t>
            </a:r>
            <a:r>
              <a:rPr sz="2400" spc="5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spc="-10" dirty="0">
                <a:latin typeface="Times New Roman"/>
                <a:cs typeface="Times New Roman"/>
              </a:rPr>
              <a:t>Floppy</a:t>
            </a:r>
            <a:r>
              <a:rPr sz="2400" spc="-5" dirty="0">
                <a:latin typeface="Times New Roman"/>
                <a:cs typeface="Times New Roman"/>
              </a:rPr>
              <a:t> dis</a:t>
            </a:r>
            <a:r>
              <a:rPr sz="2400" dirty="0">
                <a:latin typeface="Times New Roman"/>
                <a:cs typeface="Times New Roman"/>
              </a:rPr>
              <a:t>k </a:t>
            </a:r>
            <a:r>
              <a:rPr sz="2400" spc="-5" dirty="0">
                <a:latin typeface="Times New Roman"/>
                <a:cs typeface="Times New Roman"/>
              </a:rPr>
              <a:t>D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ive</a:t>
            </a:r>
            <a:r>
              <a:rPr sz="2400" spc="-1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, P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ndrive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.</a:t>
            </a:r>
          </a:p>
          <a:p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69279" indent="-227972">
              <a:buFont typeface="Times New Roman"/>
              <a:buAutoNum type="arabicPeriod" startAt="3"/>
              <a:tabLst>
                <a:tab pos="469914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Ca</a:t>
            </a:r>
            <a:r>
              <a:rPr sz="2400" b="1" spc="-10" dirty="0">
                <a:latin typeface="Times New Roman"/>
                <a:cs typeface="Times New Roman"/>
              </a:rPr>
              <a:t>c</a:t>
            </a:r>
            <a:r>
              <a:rPr sz="2400" b="1" dirty="0">
                <a:latin typeface="Times New Roman"/>
                <a:cs typeface="Times New Roman"/>
              </a:rPr>
              <a:t>h</a:t>
            </a:r>
            <a:r>
              <a:rPr sz="2400" b="1" spc="-10" dirty="0">
                <a:latin typeface="Times New Roman"/>
                <a:cs typeface="Times New Roman"/>
              </a:rPr>
              <a:t>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M</a:t>
            </a:r>
            <a:r>
              <a:rPr sz="2400" b="1" spc="-15" dirty="0">
                <a:latin typeface="Times New Roman"/>
                <a:cs typeface="Times New Roman"/>
              </a:rPr>
              <a:t>e</a:t>
            </a:r>
            <a:r>
              <a:rPr sz="2400" b="1" spc="5" dirty="0">
                <a:latin typeface="Times New Roman"/>
                <a:cs typeface="Times New Roman"/>
              </a:rPr>
              <a:t>m</a:t>
            </a:r>
            <a:r>
              <a:rPr sz="2400" b="1" spc="-10" dirty="0">
                <a:latin typeface="Times New Roman"/>
                <a:cs typeface="Times New Roman"/>
              </a:rPr>
              <a:t>o</a:t>
            </a:r>
            <a:r>
              <a:rPr sz="2400" b="1" spc="-15" dirty="0">
                <a:latin typeface="Times New Roman"/>
                <a:cs typeface="Times New Roman"/>
              </a:rPr>
              <a:t>r</a:t>
            </a:r>
            <a:r>
              <a:rPr sz="2400" b="1" dirty="0">
                <a:latin typeface="Times New Roman"/>
                <a:cs typeface="Times New Roman"/>
              </a:rPr>
              <a:t>y</a:t>
            </a:r>
            <a:endParaRPr sz="2400" dirty="0">
              <a:latin typeface="Times New Roman"/>
              <a:cs typeface="Times New Roman"/>
            </a:endParaRPr>
          </a:p>
          <a:p>
            <a:pPr marL="697886" lvl="1" indent="-228607">
              <a:spcBef>
                <a:spcPts val="25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10" dirty="0">
                <a:latin typeface="Times New Roman"/>
                <a:cs typeface="Times New Roman"/>
              </a:rPr>
              <a:t>Fastes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most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ost</a:t>
            </a:r>
            <a:r>
              <a:rPr sz="2400" dirty="0">
                <a:latin typeface="Times New Roman"/>
                <a:cs typeface="Times New Roman"/>
              </a:rPr>
              <a:t>ly.</a:t>
            </a:r>
          </a:p>
          <a:p>
            <a:pPr marL="697886" lvl="1" indent="-228607">
              <a:spcBef>
                <a:spcPts val="25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q</a:t>
            </a:r>
            <a:r>
              <a:rPr sz="2400" spc="10" dirty="0">
                <a:latin typeface="Times New Roman"/>
                <a:cs typeface="Times New Roman"/>
              </a:rPr>
              <a:t>u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ntl</a:t>
            </a:r>
            <a:r>
              <a:rPr sz="2400" dirty="0">
                <a:latin typeface="Times New Roman"/>
                <a:cs typeface="Times New Roman"/>
              </a:rPr>
              <a:t>y us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 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c</a:t>
            </a:r>
            <a:r>
              <a:rPr sz="2400" spc="-10" dirty="0">
                <a:latin typeface="Times New Roman"/>
                <a:cs typeface="Times New Roman"/>
              </a:rPr>
              <a:t>opied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into 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mory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tempor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ry </a:t>
            </a:r>
            <a:r>
              <a:rPr sz="2400" spc="5" dirty="0">
                <a:latin typeface="Times New Roman"/>
                <a:cs typeface="Times New Roman"/>
              </a:rPr>
              <a:t>b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si</a:t>
            </a:r>
            <a:r>
              <a:rPr sz="2400" dirty="0">
                <a:latin typeface="Times New Roman"/>
                <a:cs typeface="Times New Roman"/>
              </a:rPr>
              <a:t>s.</a:t>
            </a:r>
          </a:p>
          <a:p>
            <a:pPr marL="697886" marR="5080" lvl="1" indent="-228607" algn="just">
              <a:spcBef>
                <a:spcPts val="80"/>
              </a:spcBef>
              <a:buFont typeface="Symbol"/>
              <a:buChar char=""/>
              <a:tabLst>
                <a:tab pos="698521" algn="l"/>
              </a:tabLst>
            </a:pPr>
            <a:r>
              <a:rPr sz="2400" spc="-20" dirty="0">
                <a:latin typeface="Times New Roman"/>
                <a:cs typeface="Times New Roman"/>
              </a:rPr>
              <a:t>W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ee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som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orm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</a:t>
            </a:r>
            <a:r>
              <a:rPr sz="2400" spc="-10" dirty="0">
                <a:latin typeface="Times New Roman"/>
                <a:cs typeface="Times New Roman"/>
              </a:rPr>
              <a:t>rs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ther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cac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pr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sent,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 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</a:t>
            </a:r>
            <a:r>
              <a:rPr sz="2400" spc="-10" dirty="0">
                <a:latin typeface="Times New Roman"/>
                <a:cs typeface="Times New Roman"/>
              </a:rPr>
              <a:t>rm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dir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tl</a:t>
            </a:r>
            <a:r>
              <a:rPr sz="2400" dirty="0">
                <a:latin typeface="Times New Roman"/>
                <a:cs typeface="Times New Roman"/>
              </a:rPr>
              <a:t>y 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rom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cac</a:t>
            </a:r>
            <a:r>
              <a:rPr sz="2400" spc="10" dirty="0">
                <a:latin typeface="Times New Roman"/>
                <a:cs typeface="Times New Roman"/>
              </a:rPr>
              <a:t>h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. 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f 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not,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e 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 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info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mation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om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memor</a:t>
            </a:r>
            <a:r>
              <a:rPr sz="2400" dirty="0">
                <a:latin typeface="Times New Roman"/>
                <a:cs typeface="Times New Roman"/>
              </a:rPr>
              <a:t>y, </a:t>
            </a:r>
            <a:r>
              <a:rPr sz="2400" spc="-5" dirty="0">
                <a:latin typeface="Times New Roman"/>
                <a:cs typeface="Times New Roman"/>
              </a:rPr>
              <a:t>putting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10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y </a:t>
            </a:r>
            <a:r>
              <a:rPr sz="2400" spc="-5" dirty="0">
                <a:latin typeface="Times New Roman"/>
                <a:cs typeface="Times New Roman"/>
              </a:rPr>
              <a:t>in the c</a:t>
            </a:r>
            <a:r>
              <a:rPr sz="2400" spc="-15" dirty="0">
                <a:latin typeface="Times New Roman"/>
                <a:cs typeface="Times New Roman"/>
              </a:rPr>
              <a:t>ac</a:t>
            </a:r>
            <a:r>
              <a:rPr sz="2400" spc="-10" dirty="0">
                <a:latin typeface="Times New Roman"/>
                <a:cs typeface="Times New Roman"/>
              </a:rPr>
              <a:t>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s</a:t>
            </a:r>
            <a:r>
              <a:rPr sz="2400" spc="-15" dirty="0">
                <a:latin typeface="Times New Roman"/>
                <a:cs typeface="Times New Roman"/>
              </a:rPr>
              <a:t>sum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g </a:t>
            </a:r>
            <a:r>
              <a:rPr sz="2400" spc="-5" dirty="0">
                <a:latin typeface="Times New Roman"/>
                <a:cs typeface="Times New Roman"/>
              </a:rPr>
              <a:t>that 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wil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ee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 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g</a:t>
            </a:r>
            <a:r>
              <a:rPr sz="2400" spc="-5" dirty="0">
                <a:latin typeface="Times New Roman"/>
                <a:cs typeface="Times New Roman"/>
              </a:rPr>
              <a:t>ain.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469279" marR="5080" lvl="1" algn="just">
              <a:spcBef>
                <a:spcPts val="80"/>
              </a:spcBef>
              <a:tabLst>
                <a:tab pos="698521" algn="l"/>
              </a:tabLst>
            </a:pPr>
            <a:endParaRPr lang="en-US" sz="2400" spc="-5" dirty="0">
              <a:latin typeface="Times New Roman"/>
              <a:cs typeface="Times New Roman"/>
            </a:endParaRPr>
          </a:p>
          <a:p>
            <a:pPr marL="12701"/>
            <a:r>
              <a:rPr lang="en-US" sz="2400" b="1" spc="-5" dirty="0">
                <a:latin typeface="Times New Roman"/>
                <a:cs typeface="Times New Roman"/>
              </a:rPr>
              <a:t>CP</a:t>
            </a:r>
            <a:r>
              <a:rPr lang="en-US" sz="2400" b="1" dirty="0">
                <a:latin typeface="Times New Roman"/>
                <a:cs typeface="Times New Roman"/>
              </a:rPr>
              <a:t>U</a:t>
            </a:r>
            <a:endParaRPr lang="en-US" sz="2400" dirty="0">
              <a:latin typeface="Times New Roman"/>
              <a:cs typeface="Times New Roman"/>
            </a:endParaRPr>
          </a:p>
          <a:p>
            <a:pPr marL="469279" marR="10160" indent="-227972" algn="just">
              <a:spcBef>
                <a:spcPts val="120"/>
              </a:spcBef>
              <a:buFont typeface="Symbol"/>
              <a:buChar char=""/>
              <a:tabLst>
                <a:tab pos="469914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ntr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ss</a:t>
            </a:r>
            <a:r>
              <a:rPr lang="en-US" sz="2400" dirty="0">
                <a:latin typeface="Times New Roman"/>
                <a:cs typeface="Times New Roman"/>
              </a:rPr>
              <a:t>ing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unit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ommonly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known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s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CPU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ca</a:t>
            </a:r>
            <a:r>
              <a:rPr lang="en-US" sz="2400" dirty="0">
                <a:latin typeface="Times New Roman"/>
                <a:cs typeface="Times New Roman"/>
              </a:rPr>
              <a:t>n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b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3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fe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r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 </a:t>
            </a:r>
            <a:r>
              <a:rPr lang="en-US" sz="2400" spc="-114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s </a:t>
            </a:r>
            <a:r>
              <a:rPr lang="en-US" sz="2400" spc="-1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le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tron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1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ir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uit</a:t>
            </a:r>
            <a:r>
              <a:rPr lang="en-US" sz="2400" dirty="0">
                <a:latin typeface="Times New Roman"/>
                <a:cs typeface="Times New Roman"/>
              </a:rPr>
              <a:t>ry 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with</a:t>
            </a:r>
            <a:r>
              <a:rPr lang="en-US" sz="2400" spc="-5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n 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</a:t>
            </a:r>
            <a:r>
              <a:rPr lang="en-US" sz="2400" dirty="0">
                <a:latin typeface="Times New Roman"/>
                <a:cs typeface="Times New Roman"/>
              </a:rPr>
              <a:t>p</a:t>
            </a:r>
            <a:r>
              <a:rPr lang="en-US" sz="2400" spc="-5" dirty="0">
                <a:latin typeface="Times New Roman"/>
                <a:cs typeface="Times New Roman"/>
              </a:rPr>
              <a:t>uter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r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 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out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instru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 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given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by 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 prog</a:t>
            </a:r>
            <a:r>
              <a:rPr lang="en-US" sz="2400" spc="-10" dirty="0">
                <a:latin typeface="Times New Roman"/>
                <a:cs typeface="Times New Roman"/>
              </a:rPr>
              <a:t>r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m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by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forming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basic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rithm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lo</a:t>
            </a:r>
            <a:r>
              <a:rPr lang="en-US" sz="2400" dirty="0">
                <a:latin typeface="Times New Roman"/>
                <a:cs typeface="Times New Roman"/>
              </a:rPr>
              <a:t>g</a:t>
            </a:r>
            <a:r>
              <a:rPr lang="en-US" sz="2400" spc="-5" dirty="0">
                <a:latin typeface="Times New Roman"/>
                <a:cs typeface="Times New Roman"/>
              </a:rPr>
              <a:t>ic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ontrol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 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input/</a:t>
            </a:r>
            <a:r>
              <a:rPr lang="en-US" sz="2400" dirty="0">
                <a:latin typeface="Times New Roman"/>
                <a:cs typeface="Times New Roman"/>
              </a:rPr>
              <a:t>o</a:t>
            </a:r>
            <a:r>
              <a:rPr lang="en-US" sz="2400" spc="-5" dirty="0">
                <a:latin typeface="Times New Roman"/>
                <a:cs typeface="Times New Roman"/>
              </a:rPr>
              <a:t>utput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(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</a:t>
            </a:r>
            <a:r>
              <a:rPr lang="en-US" sz="2400" spc="10" dirty="0">
                <a:latin typeface="Times New Roman"/>
                <a:cs typeface="Times New Roman"/>
              </a:rPr>
              <a:t>O</a:t>
            </a:r>
            <a:r>
              <a:rPr lang="en-US" sz="2400" dirty="0">
                <a:latin typeface="Times New Roman"/>
                <a:cs typeface="Times New Roman"/>
              </a:rPr>
              <a:t>) </a:t>
            </a:r>
            <a:r>
              <a:rPr lang="en-US" sz="2400" spc="-10" dirty="0">
                <a:latin typeface="Times New Roman"/>
                <a:cs typeface="Times New Roman"/>
              </a:rPr>
              <a:t>op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spe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if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 by </a:t>
            </a:r>
            <a:r>
              <a:rPr lang="en-US" sz="2400" spc="-5" dirty="0">
                <a:latin typeface="Times New Roman"/>
                <a:cs typeface="Times New Roman"/>
              </a:rPr>
              <a:t>the instru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ons.</a:t>
            </a:r>
          </a:p>
          <a:p>
            <a:pPr marL="469279" indent="-227972">
              <a:buFont typeface="Times New Roman"/>
              <a:buChar char="●"/>
              <a:tabLst>
                <a:tab pos="469914" algn="l"/>
              </a:tabLst>
            </a:pP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 the </a:t>
            </a:r>
            <a:r>
              <a:rPr lang="en-US" sz="2400" spc="-10" dirty="0">
                <a:latin typeface="Times New Roman"/>
                <a:cs typeface="Times New Roman"/>
              </a:rPr>
              <a:t>h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rt</a:t>
            </a:r>
            <a:r>
              <a:rPr lang="en-US" sz="2400" dirty="0">
                <a:latin typeface="Times New Roman"/>
                <a:cs typeface="Times New Roman"/>
              </a:rPr>
              <a:t> of</a:t>
            </a:r>
            <a:r>
              <a:rPr lang="en-US" sz="2400" spc="-5" dirty="0">
                <a:latin typeface="Times New Roman"/>
                <a:cs typeface="Times New Roman"/>
              </a:rPr>
              <a:t> the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</a:t>
            </a:r>
            <a:r>
              <a:rPr lang="en-US" sz="2400" dirty="0">
                <a:latin typeface="Times New Roman"/>
                <a:cs typeface="Times New Roman"/>
              </a:rPr>
              <a:t>m</a:t>
            </a:r>
            <a:r>
              <a:rPr lang="en-US" sz="2400" spc="-10" dirty="0">
                <a:latin typeface="Times New Roman"/>
                <a:cs typeface="Times New Roman"/>
              </a:rPr>
              <a:t>pute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marL="469279" indent="-227972">
              <a:buFont typeface="Times New Roman"/>
              <a:buChar char="●"/>
              <a:tabLst>
                <a:tab pos="469914" algn="l"/>
              </a:tabLst>
            </a:pP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ombin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 of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10" dirty="0">
                <a:latin typeface="Times New Roman"/>
                <a:cs typeface="Times New Roman"/>
              </a:rPr>
              <a:t>o</a:t>
            </a:r>
            <a:r>
              <a:rPr lang="en-US" sz="2400" spc="-5" dirty="0">
                <a:latin typeface="Times New Roman"/>
                <a:cs typeface="Times New Roman"/>
              </a:rPr>
              <a:t>ntrol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unit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and</a:t>
            </a:r>
            <a:r>
              <a:rPr lang="en-US" sz="2400" spc="-5" dirty="0">
                <a:latin typeface="Times New Roman"/>
                <a:cs typeface="Times New Roman"/>
              </a:rPr>
              <a:t> A</a:t>
            </a:r>
            <a:r>
              <a:rPr lang="en-US" sz="2400" dirty="0">
                <a:latin typeface="Times New Roman"/>
                <a:cs typeface="Times New Roman"/>
              </a:rPr>
              <a:t>L</a:t>
            </a:r>
            <a:r>
              <a:rPr lang="en-US" sz="2400" spc="-5" dirty="0">
                <a:latin typeface="Times New Roman"/>
                <a:cs typeface="Times New Roman"/>
              </a:rPr>
              <a:t>U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879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7EEED-4A53-1F0A-F8EE-FFAF7FEE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EC156-F7FE-3F45-6267-91F46BD0D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6127D6-A35E-5A1F-7D05-EB415281E9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7BB7F51-6101-08A2-8FF7-824BB1835D0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7D6AE0-0DCE-7188-BB59-B30A18A33B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1764546" y="1689100"/>
            <a:ext cx="15544800" cy="7427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1"/>
            <a:r>
              <a:rPr lang="en-US" sz="2400" b="1" spc="-5" dirty="0">
                <a:latin typeface="Times New Roman"/>
                <a:cs typeface="Times New Roman"/>
              </a:rPr>
              <a:t>Cont</a:t>
            </a:r>
            <a:r>
              <a:rPr lang="en-US" sz="2400" b="1" spc="-10" dirty="0">
                <a:latin typeface="Times New Roman"/>
                <a:cs typeface="Times New Roman"/>
              </a:rPr>
              <a:t>r</a:t>
            </a:r>
            <a:r>
              <a:rPr lang="en-US" sz="2400" b="1" spc="-5" dirty="0">
                <a:latin typeface="Times New Roman"/>
                <a:cs typeface="Times New Roman"/>
              </a:rPr>
              <a:t>ol</a:t>
            </a:r>
            <a:r>
              <a:rPr lang="en-US" sz="2400" b="1" dirty="0"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latin typeface="Times New Roman"/>
                <a:cs typeface="Times New Roman"/>
              </a:rPr>
              <a:t>U</a:t>
            </a:r>
            <a:r>
              <a:rPr lang="en-US" sz="2400" b="1" dirty="0">
                <a:latin typeface="Times New Roman"/>
                <a:cs typeface="Times New Roman"/>
              </a:rPr>
              <a:t>n</a:t>
            </a:r>
            <a:r>
              <a:rPr lang="en-US" sz="2400" b="1" spc="-5" dirty="0">
                <a:latin typeface="Times New Roman"/>
                <a:cs typeface="Times New Roman"/>
              </a:rPr>
              <a:t>it</a:t>
            </a:r>
            <a:endParaRPr lang="en-US" sz="2400" dirty="0">
              <a:latin typeface="Times New Roman"/>
              <a:cs typeface="Times New Roman"/>
            </a:endParaRPr>
          </a:p>
          <a:p>
            <a:pPr marL="469279" marR="8890" indent="-227972" algn="just">
              <a:spcBef>
                <a:spcPts val="30"/>
              </a:spcBef>
              <a:buFont typeface="Times New Roman"/>
              <a:buChar char="●"/>
              <a:tabLst>
                <a:tab pos="469914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The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ontrol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unit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is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</a:t>
            </a:r>
            <a:r>
              <a:rPr lang="en-US" sz="2400" spc="-20" dirty="0">
                <a:latin typeface="Times New Roman"/>
                <a:cs typeface="Times New Roman"/>
              </a:rPr>
              <a:t>m</a:t>
            </a:r>
            <a:r>
              <a:rPr lang="en-US" sz="2400" spc="-10" dirty="0">
                <a:latin typeface="Times New Roman"/>
                <a:cs typeface="Times New Roman"/>
              </a:rPr>
              <a:t>pon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nt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'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entr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ss</a:t>
            </a:r>
            <a:r>
              <a:rPr lang="en-US" sz="2400" dirty="0">
                <a:latin typeface="Times New Roman"/>
                <a:cs typeface="Times New Roman"/>
              </a:rPr>
              <a:t>ing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unit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oordin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tes the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essor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tells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'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memor</a:t>
            </a:r>
            <a:r>
              <a:rPr lang="en-US" sz="2400" dirty="0">
                <a:latin typeface="Times New Roman"/>
                <a:cs typeface="Times New Roman"/>
              </a:rPr>
              <a:t>y,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rithm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/l</a:t>
            </a:r>
            <a:r>
              <a:rPr lang="en-US" sz="2400" dirty="0">
                <a:latin typeface="Times New Roman"/>
                <a:cs typeface="Times New Roman"/>
              </a:rPr>
              <a:t>o</a:t>
            </a:r>
            <a:r>
              <a:rPr lang="en-US" sz="2400" spc="-15" dirty="0">
                <a:latin typeface="Times New Roman"/>
                <a:cs typeface="Times New Roman"/>
              </a:rPr>
              <a:t>g</a:t>
            </a:r>
            <a:r>
              <a:rPr lang="en-US" sz="2400" spc="-5" dirty="0">
                <a:latin typeface="Times New Roman"/>
                <a:cs typeface="Times New Roman"/>
              </a:rPr>
              <a:t>ic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unit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 </a:t>
            </a:r>
            <a:r>
              <a:rPr lang="en-US" sz="2400" spc="-5" dirty="0">
                <a:latin typeface="Times New Roman"/>
                <a:cs typeface="Times New Roman"/>
              </a:rPr>
              <a:t>input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 </a:t>
            </a:r>
            <a:r>
              <a:rPr lang="en-US" sz="2400" spc="-10" dirty="0">
                <a:latin typeface="Times New Roman"/>
                <a:cs typeface="Times New Roman"/>
              </a:rPr>
              <a:t>output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vic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how</a:t>
            </a:r>
            <a:r>
              <a:rPr lang="en-US" sz="2400" spc="-5" dirty="0">
                <a:latin typeface="Times New Roman"/>
                <a:cs typeface="Times New Roman"/>
              </a:rPr>
              <a:t> to 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spon</a:t>
            </a:r>
            <a:r>
              <a:rPr lang="en-US" sz="2400" dirty="0">
                <a:latin typeface="Times New Roman"/>
                <a:cs typeface="Times New Roman"/>
              </a:rPr>
              <a:t>d 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o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pro</a:t>
            </a:r>
            <a:r>
              <a:rPr lang="en-US" sz="2400" spc="5" dirty="0">
                <a:latin typeface="Times New Roman"/>
                <a:cs typeface="Times New Roman"/>
              </a:rPr>
              <a:t>g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m's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nstru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ons.</a:t>
            </a:r>
          </a:p>
          <a:p>
            <a:pPr marL="469279" indent="-227972">
              <a:buFont typeface="Times New Roman"/>
              <a:buChar char="●"/>
              <a:tabLst>
                <a:tab pos="469914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The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ontrol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unit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lso </a:t>
            </a:r>
            <a:r>
              <a:rPr lang="en-US" sz="2400" dirty="0">
                <a:latin typeface="Times New Roman"/>
                <a:cs typeface="Times New Roman"/>
              </a:rPr>
              <a:t>known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 the </a:t>
            </a:r>
            <a:r>
              <a:rPr lang="en-US" sz="2400" spc="-10" dirty="0">
                <a:latin typeface="Times New Roman"/>
                <a:cs typeface="Times New Roman"/>
              </a:rPr>
              <a:t>n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5" dirty="0">
                <a:latin typeface="Times New Roman"/>
                <a:cs typeface="Times New Roman"/>
              </a:rPr>
              <a:t>v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 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nter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 </a:t>
            </a:r>
            <a:r>
              <a:rPr lang="en-US" sz="2400" spc="-10" dirty="0">
                <a:latin typeface="Times New Roman"/>
                <a:cs typeface="Times New Roman"/>
              </a:rPr>
              <a:t>a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 </a:t>
            </a:r>
            <a:r>
              <a:rPr lang="en-US" sz="2400" spc="-15" dirty="0">
                <a:latin typeface="Times New Roman"/>
                <a:cs typeface="Times New Roman"/>
              </a:rPr>
              <a:t>system.</a:t>
            </a:r>
            <a:endParaRPr lang="en-US" sz="2400" dirty="0">
              <a:latin typeface="Times New Roman"/>
              <a:cs typeface="Times New Roman"/>
            </a:endParaRPr>
          </a:p>
          <a:p>
            <a:pPr marL="469279" marR="12065" indent="-227972" algn="just">
              <a:spcBef>
                <a:spcPts val="65"/>
              </a:spcBef>
              <a:buFont typeface="Times New Roman"/>
              <a:buChar char="●"/>
              <a:tabLst>
                <a:tab pos="469914" algn="l"/>
              </a:tabLst>
            </a:pP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te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min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move</a:t>
            </a:r>
            <a:r>
              <a:rPr lang="en-US" sz="2400" dirty="0">
                <a:latin typeface="Times New Roman"/>
                <a:cs typeface="Times New Roman"/>
              </a:rPr>
              <a:t>m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nt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le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5" dirty="0">
                <a:latin typeface="Times New Roman"/>
                <a:cs typeface="Times New Roman"/>
              </a:rPr>
              <a:t>ronic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signal</a:t>
            </a:r>
            <a:r>
              <a:rPr lang="en-US" sz="2400" spc="-5" dirty="0">
                <a:latin typeface="Times New Roman"/>
                <a:cs typeface="Times New Roman"/>
              </a:rPr>
              <a:t>s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b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5" dirty="0">
                <a:latin typeface="Times New Roman"/>
                <a:cs typeface="Times New Roman"/>
              </a:rPr>
              <a:t>w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main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memor</a:t>
            </a:r>
            <a:r>
              <a:rPr lang="en-US" sz="2400" dirty="0">
                <a:latin typeface="Times New Roman"/>
                <a:cs typeface="Times New Roman"/>
              </a:rPr>
              <a:t>y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AL</a:t>
            </a:r>
            <a:r>
              <a:rPr lang="en-US" sz="2400" dirty="0">
                <a:latin typeface="Times New Roman"/>
                <a:cs typeface="Times New Roman"/>
              </a:rPr>
              <a:t>U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s </a:t>
            </a:r>
            <a:r>
              <a:rPr lang="en-US" sz="2400" spc="-5" dirty="0">
                <a:latin typeface="Times New Roman"/>
                <a:cs typeface="Times New Roman"/>
              </a:rPr>
              <a:t>w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ll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ontrol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sign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ls </a:t>
            </a:r>
            <a:r>
              <a:rPr lang="en-US" sz="2400" spc="-10" dirty="0">
                <a:latin typeface="Times New Roman"/>
                <a:cs typeface="Times New Roman"/>
              </a:rPr>
              <a:t>b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tw</a:t>
            </a:r>
            <a:r>
              <a:rPr lang="en-US" sz="2400" spc="-15" dirty="0">
                <a:latin typeface="Times New Roman"/>
                <a:cs typeface="Times New Roman"/>
              </a:rPr>
              <a:t>ee</a:t>
            </a:r>
            <a:r>
              <a:rPr lang="en-US" sz="2400" dirty="0">
                <a:latin typeface="Times New Roman"/>
                <a:cs typeface="Times New Roman"/>
              </a:rPr>
              <a:t>n </a:t>
            </a:r>
            <a:r>
              <a:rPr lang="en-US" sz="2400" spc="-10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PU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v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15" dirty="0">
                <a:latin typeface="Times New Roman"/>
                <a:cs typeface="Times New Roman"/>
              </a:rPr>
              <a:t>ce</a:t>
            </a:r>
            <a:r>
              <a:rPr lang="en-US" sz="2400" spc="-5" dirty="0">
                <a:latin typeface="Times New Roman"/>
                <a:cs typeface="Times New Roman"/>
              </a:rPr>
              <a:t>s.</a:t>
            </a:r>
          </a:p>
          <a:p>
            <a:pPr marL="241307" marR="12065" algn="just">
              <a:spcBef>
                <a:spcPts val="65"/>
              </a:spcBef>
              <a:tabLst>
                <a:tab pos="469914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12701">
              <a:spcBef>
                <a:spcPts val="9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A</a:t>
            </a:r>
            <a:r>
              <a:rPr lang="en-US" sz="2400" b="1" spc="-15" dirty="0">
                <a:latin typeface="Times New Roman"/>
                <a:cs typeface="Times New Roman"/>
              </a:rPr>
              <a:t>r</a:t>
            </a:r>
            <a:r>
              <a:rPr lang="en-US" sz="2400" b="1" spc="-5" dirty="0">
                <a:latin typeface="Times New Roman"/>
                <a:cs typeface="Times New Roman"/>
              </a:rPr>
              <a:t>ith</a:t>
            </a:r>
            <a:r>
              <a:rPr lang="en-US" sz="2400" b="1" spc="5" dirty="0">
                <a:latin typeface="Times New Roman"/>
                <a:cs typeface="Times New Roman"/>
              </a:rPr>
              <a:t>m</a:t>
            </a:r>
            <a:r>
              <a:rPr lang="en-US" sz="2400" b="1" spc="-15" dirty="0">
                <a:latin typeface="Times New Roman"/>
                <a:cs typeface="Times New Roman"/>
              </a:rPr>
              <a:t>e</a:t>
            </a:r>
            <a:r>
              <a:rPr lang="en-US" sz="2400" b="1" spc="-5" dirty="0">
                <a:latin typeface="Times New Roman"/>
                <a:cs typeface="Times New Roman"/>
              </a:rPr>
              <a:t>tic</a:t>
            </a:r>
            <a:r>
              <a:rPr lang="en-US" sz="2400" b="1" spc="-1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&amp;</a:t>
            </a:r>
            <a:r>
              <a:rPr lang="en-US" sz="2400" b="1" spc="-5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Logic</a:t>
            </a:r>
            <a:r>
              <a:rPr lang="en-US" sz="2400" b="1" dirty="0"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latin typeface="Times New Roman"/>
                <a:cs typeface="Times New Roman"/>
              </a:rPr>
              <a:t>U</a:t>
            </a:r>
            <a:r>
              <a:rPr lang="en-US" sz="2400" b="1" dirty="0">
                <a:latin typeface="Times New Roman"/>
                <a:cs typeface="Times New Roman"/>
              </a:rPr>
              <a:t>n</a:t>
            </a:r>
            <a:r>
              <a:rPr lang="en-US" sz="2400" b="1" spc="-5" dirty="0">
                <a:latin typeface="Times New Roman"/>
                <a:cs typeface="Times New Roman"/>
              </a:rPr>
              <a:t>it</a:t>
            </a:r>
            <a:endParaRPr lang="en-US" sz="2400" dirty="0">
              <a:latin typeface="Times New Roman"/>
              <a:cs typeface="Times New Roman"/>
            </a:endParaRPr>
          </a:p>
          <a:p>
            <a:pPr marL="469279" marR="6350" indent="-227972" algn="just">
              <a:spcBef>
                <a:spcPts val="65"/>
              </a:spcBef>
              <a:buFont typeface="Times New Roman"/>
              <a:buChar char="●"/>
              <a:tabLst>
                <a:tab pos="469914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Mos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ll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rithm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tic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logi</a:t>
            </a:r>
            <a:r>
              <a:rPr lang="en-US" sz="2400" spc="-15" dirty="0">
                <a:latin typeface="Times New Roman"/>
                <a:cs typeface="Times New Roman"/>
              </a:rPr>
              <a:t>ca</a:t>
            </a:r>
            <a:r>
              <a:rPr lang="en-US" sz="2400" spc="-5" dirty="0">
                <a:latin typeface="Times New Roman"/>
                <a:cs typeface="Times New Roman"/>
              </a:rPr>
              <a:t>l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re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x</a:t>
            </a:r>
            <a:r>
              <a:rPr lang="en-US" sz="2400" spc="-15" dirty="0">
                <a:latin typeface="Times New Roman"/>
                <a:cs typeface="Times New Roman"/>
              </a:rPr>
              <a:t>ec</a:t>
            </a:r>
            <a:r>
              <a:rPr lang="en-US" sz="2400" spc="-10" dirty="0">
                <a:latin typeface="Times New Roman"/>
                <a:cs typeface="Times New Roman"/>
              </a:rPr>
              <a:t>u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AL</a:t>
            </a:r>
            <a:r>
              <a:rPr lang="en-US" sz="2400" dirty="0">
                <a:latin typeface="Times New Roman"/>
                <a:cs typeface="Times New Roman"/>
              </a:rPr>
              <a:t>U (</a:t>
            </a:r>
            <a:r>
              <a:rPr lang="en-US" sz="2400" spc="-10" dirty="0">
                <a:latin typeface="Times New Roman"/>
                <a:cs typeface="Times New Roman"/>
              </a:rPr>
              <a:t>Arithm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tic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Logi</a:t>
            </a:r>
            <a:r>
              <a:rPr lang="en-US" sz="2400" spc="-15" dirty="0">
                <a:latin typeface="Times New Roman"/>
                <a:cs typeface="Times New Roman"/>
              </a:rPr>
              <a:t>ca</a:t>
            </a:r>
            <a:r>
              <a:rPr lang="en-US" sz="2400" spc="-5" dirty="0">
                <a:latin typeface="Times New Roman"/>
                <a:cs typeface="Times New Roman"/>
              </a:rPr>
              <a:t>l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Unit</a:t>
            </a:r>
            <a:r>
              <a:rPr lang="en-US" sz="2400" spc="-5" dirty="0">
                <a:latin typeface="Times New Roman"/>
                <a:cs typeface="Times New Roman"/>
              </a:rPr>
              <a:t>)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ssor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f</a:t>
            </a:r>
            <a:r>
              <a:rPr lang="en-US" sz="2400" dirty="0">
                <a:latin typeface="Times New Roman"/>
                <a:cs typeface="Times New Roman"/>
              </a:rPr>
              <a:t>orms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rithm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tic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op</a:t>
            </a:r>
            <a:r>
              <a:rPr lang="en-US" sz="2400" spc="-5" dirty="0">
                <a:latin typeface="Times New Roman"/>
                <a:cs typeface="Times New Roman"/>
              </a:rPr>
              <a:t>er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like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ddition,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sub</a:t>
            </a:r>
            <a:r>
              <a:rPr lang="en-US" sz="2400" spc="-5" dirty="0">
                <a:latin typeface="Times New Roman"/>
                <a:cs typeface="Times New Roman"/>
              </a:rPr>
              <a:t>tr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on,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multipli</a:t>
            </a:r>
            <a:r>
              <a:rPr lang="en-US" sz="2400" spc="-15" dirty="0">
                <a:latin typeface="Times New Roman"/>
                <a:cs typeface="Times New Roman"/>
              </a:rPr>
              <a:t>ca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on,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divi</a:t>
            </a:r>
            <a:r>
              <a:rPr lang="en-US" sz="2400" spc="-10" dirty="0">
                <a:latin typeface="Times New Roman"/>
                <a:cs typeface="Times New Roman"/>
              </a:rPr>
              <a:t>sion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lso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logi</a:t>
            </a:r>
            <a:r>
              <a:rPr lang="en-US" sz="2400" spc="-15" dirty="0">
                <a:latin typeface="Times New Roman"/>
                <a:cs typeface="Times New Roman"/>
              </a:rPr>
              <a:t>ca</a:t>
            </a:r>
            <a:r>
              <a:rPr lang="en-US" sz="2400" spc="-5" dirty="0">
                <a:latin typeface="Times New Roman"/>
                <a:cs typeface="Times New Roman"/>
              </a:rPr>
              <a:t>l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like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AND, OR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spc="-5" dirty="0">
                <a:latin typeface="Times New Roman"/>
                <a:cs typeface="Times New Roman"/>
              </a:rPr>
              <a:t>NO</a:t>
            </a:r>
            <a:r>
              <a:rPr lang="en-US" sz="2400" spc="-1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ons.</a:t>
            </a:r>
          </a:p>
          <a:p>
            <a:pPr marL="469279" indent="-227972">
              <a:buFont typeface="Times New Roman"/>
              <a:buChar char="●"/>
              <a:tabLst>
                <a:tab pos="469914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Controls </a:t>
            </a:r>
            <a:r>
              <a:rPr lang="en-US" sz="2400" spc="-5" dirty="0">
                <a:latin typeface="Times New Roman"/>
                <a:cs typeface="Times New Roman"/>
              </a:rPr>
              <a:t>the spe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 of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ca</a:t>
            </a:r>
            <a:r>
              <a:rPr lang="en-US" sz="2400" spc="-5" dirty="0">
                <a:latin typeface="Times New Roman"/>
                <a:cs typeface="Times New Roman"/>
              </a:rPr>
              <a:t>lcul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ons.</a:t>
            </a:r>
          </a:p>
          <a:p>
            <a:pPr marL="241307">
              <a:tabLst>
                <a:tab pos="469914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12701" algn="just"/>
            <a:r>
              <a:rPr lang="en-US" sz="2400" b="1" spc="-10" dirty="0">
                <a:latin typeface="Times New Roman"/>
                <a:cs typeface="Times New Roman"/>
              </a:rPr>
              <a:t>OUTP</a:t>
            </a:r>
            <a:r>
              <a:rPr lang="en-US" sz="2400" b="1" spc="-5" dirty="0">
                <a:latin typeface="Times New Roman"/>
                <a:cs typeface="Times New Roman"/>
              </a:rPr>
              <a:t>U</a:t>
            </a:r>
            <a:r>
              <a:rPr lang="en-US" sz="2400" b="1" spc="-10" dirty="0">
                <a:latin typeface="Times New Roman"/>
                <a:cs typeface="Times New Roman"/>
              </a:rPr>
              <a:t>T</a:t>
            </a:r>
            <a:r>
              <a:rPr lang="en-US" sz="2400" b="1" dirty="0"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latin typeface="Times New Roman"/>
                <a:cs typeface="Times New Roman"/>
              </a:rPr>
              <a:t>DEVICE</a:t>
            </a:r>
            <a:endParaRPr lang="en-US" sz="2400" dirty="0">
              <a:latin typeface="Times New Roman"/>
              <a:cs typeface="Times New Roman"/>
            </a:endParaRPr>
          </a:p>
          <a:p>
            <a:pPr marL="12701" marR="5080" algn="just">
              <a:spcBef>
                <a:spcPts val="1030"/>
              </a:spcBef>
            </a:pPr>
            <a:r>
              <a:rPr lang="en-US" sz="2400" spc="-10" dirty="0">
                <a:latin typeface="Times New Roman"/>
                <a:cs typeface="Times New Roman"/>
              </a:rPr>
              <a:t>The</a:t>
            </a:r>
            <a:r>
              <a:rPr lang="en-US" sz="2400" spc="11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prim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ry</a:t>
            </a:r>
            <a:r>
              <a:rPr lang="en-US" sz="2400" spc="1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fun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</a:t>
            </a:r>
            <a:r>
              <a:rPr lang="en-US" sz="2400" spc="114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1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114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output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unit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is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se</a:t>
            </a:r>
            <a:r>
              <a:rPr lang="en-US" sz="2400" spc="10" dirty="0">
                <a:latin typeface="Times New Roman"/>
                <a:cs typeface="Times New Roman"/>
              </a:rPr>
              <a:t>n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114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114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sse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1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sul</a:t>
            </a:r>
            <a:r>
              <a:rPr lang="en-US" sz="2400" dirty="0">
                <a:latin typeface="Times New Roman"/>
                <a:cs typeface="Times New Roman"/>
              </a:rPr>
              <a:t>ts</a:t>
            </a:r>
            <a:r>
              <a:rPr lang="en-US" sz="2400" spc="114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114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r.</a:t>
            </a:r>
            <a:r>
              <a:rPr lang="en-US" sz="2400" spc="1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Output</a:t>
            </a:r>
            <a:r>
              <a:rPr lang="en-US" sz="2400" spc="-10" dirty="0">
                <a:latin typeface="Times New Roman"/>
                <a:cs typeface="Times New Roman"/>
              </a:rPr>
              <a:t> 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vic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disp</a:t>
            </a:r>
            <a:r>
              <a:rPr lang="en-US" sz="2400" dirty="0">
                <a:latin typeface="Times New Roman"/>
                <a:cs typeface="Times New Roman"/>
              </a:rPr>
              <a:t>l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y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info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mat</a:t>
            </a:r>
            <a:r>
              <a:rPr lang="en-US" sz="2400" dirty="0">
                <a:latin typeface="Times New Roman"/>
                <a:cs typeface="Times New Roman"/>
              </a:rPr>
              <a:t>ion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w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y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</a:t>
            </a:r>
            <a:r>
              <a:rPr lang="en-US" sz="2400" spc="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ca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und</a:t>
            </a:r>
            <a:r>
              <a:rPr lang="en-US" sz="2400" spc="-5" dirty="0">
                <a:latin typeface="Times New Roman"/>
                <a:cs typeface="Times New Roman"/>
              </a:rPr>
              <a:t>erst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nd.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Outpu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vic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pie</a:t>
            </a:r>
            <a:r>
              <a:rPr lang="en-US" sz="2400" spc="-15" dirty="0">
                <a:latin typeface="Times New Roman"/>
                <a:cs typeface="Times New Roman"/>
              </a:rPr>
              <a:t>ce</a:t>
            </a:r>
            <a:r>
              <a:rPr lang="en-US" sz="2400" dirty="0">
                <a:latin typeface="Times New Roman"/>
                <a:cs typeface="Times New Roman"/>
              </a:rPr>
              <a:t>s of</a:t>
            </a:r>
            <a:r>
              <a:rPr lang="en-US" sz="2400" spc="1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quipm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nt</a:t>
            </a:r>
            <a:r>
              <a:rPr lang="en-US" sz="2400" spc="14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re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spc="1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g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n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te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info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mat</a:t>
            </a:r>
            <a:r>
              <a:rPr lang="en-US" sz="2400" dirty="0">
                <a:latin typeface="Times New Roman"/>
                <a:cs typeface="Times New Roman"/>
              </a:rPr>
              <a:t>ion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or</a:t>
            </a:r>
            <a:r>
              <a:rPr lang="en-US" sz="2400" spc="1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ny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other</a:t>
            </a:r>
            <a:r>
              <a:rPr lang="en-US" sz="2400" spc="1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spons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sse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by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r.</a:t>
            </a:r>
          </a:p>
          <a:p>
            <a:pPr marL="12701" marR="5080" algn="just">
              <a:spcBef>
                <a:spcPts val="994"/>
              </a:spcBef>
            </a:pPr>
            <a:r>
              <a:rPr lang="en-US" sz="2400" spc="-15" dirty="0">
                <a:latin typeface="Times New Roman"/>
                <a:cs typeface="Times New Roman"/>
              </a:rPr>
              <a:t>Outpu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Uni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3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provid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info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mation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sul</a:t>
            </a:r>
            <a:r>
              <a:rPr lang="en-US" sz="2400" dirty="0">
                <a:latin typeface="Times New Roman"/>
                <a:cs typeface="Times New Roman"/>
              </a:rPr>
              <a:t>ts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</a:t>
            </a:r>
            <a:r>
              <a:rPr lang="en-US" sz="2400" spc="-15" dirty="0">
                <a:latin typeface="Times New Roman"/>
                <a:cs typeface="Times New Roman"/>
              </a:rPr>
              <a:t>ta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out</a:t>
            </a:r>
            <a:r>
              <a:rPr lang="en-US" sz="2400" spc="-15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ide wo</a:t>
            </a:r>
            <a:r>
              <a:rPr lang="en-US" sz="2400" spc="-10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ld.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Ex: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</a:t>
            </a:r>
            <a:r>
              <a:rPr lang="en-US" sz="2400" spc="-5" dirty="0">
                <a:latin typeface="Times New Roman"/>
                <a:cs typeface="Times New Roman"/>
              </a:rPr>
              <a:t>rint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rs,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Moni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ors,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F</a:t>
            </a:r>
            <a:r>
              <a:rPr lang="en-US" sz="2400" spc="-5" dirty="0">
                <a:latin typeface="Times New Roman"/>
                <a:cs typeface="Times New Roman"/>
              </a:rPr>
              <a:t>DD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spc="-5" dirty="0">
                <a:latin typeface="Times New Roman"/>
                <a:cs typeface="Times New Roman"/>
              </a:rPr>
              <a:t>H</a:t>
            </a:r>
            <a:r>
              <a:rPr lang="en-US" sz="2400" spc="5" dirty="0">
                <a:latin typeface="Times New Roman"/>
                <a:cs typeface="Times New Roman"/>
              </a:rPr>
              <a:t>D</a:t>
            </a:r>
            <a:r>
              <a:rPr lang="en-US" sz="2400" spc="-5" dirty="0">
                <a:latin typeface="Times New Roman"/>
                <a:cs typeface="Times New Roman"/>
              </a:rPr>
              <a:t>D.</a:t>
            </a:r>
          </a:p>
        </p:txBody>
      </p:sp>
    </p:spTree>
    <p:extLst>
      <p:ext uri="{BB962C8B-B14F-4D97-AF65-F5344CB8AC3E}">
        <p14:creationId xmlns:p14="http://schemas.microsoft.com/office/powerpoint/2010/main" val="1757232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4B255-7FC2-395F-96A3-9C207D757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26A306-7632-416C-AC45-2A227BC52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03696D-CA08-DBEA-9E11-5C4860D0D1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5F01FFF-5707-C229-55AE-9DC91835560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A00E81-5CA8-BC2C-A937-B466648E01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7CF057-4FDE-56A3-99F6-2A08546ACD33}"/>
              </a:ext>
            </a:extLst>
          </p:cNvPr>
          <p:cNvSpPr txBox="1"/>
          <p:nvPr/>
        </p:nvSpPr>
        <p:spPr>
          <a:xfrm>
            <a:off x="2037556" y="2146300"/>
            <a:ext cx="15011400" cy="588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1" algn="just"/>
            <a:r>
              <a:rPr lang="en-US" sz="2400" b="1" spc="-5" dirty="0">
                <a:latin typeface="Times New Roman"/>
                <a:cs typeface="Times New Roman"/>
              </a:rPr>
              <a:t>INPU</a:t>
            </a:r>
            <a:r>
              <a:rPr lang="en-US" sz="2400" b="1" spc="-10" dirty="0">
                <a:latin typeface="Times New Roman"/>
                <a:cs typeface="Times New Roman"/>
              </a:rPr>
              <a:t>T</a:t>
            </a:r>
            <a:r>
              <a:rPr lang="en-US" sz="2400" b="1" spc="-5" dirty="0">
                <a:latin typeface="Times New Roman"/>
                <a:cs typeface="Times New Roman"/>
              </a:rPr>
              <a:t>-</a:t>
            </a:r>
            <a:r>
              <a:rPr lang="en-US" sz="2400" b="1" spc="-10" dirty="0">
                <a:latin typeface="Times New Roman"/>
                <a:cs typeface="Times New Roman"/>
              </a:rPr>
              <a:t>OUT</a:t>
            </a:r>
            <a:r>
              <a:rPr lang="en-US" sz="2400" b="1" dirty="0">
                <a:latin typeface="Times New Roman"/>
                <a:cs typeface="Times New Roman"/>
              </a:rPr>
              <a:t>P</a:t>
            </a:r>
            <a:r>
              <a:rPr lang="en-US" sz="2400" b="1" spc="-5" dirty="0">
                <a:latin typeface="Times New Roman"/>
                <a:cs typeface="Times New Roman"/>
              </a:rPr>
              <a:t>U</a:t>
            </a:r>
            <a:r>
              <a:rPr lang="en-US" sz="2400" b="1" spc="-10" dirty="0">
                <a:latin typeface="Times New Roman"/>
                <a:cs typeface="Times New Roman"/>
              </a:rPr>
              <a:t>T</a:t>
            </a:r>
            <a:r>
              <a:rPr lang="en-US" sz="2400" b="1" dirty="0">
                <a:latin typeface="Times New Roman"/>
                <a:cs typeface="Times New Roman"/>
              </a:rPr>
              <a:t> S</a:t>
            </a:r>
            <a:r>
              <a:rPr lang="en-US" sz="2400" b="1" spc="-5" dirty="0">
                <a:latin typeface="Times New Roman"/>
                <a:cs typeface="Times New Roman"/>
              </a:rPr>
              <a:t>UB</a:t>
            </a:r>
            <a:r>
              <a:rPr lang="en-US" sz="2400" b="1" dirty="0">
                <a:latin typeface="Times New Roman"/>
                <a:cs typeface="Times New Roman"/>
              </a:rPr>
              <a:t>S</a:t>
            </a:r>
            <a:r>
              <a:rPr lang="en-US" sz="2400" b="1" spc="-5" dirty="0">
                <a:latin typeface="Times New Roman"/>
                <a:cs typeface="Times New Roman"/>
              </a:rPr>
              <a:t>YS</a:t>
            </a:r>
            <a:r>
              <a:rPr lang="en-US" sz="2400" b="1" dirty="0">
                <a:latin typeface="Times New Roman"/>
                <a:cs typeface="Times New Roman"/>
              </a:rPr>
              <a:t>T</a:t>
            </a:r>
            <a:r>
              <a:rPr lang="en-US" sz="2400" b="1" spc="-10" dirty="0">
                <a:latin typeface="Times New Roman"/>
                <a:cs typeface="Times New Roman"/>
              </a:rPr>
              <a:t>E</a:t>
            </a:r>
            <a:r>
              <a:rPr lang="en-US" sz="2400" b="1" spc="-20" dirty="0">
                <a:latin typeface="Times New Roman"/>
                <a:cs typeface="Times New Roman"/>
              </a:rPr>
              <a:t>M</a:t>
            </a:r>
            <a:r>
              <a:rPr lang="en-US" sz="2400" b="1" dirty="0">
                <a:latin typeface="Times New Roman"/>
                <a:cs typeface="Times New Roman"/>
              </a:rPr>
              <a:t>S</a:t>
            </a:r>
            <a:endParaRPr lang="en-US" sz="2400" dirty="0">
              <a:latin typeface="Times New Roman"/>
              <a:cs typeface="Times New Roman"/>
            </a:endParaRPr>
          </a:p>
          <a:p>
            <a:pPr marL="12701" marR="7620" algn="just">
              <a:spcBef>
                <a:spcPts val="1030"/>
              </a:spcBef>
            </a:pP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spc="-10" dirty="0">
                <a:latin typeface="Times New Roman"/>
                <a:cs typeface="Times New Roman"/>
              </a:rPr>
              <a:t>nput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o</a:t>
            </a:r>
            <a:r>
              <a:rPr lang="en-US" sz="2400" spc="-5" dirty="0">
                <a:latin typeface="Times New Roman"/>
                <a:cs typeface="Times New Roman"/>
              </a:rPr>
              <a:t>utput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(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/O)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5" dirty="0">
                <a:latin typeface="Times New Roman"/>
                <a:cs typeface="Times New Roman"/>
              </a:rPr>
              <a:t>evic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ll</a:t>
            </a:r>
            <a:r>
              <a:rPr lang="en-US" sz="2400" dirty="0">
                <a:latin typeface="Times New Roman"/>
                <a:cs typeface="Times New Roman"/>
              </a:rPr>
              <a:t>ow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ommunic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te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wit</a:t>
            </a:r>
            <a:r>
              <a:rPr lang="en-US" sz="2400" spc="-10" dirty="0">
                <a:latin typeface="Times New Roman"/>
                <a:cs typeface="Times New Roman"/>
              </a:rPr>
              <a:t>h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sys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m.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is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h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 tr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nsf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o</a:t>
            </a:r>
            <a:r>
              <a:rPr lang="en-US" sz="2400" dirty="0">
                <a:latin typeface="Times New Roman"/>
                <a:cs typeface="Times New Roman"/>
              </a:rPr>
              <a:t>f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ta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b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tw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prim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ry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memor</a:t>
            </a:r>
            <a:r>
              <a:rPr lang="en-US" sz="2400" dirty="0">
                <a:latin typeface="Times New Roman"/>
                <a:cs typeface="Times New Roman"/>
              </a:rPr>
              <a:t>y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v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ious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riph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ls.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10" dirty="0">
                <a:latin typeface="Times New Roman"/>
                <a:cs typeface="Times New Roman"/>
              </a:rPr>
              <a:t>p</a:t>
            </a:r>
            <a:r>
              <a:rPr lang="en-US" sz="2400" spc="-5" dirty="0">
                <a:latin typeface="Times New Roman"/>
                <a:cs typeface="Times New Roman"/>
              </a:rPr>
              <a:t>ut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vic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suc</a:t>
            </a:r>
            <a:r>
              <a:rPr lang="en-US" sz="2400" dirty="0">
                <a:latin typeface="Times New Roman"/>
                <a:cs typeface="Times New Roman"/>
              </a:rPr>
              <a:t>h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s </a:t>
            </a:r>
            <a:r>
              <a:rPr lang="en-US" sz="2400" spc="-10" dirty="0">
                <a:latin typeface="Times New Roman"/>
                <a:cs typeface="Times New Roman"/>
              </a:rPr>
              <a:t>k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ybo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rds,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</a:t>
            </a:r>
            <a:r>
              <a:rPr lang="en-US" sz="2400" dirty="0">
                <a:latin typeface="Times New Roman"/>
                <a:cs typeface="Times New Roman"/>
              </a:rPr>
              <a:t>ous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,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ca</a:t>
            </a:r>
            <a:r>
              <a:rPr lang="en-US" sz="2400" dirty="0">
                <a:latin typeface="Times New Roman"/>
                <a:cs typeface="Times New Roman"/>
              </a:rPr>
              <a:t>rd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spc="-15" dirty="0">
                <a:latin typeface="Times New Roman"/>
                <a:cs typeface="Times New Roman"/>
              </a:rPr>
              <a:t>ea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rs,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</a:t>
            </a:r>
            <a:r>
              <a:rPr lang="en-US" sz="2400" spc="5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nn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rs,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voice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ognition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sys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ms,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-20" dirty="0">
                <a:latin typeface="Times New Roman"/>
                <a:cs typeface="Times New Roman"/>
              </a:rPr>
              <a:t>o</a:t>
            </a:r>
            <a:r>
              <a:rPr lang="en-US" sz="2400" spc="-10" dirty="0">
                <a:latin typeface="Times New Roman"/>
                <a:cs typeface="Times New Roman"/>
              </a:rPr>
              <a:t>u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h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scr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ns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10" dirty="0">
                <a:latin typeface="Times New Roman"/>
                <a:cs typeface="Times New Roman"/>
              </a:rPr>
              <a:t>n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ble </a:t>
            </a:r>
            <a:r>
              <a:rPr lang="en-US" sz="2400" dirty="0">
                <a:latin typeface="Times New Roman"/>
                <a:cs typeface="Times New Roman"/>
              </a:rPr>
              <a:t>us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spc="1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nter</a:t>
            </a:r>
            <a:r>
              <a:rPr lang="en-US" sz="2400" spc="1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int</a:t>
            </a:r>
            <a:r>
              <a:rPr lang="en-US" sz="2400" dirty="0">
                <a:latin typeface="Times New Roman"/>
                <a:cs typeface="Times New Roman"/>
              </a:rPr>
              <a:t>o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r. </a:t>
            </a:r>
            <a:r>
              <a:rPr lang="en-US" sz="2400" spc="-1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Outpu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1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vic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suc</a:t>
            </a:r>
            <a:r>
              <a:rPr lang="en-US" sz="2400" dirty="0">
                <a:latin typeface="Times New Roman"/>
                <a:cs typeface="Times New Roman"/>
              </a:rPr>
              <a:t>h </a:t>
            </a:r>
            <a:r>
              <a:rPr lang="en-US" sz="2400" spc="-1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moni</a:t>
            </a:r>
            <a:r>
              <a:rPr lang="en-US" sz="2400" dirty="0">
                <a:latin typeface="Times New Roman"/>
                <a:cs typeface="Times New Roman"/>
              </a:rPr>
              <a:t>tors,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pr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nte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s</a:t>
            </a:r>
            <a:r>
              <a:rPr lang="en-US" sz="2400" dirty="0">
                <a:latin typeface="Times New Roman"/>
                <a:cs typeface="Times New Roman"/>
              </a:rPr>
              <a:t>,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plotte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s</a:t>
            </a:r>
            <a:r>
              <a:rPr lang="en-US" sz="2400" dirty="0">
                <a:latin typeface="Times New Roman"/>
                <a:cs typeface="Times New Roman"/>
              </a:rPr>
              <a:t>,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 </a:t>
            </a:r>
            <a:r>
              <a:rPr lang="en-US" sz="2400" spc="-5" dirty="0">
                <a:latin typeface="Times New Roman"/>
                <a:cs typeface="Times New Roman"/>
              </a:rPr>
              <a:t>spe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k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rs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ll</a:t>
            </a:r>
            <a:r>
              <a:rPr lang="en-US" sz="2400" dirty="0">
                <a:latin typeface="Times New Roman"/>
                <a:cs typeface="Times New Roman"/>
              </a:rPr>
              <a:t>ow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</a:t>
            </a:r>
            <a:r>
              <a:rPr lang="en-US" sz="2400" spc="-5" dirty="0">
                <a:latin typeface="Times New Roman"/>
                <a:cs typeface="Times New Roman"/>
              </a:rPr>
              <a:t> to get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info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mation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om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</a:t>
            </a:r>
            <a:r>
              <a:rPr lang="en-US" sz="2400" dirty="0">
                <a:latin typeface="Times New Roman"/>
                <a:cs typeface="Times New Roman"/>
              </a:rPr>
              <a:t>m</a:t>
            </a:r>
            <a:r>
              <a:rPr lang="en-US" sz="2400" spc="-10" dirty="0">
                <a:latin typeface="Times New Roman"/>
                <a:cs typeface="Times New Roman"/>
              </a:rPr>
              <a:t>pute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marL="12701" marR="5080" algn="just">
              <a:spcBef>
                <a:spcPts val="969"/>
              </a:spcBef>
            </a:pPr>
            <a:r>
              <a:rPr lang="en-US" sz="2400" spc="-10" dirty="0">
                <a:latin typeface="Times New Roman"/>
                <a:cs typeface="Times New Roman"/>
              </a:rPr>
              <a:t>Th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v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15" dirty="0">
                <a:latin typeface="Times New Roman"/>
                <a:cs typeface="Times New Roman"/>
              </a:rPr>
              <a:t>ce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not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o</a:t>
            </a:r>
            <a:r>
              <a:rPr lang="en-US" sz="2400" spc="-10" dirty="0">
                <a:latin typeface="Times New Roman"/>
                <a:cs typeface="Times New Roman"/>
              </a:rPr>
              <a:t>nn</a:t>
            </a:r>
            <a:r>
              <a:rPr lang="en-US" sz="2400" spc="-15" dirty="0">
                <a:latin typeface="Times New Roman"/>
                <a:cs typeface="Times New Roman"/>
              </a:rPr>
              <a:t>ec</a:t>
            </a:r>
            <a:r>
              <a:rPr lang="en-US" sz="2400" spc="-5" dirty="0">
                <a:latin typeface="Times New Roman"/>
                <a:cs typeface="Times New Roman"/>
              </a:rPr>
              <a:t>ted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di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15" dirty="0">
                <a:latin typeface="Times New Roman"/>
                <a:cs typeface="Times New Roman"/>
              </a:rPr>
              <a:t>ec</a:t>
            </a:r>
            <a:r>
              <a:rPr lang="en-US" sz="2400" spc="-5" dirty="0">
                <a:latin typeface="Times New Roman"/>
                <a:cs typeface="Times New Roman"/>
              </a:rPr>
              <a:t>tl</a:t>
            </a:r>
            <a:r>
              <a:rPr lang="en-US" sz="2400" dirty="0">
                <a:latin typeface="Times New Roman"/>
                <a:cs typeface="Times New Roman"/>
              </a:rPr>
              <a:t>y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CP</a:t>
            </a:r>
            <a:r>
              <a:rPr lang="en-US" sz="2400" spc="-5" dirty="0">
                <a:latin typeface="Times New Roman"/>
                <a:cs typeface="Times New Roman"/>
              </a:rPr>
              <a:t>U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nste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d,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there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is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nte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fa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h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ndles the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ta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tr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nsfers.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This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f</a:t>
            </a:r>
            <a:r>
              <a:rPr lang="en-US" sz="2400" spc="-5" dirty="0">
                <a:latin typeface="Times New Roman"/>
                <a:cs typeface="Times New Roman"/>
              </a:rPr>
              <a:t>a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onv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rts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sys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m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bus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signal</a:t>
            </a:r>
            <a:r>
              <a:rPr lang="en-US" sz="2400" spc="-5" dirty="0">
                <a:latin typeface="Times New Roman"/>
                <a:cs typeface="Times New Roman"/>
              </a:rPr>
              <a:t>s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</a:t>
            </a:r>
            <a:r>
              <a:rPr lang="en-US" sz="2400" spc="-10" dirty="0">
                <a:latin typeface="Times New Roman"/>
                <a:cs typeface="Times New Roman"/>
              </a:rPr>
              <a:t>rom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fo</a:t>
            </a:r>
            <a:r>
              <a:rPr lang="en-US" sz="2400" spc="-10" dirty="0">
                <a:latin typeface="Times New Roman"/>
                <a:cs typeface="Times New Roman"/>
              </a:rPr>
              <a:t>rmat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is </a:t>
            </a:r>
            <a:r>
              <a:rPr lang="en-US" sz="2400" spc="-15" dirty="0">
                <a:latin typeface="Times New Roman"/>
                <a:cs typeface="Times New Roman"/>
              </a:rPr>
              <a:t>ac</a:t>
            </a:r>
            <a:r>
              <a:rPr lang="en-US" sz="2400" spc="-5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ptable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9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given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vic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. </a:t>
            </a:r>
            <a:r>
              <a:rPr lang="en-US" sz="2400" spc="-1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PU </a:t>
            </a:r>
            <a:r>
              <a:rPr lang="en-US" sz="2400" spc="-1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ommunic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tes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9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these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5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xte</a:t>
            </a:r>
            <a:r>
              <a:rPr lang="en-US" sz="2400" spc="-15" dirty="0">
                <a:latin typeface="Times New Roman"/>
                <a:cs typeface="Times New Roman"/>
              </a:rPr>
              <a:t>r</a:t>
            </a:r>
            <a:r>
              <a:rPr lang="en-US" sz="2400" spc="10" dirty="0">
                <a:latin typeface="Times New Roman"/>
                <a:cs typeface="Times New Roman"/>
              </a:rPr>
              <a:t>n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9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vic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 </a:t>
            </a:r>
            <a:r>
              <a:rPr lang="en-US" sz="2400" spc="-1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via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9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 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gis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rs.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This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x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10" dirty="0">
                <a:latin typeface="Times New Roman"/>
                <a:cs typeface="Times New Roman"/>
              </a:rPr>
              <a:t>h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nge</a:t>
            </a:r>
            <a:r>
              <a:rPr lang="en-US" sz="2400" spc="-6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8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ta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is</a:t>
            </a:r>
            <a:r>
              <a:rPr lang="en-US" sz="2400" spc="-7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f</a:t>
            </a:r>
            <a:r>
              <a:rPr lang="en-US" sz="2400" spc="10" dirty="0">
                <a:latin typeface="Times New Roman"/>
                <a:cs typeface="Times New Roman"/>
              </a:rPr>
              <a:t>o</a:t>
            </a:r>
            <a:r>
              <a:rPr lang="en-US" sz="2400" spc="-10" dirty="0">
                <a:latin typeface="Times New Roman"/>
                <a:cs typeface="Times New Roman"/>
              </a:rPr>
              <a:t>rm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</a:t>
            </a:r>
            <a:r>
              <a:rPr lang="en-US" sz="2400" spc="-7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two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w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ys.</a:t>
            </a:r>
            <a:r>
              <a:rPr lang="en-US" sz="2400" spc="-6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memor</a:t>
            </a:r>
            <a:r>
              <a:rPr lang="en-US" sz="2400" spc="10" dirty="0">
                <a:latin typeface="Times New Roman"/>
                <a:cs typeface="Times New Roman"/>
              </a:rPr>
              <a:t>y</a:t>
            </a:r>
            <a:r>
              <a:rPr lang="en-US" sz="2400" spc="-5" dirty="0">
                <a:latin typeface="Times New Roman"/>
                <a:cs typeface="Times New Roman"/>
              </a:rPr>
              <a:t>-</a:t>
            </a:r>
            <a:r>
              <a:rPr lang="en-US" sz="2400" spc="-10" dirty="0">
                <a:latin typeface="Times New Roman"/>
                <a:cs typeface="Times New Roman"/>
              </a:rPr>
              <a:t>map</a:t>
            </a:r>
            <a:r>
              <a:rPr lang="en-US" sz="2400" spc="-5" dirty="0">
                <a:latin typeface="Times New Roman"/>
                <a:cs typeface="Times New Roman"/>
              </a:rPr>
              <a:t>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-6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/O,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gis</a:t>
            </a:r>
            <a:r>
              <a:rPr lang="en-US" sz="2400" dirty="0">
                <a:latin typeface="Times New Roman"/>
                <a:cs typeface="Times New Roman"/>
              </a:rPr>
              <a:t>ters </a:t>
            </a:r>
            <a:r>
              <a:rPr lang="en-US" sz="2400" spc="-5" dirty="0">
                <a:latin typeface="Times New Roman"/>
                <a:cs typeface="Times New Roman"/>
              </a:rPr>
              <a:t>in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rf</a:t>
            </a:r>
            <a:r>
              <a:rPr lang="en-US" sz="2400" spc="-15" dirty="0">
                <a:latin typeface="Times New Roman"/>
                <a:cs typeface="Times New Roman"/>
              </a:rPr>
              <a:t>ac</a:t>
            </a:r>
            <a:r>
              <a:rPr lang="en-US" sz="2400" spc="-10" dirty="0">
                <a:latin typeface="Times New Roman"/>
                <a:cs typeface="Times New Roman"/>
              </a:rPr>
              <a:t>e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p</a:t>
            </a:r>
            <a:r>
              <a:rPr lang="en-US" sz="2400" spc="10" dirty="0">
                <a:latin typeface="Times New Roman"/>
                <a:cs typeface="Times New Roman"/>
              </a:rPr>
              <a:t>p</a:t>
            </a:r>
            <a:r>
              <a:rPr lang="en-US" sz="2400" spc="-15" dirty="0">
                <a:latin typeface="Times New Roman"/>
                <a:cs typeface="Times New Roman"/>
              </a:rPr>
              <a:t>ea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 in the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omput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15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’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memor</a:t>
            </a:r>
            <a:r>
              <a:rPr lang="en-US" sz="2400" dirty="0">
                <a:latin typeface="Times New Roman"/>
                <a:cs typeface="Times New Roman"/>
              </a:rPr>
              <a:t>y </a:t>
            </a:r>
            <a:r>
              <a:rPr lang="en-US" sz="2400" spc="-10" dirty="0">
                <a:latin typeface="Times New Roman"/>
                <a:cs typeface="Times New Roman"/>
              </a:rPr>
              <a:t>map,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there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is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no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spc="-15" dirty="0">
                <a:latin typeface="Times New Roman"/>
                <a:cs typeface="Times New Roman"/>
              </a:rPr>
              <a:t>ea</a:t>
            </a:r>
            <a:r>
              <a:rPr lang="en-US" sz="2400" spc="-5" dirty="0">
                <a:latin typeface="Times New Roman"/>
                <a:cs typeface="Times New Roman"/>
              </a:rPr>
              <a:t>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di</a:t>
            </a:r>
            <a:r>
              <a:rPr lang="en-US" sz="2400" dirty="0">
                <a:latin typeface="Times New Roman"/>
                <a:cs typeface="Times New Roman"/>
              </a:rPr>
              <a:t>f</a:t>
            </a:r>
            <a:r>
              <a:rPr lang="en-US" sz="2400" spc="-10" dirty="0">
                <a:latin typeface="Times New Roman"/>
                <a:cs typeface="Times New Roman"/>
              </a:rPr>
              <a:t>f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10" dirty="0">
                <a:latin typeface="Times New Roman"/>
                <a:cs typeface="Times New Roman"/>
              </a:rPr>
              <a:t>n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e b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tw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n </a:t>
            </a:r>
            <a:r>
              <a:rPr lang="en-US" sz="2400" spc="-15" dirty="0">
                <a:latin typeface="Times New Roman"/>
                <a:cs typeface="Times New Roman"/>
              </a:rPr>
              <a:t>ac</a:t>
            </a:r>
            <a:r>
              <a:rPr lang="en-US" sz="2400" spc="-5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ss</a:t>
            </a:r>
            <a:r>
              <a:rPr lang="en-US" sz="2400" dirty="0">
                <a:latin typeface="Times New Roman"/>
                <a:cs typeface="Times New Roman"/>
              </a:rPr>
              <a:t>ing 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memor</a:t>
            </a:r>
            <a:r>
              <a:rPr lang="en-US" sz="2400" dirty="0">
                <a:latin typeface="Times New Roman"/>
                <a:cs typeface="Times New Roman"/>
              </a:rPr>
              <a:t>y 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 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ac</a:t>
            </a:r>
            <a:r>
              <a:rPr lang="en-US" sz="2400" spc="-5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ss</a:t>
            </a:r>
            <a:r>
              <a:rPr lang="en-US" sz="2400" dirty="0">
                <a:latin typeface="Times New Roman"/>
                <a:cs typeface="Times New Roman"/>
              </a:rPr>
              <a:t>ing 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 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 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vic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. 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Cle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rly,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thi</a:t>
            </a:r>
            <a:r>
              <a:rPr lang="en-US" sz="2400" dirty="0">
                <a:latin typeface="Times New Roman"/>
                <a:cs typeface="Times New Roman"/>
              </a:rPr>
              <a:t>s 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dv</a:t>
            </a:r>
            <a:r>
              <a:rPr lang="en-US" sz="2400" spc="-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ntag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ous 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</a:t>
            </a:r>
            <a:r>
              <a:rPr lang="en-US" sz="2400" spc="-10" dirty="0">
                <a:latin typeface="Times New Roman"/>
                <a:cs typeface="Times New Roman"/>
              </a:rPr>
              <a:t>rom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 </a:t>
            </a:r>
            <a:r>
              <a:rPr lang="en-US" sz="2400" spc="-10" dirty="0">
                <a:latin typeface="Times New Roman"/>
                <a:cs typeface="Times New Roman"/>
              </a:rPr>
              <a:t>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rsp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tive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sp</a:t>
            </a:r>
            <a:r>
              <a:rPr lang="en-US" sz="2400" spc="5" dirty="0">
                <a:latin typeface="Times New Roman"/>
                <a:cs typeface="Times New Roman"/>
              </a:rPr>
              <a:t>e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d,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but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it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up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memor</a:t>
            </a:r>
            <a:r>
              <a:rPr lang="en-US" sz="2400" dirty="0">
                <a:latin typeface="Times New Roman"/>
                <a:cs typeface="Times New Roman"/>
              </a:rPr>
              <a:t>y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sp</a:t>
            </a:r>
            <a:r>
              <a:rPr lang="en-US" sz="2400" spc="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sys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m.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W</a:t>
            </a:r>
            <a:r>
              <a:rPr lang="en-US" sz="2400" spc="-5" dirty="0">
                <a:latin typeface="Times New Roman"/>
                <a:cs typeface="Times New Roman"/>
              </a:rPr>
              <a:t>it</a:t>
            </a:r>
            <a:r>
              <a:rPr lang="en-US" sz="2400" dirty="0">
                <a:latin typeface="Times New Roman"/>
                <a:cs typeface="Times New Roman"/>
              </a:rPr>
              <a:t>h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tru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</a:t>
            </a:r>
            <a:r>
              <a:rPr lang="en-US" sz="2400" spc="30" dirty="0">
                <a:latin typeface="Times New Roman"/>
                <a:cs typeface="Times New Roman"/>
              </a:rPr>
              <a:t>n</a:t>
            </a:r>
            <a:r>
              <a:rPr lang="en-US" sz="2400" spc="-5" dirty="0">
                <a:latin typeface="Times New Roman"/>
                <a:cs typeface="Times New Roman"/>
              </a:rPr>
              <a:t>-</a:t>
            </a:r>
            <a:r>
              <a:rPr lang="en-US" sz="2400" spc="-10" dirty="0">
                <a:latin typeface="Times New Roman"/>
                <a:cs typeface="Times New Roman"/>
              </a:rPr>
              <a:t>b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se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</a:t>
            </a:r>
            <a:r>
              <a:rPr lang="en-US" sz="2400" spc="-5" dirty="0">
                <a:latin typeface="Times New Roman"/>
                <a:cs typeface="Times New Roman"/>
              </a:rPr>
              <a:t>O, the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PU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h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</a:t>
            </a:r>
            <a:r>
              <a:rPr lang="en-US" sz="2400" spc="10" dirty="0">
                <a:latin typeface="Times New Roman"/>
                <a:cs typeface="Times New Roman"/>
              </a:rPr>
              <a:t>p</a:t>
            </a:r>
            <a:r>
              <a:rPr lang="en-US" sz="2400" spc="-15" dirty="0">
                <a:latin typeface="Times New Roman"/>
                <a:cs typeface="Times New Roman"/>
              </a:rPr>
              <a:t>ec</a:t>
            </a:r>
            <a:r>
              <a:rPr lang="en-US" sz="2400" spc="-5" dirty="0">
                <a:latin typeface="Times New Roman"/>
                <a:cs typeface="Times New Roman"/>
              </a:rPr>
              <a:t>ializ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nstru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ti</a:t>
            </a:r>
            <a:r>
              <a:rPr lang="en-US" sz="2400" dirty="0">
                <a:latin typeface="Times New Roman"/>
                <a:cs typeface="Times New Roman"/>
              </a:rPr>
              <a:t>ons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dirty="0">
                <a:latin typeface="Times New Roman"/>
                <a:cs typeface="Times New Roman"/>
              </a:rPr>
              <a:t>fo</a:t>
            </a:r>
            <a:r>
              <a:rPr lang="en-US" sz="2400" spc="-10" dirty="0">
                <a:latin typeface="Times New Roman"/>
                <a:cs typeface="Times New Roman"/>
              </a:rPr>
              <a:t>rm 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0" dirty="0">
                <a:latin typeface="Times New Roman"/>
                <a:cs typeface="Times New Roman"/>
              </a:rPr>
              <a:t>he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input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output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  <a:r>
              <a:rPr lang="en-US" sz="2400" spc="-15" dirty="0">
                <a:latin typeface="Times New Roman"/>
                <a:cs typeface="Times New Roman"/>
              </a:rPr>
              <a:t> Althoug</a:t>
            </a:r>
            <a:r>
              <a:rPr lang="en-US" sz="2400" spc="-10" dirty="0">
                <a:latin typeface="Times New Roman"/>
                <a:cs typeface="Times New Roman"/>
              </a:rPr>
              <a:t>h </a:t>
            </a:r>
            <a:r>
              <a:rPr lang="en-US" sz="2400" spc="-5" dirty="0">
                <a:latin typeface="Times New Roman"/>
                <a:cs typeface="Times New Roman"/>
              </a:rPr>
              <a:t>thi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do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not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memor</a:t>
            </a:r>
            <a:r>
              <a:rPr lang="en-US" sz="2400" dirty="0">
                <a:latin typeface="Times New Roman"/>
                <a:cs typeface="Times New Roman"/>
              </a:rPr>
              <a:t>y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</a:t>
            </a:r>
            <a:r>
              <a:rPr lang="en-US" sz="2400" spc="10" dirty="0">
                <a:latin typeface="Times New Roman"/>
                <a:cs typeface="Times New Roman"/>
              </a:rPr>
              <a:t>p</a:t>
            </a:r>
            <a:r>
              <a:rPr lang="en-US" sz="2400" spc="-15" dirty="0">
                <a:latin typeface="Times New Roman"/>
                <a:cs typeface="Times New Roman"/>
              </a:rPr>
              <a:t>ace</a:t>
            </a:r>
            <a:r>
              <a:rPr lang="en-US" sz="2400" dirty="0">
                <a:latin typeface="Times New Roman"/>
                <a:cs typeface="Times New Roman"/>
              </a:rPr>
              <a:t>,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it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spc="10" dirty="0">
                <a:latin typeface="Times New Roman"/>
                <a:cs typeface="Times New Roman"/>
              </a:rPr>
              <a:t>q</a:t>
            </a:r>
            <a:r>
              <a:rPr lang="en-US" sz="2400" spc="-5" dirty="0">
                <a:latin typeface="Times New Roman"/>
                <a:cs typeface="Times New Roman"/>
              </a:rPr>
              <a:t>uir</a:t>
            </a:r>
            <a:r>
              <a:rPr lang="en-US" sz="2400" spc="-2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spe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fic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instru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5" dirty="0">
                <a:latin typeface="Times New Roman"/>
                <a:cs typeface="Times New Roman"/>
              </a:rPr>
              <a:t>ions,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whic</a:t>
            </a:r>
            <a:r>
              <a:rPr lang="en-US" sz="2400" dirty="0">
                <a:latin typeface="Times New Roman"/>
                <a:cs typeface="Times New Roman"/>
              </a:rPr>
              <a:t>h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impli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20" dirty="0">
                <a:latin typeface="Times New Roman"/>
                <a:cs typeface="Times New Roman"/>
              </a:rPr>
              <a:t>c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10" dirty="0">
                <a:latin typeface="Times New Roman"/>
                <a:cs typeface="Times New Roman"/>
              </a:rPr>
              <a:t> b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only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by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P</a:t>
            </a:r>
            <a:r>
              <a:rPr lang="en-US" sz="2400" spc="-5" dirty="0">
                <a:latin typeface="Times New Roman"/>
                <a:cs typeface="Times New Roman"/>
              </a:rPr>
              <a:t>U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ca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x</a:t>
            </a:r>
            <a:r>
              <a:rPr lang="en-US" sz="2400" spc="-15" dirty="0">
                <a:latin typeface="Times New Roman"/>
                <a:cs typeface="Times New Roman"/>
              </a:rPr>
              <a:t>ec</a:t>
            </a:r>
            <a:r>
              <a:rPr lang="en-US" sz="2400" spc="-10" dirty="0">
                <a:latin typeface="Times New Roman"/>
                <a:cs typeface="Times New Roman"/>
              </a:rPr>
              <a:t>u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these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sp</a:t>
            </a:r>
            <a:r>
              <a:rPr lang="en-US" sz="2400" spc="5" dirty="0">
                <a:latin typeface="Times New Roman"/>
                <a:cs typeface="Times New Roman"/>
              </a:rPr>
              <a:t>e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ific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instru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lang="en-US" sz="2400" spc="5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ons.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spc="-5" dirty="0">
                <a:latin typeface="Times New Roman"/>
                <a:cs typeface="Times New Roman"/>
              </a:rPr>
              <a:t>nte</a:t>
            </a:r>
            <a:r>
              <a:rPr lang="en-US" sz="2400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r</a:t>
            </a:r>
            <a:r>
              <a:rPr lang="en-US" sz="2400" spc="-5" dirty="0">
                <a:latin typeface="Times New Roman"/>
                <a:cs typeface="Times New Roman"/>
              </a:rPr>
              <a:t>upts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play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v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dirty="0">
                <a:latin typeface="Times New Roman"/>
                <a:cs typeface="Times New Roman"/>
              </a:rPr>
              <a:t>y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import</a:t>
            </a:r>
            <a:r>
              <a:rPr lang="en-US" sz="2400" spc="-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nt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</a:t>
            </a:r>
            <a:r>
              <a:rPr lang="en-US" sz="2400" spc="2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rt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 </a:t>
            </a:r>
            <a:r>
              <a:rPr lang="en-US" sz="2400" spc="-20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/O,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b</a:t>
            </a:r>
            <a:r>
              <a:rPr lang="en-US" sz="2400" spc="-15" dirty="0">
                <a:latin typeface="Times New Roman"/>
                <a:cs typeface="Times New Roman"/>
              </a:rPr>
              <a:t>eca</a:t>
            </a:r>
            <a:r>
              <a:rPr lang="en-US" sz="2400" dirty="0">
                <a:latin typeface="Times New Roman"/>
                <a:cs typeface="Times New Roman"/>
              </a:rPr>
              <a:t>u</a:t>
            </a:r>
            <a:r>
              <a:rPr lang="en-US" sz="2400" spc="10" dirty="0">
                <a:latin typeface="Times New Roman"/>
                <a:cs typeface="Times New Roman"/>
              </a:rPr>
              <a:t>s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they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f</a:t>
            </a:r>
            <a:r>
              <a:rPr lang="en-US" sz="2400" spc="-10" dirty="0">
                <a:latin typeface="Times New Roman"/>
                <a:cs typeface="Times New Roman"/>
              </a:rPr>
              <a:t>f</a:t>
            </a:r>
            <a:r>
              <a:rPr lang="en-US" sz="2400" spc="-5" dirty="0">
                <a:latin typeface="Times New Roman"/>
                <a:cs typeface="Times New Roman"/>
              </a:rPr>
              <a:t>ici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nt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w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y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noti</a:t>
            </a:r>
            <a:r>
              <a:rPr lang="en-US" sz="2400" dirty="0">
                <a:latin typeface="Times New Roman"/>
                <a:cs typeface="Times New Roman"/>
              </a:rPr>
              <a:t>fy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PU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input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or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out</a:t>
            </a:r>
            <a:r>
              <a:rPr lang="en-US" sz="2400" spc="-20" dirty="0">
                <a:latin typeface="Times New Roman"/>
                <a:cs typeface="Times New Roman"/>
              </a:rPr>
              <a:t>p</a:t>
            </a:r>
            <a:r>
              <a:rPr lang="en-US" sz="2400" spc="-5" dirty="0">
                <a:latin typeface="Times New Roman"/>
                <a:cs typeface="Times New Roman"/>
              </a:rPr>
              <a:t>ut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is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v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il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ble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for us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. </a:t>
            </a:r>
            <a:r>
              <a:rPr lang="en-US" sz="2400" spc="-20" dirty="0">
                <a:latin typeface="Times New Roman"/>
                <a:cs typeface="Times New Roman"/>
              </a:rPr>
              <a:t>W</a:t>
            </a:r>
            <a:r>
              <a:rPr lang="en-US" sz="2400" spc="-10" dirty="0">
                <a:latin typeface="Times New Roman"/>
                <a:cs typeface="Times New Roman"/>
              </a:rPr>
              <a:t>e will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xpl</a:t>
            </a:r>
            <a:r>
              <a:rPr lang="en-US" sz="2400" dirty="0">
                <a:latin typeface="Times New Roman"/>
                <a:cs typeface="Times New Roman"/>
              </a:rPr>
              <a:t>o</a:t>
            </a:r>
            <a:r>
              <a:rPr lang="en-US" sz="2400" spc="-5" dirty="0">
                <a:latin typeface="Times New Roman"/>
                <a:cs typeface="Times New Roman"/>
              </a:rPr>
              <a:t>re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these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</a:t>
            </a:r>
            <a:r>
              <a:rPr lang="en-US" sz="2400" dirty="0">
                <a:latin typeface="Times New Roman"/>
                <a:cs typeface="Times New Roman"/>
              </a:rPr>
              <a:t>/O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thods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 det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il</a:t>
            </a:r>
            <a:r>
              <a:rPr lang="en-US" sz="2400" dirty="0">
                <a:latin typeface="Times New Roman"/>
                <a:cs typeface="Times New Roman"/>
              </a:rPr>
              <a:t> in </a:t>
            </a:r>
            <a:r>
              <a:rPr lang="en-US" sz="2400" spc="-5" dirty="0">
                <a:latin typeface="Times New Roman"/>
                <a:cs typeface="Times New Roman"/>
              </a:rPr>
              <a:t>lat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 </a:t>
            </a:r>
            <a:r>
              <a:rPr lang="en-US" sz="2400" spc="-20" dirty="0">
                <a:latin typeface="Times New Roman"/>
                <a:cs typeface="Times New Roman"/>
              </a:rPr>
              <a:t>c</a:t>
            </a:r>
            <a:r>
              <a:rPr lang="en-US" sz="2400" spc="-10" dirty="0">
                <a:latin typeface="Times New Roman"/>
                <a:cs typeface="Times New Roman"/>
              </a:rPr>
              <a:t>h</a:t>
            </a:r>
            <a:r>
              <a:rPr lang="en-US" sz="2400" spc="-15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p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rs.</a:t>
            </a:r>
          </a:p>
        </p:txBody>
      </p:sp>
    </p:spTree>
    <p:extLst>
      <p:ext uri="{BB962C8B-B14F-4D97-AF65-F5344CB8AC3E}">
        <p14:creationId xmlns:p14="http://schemas.microsoft.com/office/powerpoint/2010/main" val="3167033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84B61-7133-E2AE-5A6A-9D4E31C22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5C833A-ACB7-B074-A99E-CEA5C2CCA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19811B-2BCC-8F6D-5F1C-FDB5E70C9A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E81472F-AE30-32ED-D410-6D6DF04F066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008349-4C0C-8319-6EB6-52CD757073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961356" y="1768380"/>
            <a:ext cx="14782800" cy="65556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1" algn="just">
              <a:spcBef>
                <a:spcPts val="935"/>
              </a:spcBef>
            </a:pPr>
            <a:r>
              <a:rPr sz="2400" b="1" spc="-5" dirty="0">
                <a:latin typeface="Times New Roman"/>
                <a:cs typeface="Times New Roman"/>
              </a:rPr>
              <a:t>R</a:t>
            </a:r>
            <a:r>
              <a:rPr sz="2400" b="1" spc="-10" dirty="0">
                <a:latin typeface="Times New Roman"/>
                <a:cs typeface="Times New Roman"/>
              </a:rPr>
              <a:t>e</a:t>
            </a:r>
            <a:r>
              <a:rPr sz="2400" b="1" spc="-5" dirty="0">
                <a:latin typeface="Times New Roman"/>
                <a:cs typeface="Times New Roman"/>
              </a:rPr>
              <a:t>fe</a:t>
            </a:r>
            <a:r>
              <a:rPr sz="2400" b="1" spc="-15" dirty="0">
                <a:latin typeface="Times New Roman"/>
                <a:cs typeface="Times New Roman"/>
              </a:rPr>
              <a:t>re</a:t>
            </a: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b="1" spc="-15" dirty="0">
                <a:latin typeface="Times New Roman"/>
                <a:cs typeface="Times New Roman"/>
              </a:rPr>
              <a:t>ce</a:t>
            </a:r>
            <a:r>
              <a:rPr sz="2400" b="1" dirty="0">
                <a:latin typeface="Times New Roman"/>
                <a:cs typeface="Times New Roman"/>
              </a:rPr>
              <a:t>s</a:t>
            </a:r>
            <a:endParaRPr sz="2400" dirty="0">
              <a:latin typeface="Times New Roman"/>
              <a:cs typeface="Times New Roman"/>
            </a:endParaRPr>
          </a:p>
          <a:p>
            <a:pPr marL="12701" algn="just">
              <a:spcBef>
                <a:spcPts val="865"/>
              </a:spcBef>
            </a:pPr>
            <a:r>
              <a:rPr sz="2400" b="1" spc="-10" dirty="0">
                <a:latin typeface="Times New Roman"/>
                <a:cs typeface="Times New Roman"/>
              </a:rPr>
              <a:t>R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5" dirty="0">
                <a:latin typeface="Times New Roman"/>
                <a:cs typeface="Times New Roman"/>
              </a:rPr>
              <a:t>f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10" dirty="0">
                <a:latin typeface="Times New Roman"/>
                <a:cs typeface="Times New Roman"/>
              </a:rPr>
              <a:t>r</a:t>
            </a:r>
            <a:r>
              <a:rPr sz="2400" b="1" dirty="0">
                <a:latin typeface="Times New Roman"/>
                <a:cs typeface="Times New Roman"/>
              </a:rPr>
              <a:t>ence </a:t>
            </a:r>
            <a:r>
              <a:rPr sz="2400" b="1" spc="-5" dirty="0">
                <a:latin typeface="Times New Roman"/>
                <a:cs typeface="Times New Roman"/>
              </a:rPr>
              <a:t>B</a:t>
            </a:r>
            <a:r>
              <a:rPr sz="2400" b="1" dirty="0">
                <a:latin typeface="Times New Roman"/>
                <a:cs typeface="Times New Roman"/>
              </a:rPr>
              <a:t>oo</a:t>
            </a:r>
            <a:r>
              <a:rPr sz="2400" b="1" spc="-15" dirty="0">
                <a:latin typeface="Times New Roman"/>
                <a:cs typeface="Times New Roman"/>
              </a:rPr>
              <a:t>k</a:t>
            </a:r>
            <a:r>
              <a:rPr sz="2400" b="1" spc="-5" dirty="0">
                <a:latin typeface="Times New Roman"/>
                <a:cs typeface="Times New Roman"/>
              </a:rPr>
              <a:t>s:</a:t>
            </a:r>
            <a:endParaRPr sz="2400" dirty="0">
              <a:latin typeface="Times New Roman"/>
              <a:cs typeface="Times New Roman"/>
            </a:endParaRPr>
          </a:p>
          <a:p>
            <a:pPr marL="469279" indent="-227972">
              <a:spcBef>
                <a:spcPts val="840"/>
              </a:spcBef>
              <a:buFont typeface="Times New Roman"/>
              <a:buChar char="●"/>
              <a:tabLst>
                <a:tab pos="469914" algn="l"/>
              </a:tabLst>
            </a:pPr>
            <a:r>
              <a:rPr sz="2400" spc="-5" dirty="0">
                <a:latin typeface="Times New Roman"/>
                <a:cs typeface="Times New Roman"/>
              </a:rPr>
              <a:t>J.P</a:t>
            </a:r>
            <a:r>
              <a:rPr sz="2400" dirty="0">
                <a:latin typeface="Times New Roman"/>
                <a:cs typeface="Times New Roman"/>
              </a:rPr>
              <a:t>. </a:t>
            </a:r>
            <a:r>
              <a:rPr sz="2400" spc="-5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aye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mp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ter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hi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ec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ure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O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ga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iz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ti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spc="5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”</a:t>
            </a:r>
            <a:r>
              <a:rPr sz="2400" dirty="0">
                <a:latin typeface="Times New Roman"/>
                <a:cs typeface="Times New Roman"/>
              </a:rPr>
              <a:t>, Thi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ti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n.</a:t>
            </a:r>
          </a:p>
          <a:p>
            <a:pPr marL="469279" indent="-227972">
              <a:spcBef>
                <a:spcPts val="840"/>
              </a:spcBef>
              <a:buFont typeface="Times New Roman"/>
              <a:buChar char="●"/>
              <a:tabLst>
                <a:tab pos="469914" algn="l"/>
              </a:tabLst>
            </a:pP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ano,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M.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mp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 </a:t>
            </a:r>
            <a:r>
              <a:rPr sz="2400" spc="-5" dirty="0">
                <a:latin typeface="Times New Roman"/>
                <a:cs typeface="Times New Roman"/>
              </a:rPr>
              <a:t>Sy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</a:t>
            </a:r>
            <a:r>
              <a:rPr sz="2400" dirty="0">
                <a:latin typeface="Times New Roman"/>
                <a:cs typeface="Times New Roman"/>
              </a:rPr>
              <a:t>ch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”, 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rd E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ion, 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re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ti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 </a:t>
            </a:r>
            <a:r>
              <a:rPr sz="2400" spc="-5" dirty="0">
                <a:latin typeface="Times New Roman"/>
                <a:cs typeface="Times New Roman"/>
              </a:rPr>
              <a:t>Ha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l.</a:t>
            </a:r>
          </a:p>
          <a:p>
            <a:pPr marL="469279" indent="-227972">
              <a:spcBef>
                <a:spcPts val="855"/>
              </a:spcBef>
              <a:buFont typeface="Times New Roman"/>
              <a:buChar char="●"/>
              <a:tabLst>
                <a:tab pos="469914" algn="l"/>
              </a:tabLst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ngs,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W.,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mp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 </a:t>
            </a:r>
            <a:r>
              <a:rPr sz="2400" spc="-2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rga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iz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ti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n and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rc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ec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”, Ei</a:t>
            </a:r>
            <a:r>
              <a:rPr sz="2400" spc="-10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hth 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tio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Pe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so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Educa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ion.</a:t>
            </a:r>
          </a:p>
          <a:p>
            <a:pPr marL="12701" algn="just">
              <a:spcBef>
                <a:spcPts val="840"/>
              </a:spcBef>
            </a:pPr>
            <a:endParaRPr lang="en-US" sz="2400" b="1" spc="-5" dirty="0">
              <a:latin typeface="Times New Roman"/>
              <a:cs typeface="Times New Roman"/>
            </a:endParaRPr>
          </a:p>
          <a:p>
            <a:pPr marL="12701" algn="just">
              <a:spcBef>
                <a:spcPts val="840"/>
              </a:spcBef>
            </a:pPr>
            <a:r>
              <a:rPr sz="2400" b="1" spc="-5" dirty="0">
                <a:latin typeface="Times New Roman"/>
                <a:cs typeface="Times New Roman"/>
              </a:rPr>
              <a:t>T</a:t>
            </a:r>
            <a:r>
              <a:rPr sz="2400" b="1" dirty="0">
                <a:latin typeface="Times New Roman"/>
                <a:cs typeface="Times New Roman"/>
              </a:rPr>
              <a:t>ext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</a:t>
            </a:r>
            <a:r>
              <a:rPr sz="2400" b="1" dirty="0">
                <a:latin typeface="Times New Roman"/>
                <a:cs typeface="Times New Roman"/>
              </a:rPr>
              <a:t>ook</a:t>
            </a:r>
            <a:r>
              <a:rPr sz="2400" b="1" spc="-15" dirty="0">
                <a:latin typeface="Times New Roman"/>
                <a:cs typeface="Times New Roman"/>
              </a:rPr>
              <a:t>s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469279" marR="5080" indent="-227972">
              <a:spcBef>
                <a:spcPts val="815"/>
              </a:spcBef>
              <a:buFont typeface="Times New Roman"/>
              <a:buChar char="●"/>
              <a:tabLst>
                <a:tab pos="469914" algn="l"/>
              </a:tabLst>
            </a:pP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pi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li 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J.D</a:t>
            </a:r>
            <a:r>
              <a:rPr sz="2400" dirty="0">
                <a:latin typeface="Times New Roman"/>
                <a:cs typeface="Times New Roman"/>
              </a:rPr>
              <a:t>,” 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om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ut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 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ms 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rga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z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 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rch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”, 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rth 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ti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n, 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ddi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on We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ley.</a:t>
            </a:r>
          </a:p>
          <a:p>
            <a:pPr marL="469279" indent="-227972">
              <a:spcBef>
                <a:spcPts val="850"/>
              </a:spcBef>
              <a:buFont typeface="Times New Roman"/>
              <a:buChar char="●"/>
              <a:tabLst>
                <a:tab pos="469914" algn="l"/>
              </a:tabLst>
            </a:pPr>
            <a:r>
              <a:rPr sz="2400" spc="-5" dirty="0">
                <a:latin typeface="Times New Roman"/>
                <a:cs typeface="Times New Roman"/>
              </a:rPr>
              <a:t>Pa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on 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d 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enn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sy,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omp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ter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rc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tur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”, </a:t>
            </a:r>
            <a:r>
              <a:rPr sz="2400" spc="-5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 Edi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rgaon </a:t>
            </a:r>
            <a:r>
              <a:rPr sz="2400" spc="-20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au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an.</a:t>
            </a:r>
          </a:p>
          <a:p>
            <a:pPr marL="12701" algn="just">
              <a:spcBef>
                <a:spcPts val="840"/>
              </a:spcBef>
            </a:pPr>
            <a:endParaRPr lang="en-US" sz="2400" b="1" spc="-10" dirty="0">
              <a:latin typeface="Times New Roman"/>
              <a:cs typeface="Times New Roman"/>
            </a:endParaRPr>
          </a:p>
          <a:p>
            <a:pPr marL="12701" algn="just">
              <a:spcBef>
                <a:spcPts val="840"/>
              </a:spcBef>
            </a:pPr>
            <a:r>
              <a:rPr sz="2400" b="1" spc="-10" dirty="0">
                <a:latin typeface="Times New Roman"/>
                <a:cs typeface="Times New Roman"/>
              </a:rPr>
              <a:t>R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5" dirty="0">
                <a:latin typeface="Times New Roman"/>
                <a:cs typeface="Times New Roman"/>
              </a:rPr>
              <a:t>f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10" dirty="0">
                <a:latin typeface="Times New Roman"/>
                <a:cs typeface="Times New Roman"/>
              </a:rPr>
              <a:t>r</a:t>
            </a:r>
            <a:r>
              <a:rPr sz="2400" b="1" dirty="0">
                <a:latin typeface="Times New Roman"/>
                <a:cs typeface="Times New Roman"/>
              </a:rPr>
              <a:t>ence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L</a:t>
            </a:r>
            <a:r>
              <a:rPr sz="2400" b="1" dirty="0">
                <a:latin typeface="Times New Roman"/>
                <a:cs typeface="Times New Roman"/>
              </a:rPr>
              <a:t>i</a:t>
            </a:r>
            <a:r>
              <a:rPr sz="2400" b="1" spc="-5" dirty="0">
                <a:latin typeface="Times New Roman"/>
                <a:cs typeface="Times New Roman"/>
              </a:rPr>
              <a:t>nks:</a:t>
            </a:r>
            <a:endParaRPr sz="2400" dirty="0">
              <a:latin typeface="Times New Roman"/>
              <a:cs typeface="Times New Roman"/>
            </a:endParaRPr>
          </a:p>
          <a:p>
            <a:pPr marL="469279" indent="-227972">
              <a:spcBef>
                <a:spcPts val="850"/>
              </a:spcBef>
              <a:buFont typeface="Times New Roman"/>
              <a:buChar char="●"/>
              <a:tabLst>
                <a:tab pos="469914" algn="l"/>
              </a:tabLst>
            </a:pP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htt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</a:rPr>
              <a:t>p</a:t>
            </a:r>
            <a:r>
              <a:rPr sz="2400" u="sng" spc="-5" dirty="0">
                <a:solidFill>
                  <a:srgbClr val="0070C0"/>
                </a:solidFill>
                <a:latin typeface="Times New Roman"/>
                <a:cs typeface="Times New Roman"/>
              </a:rPr>
              <a:t>s: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//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</a:rPr>
              <a:t>y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out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</a:rPr>
              <a:t>u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.b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</a:rPr>
              <a:t>e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/c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</a:rPr>
              <a:t>IHDV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0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</a:rPr>
              <a:t>HG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H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</a:rPr>
              <a:t>-Y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?si=2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</a:rPr>
              <a:t>f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mh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</a:rPr>
              <a:t>N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L5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</a:rPr>
              <a:t>K</a:t>
            </a:r>
            <a:r>
              <a:rPr sz="2400" u="sng" spc="-5" dirty="0">
                <a:solidFill>
                  <a:srgbClr val="0070C0"/>
                </a:solidFill>
                <a:latin typeface="Times New Roman"/>
                <a:cs typeface="Times New Roman"/>
              </a:rPr>
              <a:t>R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j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</a:rPr>
              <a:t>M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</a:rPr>
              <a:t>G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</a:rPr>
              <a:t>Tjpi</a:t>
            </a:r>
            <a:endParaRPr sz="24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469279" indent="-227972">
              <a:spcBef>
                <a:spcPts val="840"/>
              </a:spcBef>
              <a:buFont typeface="Times New Roman"/>
              <a:buChar char="●"/>
              <a:tabLst>
                <a:tab pos="469914" algn="l"/>
              </a:tabLst>
            </a:pP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sz="2400" u="sng" spc="-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s: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//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.b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/4u5sU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r>
              <a:rPr sz="2400" u="sng" spc="-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g?si=B</a:t>
            </a:r>
            <a:r>
              <a:rPr sz="2400" u="sng" spc="-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0b</a:t>
            </a:r>
            <a:r>
              <a:rPr sz="2400" u="sng" spc="-20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sz="2400" u="sng" spc="-10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</a:t>
            </a:r>
            <a:r>
              <a:rPr sz="2400" u="sng" spc="-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PyapE</a:t>
            </a:r>
            <a:r>
              <a:rPr sz="2400" u="sng" spc="-20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</a:t>
            </a:r>
            <a:r>
              <a:rPr sz="2400" u="sng" spc="-15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</a:t>
            </a:r>
            <a:r>
              <a:rPr sz="2400" u="sng" dirty="0">
                <a:solidFill>
                  <a:srgbClr val="0070C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</a:t>
            </a:r>
            <a:endParaRPr lang="en-US" sz="2400" u="sng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469279" indent="-227972">
              <a:spcBef>
                <a:spcPts val="840"/>
              </a:spcBef>
              <a:buFont typeface="Times New Roman"/>
              <a:buChar char="●"/>
              <a:tabLst>
                <a:tab pos="469914" algn="l"/>
              </a:tabLst>
            </a:pPr>
            <a:r>
              <a:rPr lang="en-US" sz="2400" dirty="0">
                <a:solidFill>
                  <a:srgbClr val="0070C0"/>
                </a:solidFill>
                <a:latin typeface="Times New Roman"/>
                <a:cs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https://www.youtube.com/watch?v=oAneKttKjtA&amp;list=PL5Rc9H5eTGY6MHqCKAarxhxqT7nipKgun</a:t>
            </a:r>
            <a:endParaRPr lang="en-US" sz="2400" u="sng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3550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</TotalTime>
  <Words>1691</Words>
  <Application>Microsoft Office PowerPoint</Application>
  <PresentationFormat>Custom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4</cp:revision>
  <dcterms:created xsi:type="dcterms:W3CDTF">2024-12-20T10:46:12Z</dcterms:created>
  <dcterms:modified xsi:type="dcterms:W3CDTF">2024-12-23T06:38:44Z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