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0"/>
  </p:notesMasterIdLst>
  <p:sldIdLst>
    <p:sldId id="265" r:id="rId2"/>
    <p:sldId id="421" r:id="rId3"/>
    <p:sldId id="425" r:id="rId4"/>
    <p:sldId id="426" r:id="rId5"/>
    <p:sldId id="422" r:id="rId6"/>
    <p:sldId id="423" r:id="rId7"/>
    <p:sldId id="429" r:id="rId8"/>
    <p:sldId id="430" r:id="rId9"/>
    <p:sldId id="431" r:id="rId10"/>
    <p:sldId id="432" r:id="rId11"/>
    <p:sldId id="424" r:id="rId12"/>
    <p:sldId id="433" r:id="rId13"/>
    <p:sldId id="434" r:id="rId14"/>
    <p:sldId id="435" r:id="rId15"/>
    <p:sldId id="436" r:id="rId16"/>
    <p:sldId id="437" r:id="rId17"/>
    <p:sldId id="427" r:id="rId18"/>
    <p:sldId id="438" r:id="rId19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325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475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82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412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0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54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9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9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92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30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052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upscfever.com/upsc-fever/en/gatecse/en-gatecse-chp166.html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slideshare.net/ishapadhy/memory-organization-7327707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cms.gcg11.ac.in/attachments/article/93/Memory%20Organization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dCn9eGN9Yv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12F8-2E2B-787C-0FE1-2FEC8637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85E45-D605-2EFA-1768-16B43647F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5C9A74-BED7-63E7-2B2A-CCF4ED6AA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EE0D31-01BC-5D74-E2F3-71105B8E53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09D18-9AC2-8A20-151B-3BA1B2762B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698" y="819150"/>
            <a:ext cx="7292101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228460" algn="ctr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ORY</a:t>
            </a:r>
            <a:r>
              <a:rPr sz="1700" b="1" spc="-2" dirty="0">
                <a:latin typeface="Times New Roman"/>
                <a:cs typeface="Times New Roman"/>
              </a:rPr>
              <a:t> SU</a:t>
            </a:r>
            <a:r>
              <a:rPr sz="1700" b="1" dirty="0">
                <a:latin typeface="Times New Roman"/>
                <a:cs typeface="Times New Roman"/>
              </a:rPr>
              <a:t>BS</a:t>
            </a:r>
            <a:r>
              <a:rPr sz="1700" b="1" spc="-2" dirty="0">
                <a:latin typeface="Times New Roman"/>
                <a:cs typeface="Times New Roman"/>
              </a:rPr>
              <a:t>YS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ORGANIZAT</a:t>
            </a:r>
            <a:r>
              <a:rPr sz="1700" b="1" spc="-2" dirty="0">
                <a:latin typeface="Times New Roman"/>
                <a:cs typeface="Times New Roman"/>
              </a:rPr>
              <a:t>ION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 marR="1228460"/>
            <a:endParaRPr sz="1700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group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14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endParaRPr lang="en-US" sz="1700" spc="-7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omponents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length.</a:t>
            </a:r>
            <a:endParaRPr lang="en-US" sz="1700" spc="-14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</a:t>
            </a:r>
            <a:r>
              <a:rPr sz="1700" dirty="0">
                <a:latin typeface="Times New Roman"/>
                <a:cs typeface="Times New Roman"/>
              </a:rPr>
              <a:t>ory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 fix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individual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hip.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 size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noted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nu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numb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le,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12" dirty="0">
                <a:latin typeface="Times New Roman"/>
                <a:cs typeface="Times New Roman"/>
              </a:rPr>
              <a:t>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512</a:t>
            </a:r>
            <a:r>
              <a:rPr sz="1700" spc="-7" dirty="0">
                <a:latin typeface="Times New Roman"/>
                <a:cs typeface="Times New Roman"/>
              </a:rPr>
              <a:t>×</a:t>
            </a:r>
            <a:r>
              <a:rPr sz="1700" dirty="0">
                <a:latin typeface="Times New Roman"/>
                <a:cs typeface="Times New Roman"/>
              </a:rPr>
              <a:t>8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512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ight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bits.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3054" indent="-285750" algn="just">
              <a:spcBef>
                <a:spcPts val="387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hoose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1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14" dirty="0">
                <a:latin typeface="Times New Roman"/>
                <a:cs typeface="Times New Roman"/>
              </a:rPr>
              <a:t>2</a:t>
            </a:r>
            <a:r>
              <a:rPr sz="1700" baseline="3125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inputs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489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E429-CC12-BAEA-49BE-263D3040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57362B-627A-D9BF-2118-D4A527C5C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ED24A8-2774-2B33-1638-AD8E9BBAC5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ABD11BC-1C33-3A21-402A-3B1B30129DE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F4AC69-819A-5C79-710D-935063B441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7F64CC8-AB8D-3C29-C7A0-C2EF94FB4CD5}"/>
              </a:ext>
            </a:extLst>
          </p:cNvPr>
          <p:cNvSpPr txBox="1"/>
          <p:nvPr/>
        </p:nvSpPr>
        <p:spPr>
          <a:xfrm>
            <a:off x="1033695" y="1047750"/>
            <a:ext cx="7292101" cy="19851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228460" algn="ctr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ORY</a:t>
            </a:r>
            <a:r>
              <a:rPr sz="1700" b="1" spc="-2" dirty="0">
                <a:latin typeface="Times New Roman"/>
                <a:cs typeface="Times New Roman"/>
              </a:rPr>
              <a:t> SU</a:t>
            </a:r>
            <a:r>
              <a:rPr sz="1700" b="1" dirty="0">
                <a:latin typeface="Times New Roman"/>
                <a:cs typeface="Times New Roman"/>
              </a:rPr>
              <a:t>BS</a:t>
            </a:r>
            <a:r>
              <a:rPr sz="1700" b="1" spc="-2" dirty="0">
                <a:latin typeface="Times New Roman"/>
                <a:cs typeface="Times New Roman"/>
              </a:rPr>
              <a:t>YS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M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ORGANIZAT</a:t>
            </a:r>
            <a:r>
              <a:rPr sz="1700" b="1" spc="-2" dirty="0">
                <a:latin typeface="Times New Roman"/>
                <a:cs typeface="Times New Roman"/>
              </a:rPr>
              <a:t>ION</a:t>
            </a:r>
            <a:endParaRPr sz="1700" dirty="0">
              <a:latin typeface="Times New Roman"/>
              <a:cs typeface="Times New Roman"/>
            </a:endParaRPr>
          </a:p>
          <a:p>
            <a:pPr marL="6109" marR="3971" algn="just">
              <a:spcBef>
                <a:spcPts val="378"/>
              </a:spcBef>
            </a:pPr>
            <a:endParaRPr lang="en-US" sz="1700" spc="-7" dirty="0">
              <a:latin typeface="Times New Roman"/>
              <a:cs typeface="Times New Roman"/>
            </a:endParaRPr>
          </a:p>
          <a:p>
            <a:pPr marL="291859" marR="3971" indent="-285750" algn="just">
              <a:spcBef>
                <a:spcPts val="378"/>
              </a:spcBef>
              <a:buFont typeface="Arial" panose="020B0604020202020204" pitchFamily="34" charset="0"/>
              <a:buChar char="•"/>
            </a:pPr>
            <a:r>
              <a:rPr sz="1700" spc="-7" dirty="0">
                <a:latin typeface="Times New Roman"/>
                <a:cs typeface="Times New Roman"/>
              </a:rPr>
              <a:t>Vie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bla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box.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 tak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place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(M</a:t>
            </a:r>
            <a:r>
              <a:rPr sz="1700" spc="-5" dirty="0">
                <a:latin typeface="Times New Roman"/>
                <a:cs typeface="Times New Roman"/>
              </a:rPr>
              <a:t>emory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r)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MDR </a:t>
            </a:r>
            <a:r>
              <a:rPr sz="1700" dirty="0">
                <a:latin typeface="Times New Roman"/>
                <a:cs typeface="Times New Roman"/>
              </a:rPr>
              <a:t>(M</a:t>
            </a:r>
            <a:r>
              <a:rPr sz="1700" spc="-5" dirty="0">
                <a:latin typeface="Times New Roman"/>
                <a:cs typeface="Times New Roman"/>
              </a:rPr>
              <a:t>emory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91859" marR="4887" indent="-285750" algn="just">
              <a:spcBef>
                <a:spcPts val="380"/>
              </a:spcBef>
              <a:buFont typeface="Arial" panose="020B0604020202020204" pitchFamily="34" charset="0"/>
              <a:buChar char="•"/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MD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-bit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long,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2" dirty="0">
                <a:latin typeface="Times New Roman"/>
                <a:cs typeface="Times New Roman"/>
              </a:rPr>
              <a:t>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pla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bus.</a:t>
            </a:r>
          </a:p>
        </p:txBody>
      </p:sp>
    </p:spTree>
    <p:extLst>
      <p:ext uri="{BB962C8B-B14F-4D97-AF65-F5344CB8AC3E}">
        <p14:creationId xmlns:p14="http://schemas.microsoft.com/office/powerpoint/2010/main" val="128961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9527-9E34-9084-5DC1-1234651A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0A0DA8-C508-4B80-C029-77D3BDBF2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36AAA1-0AF6-5422-516D-6537FC4143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C9E332F-B551-2DD4-43E6-1D8ABBFDBD4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CFD755-87A3-41A3-69F3-40060786D1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B0926AE-A4AF-1D75-6BC9-D30BBBE73292}"/>
              </a:ext>
            </a:extLst>
          </p:cNvPr>
          <p:cNvSpPr txBox="1"/>
          <p:nvPr/>
        </p:nvSpPr>
        <p:spPr>
          <a:xfrm>
            <a:off x="1013698" y="819150"/>
            <a:ext cx="7292101" cy="3185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09"/>
              </a:spcBef>
            </a:pP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ORY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HIE</a:t>
            </a:r>
            <a:r>
              <a:rPr sz="1700" b="1" spc="-2" dirty="0">
                <a:latin typeface="Times New Roman"/>
                <a:cs typeface="Times New Roman"/>
              </a:rPr>
              <a:t>RAR</a:t>
            </a:r>
            <a:r>
              <a:rPr sz="1700" b="1" spc="2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HY</a:t>
            </a:r>
            <a:endParaRPr sz="1700" dirty="0">
              <a:latin typeface="Times New Roman"/>
              <a:cs typeface="Times New Roman"/>
            </a:endParaRPr>
          </a:p>
          <a:p>
            <a:pPr marL="6109" marR="5803">
              <a:spcBef>
                <a:spcPts val="385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91859" marR="5803" indent="-28575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hie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ities,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osts,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 times.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291859" marR="5803" indent="-28575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hold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most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us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291859" marR="5803" indent="-28575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-2" dirty="0">
                <a:latin typeface="Times New Roman"/>
                <a:cs typeface="Times New Roman"/>
              </a:rPr>
              <a:t>ies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CPU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as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subse</a:t>
            </a:r>
            <a:r>
              <a:rPr sz="1700" dirty="0">
                <a:latin typeface="Times New Roman"/>
                <a:cs typeface="Times New Roman"/>
              </a:rPr>
              <a:t>t 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latively slo</a:t>
            </a:r>
            <a:r>
              <a:rPr sz="1700" dirty="0">
                <a:latin typeface="Times New Roman"/>
                <a:cs typeface="Times New Roman"/>
              </a:rPr>
              <a:t>w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5803" indent="-28575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tego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ze</a:t>
            </a:r>
            <a:r>
              <a:rPr sz="1700" dirty="0">
                <a:latin typeface="Times New Roman"/>
                <a:cs typeface="Times New Roman"/>
              </a:rPr>
              <a:t>d i</a:t>
            </a:r>
            <a:r>
              <a:rPr sz="1700" spc="-5" dirty="0">
                <a:latin typeface="Times New Roman"/>
                <a:cs typeface="Times New Roman"/>
              </a:rPr>
              <a:t>nto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vol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no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vol</a:t>
            </a:r>
            <a:r>
              <a:rPr sz="1700" spc="-2" dirty="0">
                <a:latin typeface="Times New Roman"/>
                <a:cs typeface="Times New Roman"/>
              </a:rPr>
              <a:t>atile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rmer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ring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pow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maintain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291859" marR="5803" indent="-285750">
              <a:spcBef>
                <a:spcPts val="385"/>
              </a:spcBef>
              <a:buFont typeface="Arial" panose="020B0604020202020204" pitchFamily="34" charset="0"/>
              <a:buChar char="•"/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urth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typic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system</a:t>
            </a:r>
            <a:r>
              <a:rPr sz="1700" dirty="0">
                <a:latin typeface="Times New Roman"/>
                <a:cs typeface="Times New Roman"/>
              </a:rPr>
              <a:t> 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ovides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 of</a:t>
            </a:r>
            <a:r>
              <a:rPr sz="1700" spc="-2" dirty="0">
                <a:latin typeface="Times New Roman"/>
                <a:cs typeface="Times New Roman"/>
              </a:rPr>
              <a:t> 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for</a:t>
            </a:r>
            <a:r>
              <a:rPr sz="1700" spc="-5" dirty="0">
                <a:latin typeface="Times New Roman"/>
                <a:cs typeface="Times New Roman"/>
              </a:rPr>
              <a:t> 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7526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12F8-2E2B-787C-0FE1-2FEC8637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85E45-D605-2EFA-1768-16B43647F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5C9A74-BED7-63E7-2B2A-CCF4ED6AA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EE0D31-01BC-5D74-E2F3-71105B8E53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09D18-9AC2-8A20-151B-3BA1B2762B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3"/>
          <p:cNvSpPr txBox="1"/>
          <p:nvPr/>
        </p:nvSpPr>
        <p:spPr>
          <a:xfrm>
            <a:off x="3657600" y="4248150"/>
            <a:ext cx="14478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100" i="1" spc="-5" dirty="0">
                <a:latin typeface="Times New Roman"/>
                <a:cs typeface="Times New Roman"/>
              </a:rPr>
              <a:t>H</a:t>
            </a:r>
            <a:r>
              <a:rPr sz="1100" i="1" dirty="0">
                <a:latin typeface="Times New Roman"/>
                <a:cs typeface="Times New Roman"/>
              </a:rPr>
              <a:t>iera</a:t>
            </a:r>
            <a:r>
              <a:rPr sz="1100" i="1" spc="-7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chy </a:t>
            </a:r>
            <a:r>
              <a:rPr sz="1100" i="1" spc="-7" dirty="0">
                <a:latin typeface="Times New Roman"/>
                <a:cs typeface="Times New Roman"/>
              </a:rPr>
              <a:t>o</a:t>
            </a:r>
            <a:r>
              <a:rPr sz="1100" i="1" dirty="0">
                <a:latin typeface="Times New Roman"/>
                <a:cs typeface="Times New Roman"/>
              </a:rPr>
              <a:t>f</a:t>
            </a:r>
            <a:r>
              <a:rPr sz="1100" i="1" spc="-5" dirty="0">
                <a:latin typeface="Times New Roman"/>
                <a:cs typeface="Times New Roman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Memo</a:t>
            </a:r>
            <a:r>
              <a:rPr sz="1100" i="1" spc="-7" dirty="0">
                <a:latin typeface="Times New Roman"/>
                <a:cs typeface="Times New Roman"/>
              </a:rPr>
              <a:t>r</a:t>
            </a:r>
            <a:r>
              <a:rPr sz="1100" i="1" dirty="0">
                <a:latin typeface="Times New Roman"/>
                <a:cs typeface="Times New Roman"/>
              </a:rPr>
              <a:t>y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19200" y="1123950"/>
            <a:ext cx="3581400" cy="2667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5" name="object 3"/>
          <p:cNvSpPr/>
          <p:nvPr/>
        </p:nvSpPr>
        <p:spPr>
          <a:xfrm>
            <a:off x="4876800" y="1047750"/>
            <a:ext cx="3733800" cy="2743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287221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12F8-2E2B-787C-0FE1-2FEC8637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85E45-D605-2EFA-1768-16B43647F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5C9A74-BED7-63E7-2B2A-CCF4ED6AA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EE0D31-01BC-5D74-E2F3-71105B8E53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09D18-9AC2-8A20-151B-3BA1B2762B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1200150"/>
            <a:ext cx="7315200" cy="2246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Hiera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spc="-5" dirty="0">
                <a:latin typeface="Times New Roman"/>
                <a:cs typeface="Times New Roman"/>
              </a:rPr>
              <a:t>divided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into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typ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Ext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al</a:t>
            </a:r>
            <a:r>
              <a:rPr sz="1700" b="1" spc="-1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-14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ond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-7" dirty="0">
                <a:latin typeface="Times New Roman"/>
                <a:cs typeface="Times New Roman"/>
              </a:rPr>
              <a:t> 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5" dirty="0">
                <a:latin typeface="Times New Roman"/>
                <a:cs typeface="Times New Roman"/>
              </a:rPr>
              <a:t>y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onsist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" dirty="0">
                <a:latin typeface="Times New Roman"/>
                <a:cs typeface="Times New Roman"/>
              </a:rPr>
              <a:t> Ma</a:t>
            </a:r>
            <a:r>
              <a:rPr sz="1700" spc="-5" dirty="0">
                <a:latin typeface="Times New Roman"/>
                <a:cs typeface="Times New Roman"/>
              </a:rPr>
              <a:t>gn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Optic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-5" dirty="0">
                <a:latin typeface="Times New Roman"/>
                <a:cs typeface="Times New Roman"/>
              </a:rPr>
              <a:t>gn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i.e.</a:t>
            </a:r>
            <a:r>
              <a:rPr lang="en-US" sz="1700" spc="-2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cce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7" dirty="0">
                <a:latin typeface="Times New Roman"/>
                <a:cs typeface="Times New Roman"/>
              </a:rPr>
              <a:t>Modu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887" algn="just">
              <a:spcBef>
                <a:spcPts val="387"/>
              </a:spcBef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al</a:t>
            </a:r>
            <a:r>
              <a:rPr sz="1700" b="1" spc="5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5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or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rim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5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7" dirty="0">
                <a:latin typeface="Times New Roman"/>
                <a:cs typeface="Times New Roman"/>
              </a:rPr>
              <a:t>y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mory,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Main </a:t>
            </a:r>
            <a:r>
              <a:rPr sz="1700" spc="-7" dirty="0">
                <a:latin typeface="Times New Roman"/>
                <a:cs typeface="Times New Roman"/>
              </a:rPr>
              <a:t>Memory</a:t>
            </a:r>
            <a:r>
              <a:rPr sz="1700" spc="-2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cess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spc="-5" dirty="0">
                <a:latin typeface="Times New Roman"/>
                <a:cs typeface="Times New Roman"/>
              </a:rPr>
              <a:t>rec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 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7425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4000-2B91-2D42-A010-9E4295E8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454256-669C-28C1-1C49-A51EE6F7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FA1620-D21E-AF00-0F6E-C73F1CAA3C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E447A6B-9A70-3F9C-4DB4-0FD2EB77581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E6E26-0BBA-FB3D-55D3-73E554F728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561F143-2DBE-81D8-A645-AE0730997299}"/>
              </a:ext>
            </a:extLst>
          </p:cNvPr>
          <p:cNvSpPr txBox="1"/>
          <p:nvPr/>
        </p:nvSpPr>
        <p:spPr>
          <a:xfrm>
            <a:off x="914400" y="689684"/>
            <a:ext cx="4419600" cy="32932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409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 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includes the following: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79413" indent="-73304" algn="just">
              <a:spcBef>
                <a:spcPts val="404"/>
              </a:spcBef>
              <a:buFont typeface="Times New Roman"/>
              <a:buAutoNum type="arabicPeriod"/>
              <a:tabLst>
                <a:tab pos="79413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gist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5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usu</a:t>
            </a:r>
            <a:r>
              <a:rPr sz="1700" spc="-2" dirty="0">
                <a:latin typeface="Times New Roman"/>
                <a:cs typeface="Times New Roman"/>
              </a:rPr>
              <a:t>all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static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hold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64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128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major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make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acc</a:t>
            </a:r>
            <a:r>
              <a:rPr sz="1700" spc="-5" dirty="0">
                <a:latin typeface="Times New Roman"/>
                <a:cs typeface="Times New Roman"/>
              </a:rPr>
              <a:t>umul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prim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store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tus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dirty="0">
                <a:latin typeface="Times New Roman"/>
                <a:cs typeface="Times New Roman"/>
              </a:rPr>
              <a:t>ly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isi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making.</a:t>
            </a:r>
            <a:endParaRPr lang="en-US" sz="1700" spc="-5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F1B347-AA94-3934-6780-53971E1809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6886" y="1962150"/>
            <a:ext cx="3450590" cy="188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64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0A8E-4171-B046-D20E-FCAFC9AE3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A37320-0CC0-769A-8E54-1F562DCBE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ECCBB-99A6-58B6-3828-0A1123C23D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3B7D492-B618-B9BA-4C60-3F98FE4970E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7C48BE-082F-39E4-8E86-A3AC1766598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7A0C704-6A61-FA35-FF26-09FA9BBEAEDD}"/>
              </a:ext>
            </a:extLst>
          </p:cNvPr>
          <p:cNvSpPr txBox="1"/>
          <p:nvPr/>
        </p:nvSpPr>
        <p:spPr>
          <a:xfrm>
            <a:off x="972496" y="895350"/>
            <a:ext cx="3980504" cy="26673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413" indent="-73304" algn="just">
              <a:spcBef>
                <a:spcPts val="409"/>
              </a:spcBef>
              <a:buFont typeface="Times New Roman"/>
              <a:buAutoNum type="arabicPeriod" startAt="2"/>
              <a:tabLst>
                <a:tab pos="79413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basi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holds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hunk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We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ls.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mult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woul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2-lev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i</a:t>
            </a:r>
            <a:r>
              <a:rPr sz="1700" spc="-5" dirty="0">
                <a:latin typeface="Times New Roman"/>
                <a:cs typeface="Times New Roman"/>
              </a:rPr>
              <a:t>ndividu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2" dirty="0">
                <a:latin typeface="Times New Roman"/>
                <a:cs typeface="Times New Roman"/>
              </a:rPr>
              <a:t> sha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endParaRPr lang="en-US" sz="17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BF790C-0189-8542-3194-E11235C07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123950"/>
            <a:ext cx="3174693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5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77D7-1E78-9E17-F940-60FCAE39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DB4D2-2BAD-4DC7-B9F1-0664BFA45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BCD9FB-3209-84FC-E8EE-E58D15B625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DFE8E6A-B664-904F-E715-68A070B7F01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F7CA1C-BA2F-2EB3-A0A1-A3A25FE3823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457BDF0-B17C-DDCC-7DC4-A53DCF9F3ECE}"/>
              </a:ext>
            </a:extLst>
          </p:cNvPr>
          <p:cNvSpPr txBox="1"/>
          <p:nvPr/>
        </p:nvSpPr>
        <p:spPr>
          <a:xfrm>
            <a:off x="972496" y="895350"/>
            <a:ext cx="7315200" cy="16209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413" indent="-73304" algn="just">
              <a:spcBef>
                <a:spcPts val="409"/>
              </a:spcBef>
              <a:buFont typeface="Times New Roman"/>
              <a:buAutoNum type="arabicPeriod" startAt="3"/>
              <a:tabLst>
                <a:tab pos="79413" algn="l"/>
              </a:tabLst>
            </a:pPr>
            <a:r>
              <a:rPr lang="en-US" sz="1700" b="1" spc="-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ain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7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nothi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7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prim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stor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m. 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mory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throughout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1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is 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 of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8DEE0-2BCD-9162-12B2-E63B845C3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475" y="2631004"/>
            <a:ext cx="306705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5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6AF8-B43E-28F8-DC25-2CBA701F9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FB359-BE64-52DA-94E7-C00A4EBEE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93589A-3E50-B5ED-4422-0C6FB29257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F8C26F0-E573-2626-E543-07017C62D3D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BB25F6-8861-AE3A-75C5-873D247EC5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D9AD44D-6668-97BE-6EAB-A3BD87A11C7E}"/>
              </a:ext>
            </a:extLst>
          </p:cNvPr>
          <p:cNvSpPr txBox="1"/>
          <p:nvPr/>
        </p:nvSpPr>
        <p:spPr>
          <a:xfrm>
            <a:off x="972496" y="895350"/>
            <a:ext cx="3980504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413" indent="-73304" algn="just">
              <a:spcBef>
                <a:spcPts val="409"/>
              </a:spcBef>
              <a:buFont typeface="Times New Roman"/>
              <a:buAutoNum type="arabicPeriod" startAt="4"/>
              <a:tabLst>
                <a:tab pos="79413" algn="l"/>
              </a:tabLst>
            </a:pPr>
            <a:r>
              <a:rPr lang="en-US" sz="1700" b="1" spc="-1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agn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tic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Dis</a:t>
            </a:r>
            <a:r>
              <a:rPr sz="1700" b="1" spc="2" dirty="0">
                <a:latin typeface="Times New Roman"/>
                <a:cs typeface="Times New Roman"/>
              </a:rPr>
              <a:t>k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87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</a:t>
            </a:r>
            <a:r>
              <a:rPr sz="1700" spc="-2" dirty="0">
                <a:latin typeface="Times New Roman"/>
                <a:cs typeface="Times New Roman"/>
              </a:rPr>
              <a:t>netic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disks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ular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ast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5" dirty="0">
                <a:latin typeface="Times New Roman"/>
                <a:cs typeface="Times New Roman"/>
              </a:rPr>
              <a:t> 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l.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Tw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disks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stack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on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spin</a:t>
            </a:r>
            <a:r>
              <a:rPr sz="1700" spc="-2" dirty="0">
                <a:latin typeface="Times New Roman"/>
                <a:cs typeface="Times New Roman"/>
              </a:rPr>
              <a:t>dle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d/write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obtain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disks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jointly t</a:t>
            </a:r>
            <a:r>
              <a:rPr sz="1700" dirty="0">
                <a:latin typeface="Times New Roman"/>
                <a:cs typeface="Times New Roman"/>
              </a:rPr>
              <a:t>urn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</a:t>
            </a:r>
            <a:r>
              <a:rPr sz="1700" dirty="0">
                <a:latin typeface="Times New Roman"/>
                <a:cs typeface="Times New Roman"/>
              </a:rPr>
              <a:t>gh 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57B792-4C04-03B4-2E7C-7406C246A1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123950"/>
            <a:ext cx="3078995" cy="318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59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12F8-2E2B-787C-0FE1-2FEC8637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85E45-D605-2EFA-1768-16B43647F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5C9A74-BED7-63E7-2B2A-CCF4ED6AA4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EE0D31-01BC-5D74-E2F3-71105B8E53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D09D18-9AC2-8A20-151B-3BA1B2762B8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819150"/>
            <a:ext cx="7162800" cy="21441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latin typeface="Times New Roman"/>
                <a:cs typeface="Times New Roman"/>
              </a:rPr>
              <a:t>5.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agn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tic</a:t>
            </a:r>
            <a:r>
              <a:rPr sz="1700" b="1" spc="-5" dirty="0">
                <a:latin typeface="Times New Roman"/>
                <a:cs typeface="Times New Roman"/>
              </a:rPr>
              <a:t> T</a:t>
            </a:r>
            <a:r>
              <a:rPr sz="1700" b="1" dirty="0">
                <a:latin typeface="Times New Roman"/>
                <a:cs typeface="Times New Roman"/>
              </a:rPr>
              <a:t>ap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7"/>
              </a:spcBef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-5" dirty="0">
                <a:latin typeface="Times New Roman"/>
                <a:cs typeface="Times New Roman"/>
              </a:rPr>
              <a:t>gn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tape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ding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esigne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sl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rl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xtend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strip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film.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huge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hunks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strip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mount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mation.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nfo</a:t>
            </a:r>
            <a:r>
              <a:rPr sz="1700" spc="-5" dirty="0">
                <a:latin typeface="Times New Roman"/>
                <a:cs typeface="Times New Roman"/>
              </a:rPr>
              <a:t>rmation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unmount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tual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mory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woul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slo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strip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1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ke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 </a:t>
            </a:r>
            <a:r>
              <a:rPr sz="1700" spc="-5" dirty="0">
                <a:latin typeface="Times New Roman"/>
                <a:cs typeface="Times New Roman"/>
              </a:rPr>
              <a:t>minutes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us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strip.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2D929F-7304-FBD5-C430-1393D6CE06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0" y="2849350"/>
            <a:ext cx="2590800" cy="16537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B6CC7F0-C7A5-1718-F27D-1ADBF468E4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7406" y="2872049"/>
            <a:ext cx="2590800" cy="165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29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27BA5-BB41-EE97-A43A-63CE57070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EA0C07-68F4-9360-58DA-EA8B0F7F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7294B4-5E57-C4BC-AB6C-D5EA1A7CF6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20FEC13-391C-1C7B-CB07-F0D5C6FCDF6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C1A8AC-207A-F2C1-B81F-9420C4BB25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213416F1-183C-4419-4FB6-F708CFAA3627}"/>
              </a:ext>
            </a:extLst>
          </p:cNvPr>
          <p:cNvSpPr txBox="1"/>
          <p:nvPr/>
        </p:nvSpPr>
        <p:spPr>
          <a:xfrm>
            <a:off x="914400" y="819150"/>
            <a:ext cx="7467600" cy="31854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Chara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istics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Hi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hy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spc="-2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these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ara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istics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Hie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igure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85"/>
              </a:spcBef>
              <a:buFont typeface="Times New Roman"/>
              <a:buAutoNum type="arabicPeriod"/>
              <a:tabLst>
                <a:tab pos="75137" algn="l"/>
              </a:tabLst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85"/>
              </a:spcBef>
              <a:buFont typeface="Times New Roman"/>
              <a:buAutoNum type="arabicPeriod"/>
              <a:tabLst>
                <a:tab pos="75137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Capacity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volume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moving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top</a:t>
            </a:r>
            <a:r>
              <a:rPr sz="1700" spc="-2" dirty="0">
                <a:latin typeface="Times New Roman"/>
                <a:cs typeface="Times New Roman"/>
              </a:rPr>
              <a:t> 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bottom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Hier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85"/>
              </a:spcBef>
              <a:buFont typeface="Times New Roman"/>
              <a:buAutoNum type="arabicPeriod"/>
              <a:tabLst>
                <a:tab pos="75137" algn="l"/>
              </a:tabLst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78"/>
              </a:spcBef>
              <a:buFont typeface="Times New Roman"/>
              <a:buAutoNum type="arabicPeriod"/>
              <a:tabLst>
                <a:tab pos="77275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c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17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Ti</a:t>
            </a:r>
            <a:r>
              <a:rPr sz="1700" b="1" spc="-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1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rv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es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d/write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bilit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move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bottom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Hier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hy.</a:t>
            </a:r>
          </a:p>
        </p:txBody>
      </p:sp>
    </p:spTree>
    <p:extLst>
      <p:ext uri="{BB962C8B-B14F-4D97-AF65-F5344CB8AC3E}">
        <p14:creationId xmlns:p14="http://schemas.microsoft.com/office/powerpoint/2010/main" val="3920072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FD02-7394-4CCD-0A61-3C80F81D5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5F6874-F430-8274-2D4A-96BA38BF4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19C057-9ABF-8BA3-A0A6-29DFA9B5AE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37D76D0-B7ED-B9F9-1350-9C81946E7EF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F1315D-9E49-0F58-82E6-761084F8EC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91D0CD0-682B-794E-165A-866699263338}"/>
              </a:ext>
            </a:extLst>
          </p:cNvPr>
          <p:cNvSpPr txBox="1"/>
          <p:nvPr/>
        </p:nvSpPr>
        <p:spPr>
          <a:xfrm>
            <a:off x="914400" y="819150"/>
            <a:ext cx="7467600" cy="3606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Chara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istics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5" dirty="0">
                <a:latin typeface="Times New Roman"/>
                <a:cs typeface="Times New Roman"/>
              </a:rPr>
              <a:t>Hi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hy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380"/>
              </a:spcBef>
              <a:tabLst>
                <a:tab pos="102321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3.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rfo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: </a:t>
            </a:r>
            <a:r>
              <a:rPr sz="1700" b="1" spc="3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esigne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arli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withou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Hie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Main 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due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1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time.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ultim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tely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orma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thus,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dirty="0">
                <a:latin typeface="Times New Roman"/>
                <a:cs typeface="Times New Roman"/>
              </a:rPr>
              <a:t>ind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 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introdu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Hie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esign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12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orm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minimisi</a:t>
            </a:r>
            <a:r>
              <a:rPr sz="1700" dirty="0">
                <a:latin typeface="Times New Roman"/>
                <a:cs typeface="Times New Roman"/>
              </a:rPr>
              <a:t>ng how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hie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done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nipul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data.</a:t>
            </a:r>
            <a:endParaRPr sz="1700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87"/>
              </a:spcBef>
              <a:tabLst>
                <a:tab pos="86744" algn="l"/>
              </a:tabLst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3360" algn="just">
              <a:spcBef>
                <a:spcPts val="387"/>
              </a:spcBef>
              <a:tabLst>
                <a:tab pos="86744" algn="l"/>
              </a:tabLst>
            </a:pPr>
            <a:r>
              <a:rPr lang="en-US" sz="1700" b="1" spc="-2" dirty="0">
                <a:latin typeface="Times New Roman"/>
                <a:cs typeface="Times New Roman"/>
              </a:rPr>
              <a:t>4. </a:t>
            </a:r>
            <a:r>
              <a:rPr sz="1700" b="1" spc="-2" dirty="0">
                <a:latin typeface="Times New Roman"/>
                <a:cs typeface="Times New Roman"/>
              </a:rPr>
              <a:t>Cos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53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53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</a:t>
            </a:r>
            <a:r>
              <a:rPr sz="1700" spc="-7" dirty="0">
                <a:latin typeface="Times New Roman"/>
                <a:cs typeface="Times New Roman"/>
              </a:rPr>
              <a:t>rea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moves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bott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top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Hier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hy, </a:t>
            </a:r>
            <a:r>
              <a:rPr sz="1700" spc="-2" dirty="0">
                <a:latin typeface="Times New Roman"/>
                <a:cs typeface="Times New Roman"/>
              </a:rPr>
              <a:t>i.e.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Ext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Memor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ntern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ry.</a:t>
            </a:r>
          </a:p>
        </p:txBody>
      </p:sp>
    </p:spTree>
    <p:extLst>
      <p:ext uri="{BB962C8B-B14F-4D97-AF65-F5344CB8AC3E}">
        <p14:creationId xmlns:p14="http://schemas.microsoft.com/office/powerpoint/2010/main" val="3012901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4193-28B8-E00C-265B-C857FFD16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2F2ACE-1236-2E36-8C59-D59D9D2D2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746F91-F853-BFE5-A9C5-F009B93E29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DBA9921-5032-E77E-EDE0-C25619B5191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A56DD7-8F08-6332-A407-BE1FD1E49B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FA669B7-A14B-10D5-5AF6-F87A58913FAF}"/>
              </a:ext>
            </a:extLst>
          </p:cNvPr>
          <p:cNvSpPr txBox="1"/>
          <p:nvPr/>
        </p:nvSpPr>
        <p:spPr>
          <a:xfrm>
            <a:off x="914400" y="819150"/>
            <a:ext cx="7467600" cy="28982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Da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a 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ov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</a:t>
            </a:r>
            <a:endParaRPr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0"/>
              </a:spcBef>
            </a:pPr>
            <a:endParaRPr lang="en-US" sz="1700" spc="-1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0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must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Due 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vas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orms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seri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" dirty="0">
                <a:latin typeface="Times New Roman"/>
                <a:cs typeface="Times New Roman"/>
              </a:rPr>
              <a:t>sophis</a:t>
            </a:r>
            <a:r>
              <a:rPr sz="1700" spc="-2" dirty="0">
                <a:latin typeface="Times New Roman"/>
                <a:cs typeface="Times New Roman"/>
              </a:rPr>
              <a:t>tic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ps</a:t>
            </a:r>
            <a:r>
              <a:rPr sz="1700" spc="-2" dirty="0">
                <a:latin typeface="Times New Roman"/>
                <a:cs typeface="Times New Roman"/>
              </a:rPr>
              <a:t> (both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softw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).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3054" algn="just">
              <a:spcBef>
                <a:spcPts val="38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spc="-5" dirty="0">
                <a:latin typeface="Times New Roman"/>
                <a:cs typeface="Times New Roman"/>
              </a:rPr>
              <a:t>The 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2" dirty="0">
                <a:latin typeface="Times New Roman"/>
                <a:cs typeface="Times New Roman"/>
              </a:rPr>
              <a:t>(f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 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" dirty="0">
                <a:latin typeface="Times New Roman"/>
                <a:cs typeface="Times New Roman"/>
              </a:rPr>
              <a:t>vi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rsa)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on: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Contiguousn</a:t>
            </a:r>
            <a:r>
              <a:rPr sz="1700" spc="-2" dirty="0">
                <a:latin typeface="Times New Roman"/>
                <a:cs typeface="Times New Roman"/>
              </a:rPr>
              <a:t>es</a:t>
            </a:r>
            <a:r>
              <a:rPr sz="1700" dirty="0">
                <a:latin typeface="Times New Roman"/>
                <a:cs typeface="Times New Roman"/>
              </a:rPr>
              <a:t>s of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the disk</a:t>
            </a:r>
            <a:endParaRPr sz="1700" dirty="0">
              <a:latin typeface="Times New Roman"/>
              <a:cs typeface="Times New Roman"/>
            </a:endParaRPr>
          </a:p>
          <a:p>
            <a:pPr marL="225716" lvl="1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size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quest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8248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278C-E008-455B-68B9-57FEDE9F5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0FA4B-2BF1-0A8F-4766-BF9196F6E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108CED-259D-710D-4ADD-65BE8D5A34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9D02B91-3A99-69BE-875B-CC2963D057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442C8F-0371-8C1A-72E1-096D89BC43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81576E0-380C-A4F9-806E-EA32DD1DFED4}"/>
              </a:ext>
            </a:extLst>
          </p:cNvPr>
          <p:cNvSpPr txBox="1"/>
          <p:nvPr/>
        </p:nvSpPr>
        <p:spPr>
          <a:xfrm>
            <a:off x="914400" y="819150"/>
            <a:ext cx="7467600" cy="3867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Chara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istics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spc="-5" dirty="0">
                <a:latin typeface="Times New Roman"/>
                <a:cs typeface="Times New Roman"/>
              </a:rPr>
              <a:t>The following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risti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378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-2" dirty="0">
                <a:latin typeface="Times New Roman"/>
                <a:cs typeface="Times New Roman"/>
              </a:rPr>
              <a:t>ies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rs.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bytes,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sur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 w</a:t>
            </a:r>
            <a:r>
              <a:rPr sz="1700" dirty="0">
                <a:latin typeface="Times New Roman"/>
                <a:cs typeface="Times New Roman"/>
              </a:rPr>
              <a:t>ords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bytes.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length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dirty="0">
                <a:latin typeface="Times New Roman"/>
                <a:cs typeface="Times New Roman"/>
              </a:rPr>
              <a:t>8, 16, 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32 </a:t>
            </a:r>
            <a:r>
              <a:rPr sz="1700" spc="-2" dirty="0">
                <a:latin typeface="Times New Roman"/>
                <a:cs typeface="Times New Roman"/>
              </a:rPr>
              <a:t>bits.</a:t>
            </a:r>
            <a:endParaRPr sz="1700" dirty="0">
              <a:latin typeface="Times New Roman"/>
              <a:cs typeface="Times New Roman"/>
            </a:endParaRPr>
          </a:p>
          <a:p>
            <a:pPr marL="225716" marR="4582" algn="just"/>
            <a:r>
              <a:rPr sz="1700" spc="-7" dirty="0">
                <a:latin typeface="Times New Roman"/>
                <a:cs typeface="Times New Roman"/>
              </a:rPr>
              <a:t>Uni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ith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itten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vic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intern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mory,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usu</a:t>
            </a:r>
            <a:r>
              <a:rPr lang="en-US" sz="1700" spc="-2" dirty="0">
                <a:latin typeface="Times New Roman"/>
                <a:cs typeface="Times New Roman"/>
              </a:rPr>
              <a:t>all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qu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to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</a:t>
            </a:r>
            <a:r>
              <a:rPr lang="en-US" sz="1700" dirty="0">
                <a:latin typeface="Times New Roman"/>
                <a:cs typeface="Times New Roman"/>
              </a:rPr>
              <a:t>z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for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y,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gr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spc="-2" dirty="0">
                <a:latin typeface="Times New Roman"/>
                <a:cs typeface="Times New Roman"/>
              </a:rPr>
              <a:t>ter</a:t>
            </a:r>
            <a:r>
              <a:rPr lang="en-US" sz="1700" spc="-5" dirty="0">
                <a:latin typeface="Times New Roman"/>
                <a:cs typeface="Times New Roman"/>
              </a:rPr>
              <a:t> than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</a:p>
          <a:p>
            <a:pPr marL="225716" marR="4887" indent="-109651" algn="just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The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built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</a:t>
            </a:r>
            <a:r>
              <a:rPr lang="en-US" sz="1700" spc="-5" dirty="0">
                <a:latin typeface="Times New Roman"/>
                <a:cs typeface="Times New Roman"/>
              </a:rPr>
              <a:t>hin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pr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sent</a:t>
            </a:r>
            <a:r>
              <a:rPr lang="en-US" sz="1700" dirty="0">
                <a:latin typeface="Times New Roman"/>
                <a:cs typeface="Times New Roman"/>
              </a:rPr>
              <a:t> as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sto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vic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US</a:t>
            </a:r>
            <a:r>
              <a:rPr lang="en-US" sz="1700" dirty="0">
                <a:latin typeface="Times New Roman"/>
                <a:cs typeface="Times New Roman"/>
              </a:rPr>
              <a:t>B or </a:t>
            </a:r>
            <a:r>
              <a:rPr lang="en-US" sz="1700" spc="-2" dirty="0">
                <a:latin typeface="Times New Roman"/>
                <a:cs typeface="Times New Roman"/>
              </a:rPr>
              <a:t>disk.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27157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AFFC-DA1D-63D8-86FB-EFBD13AC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89C62-CBE9-9A85-4059-8C95112B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669E15-F2F1-C6B7-7B38-AF9E8EF738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97F5FC9-D6DB-88B9-399E-1EF71904A1B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D5924F-9821-ADB6-8592-8BACDBF74E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72DDF6B-19A6-307E-B9AC-03E80A453CEF}"/>
              </a:ext>
            </a:extLst>
          </p:cNvPr>
          <p:cNvSpPr txBox="1"/>
          <p:nvPr/>
        </p:nvSpPr>
        <p:spPr>
          <a:xfrm>
            <a:off x="914400" y="819150"/>
            <a:ext cx="7467600" cy="37087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Chara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istics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spc="-5" dirty="0">
                <a:latin typeface="Times New Roman"/>
                <a:cs typeface="Times New Roman"/>
              </a:rPr>
              <a:t>The following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risti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r:</a:t>
            </a:r>
            <a:endParaRPr lang="en-US" sz="1700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4887" indent="-109651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four 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methods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y, 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includi</a:t>
            </a:r>
            <a:r>
              <a:rPr lang="en-US" sz="1700" dirty="0">
                <a:latin typeface="Times New Roman"/>
                <a:cs typeface="Times New Roman"/>
              </a:rPr>
              <a:t>ng 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DMA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Associat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ve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 Method, </a:t>
            </a:r>
            <a:r>
              <a:rPr lang="en-US" sz="1700" spc="2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qu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Acces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" dirty="0">
                <a:latin typeface="Times New Roman"/>
                <a:cs typeface="Times New Roman"/>
              </a:rPr>
              <a:t>Method</a:t>
            </a:r>
            <a:r>
              <a:rPr lang="en-US" sz="1700" spc="-2" dirty="0">
                <a:latin typeface="Times New Roman"/>
                <a:cs typeface="Times New Roman"/>
              </a:rPr>
              <a:t>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ndom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Ac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thod.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387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physi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vior,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volatil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12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ble,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non</a:t>
            </a:r>
            <a:r>
              <a:rPr lang="en-US" sz="1700" spc="-2" dirty="0">
                <a:latin typeface="Times New Roman"/>
                <a:cs typeface="Times New Roman"/>
              </a:rPr>
              <a:t>-volatile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spc="5" dirty="0">
                <a:latin typeface="Times New Roman"/>
                <a:cs typeface="Times New Roman"/>
              </a:rPr>
              <a:t>y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5192" indent="-109651" algn="just">
              <a:spcBef>
                <a:spcPts val="375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nds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ac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time,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</a:t>
            </a:r>
            <a:r>
              <a:rPr lang="en-US" sz="1700" dirty="0">
                <a:latin typeface="Times New Roman"/>
                <a:cs typeface="Times New Roman"/>
              </a:rPr>
              <a:t>ory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nsf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tak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by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vic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ite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2" dirty="0">
                <a:latin typeface="Times New Roman"/>
                <a:cs typeface="Times New Roman"/>
              </a:rPr>
              <a:t>er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ons.</a:t>
            </a:r>
          </a:p>
          <a:p>
            <a:pPr marL="225716" marR="3665" indent="-109651">
              <a:spcBef>
                <a:spcPts val="380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acce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block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dditional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fo</a:t>
            </a:r>
            <a:r>
              <a:rPr lang="en-US" sz="1700" spc="-5" dirty="0">
                <a:latin typeface="Times New Roman"/>
                <a:cs typeface="Times New Roman"/>
              </a:rPr>
              <a:t>re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</a:t>
            </a:r>
            <a:r>
              <a:rPr lang="en-US" sz="170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rting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se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ond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50641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5229-67E8-6B6E-60DD-36F3F39B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767E3E-A8B3-C550-61FA-BB28EDED1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98FAF1-27FF-275C-C356-CDC0C30299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06429E9-D39A-4C3E-BAC0-FD12537770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8E0090-FDA9-78E2-BA0F-6E1D1CE19D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698" y="742950"/>
            <a:ext cx="7215901" cy="38882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438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8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438"/>
              </a:spcBef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2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4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7236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BA11-785B-8A49-1E25-D94E10C9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369389-21DA-DB1E-42FE-6A79551E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411FF7-520B-01FB-0970-E0E6F494B6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DF71807-1132-F58E-7AF5-6A9B2D9D005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4F6960-2769-02A4-4AA4-684CA53C42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19CE9CB-0C17-E237-D3B9-26DCBD5F1338}"/>
              </a:ext>
            </a:extLst>
          </p:cNvPr>
          <p:cNvSpPr txBox="1"/>
          <p:nvPr/>
        </p:nvSpPr>
        <p:spPr>
          <a:xfrm>
            <a:off x="964049" y="934430"/>
            <a:ext cx="7215901" cy="20877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>
              <a:spcBef>
                <a:spcPts val="404"/>
              </a:spcBef>
            </a:pPr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6"/>
              </a:rPr>
              <a:t>http://cms.g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g11.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ac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.in/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tt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ac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hments/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rti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le/93/M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e</a:t>
            </a:r>
            <a:r>
              <a:rPr sz="1700" dirty="0">
                <a:latin typeface="Times New Roman"/>
                <a:cs typeface="Times New Roman"/>
                <a:hlinkClick r:id="rId6"/>
              </a:rPr>
              <a:t>mory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%</a:t>
            </a:r>
            <a:r>
              <a:rPr sz="1700" dirty="0">
                <a:latin typeface="Times New Roman"/>
                <a:cs typeface="Times New Roman"/>
                <a:hlinkClick r:id="rId6"/>
              </a:rPr>
              <a:t>20O</a:t>
            </a:r>
            <a:r>
              <a:rPr sz="1700" spc="-5" dirty="0">
                <a:latin typeface="Times New Roman"/>
                <a:cs typeface="Times New Roman"/>
                <a:hlinkClick r:id="rId6"/>
              </a:rPr>
              <a:t>r</a:t>
            </a:r>
            <a:r>
              <a:rPr sz="1700" spc="5" dirty="0">
                <a:latin typeface="Times New Roman"/>
                <a:cs typeface="Times New Roman"/>
                <a:hlinkClick r:id="rId6"/>
              </a:rPr>
              <a:t>g</a:t>
            </a:r>
            <a:r>
              <a:rPr sz="1700" spc="-7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niz</a:t>
            </a:r>
            <a:r>
              <a:rPr sz="1700" spc="-10" dirty="0">
                <a:latin typeface="Times New Roman"/>
                <a:cs typeface="Times New Roman"/>
                <a:hlinkClick r:id="rId6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6"/>
              </a:rPr>
              <a:t>ti</a:t>
            </a:r>
            <a:r>
              <a:rPr sz="1700" dirty="0">
                <a:latin typeface="Times New Roman"/>
                <a:cs typeface="Times New Roman"/>
                <a:hlinkClick r:id="rId6"/>
              </a:rPr>
              <a:t>on.pdf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7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7"/>
              </a:rPr>
              <a:t>//ww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.sl</a:t>
            </a:r>
            <a:r>
              <a:rPr sz="1700" dirty="0">
                <a:latin typeface="Times New Roman"/>
                <a:cs typeface="Times New Roman"/>
                <a:hlinkClick r:id="rId7"/>
              </a:rPr>
              <a:t>i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d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shar</a:t>
            </a:r>
            <a:r>
              <a:rPr sz="1700" spc="-10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.n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t/ishap</a:t>
            </a:r>
            <a:r>
              <a:rPr sz="1700" spc="-10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dhy/m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e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mor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y-</a:t>
            </a:r>
            <a:r>
              <a:rPr sz="1700" dirty="0">
                <a:latin typeface="Times New Roman"/>
                <a:cs typeface="Times New Roman"/>
                <a:hlinkClick r:id="rId7"/>
              </a:rPr>
              <a:t>o</a:t>
            </a:r>
            <a:r>
              <a:rPr sz="1700" spc="2" dirty="0">
                <a:latin typeface="Times New Roman"/>
                <a:cs typeface="Times New Roman"/>
                <a:hlinkClick r:id="rId7"/>
              </a:rPr>
              <a:t>r</a:t>
            </a:r>
            <a:r>
              <a:rPr sz="1700" spc="-5" dirty="0">
                <a:latin typeface="Times New Roman"/>
                <a:cs typeface="Times New Roman"/>
                <a:hlinkClick r:id="rId7"/>
              </a:rPr>
              <a:t>g</a:t>
            </a:r>
            <a:r>
              <a:rPr sz="1700" spc="-7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niz</a:t>
            </a:r>
            <a:r>
              <a:rPr sz="1700" spc="-10" dirty="0">
                <a:latin typeface="Times New Roman"/>
                <a:cs typeface="Times New Roman"/>
                <a:hlinkClick r:id="rId7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ti</a:t>
            </a:r>
            <a:r>
              <a:rPr sz="1700" dirty="0">
                <a:latin typeface="Times New Roman"/>
                <a:cs typeface="Times New Roman"/>
                <a:hlinkClick r:id="rId7"/>
              </a:rPr>
              <a:t>o</a:t>
            </a:r>
            <a:r>
              <a:rPr sz="1700" spc="2" dirty="0">
                <a:latin typeface="Times New Roman"/>
                <a:cs typeface="Times New Roman"/>
                <a:hlinkClick r:id="rId7"/>
              </a:rPr>
              <a:t>n</a:t>
            </a:r>
            <a:r>
              <a:rPr sz="1700" spc="-2" dirty="0">
                <a:latin typeface="Times New Roman"/>
                <a:cs typeface="Times New Roman"/>
                <a:hlinkClick r:id="rId7"/>
              </a:rPr>
              <a:t>-</a:t>
            </a:r>
            <a:r>
              <a:rPr sz="1700" dirty="0">
                <a:latin typeface="Times New Roman"/>
                <a:cs typeface="Times New Roman"/>
                <a:hlinkClick r:id="rId7"/>
              </a:rPr>
              <a:t>73277070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8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8"/>
              </a:rPr>
              <a:t>/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/upsc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fe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v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r.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om/</a:t>
            </a:r>
            <a:r>
              <a:rPr sz="1700" dirty="0">
                <a:latin typeface="Times New Roman"/>
                <a:cs typeface="Times New Roman"/>
                <a:hlinkClick r:id="rId8"/>
              </a:rPr>
              <a:t>u</a:t>
            </a:r>
            <a:r>
              <a:rPr sz="1700" spc="5" dirty="0">
                <a:latin typeface="Times New Roman"/>
                <a:cs typeface="Times New Roman"/>
                <a:hlinkClick r:id="rId8"/>
              </a:rPr>
              <a:t>p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s</a:t>
            </a:r>
            <a:r>
              <a:rPr sz="1700" dirty="0">
                <a:latin typeface="Times New Roman"/>
                <a:cs typeface="Times New Roman"/>
                <a:hlinkClick r:id="rId8"/>
              </a:rPr>
              <a:t>c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-f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5" dirty="0">
                <a:latin typeface="Times New Roman"/>
                <a:cs typeface="Times New Roman"/>
                <a:hlinkClick r:id="rId8"/>
              </a:rPr>
              <a:t>v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r/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n/ga</a:t>
            </a:r>
            <a:r>
              <a:rPr sz="1700" dirty="0">
                <a:latin typeface="Times New Roman"/>
                <a:cs typeface="Times New Roman"/>
                <a:hlinkClick r:id="rId8"/>
              </a:rPr>
              <a:t>t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ec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se/e</a:t>
            </a:r>
            <a:r>
              <a:rPr sz="1700" dirty="0">
                <a:latin typeface="Times New Roman"/>
                <a:cs typeface="Times New Roman"/>
                <a:hlinkClick r:id="rId8"/>
              </a:rPr>
              <a:t>n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g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ate</a:t>
            </a:r>
            <a:r>
              <a:rPr sz="1700" spc="-10" dirty="0">
                <a:latin typeface="Times New Roman"/>
                <a:cs typeface="Times New Roman"/>
                <a:hlinkClick r:id="rId8"/>
              </a:rPr>
              <a:t>c</a:t>
            </a:r>
            <a:r>
              <a:rPr sz="1700" spc="-2" dirty="0">
                <a:latin typeface="Times New Roman"/>
                <a:cs typeface="Times New Roman"/>
                <a:hlinkClick r:id="rId8"/>
              </a:rPr>
              <a:t>s</a:t>
            </a:r>
            <a:r>
              <a:rPr sz="1700" dirty="0">
                <a:latin typeface="Times New Roman"/>
                <a:cs typeface="Times New Roman"/>
                <a:hlinkClick r:id="rId8"/>
              </a:rPr>
              <a:t>e</a:t>
            </a:r>
            <a:r>
              <a:rPr sz="1700" spc="2" dirty="0">
                <a:latin typeface="Times New Roman"/>
                <a:cs typeface="Times New Roman"/>
                <a:hlinkClick r:id="rId8"/>
              </a:rPr>
              <a:t>-</a:t>
            </a:r>
            <a:r>
              <a:rPr sz="1700" spc="-7" dirty="0">
                <a:latin typeface="Times New Roman"/>
                <a:cs typeface="Times New Roman"/>
                <a:hlinkClick r:id="rId8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8"/>
              </a:rPr>
              <a:t>hp166.html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>
              <a:spcBef>
                <a:spcPts val="404"/>
              </a:spcBef>
            </a:pPr>
            <a:r>
              <a:rPr sz="1700" b="1" spc="-2" dirty="0">
                <a:latin typeface="Times New Roman"/>
                <a:cs typeface="Times New Roman"/>
              </a:rPr>
              <a:t>Vi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o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  <a:hlinkClick r:id="rId9"/>
              </a:rPr>
              <a:t>https:</a:t>
            </a:r>
            <a:r>
              <a:rPr sz="1700" dirty="0">
                <a:latin typeface="Times New Roman"/>
                <a:cs typeface="Times New Roman"/>
                <a:hlinkClick r:id="rId9"/>
              </a:rPr>
              <a:t>//ww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w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.youtube.</a:t>
            </a:r>
            <a:r>
              <a:rPr sz="1700" spc="-10" dirty="0">
                <a:latin typeface="Times New Roman"/>
                <a:cs typeface="Times New Roman"/>
                <a:hlinkClick r:id="rId9"/>
              </a:rPr>
              <a:t>c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om/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w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a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tch</a:t>
            </a:r>
            <a:r>
              <a:rPr sz="1700" spc="-10" dirty="0">
                <a:latin typeface="Times New Roman"/>
                <a:cs typeface="Times New Roman"/>
                <a:hlinkClick r:id="rId9"/>
              </a:rPr>
              <a:t>?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v</a:t>
            </a:r>
            <a:r>
              <a:rPr sz="1700" spc="-7" dirty="0">
                <a:latin typeface="Times New Roman"/>
                <a:cs typeface="Times New Roman"/>
                <a:hlinkClick r:id="rId9"/>
              </a:rPr>
              <a:t>=</a:t>
            </a:r>
            <a:r>
              <a:rPr sz="1700" spc="-5" dirty="0">
                <a:latin typeface="Times New Roman"/>
                <a:cs typeface="Times New Roman"/>
                <a:hlinkClick r:id="rId9"/>
              </a:rPr>
              <a:t>dCn9</a:t>
            </a:r>
            <a:r>
              <a:rPr sz="1700" spc="-7" dirty="0">
                <a:latin typeface="Times New Roman"/>
                <a:cs typeface="Times New Roman"/>
                <a:hlinkClick r:id="rId9"/>
              </a:rPr>
              <a:t>e</a:t>
            </a:r>
            <a:r>
              <a:rPr sz="1700" spc="2" dirty="0">
                <a:latin typeface="Times New Roman"/>
                <a:cs typeface="Times New Roman"/>
                <a:hlinkClick r:id="rId9"/>
              </a:rPr>
              <a:t>G</a:t>
            </a:r>
            <a:r>
              <a:rPr sz="1700" spc="-2" dirty="0">
                <a:latin typeface="Times New Roman"/>
                <a:cs typeface="Times New Roman"/>
                <a:hlinkClick r:id="rId9"/>
              </a:rPr>
              <a:t>N9</a:t>
            </a:r>
            <a:r>
              <a:rPr sz="1700" spc="2" dirty="0">
                <a:latin typeface="Times New Roman"/>
                <a:cs typeface="Times New Roman"/>
                <a:hlinkClick r:id="rId9"/>
              </a:rPr>
              <a:t>Y</a:t>
            </a:r>
            <a:r>
              <a:rPr sz="1700" dirty="0">
                <a:latin typeface="Times New Roman"/>
                <a:cs typeface="Times New Roman"/>
                <a:hlinkClick r:id="rId9"/>
              </a:rPr>
              <a:t>vM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87658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1541</Words>
  <Application>Microsoft Office PowerPoint</Application>
  <PresentationFormat>On-screen Show (16:9)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4</cp:revision>
  <dcterms:created xsi:type="dcterms:W3CDTF">2024-12-20T11:33:37Z</dcterms:created>
  <dcterms:modified xsi:type="dcterms:W3CDTF">2024-12-24T05:29:50Z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