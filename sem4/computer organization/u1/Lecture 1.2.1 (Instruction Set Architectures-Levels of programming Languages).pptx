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6"/>
  </p:notesMasterIdLst>
  <p:sldIdLst>
    <p:sldId id="265" r:id="rId2"/>
    <p:sldId id="313" r:id="rId3"/>
    <p:sldId id="317" r:id="rId4"/>
    <p:sldId id="318" r:id="rId5"/>
    <p:sldId id="314" r:id="rId6"/>
    <p:sldId id="315" r:id="rId7"/>
    <p:sldId id="316" r:id="rId8"/>
    <p:sldId id="322" r:id="rId9"/>
    <p:sldId id="319" r:id="rId10"/>
    <p:sldId id="323" r:id="rId11"/>
    <p:sldId id="320" r:id="rId12"/>
    <p:sldId id="324" r:id="rId13"/>
    <p:sldId id="321" r:id="rId14"/>
    <p:sldId id="327" r:id="rId15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109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1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61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0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83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3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0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90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2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2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0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12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watch?v=RHvioCFOzZo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www.britannica.com/technology/computer-programming-languag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cs.toronto.edu/%7Egpenn/csc324/lecture2.pdf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://www.youtube.com/watch?v=BQleAPh1Z3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8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26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26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0" y="3655677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E1B0-AD8F-8CF0-E487-DB4D3C21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FB0A3-6FCA-AACC-349A-23D3DF7BD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95B2A4-0EAB-5EE8-C4D6-70EAF98C54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C6F8B29-25A3-D42A-E417-D1D5A6E978E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742365-648A-6611-C536-31BE277367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1352550"/>
            <a:ext cx="7315200" cy="21570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0683"/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ASI</a:t>
            </a:r>
            <a:r>
              <a:rPr sz="1700" b="1" dirty="0">
                <a:latin typeface="Times New Roman"/>
                <a:cs typeface="Times New Roman"/>
              </a:rPr>
              <a:t>C </a:t>
            </a:r>
            <a:r>
              <a:rPr sz="1700" b="1" spc="-5" dirty="0">
                <a:latin typeface="Times New Roman"/>
                <a:cs typeface="Times New Roman"/>
              </a:rPr>
              <a:t>TE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INO</a:t>
            </a:r>
            <a:r>
              <a:rPr sz="1700" b="1" dirty="0">
                <a:latin typeface="Times New Roman"/>
                <a:cs typeface="Times New Roman"/>
              </a:rPr>
              <a:t>L</a:t>
            </a:r>
            <a:r>
              <a:rPr sz="1700" b="1" spc="-10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G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ES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240683"/>
            <a:endParaRPr sz="1700" dirty="0">
              <a:latin typeface="Times New Roman"/>
              <a:cs typeface="Times New Roman"/>
            </a:endParaRPr>
          </a:p>
          <a:p>
            <a:pPr marL="225716" marR="5498" indent="-109651">
              <a:spcBef>
                <a:spcPts val="433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In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 </a:t>
            </a:r>
            <a:r>
              <a:rPr sz="1700" spc="-2" dirty="0">
                <a:latin typeface="Times New Roman"/>
                <a:cs typeface="Times New Roman"/>
              </a:rPr>
              <a:t>task.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lang="en-US" sz="1700" b="1" spc="-7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Pr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Languag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ystem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that is</a:t>
            </a:r>
            <a:r>
              <a:rPr sz="1700" dirty="0">
                <a:latin typeface="Times New Roman"/>
                <a:cs typeface="Times New Roman"/>
              </a:rPr>
              <a:t> 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4887" indent="-109651">
              <a:spcBef>
                <a:spcPts val="58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b="1" spc="-7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Pr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dirty="0">
                <a:latin typeface="Times New Roman"/>
                <a:cs typeface="Times New Roman"/>
              </a:rPr>
              <a:t>g</a:t>
            </a:r>
            <a:r>
              <a:rPr sz="1700" b="1" spc="24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dirty="0">
                <a:latin typeface="Times New Roman"/>
                <a:cs typeface="Times New Roman"/>
              </a:rPr>
              <a:t>angua</a:t>
            </a:r>
            <a:r>
              <a:rPr sz="1700" b="1" spc="-7" dirty="0">
                <a:latin typeface="Times New Roman"/>
                <a:cs typeface="Times New Roman"/>
              </a:rPr>
              <a:t>ge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rul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lop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softw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2" dirty="0">
                <a:latin typeface="Times New Roman"/>
                <a:cs typeface="Times New Roman"/>
              </a:rPr>
              <a:t>to write </a:t>
            </a:r>
            <a:r>
              <a:rPr sz="1700" spc="-7" dirty="0">
                <a:latin typeface="Times New Roman"/>
                <a:cs typeface="Times New Roman"/>
              </a:rPr>
              <a:t>so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und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stand.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1960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128BA-9D92-C2A4-9974-BC943AC9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FE13D-BBD2-382F-62FF-4D41EDD8B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7E3EB8-1B1F-3D17-46C6-80C6154BD1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DBE14BE-CDC5-D14A-7175-B3F8FED4BFE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CB349F-EEAB-B480-96BC-7ACA974A0E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6E03A32-6DDD-A568-B201-CE0CF5DCEE3B}"/>
              </a:ext>
            </a:extLst>
          </p:cNvPr>
          <p:cNvSpPr txBox="1"/>
          <p:nvPr/>
        </p:nvSpPr>
        <p:spPr>
          <a:xfrm>
            <a:off x="838200" y="699228"/>
            <a:ext cx="7315200" cy="3280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339"/>
              </a:spcBef>
            </a:pPr>
            <a:r>
              <a:rPr sz="1700" b="1" spc="-2" dirty="0">
                <a:latin typeface="Times New Roman"/>
                <a:cs typeface="Times New Roman"/>
              </a:rPr>
              <a:t>INS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RUCTI</a:t>
            </a:r>
            <a:r>
              <a:rPr sz="1700" b="1" dirty="0">
                <a:latin typeface="Times New Roman"/>
                <a:cs typeface="Times New Roman"/>
              </a:rPr>
              <a:t>ON</a:t>
            </a:r>
            <a:r>
              <a:rPr sz="1700" b="1" spc="-2" dirty="0">
                <a:latin typeface="Times New Roman"/>
                <a:cs typeface="Times New Roman"/>
              </a:rPr>
              <a:t> S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spc="-2" dirty="0">
                <a:latin typeface="Times New Roman"/>
                <a:cs typeface="Times New Roman"/>
              </a:rPr>
              <a:t>RC</a:t>
            </a:r>
            <a:r>
              <a:rPr sz="1700" b="1" spc="-5" dirty="0">
                <a:latin typeface="Times New Roman"/>
                <a:cs typeface="Times New Roman"/>
              </a:rPr>
              <a:t>HI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CTUR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endParaRPr lang="en-US" sz="1700" b="1" spc="-5" dirty="0">
              <a:latin typeface="Times New Roman"/>
              <a:cs typeface="Times New Roman"/>
            </a:endParaRPr>
          </a:p>
          <a:p>
            <a:pPr marL="6109" algn="just">
              <a:spcBef>
                <a:spcPts val="33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80"/>
              </a:spcBef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prov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ds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do.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onsist</a:t>
            </a:r>
            <a:r>
              <a:rPr sz="1700" dirty="0">
                <a:latin typeface="Times New Roman"/>
                <a:cs typeface="Times New Roman"/>
              </a:rPr>
              <a:t>s 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5" dirty="0">
                <a:latin typeface="Times New Roman"/>
                <a:cs typeface="Times New Roman"/>
              </a:rPr>
              <a:t>modes,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tive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upt,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pti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ndli</a:t>
            </a:r>
            <a:r>
              <a:rPr sz="1700" dirty="0">
                <a:latin typeface="Times New Roman"/>
                <a:cs typeface="Times New Roman"/>
              </a:rPr>
              <a:t>ng,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/O.</a:t>
            </a:r>
          </a:p>
          <a:p>
            <a:pPr marL="6109" marR="2443" algn="just">
              <a:spcBef>
                <a:spcPts val="404"/>
              </a:spcBef>
            </a:pP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bstra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model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ture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-2" dirty="0">
                <a:latin typeface="Times New Roman"/>
                <a:cs typeface="Times New Roman"/>
              </a:rPr>
              <a:t>lizati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SA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imple</a:t>
            </a:r>
            <a:r>
              <a:rPr sz="1700" i="1" spc="-10" dirty="0">
                <a:latin typeface="Times New Roman"/>
                <a:cs typeface="Times New Roman"/>
              </a:rPr>
              <a:t>m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spc="-2" dirty="0">
                <a:latin typeface="Times New Roman"/>
                <a:cs typeface="Times New Roman"/>
              </a:rPr>
              <a:t>ntation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SA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rmits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implem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ntations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monet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     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ost</a:t>
            </a:r>
            <a:r>
              <a:rPr sz="1700" dirty="0">
                <a:latin typeface="Times New Roman"/>
                <a:cs typeface="Times New Roman"/>
              </a:rPr>
              <a:t>     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mong     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other</a:t>
            </a:r>
            <a:r>
              <a:rPr sz="1700" dirty="0">
                <a:latin typeface="Times New Roman"/>
                <a:cs typeface="Times New Roman"/>
              </a:rPr>
              <a:t>     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ngs);     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eca</a:t>
            </a:r>
            <a:r>
              <a:rPr sz="1700" dirty="0">
                <a:latin typeface="Times New Roman"/>
                <a:cs typeface="Times New Roman"/>
              </a:rPr>
              <a:t>use     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    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7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A     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serv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    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the 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so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9067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6A6E1-F92E-71BC-3071-8FDF54E8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1D08F-438F-5708-147E-DE8212C1F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5B7987-4A74-535B-033D-CCD8EE2469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5694B34-3451-526B-AF7C-683F066BCD2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914A5F-4D7A-F696-0158-926D69F8BF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6A4EC9A-EBA3-DBE7-0F58-51CB15C738D4}"/>
              </a:ext>
            </a:extLst>
          </p:cNvPr>
          <p:cNvSpPr txBox="1"/>
          <p:nvPr/>
        </p:nvSpPr>
        <p:spPr>
          <a:xfrm>
            <a:off x="838200" y="1047750"/>
            <a:ext cx="7315200" cy="2521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339"/>
              </a:spcBef>
            </a:pPr>
            <a:r>
              <a:rPr sz="1700" b="1" spc="-2" dirty="0">
                <a:latin typeface="Times New Roman"/>
                <a:cs typeface="Times New Roman"/>
              </a:rPr>
              <a:t>INS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RUCTI</a:t>
            </a:r>
            <a:r>
              <a:rPr sz="1700" b="1" dirty="0">
                <a:latin typeface="Times New Roman"/>
                <a:cs typeface="Times New Roman"/>
              </a:rPr>
              <a:t>ON</a:t>
            </a:r>
            <a:r>
              <a:rPr sz="1700" b="1" spc="-2" dirty="0">
                <a:latin typeface="Times New Roman"/>
                <a:cs typeface="Times New Roman"/>
              </a:rPr>
              <a:t> S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spc="-2" dirty="0">
                <a:latin typeface="Times New Roman"/>
                <a:cs typeface="Times New Roman"/>
              </a:rPr>
              <a:t>RC</a:t>
            </a:r>
            <a:r>
              <a:rPr sz="1700" b="1" spc="-5" dirty="0">
                <a:latin typeface="Times New Roman"/>
                <a:cs typeface="Times New Roman"/>
              </a:rPr>
              <a:t>HI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CTUR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endParaRPr lang="en-US" sz="1700" b="1" spc="-5" dirty="0">
              <a:latin typeface="Times New Roman"/>
              <a:cs typeface="Times New Roman"/>
            </a:endParaRPr>
          </a:p>
          <a:p>
            <a:pPr marL="6109" algn="just">
              <a:spcBef>
                <a:spcPts val="33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276" indent="18326" algn="just">
              <a:spcBef>
                <a:spcPts val="387"/>
              </a:spcBef>
            </a:pPr>
            <a:r>
              <a:rPr sz="1700" dirty="0">
                <a:latin typeface="Times New Roman"/>
                <a:cs typeface="Times New Roman"/>
              </a:rPr>
              <a:t>Soft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itten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un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implem</a:t>
            </a:r>
            <a:r>
              <a:rPr sz="1700" spc="-2" dirty="0">
                <a:latin typeface="Times New Roman"/>
                <a:cs typeface="Times New Roman"/>
              </a:rPr>
              <a:t>entations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sa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bled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ompatibility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easi</a:t>
            </a:r>
            <a:r>
              <a:rPr sz="1700" dirty="0">
                <a:latin typeface="Times New Roman"/>
                <a:cs typeface="Times New Roman"/>
              </a:rPr>
              <a:t>ly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hiev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lopm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mili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4435" algn="just">
              <a:spcBef>
                <a:spcPts val="334"/>
              </a:spcBef>
            </a:pPr>
            <a:r>
              <a:rPr sz="1700" spc="-5" dirty="0">
                <a:latin typeface="Times New Roman"/>
                <a:cs typeface="Times New Roman"/>
              </a:rPr>
              <a:t>Both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these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lop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lpe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low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ost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rea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ppli</a:t>
            </a:r>
            <a:r>
              <a:rPr lang="en-US" sz="1700" spc="-5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bility.  </a:t>
            </a:r>
            <a:r>
              <a:rPr lang="en-US" sz="1700" spc="-100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or  </a:t>
            </a:r>
            <a:r>
              <a:rPr lang="en-US" sz="1700" spc="-10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the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e  </a:t>
            </a:r>
            <a:r>
              <a:rPr lang="en-US" sz="1700" spc="-9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asons</a:t>
            </a:r>
            <a:r>
              <a:rPr lang="en-US" sz="1700" dirty="0">
                <a:latin typeface="Times New Roman"/>
                <a:cs typeface="Times New Roman"/>
              </a:rPr>
              <a:t>,  </a:t>
            </a:r>
            <a:r>
              <a:rPr lang="en-US" sz="1700" spc="-9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the  </a:t>
            </a:r>
            <a:r>
              <a:rPr lang="en-US" sz="1700" spc="-80" dirty="0">
                <a:latin typeface="Times New Roman"/>
                <a:cs typeface="Times New Roman"/>
              </a:rPr>
              <a:t> </a:t>
            </a:r>
            <a:r>
              <a:rPr lang="en-US" sz="1700" spc="-2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SA  </a:t>
            </a:r>
            <a:r>
              <a:rPr lang="en-US" sz="1700" spc="-10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is  </a:t>
            </a:r>
            <a:r>
              <a:rPr lang="en-US" sz="1700" spc="-8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one  </a:t>
            </a:r>
            <a:r>
              <a:rPr lang="en-US" sz="1700" spc="-10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 </a:t>
            </a:r>
            <a:r>
              <a:rPr lang="en-US" sz="1700" spc="-10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the  </a:t>
            </a:r>
            <a:r>
              <a:rPr lang="en-US" sz="1700" spc="-10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most imp</a:t>
            </a:r>
            <a:r>
              <a:rPr lang="en-US" sz="1700" spc="10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rt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nt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bstr</a:t>
            </a:r>
            <a:r>
              <a:rPr lang="en-US" sz="1700" spc="5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tions in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omputing today.</a:t>
            </a:r>
          </a:p>
          <a:p>
            <a:pPr marL="24435" algn="just">
              <a:spcBef>
                <a:spcPts val="334"/>
              </a:spcBef>
            </a:pP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29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E1B0-AD8F-8CF0-E487-DB4D3C21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FB0A3-6FCA-AACC-349A-23D3DF7BD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95B2A4-0EAB-5EE8-C4D6-70EAF98C54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C6F8B29-25A3-D42A-E417-D1D5A6E978E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742365-648A-6611-C536-31BE277367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18FCF8-A59B-EEED-36BD-8B3CCB396398}"/>
              </a:ext>
            </a:extLst>
          </p:cNvPr>
          <p:cNvSpPr txBox="1"/>
          <p:nvPr/>
        </p:nvSpPr>
        <p:spPr>
          <a:xfrm>
            <a:off x="914400" y="971550"/>
            <a:ext cx="73152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latin typeface="Times New Roman"/>
                <a:cs typeface="Times New Roman"/>
              </a:rPr>
              <a:t>LE</a:t>
            </a:r>
            <a:r>
              <a:rPr lang="en-US" sz="1700" b="1" spc="-5" dirty="0">
                <a:latin typeface="Times New Roman"/>
                <a:cs typeface="Times New Roman"/>
              </a:rPr>
              <a:t>VE</a:t>
            </a:r>
            <a:r>
              <a:rPr lang="en-US" sz="1700" b="1" dirty="0">
                <a:latin typeface="Times New Roman"/>
                <a:cs typeface="Times New Roman"/>
              </a:rPr>
              <a:t>LS</a:t>
            </a:r>
            <a:r>
              <a:rPr lang="en-US" sz="1700" b="1" spc="-10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OF PROGRA</a:t>
            </a:r>
            <a:r>
              <a:rPr lang="en-US" sz="1700" b="1" spc="-10" dirty="0"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latin typeface="Times New Roman"/>
                <a:cs typeface="Times New Roman"/>
              </a:rPr>
              <a:t>MIN</a:t>
            </a:r>
            <a:r>
              <a:rPr lang="en-US" sz="1700" b="1" dirty="0">
                <a:latin typeface="Times New Roman"/>
                <a:cs typeface="Times New Roman"/>
              </a:rPr>
              <a:t>G L</a:t>
            </a:r>
            <a:r>
              <a:rPr lang="en-US" sz="1700" b="1" spc="-5" dirty="0">
                <a:latin typeface="Times New Roman"/>
                <a:cs typeface="Times New Roman"/>
              </a:rPr>
              <a:t>AN</a:t>
            </a:r>
            <a:r>
              <a:rPr lang="en-US" sz="1700" b="1" dirty="0">
                <a:latin typeface="Times New Roman"/>
                <a:cs typeface="Times New Roman"/>
              </a:rPr>
              <a:t>GUAG</a:t>
            </a:r>
            <a:r>
              <a:rPr lang="en-US" sz="1700" b="1" spc="10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</a:p>
          <a:p>
            <a:endParaRPr lang="en-US" sz="1700" b="1" dirty="0">
              <a:latin typeface="Times New Roman"/>
              <a:cs typeface="Times New Roman"/>
            </a:endParaRPr>
          </a:p>
          <a:p>
            <a:r>
              <a:rPr lang="en-US" sz="1700" dirty="0">
                <a:latin typeface="Times New Roman"/>
                <a:cs typeface="Times New Roman"/>
              </a:rPr>
              <a:t>The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v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rious 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ls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10" dirty="0">
                <a:latin typeface="Times New Roman"/>
                <a:cs typeface="Times New Roman"/>
              </a:rPr>
              <a:t>p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gr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mming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ngu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re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 show</a:t>
            </a:r>
            <a:r>
              <a:rPr lang="en-US" sz="1700" dirty="0">
                <a:latin typeface="Times New Roman"/>
                <a:cs typeface="Times New Roman"/>
              </a:rPr>
              <a:t>n b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low.</a:t>
            </a:r>
            <a:endParaRPr lang="en-US" sz="1700" dirty="0"/>
          </a:p>
        </p:txBody>
      </p:sp>
      <p:sp>
        <p:nvSpPr>
          <p:cNvPr id="5" name="object 5"/>
          <p:cNvSpPr/>
          <p:nvPr/>
        </p:nvSpPr>
        <p:spPr>
          <a:xfrm>
            <a:off x="2590800" y="2154418"/>
            <a:ext cx="3020341" cy="18877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E590C4-EEC7-AC63-1ACE-7599769AFC1A}"/>
              </a:ext>
            </a:extLst>
          </p:cNvPr>
          <p:cNvSpPr txBox="1"/>
          <p:nvPr/>
        </p:nvSpPr>
        <p:spPr>
          <a:xfrm>
            <a:off x="2514600" y="4328822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7776"/>
            <a:r>
              <a:rPr lang="en-US" sz="1000" i="1" dirty="0">
                <a:latin typeface="Times New Roman"/>
                <a:cs typeface="Times New Roman"/>
              </a:rPr>
              <a:t>L</a:t>
            </a:r>
            <a:r>
              <a:rPr lang="en-US" sz="1000" i="1" spc="-7" dirty="0">
                <a:latin typeface="Times New Roman"/>
                <a:cs typeface="Times New Roman"/>
              </a:rPr>
              <a:t>eve</a:t>
            </a:r>
            <a:r>
              <a:rPr lang="en-US" sz="1000" i="1" spc="-2" dirty="0">
                <a:latin typeface="Times New Roman"/>
                <a:cs typeface="Times New Roman"/>
              </a:rPr>
              <a:t>l</a:t>
            </a:r>
            <a:r>
              <a:rPr lang="en-US" sz="1000" i="1" dirty="0">
                <a:latin typeface="Times New Roman"/>
                <a:cs typeface="Times New Roman"/>
              </a:rPr>
              <a:t> </a:t>
            </a:r>
            <a:r>
              <a:rPr lang="en-US" sz="1000" i="1" spc="-2" dirty="0">
                <a:latin typeface="Times New Roman"/>
                <a:cs typeface="Times New Roman"/>
              </a:rPr>
              <a:t>of</a:t>
            </a:r>
            <a:r>
              <a:rPr lang="en-US" sz="1000" i="1" dirty="0">
                <a:latin typeface="Times New Roman"/>
                <a:cs typeface="Times New Roman"/>
              </a:rPr>
              <a:t> L</a:t>
            </a:r>
            <a:r>
              <a:rPr lang="en-US" sz="1000" i="1" spc="-5" dirty="0">
                <a:latin typeface="Times New Roman"/>
                <a:cs typeface="Times New Roman"/>
              </a:rPr>
              <a:t>anguag</a:t>
            </a:r>
            <a:r>
              <a:rPr lang="en-US" sz="1000" i="1" spc="-7" dirty="0">
                <a:latin typeface="Times New Roman"/>
                <a:cs typeface="Times New Roman"/>
              </a:rPr>
              <a:t>e</a:t>
            </a:r>
            <a:r>
              <a:rPr lang="en-US" sz="1000" i="1" dirty="0">
                <a:latin typeface="Times New Roman"/>
                <a:cs typeface="Times New Roman"/>
              </a:rPr>
              <a:t>s</a:t>
            </a:r>
            <a:endParaRPr lang="en-US"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2014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E1B0-AD8F-8CF0-E487-DB4D3C21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FB0A3-6FCA-AACC-349A-23D3DF7BD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95B2A4-0EAB-5EE8-C4D6-70EAF98C54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C6F8B29-25A3-D42A-E417-D1D5A6E978E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742365-648A-6611-C536-31BE277367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0600" y="692514"/>
            <a:ext cx="7162800" cy="3562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indent="-109651" algn="just">
              <a:buFont typeface="Times New Roman"/>
              <a:buAutoNum type="arabicPeriod"/>
              <a:tabLst>
                <a:tab pos="116065" algn="l"/>
              </a:tabLst>
            </a:pPr>
            <a:r>
              <a:rPr lang="en-US" sz="1700" b="1" spc="-10" dirty="0"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latin typeface="Times New Roman"/>
                <a:cs typeface="Times New Roman"/>
              </a:rPr>
              <a:t>a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dirty="0">
                <a:latin typeface="Times New Roman"/>
                <a:cs typeface="Times New Roman"/>
              </a:rPr>
              <a:t>h</a:t>
            </a:r>
            <a:r>
              <a:rPr lang="en-US" sz="1700" b="1" spc="-2" dirty="0">
                <a:latin typeface="Times New Roman"/>
                <a:cs typeface="Times New Roman"/>
              </a:rPr>
              <a:t>in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L</a:t>
            </a:r>
            <a:r>
              <a:rPr lang="en-US" sz="1700" b="1" dirty="0">
                <a:latin typeface="Times New Roman"/>
                <a:cs typeface="Times New Roman"/>
              </a:rPr>
              <a:t>angu</a:t>
            </a:r>
            <a:r>
              <a:rPr lang="en-US" sz="1700" b="1" spc="-5" dirty="0">
                <a:latin typeface="Times New Roman"/>
                <a:cs typeface="Times New Roman"/>
              </a:rPr>
              <a:t>age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lvl="1" indent="-109957" algn="just">
              <a:spcBef>
                <a:spcPts val="356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L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ngu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loser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 the 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rd</a:t>
            </a:r>
            <a:r>
              <a:rPr lang="en-US" sz="1700" spc="-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are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itself is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lvl="1" indent="-109957" algn="just">
              <a:spcBef>
                <a:spcPts val="356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 Prog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writ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in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ngu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highl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ici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lvl="1" indent="-109957" algn="just">
              <a:spcBef>
                <a:spcPts val="356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12" dirty="0">
                <a:latin typeface="Times New Roman"/>
                <a:cs typeface="Times New Roman"/>
              </a:rPr>
              <a:t> 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fo</a:t>
            </a:r>
            <a:r>
              <a:rPr lang="en-US" sz="1700" spc="-5" dirty="0">
                <a:latin typeface="Times New Roman"/>
                <a:cs typeface="Times New Roman"/>
              </a:rPr>
              <a:t>rm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bina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3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(0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1)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mak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icult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spc="-2" dirty="0">
                <a:latin typeface="Times New Roman"/>
                <a:cs typeface="Times New Roman"/>
              </a:rPr>
              <a:t>ize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2" dirty="0">
                <a:latin typeface="Times New Roman"/>
                <a:cs typeface="Times New Roman"/>
              </a:rPr>
              <a:t>if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 </a:t>
            </a:r>
            <a:r>
              <a:rPr lang="en-US" sz="1700" spc="-5" dirty="0">
                <a:latin typeface="Times New Roman"/>
                <a:cs typeface="Times New Roman"/>
              </a:rPr>
              <a:t>bina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1562911" algn="just">
              <a:spcBef>
                <a:spcPts val="72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 marR="1562911" algn="just">
              <a:spcBef>
                <a:spcPts val="72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Exa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latin typeface="Times New Roman"/>
                <a:cs typeface="Times New Roman"/>
              </a:rPr>
              <a:t>p</a:t>
            </a:r>
            <a:r>
              <a:rPr lang="en-US" sz="1700" b="1" spc="-2" dirty="0">
                <a:latin typeface="Times New Roman"/>
                <a:cs typeface="Times New Roman"/>
              </a:rPr>
              <a:t>le </a:t>
            </a:r>
            <a:r>
              <a:rPr lang="en-US" sz="1700" b="1" dirty="0">
                <a:latin typeface="Times New Roman"/>
                <a:cs typeface="Times New Roman"/>
              </a:rPr>
              <a:t>of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10" dirty="0"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latin typeface="Times New Roman"/>
                <a:cs typeface="Times New Roman"/>
              </a:rPr>
              <a:t>a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dirty="0">
                <a:latin typeface="Times New Roman"/>
                <a:cs typeface="Times New Roman"/>
              </a:rPr>
              <a:t>h</a:t>
            </a:r>
            <a:r>
              <a:rPr lang="en-US" sz="1700" b="1" spc="-2" dirty="0">
                <a:latin typeface="Times New Roman"/>
                <a:cs typeface="Times New Roman"/>
              </a:rPr>
              <a:t>in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L</a:t>
            </a:r>
            <a:r>
              <a:rPr lang="en-US" sz="1700" b="1" dirty="0">
                <a:latin typeface="Times New Roman"/>
                <a:cs typeface="Times New Roman"/>
              </a:rPr>
              <a:t>angu</a:t>
            </a:r>
            <a:r>
              <a:rPr lang="en-US" sz="1700" b="1" spc="-5" dirty="0">
                <a:latin typeface="Times New Roman"/>
                <a:cs typeface="Times New Roman"/>
              </a:rPr>
              <a:t>age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L</a:t>
            </a:r>
            <a:r>
              <a:rPr lang="en-US" sz="1700" b="1" spc="-7" dirty="0">
                <a:latin typeface="Times New Roman"/>
                <a:cs typeface="Times New Roman"/>
              </a:rPr>
              <a:t>IG</a:t>
            </a:r>
            <a:r>
              <a:rPr lang="en-US" sz="1700" b="1" spc="-2" dirty="0">
                <a:latin typeface="Times New Roman"/>
                <a:cs typeface="Times New Roman"/>
              </a:rPr>
              <a:t>H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spc="-2" dirty="0">
                <a:latin typeface="Times New Roman"/>
                <a:cs typeface="Times New Roman"/>
              </a:rPr>
              <a:t>U</a:t>
            </a:r>
            <a:r>
              <a:rPr lang="en-US" sz="1700" b="1" spc="-7" dirty="0">
                <a:latin typeface="Times New Roman"/>
                <a:cs typeface="Times New Roman"/>
              </a:rPr>
              <a:t>L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endParaRPr lang="en-US"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262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00000000: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ST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P P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10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AM</a:t>
            </a:r>
            <a:endParaRPr lang="en-US"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351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00000001: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U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2" dirty="0">
                <a:latin typeface="Times New Roman"/>
                <a:cs typeface="Times New Roman"/>
              </a:rPr>
              <a:t>UL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ON</a:t>
            </a:r>
            <a:endParaRPr lang="en-US"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358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00000010: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U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BULB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</a:p>
          <a:p>
            <a:pPr marL="6109" algn="just">
              <a:spcBef>
                <a:spcPts val="358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00000100: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2" dirty="0">
                <a:latin typeface="Times New Roman"/>
                <a:cs typeface="Times New Roman"/>
              </a:rPr>
              <a:t>UL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10%</a:t>
            </a:r>
          </a:p>
          <a:p>
            <a:pPr marL="6109" algn="just">
              <a:spcBef>
                <a:spcPts val="354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00001000: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BR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GH</a:t>
            </a:r>
            <a:r>
              <a:rPr lang="en-US" sz="1700" spc="-5" dirty="0">
                <a:latin typeface="Times New Roman"/>
                <a:cs typeface="Times New Roman"/>
              </a:rPr>
              <a:t>TEN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2" dirty="0">
                <a:latin typeface="Times New Roman"/>
                <a:cs typeface="Times New Roman"/>
              </a:rPr>
              <a:t>UL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10%</a:t>
            </a:r>
          </a:p>
        </p:txBody>
      </p:sp>
      <p:sp>
        <p:nvSpPr>
          <p:cNvPr id="2" name="object 4"/>
          <p:cNvSpPr/>
          <p:nvPr/>
        </p:nvSpPr>
        <p:spPr>
          <a:xfrm>
            <a:off x="6205346" y="2598420"/>
            <a:ext cx="1571374" cy="14506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36015-324C-258A-C91F-746B0255E1B9}"/>
              </a:ext>
            </a:extLst>
          </p:cNvPr>
          <p:cNvSpPr txBox="1"/>
          <p:nvPr/>
        </p:nvSpPr>
        <p:spPr>
          <a:xfrm>
            <a:off x="5699443" y="4189376"/>
            <a:ext cx="25831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5058" algn="ctr"/>
            <a:r>
              <a:rPr lang="en-US" sz="1100" i="1" spc="-2" dirty="0">
                <a:latin typeface="Times New Roman"/>
                <a:cs typeface="Times New Roman"/>
              </a:rPr>
              <a:t>Ligh</a:t>
            </a:r>
            <a:r>
              <a:rPr lang="en-US" sz="1100" i="1" dirty="0">
                <a:latin typeface="Times New Roman"/>
                <a:cs typeface="Times New Roman"/>
              </a:rPr>
              <a:t>t</a:t>
            </a:r>
            <a:r>
              <a:rPr lang="en-US" sz="1100" i="1" spc="-2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bu</a:t>
            </a:r>
            <a:r>
              <a:rPr lang="en-US" sz="1100" i="1" spc="2" dirty="0">
                <a:latin typeface="Times New Roman"/>
                <a:cs typeface="Times New Roman"/>
              </a:rPr>
              <a:t>l</a:t>
            </a:r>
            <a:r>
              <a:rPr lang="en-US" sz="1100" i="1" dirty="0">
                <a:latin typeface="Times New Roman"/>
                <a:cs typeface="Times New Roman"/>
              </a:rPr>
              <a:t>b</a:t>
            </a:r>
            <a:r>
              <a:rPr lang="en-US" sz="1100" i="1" spc="-7" dirty="0">
                <a:latin typeface="Times New Roman"/>
                <a:cs typeface="Times New Roman"/>
              </a:rPr>
              <a:t> </a:t>
            </a:r>
            <a:r>
              <a:rPr lang="en-US" sz="1100" i="1" dirty="0">
                <a:latin typeface="Times New Roman"/>
                <a:cs typeface="Times New Roman"/>
              </a:rPr>
              <a:t>Pr</a:t>
            </a:r>
            <a:r>
              <a:rPr lang="en-US" sz="1100" i="1" spc="-7" dirty="0">
                <a:latin typeface="Times New Roman"/>
                <a:cs typeface="Times New Roman"/>
              </a:rPr>
              <a:t>o</a:t>
            </a:r>
            <a:r>
              <a:rPr lang="en-US" sz="1100" i="1" dirty="0">
                <a:latin typeface="Times New Roman"/>
                <a:cs typeface="Times New Roman"/>
              </a:rPr>
              <a:t>gram</a:t>
            </a:r>
            <a:r>
              <a:rPr lang="en-US" sz="1100" i="1" spc="-5" dirty="0">
                <a:latin typeface="Times New Roman"/>
                <a:cs typeface="Times New Roman"/>
              </a:rPr>
              <a:t>m</a:t>
            </a:r>
            <a:r>
              <a:rPr lang="en-US" sz="1100" i="1" dirty="0">
                <a:latin typeface="Times New Roman"/>
                <a:cs typeface="Times New Roman"/>
              </a:rPr>
              <a:t>ing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2031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E1B0-AD8F-8CF0-E487-DB4D3C21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FB0A3-6FCA-AACC-349A-23D3DF7BD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95B2A4-0EAB-5EE8-C4D6-70EAF98C54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C6F8B29-25A3-D42A-E417-D1D5A6E978E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742365-648A-6611-C536-31BE277367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914400" y="926810"/>
            <a:ext cx="7315200" cy="345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indent="-109651">
              <a:spcBef>
                <a:spcPts val="368"/>
              </a:spcBef>
              <a:buFont typeface="Times New Roman"/>
              <a:buAutoNum type="arabicPeriod" startAt="2"/>
              <a:tabLst>
                <a:tab pos="116065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Asse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ly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dirty="0">
                <a:latin typeface="Times New Roman"/>
                <a:cs typeface="Times New Roman"/>
              </a:rPr>
              <a:t>ngu</a:t>
            </a:r>
            <a:r>
              <a:rPr sz="1700" b="1" spc="-5" dirty="0">
                <a:latin typeface="Times New Roman"/>
                <a:cs typeface="Times New Roman"/>
              </a:rPr>
              <a:t>age</a:t>
            </a:r>
            <a:endParaRPr sz="1700" dirty="0">
              <a:latin typeface="Times New Roman"/>
              <a:cs typeface="Times New Roman"/>
            </a:endParaRPr>
          </a:p>
          <a:p>
            <a:pPr marL="115760" marR="2749" algn="just">
              <a:spcBef>
                <a:spcPts val="397"/>
              </a:spcBef>
            </a:pP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assembl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r)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  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oft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  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bbr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viat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AS</a:t>
            </a:r>
            <a:r>
              <a:rPr sz="1700" dirty="0">
                <a:latin typeface="Times New Roman"/>
                <a:cs typeface="Times New Roman"/>
              </a:rPr>
              <a:t>M,   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  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low</a:t>
            </a:r>
            <a:r>
              <a:rPr sz="1700" spc="-2" dirty="0">
                <a:latin typeface="Times New Roman"/>
                <a:cs typeface="Times New Roman"/>
              </a:rPr>
              <a:t>-lev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mming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oth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stron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(but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oft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-to-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pond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5" dirty="0">
                <a:latin typeface="Times New Roman"/>
                <a:cs typeface="Times New Roman"/>
              </a:rPr>
              <a:t>ngu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'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assembl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ific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ular</a:t>
            </a:r>
            <a:r>
              <a:rPr sz="1700" dirty="0">
                <a:latin typeface="Times New Roman"/>
                <a:cs typeface="Times New Roman"/>
              </a:rPr>
              <a:t>  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  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 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 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ont</a:t>
            </a:r>
            <a:r>
              <a:rPr sz="1700" dirty="0">
                <a:latin typeface="Times New Roman"/>
                <a:cs typeface="Times New Roman"/>
              </a:rPr>
              <a:t>ra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spc="-2" dirty="0">
                <a:latin typeface="Times New Roman"/>
                <a:cs typeface="Times New Roman"/>
              </a:rPr>
              <a:t>,</a:t>
            </a:r>
            <a:r>
              <a:rPr sz="1700" dirty="0">
                <a:latin typeface="Times New Roman"/>
                <a:cs typeface="Times New Roman"/>
              </a:rPr>
              <a:t>  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most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high</a:t>
            </a:r>
            <a:r>
              <a:rPr sz="1700" spc="-2" dirty="0">
                <a:latin typeface="Times New Roman"/>
                <a:cs typeface="Times New Roman"/>
              </a:rPr>
              <a:t>-lev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 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mming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dirty="0">
                <a:latin typeface="Times New Roman"/>
                <a:cs typeface="Times New Roman"/>
              </a:rPr>
              <a:t>        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port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ross        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dirty="0">
                <a:latin typeface="Times New Roman"/>
                <a:cs typeface="Times New Roman"/>
              </a:rPr>
              <a:t>        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       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mpili</a:t>
            </a:r>
            <a:r>
              <a:rPr sz="1700" dirty="0">
                <a:latin typeface="Times New Roman"/>
                <a:cs typeface="Times New Roman"/>
              </a:rPr>
              <a:t>ng.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Asse</a:t>
            </a:r>
            <a:r>
              <a:rPr sz="1700" spc="-5" dirty="0">
                <a:latin typeface="Times New Roman"/>
                <a:cs typeface="Times New Roman"/>
              </a:rPr>
              <a:t>mbl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sym</a:t>
            </a:r>
            <a:r>
              <a:rPr sz="1700" spc="-2" dirty="0">
                <a:latin typeface="Times New Roman"/>
                <a:cs typeface="Times New Roman"/>
              </a:rPr>
              <a:t>bolic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115760" marR="2443" algn="just"/>
            <a:r>
              <a:rPr sz="1700" spc="-2" dirty="0">
                <a:latin typeface="Times New Roman"/>
                <a:cs typeface="Times New Roman"/>
              </a:rPr>
              <a:t>Asse</a:t>
            </a:r>
            <a:r>
              <a:rPr sz="1700" spc="-5" dirty="0">
                <a:latin typeface="Times New Roman"/>
                <a:cs typeface="Times New Roman"/>
              </a:rPr>
              <a:t>mbl</a:t>
            </a:r>
            <a:r>
              <a:rPr sz="1700" dirty="0">
                <a:latin typeface="Times New Roman"/>
                <a:cs typeface="Times New Roman"/>
              </a:rPr>
              <a:t>y 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table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y 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utility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assembler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assembly,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assembl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2" dirty="0">
                <a:latin typeface="Times New Roman"/>
                <a:cs typeface="Times New Roman"/>
              </a:rPr>
              <a:t>the sour</a:t>
            </a:r>
            <a:r>
              <a:rPr sz="1700" spc="-5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2" dirty="0">
                <a:latin typeface="Times New Roman"/>
                <a:cs typeface="Times New Roman"/>
              </a:rPr>
              <a:t>As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mbl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step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assemble</a:t>
            </a:r>
            <a:r>
              <a:rPr sz="1700" spc="-2" dirty="0">
                <a:latin typeface="Times New Roman"/>
                <a:cs typeface="Times New Roman"/>
              </a:rPr>
              <a:t>r is </a:t>
            </a:r>
            <a:r>
              <a:rPr sz="1700" dirty="0">
                <a:latin typeface="Times New Roman"/>
                <a:cs typeface="Times New Roman"/>
              </a:rPr>
              <a:t>run.</a:t>
            </a:r>
          </a:p>
        </p:txBody>
      </p:sp>
    </p:spTree>
    <p:extLst>
      <p:ext uri="{BB962C8B-B14F-4D97-AF65-F5344CB8AC3E}">
        <p14:creationId xmlns:p14="http://schemas.microsoft.com/office/powerpoint/2010/main" val="1914096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E1655-F28E-B449-6BA1-EA4C0690C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697766-F6DB-053F-C8A0-EB4EC287A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B3C114-7D5C-93F5-C8D3-23C742E7F0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FBB075E-56E2-A5DB-365C-5DDB448954B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8861E5-8F32-0272-8570-F514DD47CE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75C395B4-E42A-D104-1842-D6AEDE93DA4F}"/>
              </a:ext>
            </a:extLst>
          </p:cNvPr>
          <p:cNvSpPr txBox="1"/>
          <p:nvPr/>
        </p:nvSpPr>
        <p:spPr>
          <a:xfrm>
            <a:off x="914400" y="704924"/>
            <a:ext cx="73152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algn="just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2" dirty="0">
                <a:latin typeface="Times New Roman"/>
                <a:cs typeface="Times New Roman"/>
              </a:rPr>
              <a:t>les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-2" dirty="0">
                <a:latin typeface="Times New Roman"/>
                <a:cs typeface="Times New Roman"/>
              </a:rPr>
              <a:t> AS</a:t>
            </a:r>
            <a:r>
              <a:rPr sz="1700" b="1" dirty="0">
                <a:latin typeface="Times New Roman"/>
                <a:cs typeface="Times New Roman"/>
              </a:rPr>
              <a:t>M </a:t>
            </a:r>
            <a:r>
              <a:rPr sz="1700" b="1" spc="-5" dirty="0">
                <a:latin typeface="Times New Roman"/>
                <a:cs typeface="Times New Roman"/>
              </a:rPr>
              <a:t>L</a:t>
            </a:r>
            <a:r>
              <a:rPr sz="1700" b="1" dirty="0">
                <a:latin typeface="Times New Roman"/>
                <a:cs typeface="Times New Roman"/>
              </a:rPr>
              <a:t>angua</a:t>
            </a:r>
            <a:r>
              <a:rPr sz="1700" b="1" spc="-7" dirty="0">
                <a:latin typeface="Times New Roman"/>
                <a:cs typeface="Times New Roman"/>
              </a:rPr>
              <a:t>g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15760" marR="6109" algn="just"/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mbl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olum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lds. </a:t>
            </a: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lds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ify 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fo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lowing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mation.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buFont typeface="Symbol"/>
              <a:buChar char=""/>
              <a:tabLst>
                <a:tab pos="335979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lab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e</a:t>
            </a:r>
            <a:r>
              <a:rPr sz="1700" spc="-5" dirty="0">
                <a:latin typeface="Times New Roman"/>
                <a:cs typeface="Times New Roman"/>
              </a:rPr>
              <a:t>mpt</a:t>
            </a:r>
            <a:r>
              <a:rPr sz="1700" dirty="0">
                <a:latin typeface="Times New Roman"/>
                <a:cs typeface="Times New Roman"/>
              </a:rPr>
              <a:t>y or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ify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sym</a:t>
            </a:r>
            <a:r>
              <a:rPr sz="1700" spc="-2" dirty="0">
                <a:latin typeface="Times New Roman"/>
                <a:cs typeface="Times New Roman"/>
              </a:rPr>
              <a:t>bolic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12"/>
              </a:spcBef>
              <a:buFont typeface="Symbol"/>
              <a:buChar char=""/>
              <a:tabLst>
                <a:tab pos="335979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 </a:t>
            </a:r>
            <a:r>
              <a:rPr sz="1700" spc="-7" dirty="0">
                <a:latin typeface="Times New Roman"/>
                <a:cs typeface="Times New Roman"/>
              </a:rPr>
              <a:t>spe</a:t>
            </a:r>
            <a:r>
              <a:rPr sz="1700" spc="-2" dirty="0">
                <a:latin typeface="Times New Roman"/>
                <a:cs typeface="Times New Roman"/>
              </a:rPr>
              <a:t>cifi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or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udo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335673" lvl="1" indent="-109957">
              <a:spcBef>
                <a:spcPts val="17"/>
              </a:spcBef>
              <a:buFont typeface="Symbol"/>
              <a:buChar char=""/>
              <a:tabLst>
                <a:tab pos="335979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ld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mpt</a:t>
            </a:r>
            <a:r>
              <a:rPr sz="1700" dirty="0">
                <a:latin typeface="Times New Roman"/>
                <a:cs typeface="Times New Roman"/>
              </a:rPr>
              <a:t>y or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include</a:t>
            </a:r>
            <a:r>
              <a:rPr sz="1700" spc="-5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nt.</a:t>
            </a:r>
            <a:endParaRPr sz="1700" dirty="0">
              <a:latin typeface="Times New Roman"/>
              <a:cs typeface="Times New Roman"/>
            </a:endParaRPr>
          </a:p>
          <a:p>
            <a:pPr marL="115760" marR="3054" algn="just">
              <a:spcBef>
                <a:spcPts val="31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115760" marR="3054" algn="just">
              <a:spcBef>
                <a:spcPts val="31"/>
              </a:spcBef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sym</a:t>
            </a:r>
            <a:r>
              <a:rPr sz="1700" spc="-2" dirty="0">
                <a:latin typeface="Times New Roman"/>
                <a:cs typeface="Times New Roman"/>
              </a:rPr>
              <a:t>bolic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st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two,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ut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nume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ic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115760" marR="3054" algn="just">
              <a:spcBef>
                <a:spcPts val="31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115760" marR="3054" algn="just">
              <a:spcBef>
                <a:spcPts val="31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fi</a:t>
            </a:r>
            <a:r>
              <a:rPr lang="en-US" sz="1700" spc="-5" dirty="0">
                <a:latin typeface="Times New Roman"/>
                <a:cs typeface="Times New Roman"/>
              </a:rPr>
              <a:t>rs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ter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must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lette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;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xt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two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may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lette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nume</a:t>
            </a:r>
            <a:r>
              <a:rPr lang="en-US" sz="1700" spc="-7" dirty="0">
                <a:latin typeface="Times New Roman"/>
                <a:cs typeface="Times New Roman"/>
              </a:rPr>
              <a:t>ra</a:t>
            </a:r>
            <a:r>
              <a:rPr lang="en-US" sz="1700" spc="-2" dirty="0">
                <a:latin typeface="Times New Roman"/>
                <a:cs typeface="Times New Roman"/>
              </a:rPr>
              <a:t>ls.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sym</a:t>
            </a:r>
            <a:r>
              <a:rPr lang="en-US" sz="1700" spc="-5" dirty="0">
                <a:latin typeface="Times New Roman"/>
                <a:cs typeface="Times New Roman"/>
              </a:rPr>
              <a:t>bol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b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ho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rbitr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rily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by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dirty="0">
                <a:latin typeface="Times New Roman"/>
                <a:cs typeface="Times New Roman"/>
              </a:rPr>
              <a:t>rog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r.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A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ymbolic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2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la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2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fi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ld</a:t>
            </a:r>
            <a:r>
              <a:rPr lang="en-US" sz="1700" spc="2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min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ted </a:t>
            </a:r>
            <a:r>
              <a:rPr lang="en-US" sz="1700" dirty="0">
                <a:latin typeface="Times New Roman"/>
                <a:cs typeface="Times New Roman"/>
              </a:rPr>
              <a:t>by </a:t>
            </a:r>
            <a:r>
              <a:rPr lang="en-US" sz="1700" spc="-5" dirty="0">
                <a:latin typeface="Times New Roman"/>
                <a:cs typeface="Times New Roman"/>
              </a:rPr>
              <a:t>a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omma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o </a:t>
            </a:r>
            <a:r>
              <a:rPr lang="en-US" sz="1700" spc="-2" dirty="0">
                <a:latin typeface="Times New Roman"/>
                <a:cs typeface="Times New Roman"/>
              </a:rPr>
              <a:t>that it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wil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" dirty="0">
                <a:latin typeface="Times New Roman"/>
                <a:cs typeface="Times New Roman"/>
              </a:rPr>
              <a:t> 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ognize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lab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by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sse</a:t>
            </a:r>
            <a:r>
              <a:rPr lang="en-US" sz="1700" spc="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ble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813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485A-53D8-8EF3-EA07-E98A2475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0CA4A9-4EAC-5CBD-3556-6200B7B92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71D5A7-A0F4-7018-1E1A-E5D6129D3D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B8ED734-647D-7511-9944-9DE1B5E39B1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3F78A-8FEE-9CF1-9508-FC0D7B6245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9845FE-E351-1600-CD14-0EB5B927AB02}"/>
              </a:ext>
            </a:extLst>
          </p:cNvPr>
          <p:cNvSpPr txBox="1"/>
          <p:nvPr/>
        </p:nvSpPr>
        <p:spPr>
          <a:xfrm>
            <a:off x="762000" y="819150"/>
            <a:ext cx="75438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6065">
              <a:spcBef>
                <a:spcPts val="339"/>
              </a:spcBef>
            </a:pPr>
            <a:r>
              <a:rPr lang="en-US" sz="1700" b="1" dirty="0">
                <a:latin typeface="Times New Roman"/>
                <a:cs typeface="Times New Roman"/>
              </a:rPr>
              <a:t>3.  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High</a:t>
            </a:r>
            <a:r>
              <a:rPr lang="en-US" sz="1700" b="1" spc="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L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v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l</a:t>
            </a:r>
            <a:r>
              <a:rPr lang="en-US" sz="1700" b="1" spc="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L</a:t>
            </a:r>
            <a:r>
              <a:rPr lang="en-US" sz="1700" b="1" dirty="0">
                <a:latin typeface="Times New Roman"/>
                <a:cs typeface="Times New Roman"/>
              </a:rPr>
              <a:t>an</a:t>
            </a:r>
            <a:r>
              <a:rPr lang="en-US" sz="1700" b="1" spc="-7" dirty="0">
                <a:latin typeface="Times New Roman"/>
                <a:cs typeface="Times New Roman"/>
              </a:rPr>
              <a:t>g</a:t>
            </a:r>
            <a:r>
              <a:rPr lang="en-US" sz="1700" b="1" dirty="0">
                <a:latin typeface="Times New Roman"/>
                <a:cs typeface="Times New Roman"/>
              </a:rPr>
              <a:t>u</a:t>
            </a:r>
            <a:r>
              <a:rPr lang="en-US" sz="1700" b="1" spc="-5" dirty="0">
                <a:latin typeface="Times New Roman"/>
                <a:cs typeface="Times New Roman"/>
              </a:rPr>
              <a:t>age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4582" algn="just">
              <a:spcBef>
                <a:spcPts val="397"/>
              </a:spcBef>
            </a:pPr>
            <a:r>
              <a:rPr lang="en-US" sz="1700" spc="-2" dirty="0">
                <a:latin typeface="Times New Roman"/>
                <a:cs typeface="Times New Roman"/>
              </a:rPr>
              <a:t>High-lev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 prog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mming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language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esigne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</a:t>
            </a:r>
            <a:r>
              <a:rPr lang="en-US" sz="1700" spc="-2" dirty="0">
                <a:latin typeface="Times New Roman"/>
                <a:cs typeface="Times New Roman"/>
              </a:rPr>
              <a:t>mpli</a:t>
            </a:r>
            <a:r>
              <a:rPr lang="en-US" sz="1700" dirty="0">
                <a:latin typeface="Times New Roman"/>
                <a:cs typeface="Times New Roman"/>
              </a:rPr>
              <a:t>fy 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prog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mming.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"h</a:t>
            </a:r>
            <a:r>
              <a:rPr lang="en-US" sz="1700" dirty="0">
                <a:latin typeface="Times New Roman"/>
                <a:cs typeface="Times New Roman"/>
              </a:rPr>
              <a:t>ig</a:t>
            </a:r>
            <a:r>
              <a:rPr lang="en-US" sz="1700" spc="2" dirty="0">
                <a:latin typeface="Times New Roman"/>
                <a:cs typeface="Times New Roman"/>
              </a:rPr>
              <a:t>h</a:t>
            </a:r>
            <a:r>
              <a:rPr lang="en-US" sz="1700" spc="-2" dirty="0">
                <a:latin typeface="Times New Roman"/>
                <a:cs typeface="Times New Roman"/>
              </a:rPr>
              <a:t>-lev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l"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since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step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moved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2" dirty="0">
                <a:latin typeface="Times New Roman"/>
                <a:cs typeface="Times New Roman"/>
              </a:rPr>
              <a:t>tual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run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'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5" dirty="0">
                <a:latin typeface="Times New Roman"/>
                <a:cs typeface="Times New Roman"/>
              </a:rPr>
              <a:t>roc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ssor.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algn="just">
              <a:spcBef>
                <a:spcPts val="387"/>
              </a:spcBef>
            </a:pPr>
            <a:r>
              <a:rPr lang="en-US" sz="1700" spc="-2" dirty="0">
                <a:latin typeface="Times New Roman"/>
                <a:cs typeface="Times New Roman"/>
              </a:rPr>
              <a:t>High-lev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sour</a:t>
            </a:r>
            <a:r>
              <a:rPr lang="en-US" sz="170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contains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spc="2" dirty="0">
                <a:latin typeface="Times New Roman"/>
                <a:cs typeface="Times New Roman"/>
              </a:rPr>
              <a:t>y</a:t>
            </a:r>
            <a:r>
              <a:rPr lang="en-US" sz="1700" spc="-2" dirty="0">
                <a:latin typeface="Times New Roman"/>
                <a:cs typeface="Times New Roman"/>
              </a:rPr>
              <a:t>-to-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7" dirty="0">
                <a:latin typeface="Times New Roman"/>
                <a:cs typeface="Times New Roman"/>
              </a:rPr>
              <a:t>syn</a:t>
            </a:r>
            <a:r>
              <a:rPr lang="en-US" sz="1700" spc="2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x </a:t>
            </a:r>
            <a:r>
              <a:rPr lang="en-US" sz="1700" spc="-2" dirty="0">
                <a:latin typeface="Times New Roman"/>
                <a:cs typeface="Times New Roman"/>
              </a:rPr>
              <a:t>that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lat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onv</a:t>
            </a:r>
            <a:r>
              <a:rPr lang="en-US" sz="1700" spc="-2" dirty="0">
                <a:latin typeface="Times New Roman"/>
                <a:cs typeface="Times New Roman"/>
              </a:rPr>
              <a:t>ert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lo</a:t>
            </a:r>
            <a:r>
              <a:rPr lang="en-US" sz="1700" spc="5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- </a:t>
            </a:r>
            <a:r>
              <a:rPr lang="en-US" sz="1700" spc="-2" dirty="0">
                <a:latin typeface="Times New Roman"/>
                <a:cs typeface="Times New Roman"/>
              </a:rPr>
              <a:t>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ngu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whic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2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" dirty="0">
                <a:latin typeface="Times New Roman"/>
                <a:cs typeface="Times New Roman"/>
              </a:rPr>
              <a:t> 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ogn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ze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run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by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spe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ific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U.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3360" algn="just">
              <a:spcBef>
                <a:spcPts val="368"/>
              </a:spcBef>
            </a:pPr>
            <a:r>
              <a:rPr lang="en-US" sz="1700" spc="-2" dirty="0">
                <a:latin typeface="Times New Roman"/>
                <a:cs typeface="Times New Roman"/>
              </a:rPr>
              <a:t>High-lev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"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higher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bstr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ther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5" dirty="0">
                <a:latin typeface="Times New Roman"/>
                <a:cs typeface="Times New Roman"/>
              </a:rPr>
              <a:t>than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spc="-2" dirty="0">
                <a:latin typeface="Times New Roman"/>
                <a:cs typeface="Times New Roman"/>
              </a:rPr>
              <a:t>li</a:t>
            </a:r>
            <a:r>
              <a:rPr lang="en-US" sz="1700" dirty="0">
                <a:latin typeface="Times New Roman"/>
                <a:cs typeface="Times New Roman"/>
              </a:rPr>
              <a:t>ng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wit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rs, 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sse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stac</a:t>
            </a:r>
            <a:r>
              <a:rPr lang="en-US" sz="1700" dirty="0">
                <a:latin typeface="Times New Roman"/>
                <a:cs typeface="Times New Roman"/>
              </a:rPr>
              <a:t>ks, 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hig</a:t>
            </a:r>
            <a:r>
              <a:rPr lang="en-US" sz="1700" spc="10" dirty="0">
                <a:latin typeface="Times New Roman"/>
                <a:cs typeface="Times New Roman"/>
              </a:rPr>
              <a:t>h</a:t>
            </a:r>
            <a:r>
              <a:rPr lang="en-US" sz="1700" spc="-2" dirty="0">
                <a:latin typeface="Times New Roman"/>
                <a:cs typeface="Times New Roman"/>
              </a:rPr>
              <a:t>-lev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 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wit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ri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bles,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ys,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obje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ts,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x 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rithm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tic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 err="1">
                <a:latin typeface="Times New Roman"/>
                <a:cs typeface="Times New Roman"/>
              </a:rPr>
              <a:t>boole</a:t>
            </a:r>
            <a:r>
              <a:rPr lang="en-US" sz="1700" spc="-10" dirty="0" err="1">
                <a:latin typeface="Times New Roman"/>
                <a:cs typeface="Times New Roman"/>
              </a:rPr>
              <a:t>a</a:t>
            </a:r>
            <a:r>
              <a:rPr lang="en-US" sz="1700" dirty="0" err="1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xpr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dirty="0">
                <a:latin typeface="Times New Roman"/>
                <a:cs typeface="Times New Roman"/>
              </a:rPr>
              <a:t>ions,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subroutine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fun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ons, 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loops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hr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ds, 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locks,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6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oth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6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bstra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ien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ts, </a:t>
            </a:r>
            <a:r>
              <a:rPr lang="en-US" sz="1700" spc="-7" dirty="0">
                <a:latin typeface="Times New Roman"/>
                <a:cs typeface="Times New Roman"/>
              </a:rPr>
              <a:t>wi</a:t>
            </a:r>
            <a:r>
              <a:rPr lang="en-US" sz="1700" dirty="0">
                <a:latin typeface="Times New Roman"/>
                <a:cs typeface="Times New Roman"/>
              </a:rPr>
              <a:t>th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fo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abilit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5" dirty="0">
                <a:latin typeface="Times New Roman"/>
                <a:cs typeface="Times New Roman"/>
              </a:rPr>
              <a:t>ov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optim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prog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ici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y.</a:t>
            </a:r>
          </a:p>
        </p:txBody>
      </p:sp>
    </p:spTree>
    <p:extLst>
      <p:ext uri="{BB962C8B-B14F-4D97-AF65-F5344CB8AC3E}">
        <p14:creationId xmlns:p14="http://schemas.microsoft.com/office/powerpoint/2010/main" val="187945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DA7E5-A121-DFC7-48C9-58EE9101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DE9784-4F27-68F1-79E2-075F3D276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8BCF3B-0292-E921-7673-1E4683045E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01864A8-59FD-FDA7-A240-2F088F510D6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CC6F35-3C6D-F9C3-D1F7-283346D61D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AA786B-8B99-2589-5488-42CF296FB3BF}"/>
              </a:ext>
            </a:extLst>
          </p:cNvPr>
          <p:cNvSpPr txBox="1"/>
          <p:nvPr/>
        </p:nvSpPr>
        <p:spPr>
          <a:xfrm>
            <a:off x="759136" y="819150"/>
            <a:ext cx="754380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716" marR="3054" algn="just">
              <a:spcBef>
                <a:spcPts val="397"/>
              </a:spcBef>
            </a:pPr>
            <a:r>
              <a:rPr lang="en-US" sz="1700" spc="-7" dirty="0">
                <a:latin typeface="Times New Roman"/>
                <a:cs typeface="Times New Roman"/>
              </a:rPr>
              <a:t>Unlik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low</a:t>
            </a:r>
            <a:r>
              <a:rPr lang="en-US" sz="1700" spc="-2" dirty="0">
                <a:latin typeface="Times New Roman"/>
                <a:cs typeface="Times New Roman"/>
              </a:rPr>
              <a:t>-lev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assembl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ngu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hig</a:t>
            </a:r>
            <a:r>
              <a:rPr lang="en-US" sz="1700" spc="-2" dirty="0">
                <a:latin typeface="Times New Roman"/>
                <a:cs typeface="Times New Roman"/>
              </a:rPr>
              <a:t>h-lev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few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if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y,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lem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that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nslate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hine's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ative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op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Ot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u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 a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" dirty="0">
                <a:latin typeface="Times New Roman"/>
                <a:cs typeface="Times New Roman"/>
              </a:rPr>
              <a:t>string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ndli</a:t>
            </a:r>
            <a:r>
              <a:rPr lang="en-US" sz="1700" dirty="0">
                <a:latin typeface="Times New Roman"/>
                <a:cs typeface="Times New Roman"/>
              </a:rPr>
              <a:t>ng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routin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obje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-ori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nted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u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file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input/out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10" dirty="0">
                <a:latin typeface="Times New Roman"/>
                <a:cs typeface="Times New Roman"/>
              </a:rPr>
              <a:t>u</a:t>
            </a:r>
            <a:r>
              <a:rPr lang="en-US" sz="1700" spc="-2" dirty="0">
                <a:latin typeface="Times New Roman"/>
                <a:cs typeface="Times New Roman"/>
              </a:rPr>
              <a:t>t,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may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lso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dirty="0">
                <a:latin typeface="Times New Roman"/>
                <a:cs typeface="Times New Roman"/>
              </a:rPr>
              <a:t> 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sent.</a:t>
            </a:r>
          </a:p>
          <a:p>
            <a:pPr marL="225716" marR="3054" algn="just">
              <a:spcBef>
                <a:spcPts val="397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/>
            <a:r>
              <a:rPr lang="en-US" sz="1700" b="1" spc="-5" dirty="0">
                <a:solidFill>
                  <a:srgbClr val="212121"/>
                </a:solidFill>
                <a:latin typeface="Times New Roman"/>
                <a:cs typeface="Times New Roman"/>
              </a:rPr>
              <a:t>L</a:t>
            </a:r>
            <a:r>
              <a:rPr lang="en-US" sz="1700" b="1" spc="-2" dirty="0">
                <a:solidFill>
                  <a:srgbClr val="212121"/>
                </a:solidFill>
                <a:latin typeface="Times New Roman"/>
                <a:cs typeface="Times New Roman"/>
              </a:rPr>
              <a:t>AN</a:t>
            </a:r>
            <a:r>
              <a:rPr lang="en-US" sz="1700" b="1" spc="-5" dirty="0">
                <a:solidFill>
                  <a:srgbClr val="212121"/>
                </a:solidFill>
                <a:latin typeface="Times New Roman"/>
                <a:cs typeface="Times New Roman"/>
              </a:rPr>
              <a:t>GUAGE</a:t>
            </a:r>
            <a:r>
              <a:rPr lang="en-US" sz="1700" b="1" dirty="0">
                <a:solidFill>
                  <a:srgbClr val="212121"/>
                </a:solidFill>
                <a:latin typeface="Times New Roman"/>
                <a:cs typeface="Times New Roman"/>
              </a:rPr>
              <a:t> P</a:t>
            </a:r>
            <a:r>
              <a:rPr lang="en-US" sz="1700" b="1" spc="-2" dirty="0">
                <a:solidFill>
                  <a:srgbClr val="212121"/>
                </a:solidFill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solidFill>
                  <a:srgbClr val="212121"/>
                </a:solidFill>
                <a:latin typeface="Times New Roman"/>
                <a:cs typeface="Times New Roman"/>
              </a:rPr>
              <a:t>OCE</a:t>
            </a:r>
            <a:r>
              <a:rPr lang="en-US" sz="1700" b="1" dirty="0">
                <a:solidFill>
                  <a:srgbClr val="212121"/>
                </a:solidFill>
                <a:latin typeface="Times New Roman"/>
                <a:cs typeface="Times New Roman"/>
              </a:rPr>
              <a:t>SSO</a:t>
            </a:r>
            <a:r>
              <a:rPr lang="en-US" sz="1700" b="1" spc="-2" dirty="0">
                <a:solidFill>
                  <a:srgbClr val="212121"/>
                </a:solidFill>
                <a:latin typeface="Times New Roman"/>
                <a:cs typeface="Times New Roman"/>
              </a:rPr>
              <a:t>R</a:t>
            </a:r>
            <a:r>
              <a:rPr lang="en-US" sz="1700" b="1" dirty="0">
                <a:solidFill>
                  <a:srgbClr val="212121"/>
                </a:solidFill>
                <a:latin typeface="Times New Roman"/>
                <a:cs typeface="Times New Roman"/>
              </a:rPr>
              <a:t>S</a:t>
            </a:r>
            <a:r>
              <a:rPr lang="en-US" sz="1700" b="1" spc="-5" dirty="0">
                <a:solidFill>
                  <a:srgbClr val="212121"/>
                </a:solidFill>
                <a:latin typeface="Times New Roman"/>
                <a:cs typeface="Times New Roman"/>
              </a:rPr>
              <a:t>/T</a:t>
            </a:r>
            <a:r>
              <a:rPr lang="en-US" sz="1700" b="1" spc="-2" dirty="0">
                <a:solidFill>
                  <a:srgbClr val="212121"/>
                </a:solidFill>
                <a:latin typeface="Times New Roman"/>
                <a:cs typeface="Times New Roman"/>
              </a:rPr>
              <a:t>RANS</a:t>
            </a:r>
            <a:r>
              <a:rPr lang="en-US" sz="1700" b="1" dirty="0">
                <a:solidFill>
                  <a:srgbClr val="212121"/>
                </a:solidFill>
                <a:latin typeface="Times New Roman"/>
                <a:cs typeface="Times New Roman"/>
              </a:rPr>
              <a:t>L</a:t>
            </a:r>
            <a:r>
              <a:rPr lang="en-US" sz="1700" b="1" spc="-2" dirty="0">
                <a:solidFill>
                  <a:srgbClr val="212121"/>
                </a:solidFill>
                <a:latin typeface="Times New Roman"/>
                <a:cs typeface="Times New Roman"/>
              </a:rPr>
              <a:t>A</a:t>
            </a:r>
            <a:r>
              <a:rPr lang="en-US" sz="1700" b="1" spc="-7" dirty="0">
                <a:solidFill>
                  <a:srgbClr val="212121"/>
                </a:solidFill>
                <a:latin typeface="Times New Roman"/>
                <a:cs typeface="Times New Roman"/>
              </a:rPr>
              <a:t>T</a:t>
            </a:r>
            <a:r>
              <a:rPr lang="en-US" sz="1700" b="1" dirty="0">
                <a:solidFill>
                  <a:srgbClr val="212121"/>
                </a:solidFill>
                <a:latin typeface="Times New Roman"/>
                <a:cs typeface="Times New Roman"/>
              </a:rPr>
              <a:t>ORS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3360">
              <a:spcBef>
                <a:spcPts val="404"/>
              </a:spcBef>
            </a:pPr>
            <a:r>
              <a:rPr lang="en-US" sz="1700" dirty="0">
                <a:latin typeface="Times New Roman"/>
                <a:cs typeface="Times New Roman"/>
              </a:rPr>
              <a:t>A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nslator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tak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pro</a:t>
            </a:r>
            <a:r>
              <a:rPr lang="en-US" sz="1700" spc="2" dirty="0">
                <a:latin typeface="Times New Roman"/>
                <a:cs typeface="Times New Roman"/>
              </a:rPr>
              <a:t>gr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itten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sou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lang</a:t>
            </a:r>
            <a:r>
              <a:rPr lang="en-US" sz="1700" spc="-5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input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-7" dirty="0">
                <a:latin typeface="Times New Roman"/>
                <a:cs typeface="Times New Roman"/>
              </a:rPr>
              <a:t> c</a:t>
            </a:r>
            <a:r>
              <a:rPr lang="en-US" sz="1700" spc="-5" dirty="0">
                <a:latin typeface="Times New Roman"/>
                <a:cs typeface="Times New Roman"/>
              </a:rPr>
              <a:t>onv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ts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progr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 in 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rg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ngu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ou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put.</a:t>
            </a:r>
            <a:endParaRPr lang="en-US" sz="1700" dirty="0">
              <a:latin typeface="Times New Roman"/>
              <a:cs typeface="Times New Roman"/>
            </a:endParaRPr>
          </a:p>
          <a:p>
            <a:pPr marL="6109">
              <a:spcBef>
                <a:spcPts val="339"/>
              </a:spcBef>
            </a:pPr>
            <a:endParaRPr lang="en-US" sz="1700" spc="-7" dirty="0">
              <a:latin typeface="Times New Roman"/>
              <a:cs typeface="Times New Roman"/>
            </a:endParaRPr>
          </a:p>
          <a:p>
            <a:pPr marL="6109">
              <a:spcBef>
                <a:spcPts val="339"/>
              </a:spcBef>
            </a:pPr>
            <a:r>
              <a:rPr lang="en-US" sz="1700" spc="-7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yp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 of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spc="-2" dirty="0">
                <a:latin typeface="Times New Roman"/>
                <a:cs typeface="Times New Roman"/>
              </a:rPr>
              <a:t>rs/T</a:t>
            </a:r>
            <a:r>
              <a:rPr lang="en-US" sz="1700" spc="-5" dirty="0">
                <a:latin typeface="Times New Roman"/>
                <a:cs typeface="Times New Roman"/>
              </a:rPr>
              <a:t>ra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5" dirty="0">
                <a:latin typeface="Times New Roman"/>
                <a:cs typeface="Times New Roman"/>
              </a:rPr>
              <a:t>slators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51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Compile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</a:p>
          <a:p>
            <a:pPr marL="225716" indent="-109651">
              <a:spcBef>
                <a:spcPts val="356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nte</a:t>
            </a:r>
            <a:r>
              <a:rPr lang="en-US" sz="1700" dirty="0">
                <a:latin typeface="Times New Roman"/>
                <a:cs typeface="Times New Roman"/>
              </a:rPr>
              <a:t>rp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</a:p>
          <a:p>
            <a:pPr marL="225716" indent="-109651">
              <a:spcBef>
                <a:spcPts val="358"/>
              </a:spcBef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ssembler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5447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0D6F-AC9C-9835-6AA8-442B1AAA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A42A6-40A6-EDC1-D6A1-DF09866A2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4AAB31-FEF7-2070-A06D-9720DC0AF7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083AE57-BE17-EDDC-60D6-FB66B0C017A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D6032F-DCEA-39CB-B6F8-73FF9EF0CA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04856" y="819150"/>
            <a:ext cx="7543800" cy="37959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 marR="4276">
              <a:spcBef>
                <a:spcPts val="397"/>
              </a:spcBef>
            </a:pP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il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b="1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Compiler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nslator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</a:t>
            </a:r>
            <a:r>
              <a:rPr sz="1700" spc="12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5" dirty="0">
                <a:latin typeface="Times New Roman"/>
                <a:cs typeface="Times New Roman"/>
              </a:rPr>
              <a:t>langu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to l</a:t>
            </a:r>
            <a:r>
              <a:rPr sz="1700" dirty="0">
                <a:latin typeface="Times New Roman"/>
                <a:cs typeface="Times New Roman"/>
              </a:rPr>
              <a:t>ow</a:t>
            </a:r>
            <a:r>
              <a:rPr sz="1700" spc="-2" dirty="0">
                <a:latin typeface="Times New Roman"/>
                <a:cs typeface="Times New Roman"/>
              </a:rPr>
              <a:t>-lev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gu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.</a:t>
            </a:r>
            <a:endParaRPr lang="en-US" sz="1700" b="1" dirty="0">
              <a:latin typeface="Times New Roman"/>
              <a:cs typeface="Times New Roman"/>
            </a:endParaRPr>
          </a:p>
          <a:p>
            <a:pPr marL="116065" marR="4276">
              <a:spcBef>
                <a:spcPts val="397"/>
              </a:spcBef>
            </a:pPr>
            <a:endParaRPr lang="en-US" sz="1700" b="1" dirty="0">
              <a:latin typeface="Times New Roman"/>
              <a:cs typeface="Times New Roman"/>
            </a:endParaRPr>
          </a:p>
          <a:p>
            <a:pPr marL="116065" marR="4276">
              <a:spcBef>
                <a:spcPts val="397"/>
              </a:spcBef>
            </a:pPr>
            <a:endParaRPr lang="en-US" sz="1700" b="1" dirty="0">
              <a:latin typeface="Times New Roman"/>
              <a:cs typeface="Times New Roman"/>
            </a:endParaRPr>
          </a:p>
          <a:p>
            <a:pPr marL="116065" marR="4276">
              <a:spcBef>
                <a:spcPts val="397"/>
              </a:spcBef>
            </a:pPr>
            <a:endParaRPr lang="en-US" sz="1700" b="1" dirty="0">
              <a:latin typeface="Times New Roman"/>
              <a:cs typeface="Times New Roman"/>
            </a:endParaRPr>
          </a:p>
          <a:p>
            <a:pPr marL="116065" marR="4276">
              <a:spcBef>
                <a:spcPts val="397"/>
              </a:spcBef>
            </a:pPr>
            <a:endParaRPr lang="en-US" sz="1700" b="1" dirty="0">
              <a:latin typeface="Times New Roman"/>
              <a:cs typeface="Times New Roman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1100" b="0" i="1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 of</a:t>
            </a:r>
            <a:r>
              <a:rPr kumimoji="0" lang="en-US" sz="1100" b="0" i="1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100" b="0" i="1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11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1100" b="0" i="1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11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6065" marR="4276">
              <a:spcBef>
                <a:spcPts val="397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I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latin typeface="Times New Roman"/>
                <a:cs typeface="Times New Roman"/>
              </a:rPr>
              <a:t>t</a:t>
            </a:r>
            <a:r>
              <a:rPr lang="en-US" sz="1700" b="1" spc="-10" dirty="0">
                <a:latin typeface="Times New Roman"/>
                <a:cs typeface="Times New Roman"/>
              </a:rPr>
              <a:t>e</a:t>
            </a:r>
            <a:r>
              <a:rPr lang="en-US" sz="1700" b="1" spc="-7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p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spc="2" dirty="0">
                <a:latin typeface="Times New Roman"/>
                <a:cs typeface="Times New Roman"/>
              </a:rPr>
              <a:t>t</a:t>
            </a:r>
            <a:r>
              <a:rPr lang="en-US" sz="1700" b="1" spc="-7" dirty="0">
                <a:latin typeface="Times New Roman"/>
                <a:cs typeface="Times New Roman"/>
              </a:rPr>
              <a:t>er</a:t>
            </a:r>
            <a:r>
              <a:rPr lang="en-US" sz="1700" b="1" spc="-2" dirty="0">
                <a:latin typeface="Times New Roman"/>
                <a:cs typeface="Times New Roman"/>
              </a:rPr>
              <a:t>s</a:t>
            </a:r>
            <a:r>
              <a:rPr lang="en-US" sz="1700" b="1" dirty="0">
                <a:latin typeface="Times New Roman"/>
                <a:cs typeface="Times New Roman"/>
              </a:rPr>
              <a:t>:</a:t>
            </a:r>
            <a:r>
              <a:rPr lang="en-US" sz="1700" b="1" spc="65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nte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nslator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wh</a:t>
            </a:r>
            <a:r>
              <a:rPr lang="en-US" sz="1700" spc="5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5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rt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pro</a:t>
            </a:r>
            <a:r>
              <a:rPr lang="en-US" sz="1700" spc="2" dirty="0">
                <a:latin typeface="Times New Roman"/>
                <a:cs typeface="Times New Roman"/>
              </a:rPr>
              <a:t>g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ms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hig</a:t>
            </a:r>
            <a:r>
              <a:rPr lang="en-US" sz="1700" spc="10" dirty="0">
                <a:latin typeface="Times New Roman"/>
                <a:cs typeface="Times New Roman"/>
              </a:rPr>
              <a:t>h</a:t>
            </a:r>
            <a:r>
              <a:rPr lang="en-US" sz="1700" spc="-2" dirty="0">
                <a:latin typeface="Times New Roman"/>
                <a:cs typeface="Times New Roman"/>
              </a:rPr>
              <a:t>-lev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-2" dirty="0">
                <a:latin typeface="Times New Roman"/>
                <a:cs typeface="Times New Roman"/>
              </a:rPr>
              <a:t> to l</a:t>
            </a:r>
            <a:r>
              <a:rPr lang="en-US" sz="1700" dirty="0">
                <a:latin typeface="Times New Roman"/>
                <a:cs typeface="Times New Roman"/>
              </a:rPr>
              <a:t>ow</a:t>
            </a:r>
            <a:r>
              <a:rPr lang="en-US" sz="1700" spc="-2" dirty="0">
                <a:latin typeface="Times New Roman"/>
                <a:cs typeface="Times New Roman"/>
              </a:rPr>
              <a:t>-lev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5" dirty="0">
                <a:latin typeface="Times New Roman"/>
                <a:cs typeface="Times New Roman"/>
              </a:rPr>
              <a:t>gu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116065" marR="4276">
              <a:spcBef>
                <a:spcPts val="397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116065" marR="4276">
              <a:spcBef>
                <a:spcPts val="397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116065" marR="4276">
              <a:spcBef>
                <a:spcPts val="397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1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1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611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</a:t>
            </a:r>
            <a:r>
              <a:rPr kumimoji="0" lang="en-US" sz="1100" b="0" i="1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 of</a:t>
            </a:r>
            <a:r>
              <a:rPr kumimoji="0" lang="en-US" sz="11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lang="en-US" sz="11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er</a:t>
            </a:r>
            <a:r>
              <a:rPr kumimoji="0" lang="en-US" sz="1100" b="0" i="1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1100" b="0" i="1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1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er</a:t>
            </a:r>
            <a:endParaRPr lang="en-US" sz="1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0" y="1428750"/>
            <a:ext cx="3048000" cy="9996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10" name="object 4"/>
          <p:cNvSpPr/>
          <p:nvPr/>
        </p:nvSpPr>
        <p:spPr>
          <a:xfrm>
            <a:off x="3048000" y="3382003"/>
            <a:ext cx="3124200" cy="990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 dirty="0"/>
          </a:p>
        </p:txBody>
      </p:sp>
    </p:spTree>
    <p:extLst>
      <p:ext uri="{BB962C8B-B14F-4D97-AF65-F5344CB8AC3E}">
        <p14:creationId xmlns:p14="http://schemas.microsoft.com/office/powerpoint/2010/main" val="1523449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5B187-8D24-CD18-847D-964324D8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BF6571-6A3C-D164-75FB-BE555845D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E69137-A3C4-FDD9-EC44-153F0BE038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233C6E2-A22E-19E7-4C1C-1EFE9306952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FCDA6E-9223-0F73-4FC8-701D326811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1254084"/>
            <a:ext cx="7238999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/>
            <a:r>
              <a:rPr sz="1700" b="1" spc="-2" dirty="0">
                <a:latin typeface="Times New Roman"/>
                <a:cs typeface="Times New Roman"/>
              </a:rPr>
              <a:t>Asse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le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Asse</a:t>
            </a:r>
            <a:r>
              <a:rPr sz="1700" spc="-5" dirty="0">
                <a:latin typeface="Times New Roman"/>
                <a:cs typeface="Times New Roman"/>
              </a:rPr>
              <a:t>mbl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nslator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mbl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ode</a:t>
            </a:r>
            <a:r>
              <a:rPr sz="1700" spc="-2" dirty="0">
                <a:latin typeface="Times New Roman"/>
                <a:cs typeface="Times New Roman"/>
              </a:rPr>
              <a:t> 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lang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443"/>
            <a:endParaRPr lang="en-US" sz="1700" dirty="0">
              <a:latin typeface="Times New Roman"/>
              <a:cs typeface="Times New Roman"/>
            </a:endParaRPr>
          </a:p>
          <a:p>
            <a:pPr marL="6109" marR="2443"/>
            <a:endParaRPr lang="en-US" sz="1700" dirty="0">
              <a:latin typeface="Times New Roman"/>
              <a:cs typeface="Times New Roman"/>
            </a:endParaRPr>
          </a:p>
          <a:p>
            <a:pPr marL="6109" marR="2443"/>
            <a:endParaRPr lang="en-US" sz="1700" dirty="0">
              <a:latin typeface="Times New Roman"/>
              <a:cs typeface="Times New Roman"/>
            </a:endParaRPr>
          </a:p>
          <a:p>
            <a:pPr marL="6109" marR="2443"/>
            <a:endParaRPr lang="en-US" sz="1700" dirty="0">
              <a:latin typeface="Times New Roman"/>
              <a:cs typeface="Times New Roman"/>
            </a:endParaRPr>
          </a:p>
          <a:p>
            <a:pPr marL="6109" marR="2443" algn="ctr"/>
            <a:r>
              <a:rPr lang="en-US" sz="1100" i="1" spc="-5" dirty="0">
                <a:latin typeface="Times New Roman"/>
                <a:cs typeface="Times New Roman"/>
              </a:rPr>
              <a:t>U</a:t>
            </a:r>
            <a:r>
              <a:rPr lang="en-US" sz="1100" i="1" spc="-2" dirty="0">
                <a:latin typeface="Times New Roman"/>
                <a:cs typeface="Times New Roman"/>
              </a:rPr>
              <a:t>s</a:t>
            </a:r>
            <a:r>
              <a:rPr lang="en-US" sz="1100" i="1" dirty="0">
                <a:latin typeface="Times New Roman"/>
                <a:cs typeface="Times New Roman"/>
              </a:rPr>
              <a:t>e of</a:t>
            </a:r>
            <a:r>
              <a:rPr lang="en-US" sz="1100" i="1" spc="2" dirty="0">
                <a:latin typeface="Times New Roman"/>
                <a:cs typeface="Times New Roman"/>
              </a:rPr>
              <a:t> </a:t>
            </a:r>
            <a:r>
              <a:rPr lang="en-US" sz="1100" i="1" spc="-7" dirty="0">
                <a:latin typeface="Times New Roman"/>
                <a:cs typeface="Times New Roman"/>
              </a:rPr>
              <a:t>A</a:t>
            </a:r>
            <a:r>
              <a:rPr lang="en-US" sz="1100" i="1" spc="-2" dirty="0">
                <a:latin typeface="Times New Roman"/>
                <a:cs typeface="Times New Roman"/>
              </a:rPr>
              <a:t>s</a:t>
            </a:r>
            <a:r>
              <a:rPr lang="en-US" sz="1100" i="1" dirty="0">
                <a:latin typeface="Times New Roman"/>
                <a:cs typeface="Times New Roman"/>
              </a:rPr>
              <a:t>sem</a:t>
            </a:r>
            <a:r>
              <a:rPr lang="en-US" sz="1100" i="1" spc="-10" dirty="0">
                <a:latin typeface="Times New Roman"/>
                <a:cs typeface="Times New Roman"/>
              </a:rPr>
              <a:t>b</a:t>
            </a:r>
            <a:r>
              <a:rPr lang="en-US" sz="1100" i="1" dirty="0">
                <a:latin typeface="Times New Roman"/>
                <a:cs typeface="Times New Roman"/>
              </a:rPr>
              <a:t>ler</a:t>
            </a:r>
            <a:endParaRPr lang="en-US" sz="1100" dirty="0">
              <a:latin typeface="Times New Roman"/>
              <a:cs typeface="Times New Roman"/>
            </a:endParaRPr>
          </a:p>
          <a:p>
            <a:pPr marL="6109" marR="2443"/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89961" y="1899582"/>
            <a:ext cx="2840276" cy="8245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683417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29D23-979A-A487-F3DE-91E221F9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C91B93-20A5-4DFF-D81E-D90F59A2C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D31B81-CDE4-C365-C95C-3136EA89F1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E2D1A0D-32EE-CFC8-2405-3A8C4AC64A5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30BB11-9FA0-85D7-3881-21F6F661C9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0" name="object 3"/>
          <p:cNvSpPr txBox="1"/>
          <p:nvPr/>
        </p:nvSpPr>
        <p:spPr>
          <a:xfrm>
            <a:off x="914400" y="665844"/>
            <a:ext cx="7315200" cy="38625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>
              <a:spcBef>
                <a:spcPts val="435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2213487">
              <a:spcBef>
                <a:spcPts val="435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>
              <a:spcBef>
                <a:spcPts val="435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9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387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116065" marR="2443" indent="-109957">
              <a:spcBef>
                <a:spcPts val="387"/>
              </a:spcBef>
              <a:buFont typeface="Times New Roman"/>
              <a:buChar char="●"/>
              <a:tabLst>
                <a:tab pos="116065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za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ourth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Addison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116065" indent="-109957">
              <a:spcBef>
                <a:spcPts val="404"/>
              </a:spcBef>
              <a:buFont typeface="Times New Roman"/>
              <a:buChar char="●"/>
              <a:tabLst>
                <a:tab pos="116065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5440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3D56-02F9-5FE6-688F-134F2F65D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F283AF-1F8F-42A5-8634-BFBB0FB10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2A60CA-6F9E-C7B3-69D4-ED71C43364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610735A-A41C-E43D-4B0B-D8A2BB5A5D4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D7DCCC-42D9-DF84-1075-3AC6371190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7544F1BD-67AE-ECE2-5190-6EFE54D0C81C}"/>
              </a:ext>
            </a:extLst>
          </p:cNvPr>
          <p:cNvSpPr txBox="1"/>
          <p:nvPr/>
        </p:nvSpPr>
        <p:spPr>
          <a:xfrm>
            <a:off x="914400" y="819150"/>
            <a:ext cx="7315200" cy="2718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5" dirty="0">
                <a:latin typeface="Times New Roman"/>
                <a:cs typeface="Times New Roman"/>
              </a:rPr>
              <a:t>W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5" dirty="0">
                <a:latin typeface="Times New Roman"/>
                <a:cs typeface="Times New Roman"/>
              </a:rPr>
              <a:t>site</a:t>
            </a: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43860" lvl="1" indent="-109957">
              <a:spcBef>
                <a:spcPts val="409"/>
              </a:spcBef>
              <a:buSzPct val="83333"/>
              <a:buFont typeface="Times New Roman"/>
              <a:buChar char="●"/>
              <a:tabLst>
                <a:tab pos="144165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/t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h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bi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theo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ies.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om/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lev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f-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pro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mming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langu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6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38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6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8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0f2</a:t>
            </a:r>
            <a:endParaRPr sz="1700" dirty="0">
              <a:latin typeface="Times New Roman"/>
              <a:cs typeface="Times New Roman"/>
            </a:endParaRPr>
          </a:p>
          <a:p>
            <a:pPr marL="143860" lvl="1" indent="-109957">
              <a:buSzPct val="83333"/>
              <a:buFont typeface="Times New Roman"/>
              <a:buChar char="●"/>
              <a:tabLst>
                <a:tab pos="144165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s.toronto.edu/~gpe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nn/cs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324/l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tu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2.pdf</a:t>
            </a:r>
            <a:endParaRPr sz="1700" dirty="0">
              <a:latin typeface="Times New Roman"/>
              <a:cs typeface="Times New Roman"/>
            </a:endParaRPr>
          </a:p>
          <a:p>
            <a:pPr marL="143860" lvl="1" indent="-109957">
              <a:buSzPct val="83333"/>
              <a:buFont typeface="Times New Roman"/>
              <a:buChar char="●"/>
              <a:tabLst>
                <a:tab pos="144165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.brit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nnic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om/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te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hnology/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omput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prog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mm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ing-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lang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ge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latin typeface="Times New Roman"/>
                <a:cs typeface="Times New Roman"/>
              </a:rPr>
              <a:t>Vi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o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/>
            <a:endParaRPr lang="en-US" sz="1700" b="1" dirty="0">
              <a:latin typeface="Times New Roman"/>
              <a:cs typeface="Times New Roman"/>
            </a:endParaRPr>
          </a:p>
          <a:p>
            <a:pPr marL="116065" indent="-109957">
              <a:buSzPct val="83333"/>
              <a:buFont typeface="Times New Roman"/>
              <a:buChar char="●"/>
              <a:tabLst>
                <a:tab pos="116065" algn="l"/>
              </a:tabLst>
            </a:pP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/ww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w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.youtube.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om/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tch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?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v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=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Hvio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CF</a:t>
            </a:r>
            <a:r>
              <a:rPr lang="en-US"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O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z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Zo</a:t>
            </a:r>
            <a:endParaRPr lang="en-US" sz="1700" dirty="0">
              <a:latin typeface="Times New Roman"/>
              <a:cs typeface="Times New Roman"/>
            </a:endParaRPr>
          </a:p>
          <a:p>
            <a:pPr marL="116065" indent="-109957">
              <a:buSzPct val="83333"/>
              <a:buFont typeface="Times New Roman"/>
              <a:buChar char="●"/>
              <a:tabLst>
                <a:tab pos="116065" algn="l"/>
              </a:tabLst>
            </a:pP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/ww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w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.youtube.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c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om/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a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tch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?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v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=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Qle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APh1</a:t>
            </a:r>
            <a:r>
              <a:rPr lang="en-US"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Z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3I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86833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</TotalTime>
  <Words>1105</Words>
  <Application>Microsoft Office PowerPoint</Application>
  <PresentationFormat>On-screen Show (16:9)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2024-12-20T11:32:59Z</dcterms:created>
  <dcterms:modified xsi:type="dcterms:W3CDTF">2024-12-23T09:25:39Z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