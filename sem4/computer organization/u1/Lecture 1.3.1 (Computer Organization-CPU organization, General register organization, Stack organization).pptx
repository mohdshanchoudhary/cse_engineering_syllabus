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media/image7.jpg" ContentType="image/jpg"/>
  <Override PartName="/ppt/media/image8.jpg" ContentType="image/jp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6" r:id="rId1"/>
  </p:sldMasterIdLst>
  <p:notesMasterIdLst>
    <p:notesMasterId r:id="rId24"/>
  </p:notesMasterIdLst>
  <p:sldIdLst>
    <p:sldId id="265" r:id="rId2"/>
    <p:sldId id="401" r:id="rId3"/>
    <p:sldId id="405" r:id="rId4"/>
    <p:sldId id="404" r:id="rId5"/>
    <p:sldId id="406" r:id="rId6"/>
    <p:sldId id="402" r:id="rId7"/>
    <p:sldId id="407" r:id="rId8"/>
    <p:sldId id="403" r:id="rId9"/>
    <p:sldId id="408" r:id="rId10"/>
    <p:sldId id="409" r:id="rId11"/>
    <p:sldId id="410" r:id="rId12"/>
    <p:sldId id="411" r:id="rId13"/>
    <p:sldId id="412" r:id="rId14"/>
    <p:sldId id="416" r:id="rId15"/>
    <p:sldId id="417" r:id="rId16"/>
    <p:sldId id="413" r:id="rId17"/>
    <p:sldId id="418" r:id="rId18"/>
    <p:sldId id="414" r:id="rId19"/>
    <p:sldId id="415" r:id="rId20"/>
    <p:sldId id="419" r:id="rId21"/>
    <p:sldId id="420" r:id="rId22"/>
    <p:sldId id="422" r:id="rId23"/>
  </p:sldIdLst>
  <p:sldSz cx="9144000" cy="5143500" type="screen16x9"/>
  <p:notesSz cx="7556500" cy="10693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85" userDrawn="1">
          <p15:clr>
            <a:srgbClr val="A4A3A4"/>
          </p15:clr>
        </p15:guide>
        <p15:guide id="2" pos="261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0" d="100"/>
          <a:sy n="100" d="100"/>
        </p:scale>
        <p:origin x="874" y="67"/>
      </p:cViewPr>
      <p:guideLst>
        <p:guide orient="horz" pos="1385"/>
        <p:guide pos="2614"/>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03739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569214"/>
            <a:ext cx="7543800" cy="2674620"/>
          </a:xfrm>
        </p:spPr>
        <p:txBody>
          <a:bodyPr anchor="b">
            <a:normAutofit/>
          </a:bodyPr>
          <a:lstStyle>
            <a:lvl1pPr algn="l">
              <a:lnSpc>
                <a:spcPct val="85000"/>
              </a:lnSpc>
              <a:defRPr sz="6000" spc="-38"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3341715"/>
            <a:ext cx="7543800" cy="857250"/>
          </a:xfrm>
        </p:spPr>
        <p:txBody>
          <a:bodyPr lIns="91440" rIns="91440">
            <a:normAutofit/>
          </a:bodyPr>
          <a:lstStyle>
            <a:lvl1pPr marL="0" indent="0" algn="l">
              <a:buNone/>
              <a:defRPr sz="1800" cap="all" spc="150" baseline="0">
                <a:solidFill>
                  <a:schemeClr val="tx2"/>
                </a:solidFill>
                <a:latin typeface="+mj-lt"/>
              </a:defRPr>
            </a:lvl1pPr>
            <a:lvl2pPr marL="342900" indent="0" algn="ctr">
              <a:buNone/>
              <a:defRPr sz="18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12/24/2024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cxnSp>
        <p:nvCxnSpPr>
          <p:cNvPr id="9" name="Straight Connector 8"/>
          <p:cNvCxnSpPr/>
          <p:nvPr/>
        </p:nvCxnSpPr>
        <p:spPr>
          <a:xfrm>
            <a:off x="905744" y="325755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86151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12/24/2024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1527667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69214"/>
            <a:ext cx="7543800" cy="2674620"/>
          </a:xfrm>
        </p:spPr>
        <p:txBody>
          <a:bodyPr anchor="b" anchorCtr="0">
            <a:normAutofit/>
          </a:bodyPr>
          <a:lstStyle>
            <a:lvl1pPr>
              <a:lnSpc>
                <a:spcPct val="85000"/>
              </a:lnSpc>
              <a:defRPr sz="6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3339846"/>
            <a:ext cx="7543800" cy="857250"/>
          </a:xfrm>
        </p:spPr>
        <p:txBody>
          <a:bodyPr lIns="91440" rIns="91440" anchor="t" anchorCtr="0">
            <a:normAutofit/>
          </a:bodyPr>
          <a:lstStyle>
            <a:lvl1pPr marL="0" indent="0">
              <a:buNone/>
              <a:defRPr sz="1800" cap="all" spc="150" baseline="0">
                <a:solidFill>
                  <a:schemeClr val="tx2"/>
                </a:solidFill>
                <a:latin typeface="+mj-lt"/>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12/24/2024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cxnSp>
        <p:nvCxnSpPr>
          <p:cNvPr id="9" name="Straight Connector 8"/>
          <p:cNvCxnSpPr/>
          <p:nvPr/>
        </p:nvCxnSpPr>
        <p:spPr>
          <a:xfrm>
            <a:off x="905744" y="325755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64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14953"/>
            <a:ext cx="7543800" cy="1088068"/>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59" y="1384301"/>
            <a:ext cx="3703320" cy="3017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384301"/>
            <a:ext cx="3703320" cy="3017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t>12/24/2024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0775992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14953"/>
            <a:ext cx="7543800" cy="1088068"/>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384539"/>
            <a:ext cx="3703320" cy="55221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22960" y="1936751"/>
            <a:ext cx="3703320" cy="2533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384539"/>
            <a:ext cx="3703320" cy="55221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63440" y="1936751"/>
            <a:ext cx="3703320" cy="2533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12/24/2024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0038290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t>12/24/2024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7304043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D8BD707-D9CF-40AE-B4C6-C98DA3205C09}" type="datetimeFigureOut">
              <a:rPr lang="en-US" smtClean="0"/>
              <a:t>12/24/2024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1594317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514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445769"/>
            <a:ext cx="2400300" cy="1714500"/>
          </a:xfrm>
        </p:spPr>
        <p:txBody>
          <a:bodyPr anchor="b">
            <a:normAutofit/>
          </a:bodyPr>
          <a:lstStyle>
            <a:lvl1pPr>
              <a:defRPr sz="27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600450" y="548640"/>
            <a:ext cx="4869180" cy="39433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194560"/>
            <a:ext cx="2400300" cy="2534343"/>
          </a:xfrm>
        </p:spPr>
        <p:txBody>
          <a:bodyPr lIns="91440" rIns="91440">
            <a:normAutofit/>
          </a:bodyPr>
          <a:lstStyle>
            <a:lvl1pPr marL="0" indent="0">
              <a:buNone/>
              <a:defRPr sz="1125">
                <a:solidFill>
                  <a:srgbClr val="FFFFF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a:xfrm>
            <a:off x="349134" y="4844839"/>
            <a:ext cx="1963883" cy="273844"/>
          </a:xfrm>
        </p:spPr>
        <p:txBody>
          <a:bodyPr/>
          <a:lstStyle>
            <a:lvl1pPr algn="l">
              <a:defRPr/>
            </a:lvl1pPr>
          </a:lstStyle>
          <a:p>
            <a:fld id="{1D8BD707-D9CF-40AE-B4C6-C98DA3205C09}" type="datetimeFigureOut">
              <a:rPr lang="en-US" smtClean="0"/>
              <a:t>12/24/2024</a:t>
            </a:fld>
            <a:endParaRPr lang="en-US"/>
          </a:p>
        </p:txBody>
      </p:sp>
      <p:sp>
        <p:nvSpPr>
          <p:cNvPr id="6" name="Footer Placeholder 5"/>
          <p:cNvSpPr>
            <a:spLocks noGrp="1"/>
          </p:cNvSpPr>
          <p:nvPr>
            <p:ph type="ftr" sz="quarter" idx="11"/>
          </p:nvPr>
        </p:nvSpPr>
        <p:spPr>
          <a:xfrm>
            <a:off x="3600450" y="4844839"/>
            <a:ext cx="3486150" cy="273844"/>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6F15528-21DE-4FAA-801E-634DDDAF4B2B}" type="slidenum">
              <a:rPr lang="en-US" smtClean="0"/>
              <a:t>‹#›</a:t>
            </a:fld>
            <a:endParaRPr lang="en-US"/>
          </a:p>
        </p:txBody>
      </p:sp>
    </p:spTree>
    <p:extLst>
      <p:ext uri="{BB962C8B-B14F-4D97-AF65-F5344CB8AC3E}">
        <p14:creationId xmlns:p14="http://schemas.microsoft.com/office/powerpoint/2010/main" val="42427328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3714750"/>
            <a:ext cx="9141619" cy="142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368630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3806190"/>
            <a:ext cx="7584948" cy="617220"/>
          </a:xfrm>
        </p:spPr>
        <p:txBody>
          <a:bodyPr lIns="91440" tIns="0" rIns="91440" bIns="0" anchor="b">
            <a:noAutofit/>
          </a:bodyPr>
          <a:lstStyle>
            <a:lvl1pPr>
              <a:defRPr sz="27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3686307"/>
          </a:xfrm>
          <a:blipFill>
            <a:blip r:embed="rId2"/>
            <a:stretch>
              <a:fillRect/>
            </a:stretch>
          </a:blipFill>
        </p:spPr>
        <p:txBody>
          <a:bodyPr lIns="457200" tIns="457200" anchor="t"/>
          <a:lstStyle>
            <a:lvl1pPr marL="0" indent="0">
              <a:buNone/>
              <a:defRPr sz="2400">
                <a:solidFill>
                  <a:schemeClr val="bg1"/>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822960" y="4430267"/>
            <a:ext cx="7584948" cy="445770"/>
          </a:xfrm>
        </p:spPr>
        <p:txBody>
          <a:bodyPr lIns="91440" tIns="0" rIns="91440" bIns="0">
            <a:normAutofit/>
          </a:bodyPr>
          <a:lstStyle>
            <a:lvl1pPr marL="0" indent="0">
              <a:spcBef>
                <a:spcPts val="0"/>
              </a:spcBef>
              <a:spcAft>
                <a:spcPts val="450"/>
              </a:spcAft>
              <a:buNone/>
              <a:defRPr sz="1125">
                <a:solidFill>
                  <a:srgbClr val="FFFFF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12/24/2024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0497916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12/24/2024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0089660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311084"/>
            <a:ext cx="1971675" cy="431806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11083"/>
            <a:ext cx="5800725" cy="4318067"/>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12/24/2024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3693741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4800600"/>
            <a:ext cx="9144000"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4750737"/>
            <a:ext cx="9144001" cy="494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14953"/>
            <a:ext cx="7543800" cy="1088068"/>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60" y="1384301"/>
            <a:ext cx="7543800" cy="301752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4844839"/>
            <a:ext cx="1854203" cy="273844"/>
          </a:xfrm>
          <a:prstGeom prst="rect">
            <a:avLst/>
          </a:prstGeom>
        </p:spPr>
        <p:txBody>
          <a:bodyPr vert="horz" lIns="91440" tIns="45720" rIns="91440" bIns="45720" rtlCol="0" anchor="ctr"/>
          <a:lstStyle>
            <a:lvl1pPr algn="l">
              <a:defRPr sz="675">
                <a:solidFill>
                  <a:srgbClr val="FFFFFF"/>
                </a:solidFill>
              </a:defRPr>
            </a:lvl1pPr>
          </a:lstStyle>
          <a:p>
            <a:fld id="{1D8BD707-D9CF-40AE-B4C6-C98DA3205C09}" type="datetimeFigureOut">
              <a:rPr lang="en-US" smtClean="0"/>
              <a:t>12/24/2024</a:t>
            </a:fld>
            <a:endParaRPr lang="en-US"/>
          </a:p>
        </p:txBody>
      </p:sp>
      <p:sp>
        <p:nvSpPr>
          <p:cNvPr id="5" name="Footer Placeholder 4"/>
          <p:cNvSpPr>
            <a:spLocks noGrp="1"/>
          </p:cNvSpPr>
          <p:nvPr>
            <p:ph type="ftr" sz="quarter" idx="3"/>
          </p:nvPr>
        </p:nvSpPr>
        <p:spPr>
          <a:xfrm>
            <a:off x="2764639" y="4844839"/>
            <a:ext cx="3617103" cy="273844"/>
          </a:xfrm>
          <a:prstGeom prst="rect">
            <a:avLst/>
          </a:prstGeom>
        </p:spPr>
        <p:txBody>
          <a:bodyPr vert="horz" lIns="91440" tIns="45720" rIns="91440" bIns="45720" rtlCol="0" anchor="ctr"/>
          <a:lstStyle>
            <a:lvl1pPr algn="ctr">
              <a:defRPr sz="675"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7425344" y="4844839"/>
            <a:ext cx="984019" cy="273844"/>
          </a:xfrm>
          <a:prstGeom prst="rect">
            <a:avLst/>
          </a:prstGeom>
        </p:spPr>
        <p:txBody>
          <a:bodyPr vert="horz" lIns="91440" tIns="45720" rIns="91440" bIns="45720" rtlCol="0" anchor="ctr"/>
          <a:lstStyle>
            <a:lvl1pPr algn="r">
              <a:defRPr sz="788">
                <a:solidFill>
                  <a:srgbClr val="FFFFFF"/>
                </a:solidFill>
              </a:defRPr>
            </a:lvl1pPr>
          </a:lstStyle>
          <a:p>
            <a:fld id="{B6F15528-21DE-4FAA-801E-634DDDAF4B2B}" type="slidenum">
              <a:rPr lang="en-US" smtClean="0"/>
              <a:t>‹#›</a:t>
            </a:fld>
            <a:endParaRPr lang="en-US"/>
          </a:p>
        </p:txBody>
      </p:sp>
      <p:cxnSp>
        <p:nvCxnSpPr>
          <p:cNvPr id="10" name="Straight Connector 9"/>
          <p:cNvCxnSpPr/>
          <p:nvPr/>
        </p:nvCxnSpPr>
        <p:spPr>
          <a:xfrm>
            <a:off x="895149" y="1303384"/>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8014060"/>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txStyles>
    <p:titleStyle>
      <a:lvl1pPr algn="l" defTabSz="685800" rtl="0" eaLnBrk="1" latinLnBrk="0" hangingPunct="1">
        <a:lnSpc>
          <a:spcPct val="85000"/>
        </a:lnSpc>
        <a:spcBef>
          <a:spcPct val="0"/>
        </a:spcBef>
        <a:buNone/>
        <a:defRPr sz="3600" kern="1200" spc="-38" baseline="0">
          <a:solidFill>
            <a:schemeClr val="tx1">
              <a:lumMod val="75000"/>
              <a:lumOff val="25000"/>
            </a:schemeClr>
          </a:solidFill>
          <a:latin typeface="+mj-lt"/>
          <a:ea typeface="+mj-ea"/>
          <a:cs typeface="+mj-cs"/>
        </a:defRPr>
      </a:lvl1pPr>
    </p:titleStyle>
    <p:bodyStyle>
      <a:lvl1pPr marL="68580" indent="-68580" algn="l" defTabSz="685800" rtl="0" eaLnBrk="1" latinLnBrk="0" hangingPunct="1">
        <a:lnSpc>
          <a:spcPct val="90000"/>
        </a:lnSpc>
        <a:spcBef>
          <a:spcPts val="900"/>
        </a:spcBef>
        <a:spcAft>
          <a:spcPts val="150"/>
        </a:spcAft>
        <a:buClr>
          <a:schemeClr val="accent1"/>
        </a:buClr>
        <a:buSzPct val="100000"/>
        <a:buFont typeface="Calibri" panose="020F0502020204030204" pitchFamily="34" charset="0"/>
        <a:buChar char=" "/>
        <a:defRPr sz="1500" kern="1200">
          <a:solidFill>
            <a:schemeClr val="tx1">
              <a:lumMod val="75000"/>
              <a:lumOff val="25000"/>
            </a:schemeClr>
          </a:solidFill>
          <a:latin typeface="+mn-lt"/>
          <a:ea typeface="+mn-ea"/>
          <a:cs typeface="+mn-cs"/>
        </a:defRPr>
      </a:lvl1pPr>
      <a:lvl2pPr marL="288036" indent="-137160" algn="l" defTabSz="685800" rtl="0" eaLnBrk="1" latinLnBrk="0" hangingPunct="1">
        <a:lnSpc>
          <a:spcPct val="90000"/>
        </a:lnSpc>
        <a:spcBef>
          <a:spcPts val="150"/>
        </a:spcBef>
        <a:spcAft>
          <a:spcPts val="300"/>
        </a:spcAft>
        <a:buClr>
          <a:schemeClr val="accent1"/>
        </a:buClr>
        <a:buFont typeface="Calibri" pitchFamily="34" charset="0"/>
        <a:buChar char="◦"/>
        <a:defRPr sz="1350" kern="1200">
          <a:solidFill>
            <a:schemeClr val="tx1">
              <a:lumMod val="75000"/>
              <a:lumOff val="25000"/>
            </a:schemeClr>
          </a:solidFill>
          <a:latin typeface="+mn-lt"/>
          <a:ea typeface="+mn-ea"/>
          <a:cs typeface="+mn-cs"/>
        </a:defRPr>
      </a:lvl2pPr>
      <a:lvl3pPr marL="42519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3pPr>
      <a:lvl4pPr marL="56235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4pPr>
      <a:lvl5pPr marL="69951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5pPr>
      <a:lvl6pPr marL="8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6pPr>
      <a:lvl7pPr marL="9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7pPr>
      <a:lvl8pPr marL="11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8pPr>
      <a:lvl9pPr marL="12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7.jpg"/><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8.jpg"/><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5.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5.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5.png"/><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8" Type="http://schemas.openxmlformats.org/officeDocument/2006/relationships/hyperlink" Target="https://www.youtube.com/watch?v=llBYrJd6yUw" TargetMode="External"/><Relationship Id="rId3" Type="http://schemas.openxmlformats.org/officeDocument/2006/relationships/image" Target="../media/image3.png"/><Relationship Id="rId7" Type="http://schemas.openxmlformats.org/officeDocument/2006/relationships/hyperlink" Target="https://dodiyahiten.files.wordpress.com/2012/09/chapter-7-central-processing-unit.pdf" TargetMode="Externa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hyperlink" Target="https://www.slideshare.net/sangitavishwakarma1/cpu-organisation" TargetMode="External"/><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BCFCF30-EF72-A459-B1F4-E2DD160D29AA}"/>
              </a:ext>
            </a:extLst>
          </p:cNvPr>
          <p:cNvPicPr>
            <a:picLocks noChangeAspect="1"/>
          </p:cNvPicPr>
          <p:nvPr/>
        </p:nvPicPr>
        <p:blipFill>
          <a:blip r:embed="rId2"/>
          <a:stretch>
            <a:fillRect/>
          </a:stretch>
        </p:blipFill>
        <p:spPr>
          <a:xfrm>
            <a:off x="100454" y="116065"/>
            <a:ext cx="476476" cy="806935"/>
          </a:xfrm>
          <a:prstGeom prst="rect">
            <a:avLst/>
          </a:prstGeom>
        </p:spPr>
      </p:pic>
      <p:pic>
        <p:nvPicPr>
          <p:cNvPr id="6" name="Picture 5">
            <a:extLst>
              <a:ext uri="{FF2B5EF4-FFF2-40B4-BE49-F238E27FC236}">
                <a16:creationId xmlns:a16="http://schemas.microsoft.com/office/drawing/2014/main" id="{486354A7-7091-D91A-A7E7-7B5DF5BDC9C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7" y="116065"/>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D67096D5-CA38-0859-FAF8-58F7984BD001}"/>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F9233E20-ECE4-6406-DB92-ABF9EA9DFD7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13" name="TextBox 12">
            <a:extLst>
              <a:ext uri="{FF2B5EF4-FFF2-40B4-BE49-F238E27FC236}">
                <a16:creationId xmlns:a16="http://schemas.microsoft.com/office/drawing/2014/main" id="{0E664002-4AA4-31D1-E101-4DF5A585878C}"/>
              </a:ext>
            </a:extLst>
          </p:cNvPr>
          <p:cNvSpPr txBox="1"/>
          <p:nvPr/>
        </p:nvSpPr>
        <p:spPr>
          <a:xfrm>
            <a:off x="961776" y="1435538"/>
            <a:ext cx="7220448" cy="1897058"/>
          </a:xfrm>
          <a:prstGeom prst="rect">
            <a:avLst/>
          </a:prstGeom>
          <a:noFill/>
        </p:spPr>
        <p:txBody>
          <a:bodyPr wrap="square">
            <a:spAutoFit/>
          </a:bodyPr>
          <a:lstStyle/>
          <a:p>
            <a:pPr algn="ctr" defTabSz="439826">
              <a:defRPr/>
            </a:pPr>
            <a:r>
              <a:rPr lang="en-US" sz="2597" b="1" dirty="0">
                <a:solidFill>
                  <a:prstClr val="black"/>
                </a:solidFill>
                <a:latin typeface="Times New Roman" panose="02020603050405020304" pitchFamily="18" charset="0"/>
                <a:ea typeface="Arial"/>
                <a:cs typeface="Times New Roman" panose="02020603050405020304" pitchFamily="18" charset="0"/>
                <a:sym typeface="Arial"/>
              </a:rPr>
              <a:t>University Institute of Engineering</a:t>
            </a:r>
            <a:endParaRPr lang="en-US" sz="2597" dirty="0">
              <a:solidFill>
                <a:prstClr val="black"/>
              </a:solidFill>
              <a:latin typeface="Times New Roman" panose="02020603050405020304" pitchFamily="18" charset="0"/>
              <a:ea typeface="Arial"/>
              <a:cs typeface="Times New Roman" panose="02020603050405020304" pitchFamily="18" charset="0"/>
              <a:sym typeface="Arial"/>
            </a:endParaRPr>
          </a:p>
          <a:p>
            <a:pPr algn="ctr" defTabSz="439826">
              <a:defRPr/>
            </a:pPr>
            <a:r>
              <a:rPr lang="en-US" sz="2213" b="1" dirty="0">
                <a:solidFill>
                  <a:prstClr val="black"/>
                </a:solidFill>
                <a:latin typeface="Times New Roman" panose="02020603050405020304" pitchFamily="18" charset="0"/>
                <a:ea typeface="Arial"/>
                <a:cs typeface="Times New Roman" panose="02020603050405020304" pitchFamily="18" charset="0"/>
                <a:sym typeface="Arial"/>
              </a:rPr>
              <a:t>Department of Computer Science &amp; Engineering</a:t>
            </a:r>
          </a:p>
          <a:p>
            <a:pPr algn="ctr" defTabSz="439826">
              <a:defRPr/>
            </a:pPr>
            <a:endParaRPr lang="en-US" sz="2213" b="1" dirty="0">
              <a:solidFill>
                <a:prstClr val="black"/>
              </a:solidFill>
              <a:latin typeface="Times New Roman" panose="02020603050405020304" pitchFamily="18" charset="0"/>
              <a:cs typeface="Times New Roman" panose="02020603050405020304" pitchFamily="18" charset="0"/>
              <a:sym typeface="Arial"/>
            </a:endParaRPr>
          </a:p>
          <a:p>
            <a:pPr algn="ctr" defTabSz="439826">
              <a:defRPr/>
            </a:pPr>
            <a:r>
              <a:rPr lang="en-US" sz="2213" b="1" dirty="0">
                <a:solidFill>
                  <a:prstClr val="black"/>
                </a:solidFill>
                <a:latin typeface="Times New Roman" panose="02020603050405020304" pitchFamily="18" charset="0"/>
                <a:cs typeface="Times New Roman" panose="02020603050405020304" pitchFamily="18" charset="0"/>
              </a:rPr>
              <a:t>COMPUTER ORGANIZATION &amp; ARCHITECTURE</a:t>
            </a:r>
            <a:endParaRPr lang="en-US" sz="2213" b="1" dirty="0">
              <a:solidFill>
                <a:prstClr val="black"/>
              </a:solidFill>
              <a:latin typeface="Times New Roman" panose="02020603050405020304" pitchFamily="18" charset="0"/>
              <a:ea typeface="Arial"/>
              <a:cs typeface="Times New Roman" panose="02020603050405020304" pitchFamily="18" charset="0"/>
              <a:sym typeface="Arial"/>
            </a:endParaRPr>
          </a:p>
          <a:p>
            <a:pPr algn="ctr" defTabSz="439826">
              <a:lnSpc>
                <a:spcPct val="90000"/>
              </a:lnSpc>
              <a:spcBef>
                <a:spcPts val="606"/>
              </a:spcBef>
              <a:defRPr/>
            </a:pPr>
            <a:r>
              <a:rPr lang="en-US" sz="2213" b="1" dirty="0">
                <a:solidFill>
                  <a:prstClr val="black"/>
                </a:solidFill>
                <a:latin typeface="Times New Roman" panose="02020603050405020304" pitchFamily="18" charset="0"/>
                <a:ea typeface="Arial"/>
                <a:cs typeface="Times New Roman" panose="02020603050405020304" pitchFamily="18" charset="0"/>
                <a:sym typeface="Arial"/>
              </a:rPr>
              <a:t>(23CST-204/23ITT-204)</a:t>
            </a:r>
          </a:p>
        </p:txBody>
      </p:sp>
      <p:sp>
        <p:nvSpPr>
          <p:cNvPr id="16" name="Subtitle 2">
            <a:extLst>
              <a:ext uri="{FF2B5EF4-FFF2-40B4-BE49-F238E27FC236}">
                <a16:creationId xmlns:a16="http://schemas.microsoft.com/office/drawing/2014/main" id="{F7016100-A7B3-0379-C4B5-D13BB8B70B9B}"/>
              </a:ext>
            </a:extLst>
          </p:cNvPr>
          <p:cNvSpPr txBox="1">
            <a:spLocks/>
          </p:cNvSpPr>
          <p:nvPr/>
        </p:nvSpPr>
        <p:spPr>
          <a:xfrm>
            <a:off x="304800" y="3655677"/>
            <a:ext cx="2364055" cy="1039831"/>
          </a:xfrm>
          <a:prstGeom prst="rect">
            <a:avLst/>
          </a:prstGeom>
        </p:spPr>
        <p:txBody>
          <a:bodyPr vert="horz" lIns="43982" tIns="21991" rIns="43982" bIns="21991"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251" b="1" dirty="0">
                <a:latin typeface="Times New Roman" panose="02020603050405020304" pitchFamily="18" charset="0"/>
                <a:cs typeface="Times New Roman" panose="02020603050405020304" pitchFamily="18" charset="0"/>
              </a:rPr>
              <a:t>ER. SHIKHA ATWAL</a:t>
            </a:r>
          </a:p>
          <a:p>
            <a:pPr algn="l"/>
            <a:r>
              <a:rPr lang="en-US" sz="962" b="1" dirty="0">
                <a:latin typeface="Times New Roman" panose="02020603050405020304" pitchFamily="18" charset="0"/>
                <a:cs typeface="Times New Roman" panose="02020603050405020304" pitchFamily="18" charset="0"/>
              </a:rPr>
              <a:t>E11186</a:t>
            </a:r>
          </a:p>
          <a:p>
            <a:pPr algn="l"/>
            <a:r>
              <a:rPr lang="en-US" sz="962" b="1" dirty="0">
                <a:latin typeface="Times New Roman" panose="02020603050405020304" pitchFamily="18" charset="0"/>
                <a:cs typeface="Times New Roman" panose="02020603050405020304" pitchFamily="18" charset="0"/>
              </a:rPr>
              <a:t>ASSISTANT PROFESSOR</a:t>
            </a:r>
          </a:p>
          <a:p>
            <a:pPr algn="l"/>
            <a:r>
              <a:rPr lang="en-US" sz="962" b="1" dirty="0">
                <a:latin typeface="Times New Roman" panose="02020603050405020304" pitchFamily="18" charset="0"/>
                <a:cs typeface="Times New Roman" panose="02020603050405020304" pitchFamily="18" charset="0"/>
              </a:rPr>
              <a:t>BE-CSE</a:t>
            </a:r>
          </a:p>
        </p:txBody>
      </p:sp>
    </p:spTree>
    <p:extLst>
      <p:ext uri="{BB962C8B-B14F-4D97-AF65-F5344CB8AC3E}">
        <p14:creationId xmlns:p14="http://schemas.microsoft.com/office/powerpoint/2010/main" val="12736379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BC33B-9BF8-4990-E053-E5C45E7C569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57FA1C6-1A8E-B87A-5D60-AE820C4E50A9}"/>
              </a:ext>
            </a:extLst>
          </p:cNvPr>
          <p:cNvPicPr>
            <a:picLocks noChangeAspect="1"/>
          </p:cNvPicPr>
          <p:nvPr/>
        </p:nvPicPr>
        <p:blipFill>
          <a:blip r:embed="rId2"/>
          <a:stretch>
            <a:fillRect/>
          </a:stretch>
        </p:blipFill>
        <p:spPr>
          <a:xfrm>
            <a:off x="100454" y="116065"/>
            <a:ext cx="476476" cy="806935"/>
          </a:xfrm>
          <a:prstGeom prst="rect">
            <a:avLst/>
          </a:prstGeom>
        </p:spPr>
      </p:pic>
      <p:pic>
        <p:nvPicPr>
          <p:cNvPr id="6" name="Picture 5">
            <a:extLst>
              <a:ext uri="{FF2B5EF4-FFF2-40B4-BE49-F238E27FC236}">
                <a16:creationId xmlns:a16="http://schemas.microsoft.com/office/drawing/2014/main" id="{679B07E0-9A3B-883A-FBF4-84F6C87D361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7" y="116065"/>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3BDC0CB8-73E0-67CB-700D-54C6EBB0C6A5}"/>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0728613C-7A56-2469-8594-25973795334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p:cNvSpPr txBox="1"/>
          <p:nvPr/>
        </p:nvSpPr>
        <p:spPr>
          <a:xfrm>
            <a:off x="838200" y="1047750"/>
            <a:ext cx="7467600" cy="2821285"/>
          </a:xfrm>
          <a:prstGeom prst="rect">
            <a:avLst/>
          </a:prstGeom>
        </p:spPr>
        <p:txBody>
          <a:bodyPr vert="horz" wrap="square" lIns="0" tIns="0" rIns="0" bIns="0" rtlCol="0">
            <a:spAutoFit/>
          </a:bodyPr>
          <a:lstStyle/>
          <a:p>
            <a:pPr marL="6109" algn="ctr">
              <a:spcBef>
                <a:spcPts val="409"/>
              </a:spcBef>
            </a:pPr>
            <a:r>
              <a:rPr lang="en-US" sz="1700" b="1" spc="-2" dirty="0">
                <a:latin typeface="Times New Roman"/>
                <a:cs typeface="Times New Roman"/>
              </a:rPr>
              <a:t>INTRODUC</a:t>
            </a:r>
            <a:r>
              <a:rPr lang="en-US" sz="1700" b="1" spc="-5" dirty="0">
                <a:latin typeface="Times New Roman"/>
                <a:cs typeface="Times New Roman"/>
              </a:rPr>
              <a:t>T</a:t>
            </a:r>
            <a:r>
              <a:rPr lang="en-US" sz="1700" b="1" spc="-2" dirty="0">
                <a:latin typeface="Times New Roman"/>
                <a:cs typeface="Times New Roman"/>
              </a:rPr>
              <a:t>ION</a:t>
            </a:r>
          </a:p>
          <a:p>
            <a:pPr marL="6109" algn="ctr">
              <a:spcBef>
                <a:spcPts val="409"/>
              </a:spcBef>
            </a:pPr>
            <a:endParaRPr sz="1700" dirty="0">
              <a:latin typeface="Times New Roman"/>
              <a:cs typeface="Times New Roman"/>
            </a:endParaRPr>
          </a:p>
          <a:p>
            <a:pPr marL="6109" marR="2443" algn="just">
              <a:spcBef>
                <a:spcPts val="387"/>
              </a:spcBef>
            </a:pPr>
            <a:r>
              <a:rPr sz="1700" spc="-5" dirty="0">
                <a:latin typeface="Times New Roman"/>
                <a:cs typeface="Times New Roman"/>
              </a:rPr>
              <a:t>Comput</a:t>
            </a:r>
            <a:r>
              <a:rPr sz="1700" spc="-7" dirty="0">
                <a:latin typeface="Times New Roman"/>
                <a:cs typeface="Times New Roman"/>
              </a:rPr>
              <a:t>e</a:t>
            </a:r>
            <a:r>
              <a:rPr sz="1700" dirty="0">
                <a:latin typeface="Times New Roman"/>
                <a:cs typeface="Times New Roman"/>
              </a:rPr>
              <a:t>r</a:t>
            </a:r>
            <a:r>
              <a:rPr sz="1700" spc="36" dirty="0">
                <a:latin typeface="Times New Roman"/>
                <a:cs typeface="Times New Roman"/>
              </a:rPr>
              <a:t> </a:t>
            </a:r>
            <a:r>
              <a:rPr sz="1700" spc="-5" dirty="0">
                <a:latin typeface="Times New Roman"/>
                <a:cs typeface="Times New Roman"/>
              </a:rPr>
              <a:t>org</a:t>
            </a:r>
            <a:r>
              <a:rPr sz="1700" spc="-10" dirty="0">
                <a:latin typeface="Times New Roman"/>
                <a:cs typeface="Times New Roman"/>
              </a:rPr>
              <a:t>a</a:t>
            </a:r>
            <a:r>
              <a:rPr sz="1700" spc="-2" dirty="0">
                <a:latin typeface="Times New Roman"/>
                <a:cs typeface="Times New Roman"/>
              </a:rPr>
              <a:t>niz</a:t>
            </a:r>
            <a:r>
              <a:rPr sz="1700" spc="-10" dirty="0">
                <a:latin typeface="Times New Roman"/>
                <a:cs typeface="Times New Roman"/>
              </a:rPr>
              <a:t>a</a:t>
            </a:r>
            <a:r>
              <a:rPr sz="1700" spc="-2" dirty="0">
                <a:latin typeface="Times New Roman"/>
                <a:cs typeface="Times New Roman"/>
              </a:rPr>
              <a:t>ti</a:t>
            </a:r>
            <a:r>
              <a:rPr sz="1700" dirty="0">
                <a:latin typeface="Times New Roman"/>
                <a:cs typeface="Times New Roman"/>
              </a:rPr>
              <a:t>on</a:t>
            </a:r>
            <a:r>
              <a:rPr sz="1700" spc="38" dirty="0">
                <a:latin typeface="Times New Roman"/>
                <a:cs typeface="Times New Roman"/>
              </a:rPr>
              <a:t> </a:t>
            </a:r>
            <a:r>
              <a:rPr sz="1700" spc="-2" dirty="0">
                <a:latin typeface="Times New Roman"/>
                <a:cs typeface="Times New Roman"/>
              </a:rPr>
              <a:t>is</a:t>
            </a:r>
            <a:r>
              <a:rPr sz="1700" spc="41" dirty="0">
                <a:latin typeface="Times New Roman"/>
                <a:cs typeface="Times New Roman"/>
              </a:rPr>
              <a:t> </a:t>
            </a:r>
            <a:r>
              <a:rPr sz="1700" spc="-7" dirty="0">
                <a:latin typeface="Times New Roman"/>
                <a:cs typeface="Times New Roman"/>
              </a:rPr>
              <a:t>c</a:t>
            </a:r>
            <a:r>
              <a:rPr sz="1700" spc="-5" dirty="0">
                <a:latin typeface="Times New Roman"/>
                <a:cs typeface="Times New Roman"/>
              </a:rPr>
              <a:t>on</a:t>
            </a:r>
            <a:r>
              <a:rPr sz="1700" spc="-7" dirty="0">
                <a:latin typeface="Times New Roman"/>
                <a:cs typeface="Times New Roman"/>
              </a:rPr>
              <a:t>ce</a:t>
            </a:r>
            <a:r>
              <a:rPr sz="1700" spc="-2" dirty="0">
                <a:latin typeface="Times New Roman"/>
                <a:cs typeface="Times New Roman"/>
              </a:rPr>
              <a:t>rn</a:t>
            </a:r>
            <a:r>
              <a:rPr sz="1700" spc="-10" dirty="0">
                <a:latin typeface="Times New Roman"/>
                <a:cs typeface="Times New Roman"/>
              </a:rPr>
              <a:t>e</a:t>
            </a:r>
            <a:r>
              <a:rPr sz="1700" dirty="0">
                <a:latin typeface="Times New Roman"/>
                <a:cs typeface="Times New Roman"/>
              </a:rPr>
              <a:t>d</a:t>
            </a:r>
            <a:r>
              <a:rPr sz="1700" spc="38" dirty="0">
                <a:latin typeface="Times New Roman"/>
                <a:cs typeface="Times New Roman"/>
              </a:rPr>
              <a:t> </a:t>
            </a:r>
            <a:r>
              <a:rPr sz="1700" spc="-7" dirty="0">
                <a:latin typeface="Times New Roman"/>
                <a:cs typeface="Times New Roman"/>
              </a:rPr>
              <a:t>wit</a:t>
            </a:r>
            <a:r>
              <a:rPr sz="1700" spc="-5" dirty="0">
                <a:latin typeface="Times New Roman"/>
                <a:cs typeface="Times New Roman"/>
              </a:rPr>
              <a:t>h</a:t>
            </a:r>
            <a:r>
              <a:rPr sz="1700" spc="41" dirty="0">
                <a:latin typeface="Times New Roman"/>
                <a:cs typeface="Times New Roman"/>
              </a:rPr>
              <a:t> </a:t>
            </a:r>
            <a:r>
              <a:rPr sz="1700" spc="-2" dirty="0">
                <a:latin typeface="Times New Roman"/>
                <a:cs typeface="Times New Roman"/>
              </a:rPr>
              <a:t>the</a:t>
            </a:r>
            <a:r>
              <a:rPr sz="1700" spc="38" dirty="0">
                <a:latin typeface="Times New Roman"/>
                <a:cs typeface="Times New Roman"/>
              </a:rPr>
              <a:t> </a:t>
            </a:r>
            <a:r>
              <a:rPr sz="1700" spc="-2" dirty="0">
                <a:latin typeface="Times New Roman"/>
                <a:cs typeface="Times New Roman"/>
              </a:rPr>
              <a:t>w</a:t>
            </a:r>
            <a:r>
              <a:rPr sz="1700" dirty="0">
                <a:latin typeface="Times New Roman"/>
                <a:cs typeface="Times New Roman"/>
              </a:rPr>
              <a:t>ay</a:t>
            </a:r>
            <a:r>
              <a:rPr sz="1700" spc="38" dirty="0">
                <a:latin typeface="Times New Roman"/>
                <a:cs typeface="Times New Roman"/>
              </a:rPr>
              <a:t> </a:t>
            </a:r>
            <a:r>
              <a:rPr sz="1700" spc="-2" dirty="0">
                <a:latin typeface="Times New Roman"/>
                <a:cs typeface="Times New Roman"/>
              </a:rPr>
              <a:t>the</a:t>
            </a:r>
            <a:r>
              <a:rPr sz="1700" spc="38" dirty="0">
                <a:latin typeface="Times New Roman"/>
                <a:cs typeface="Times New Roman"/>
              </a:rPr>
              <a:t> </a:t>
            </a:r>
            <a:r>
              <a:rPr sz="1700" spc="-5" dirty="0">
                <a:latin typeface="Times New Roman"/>
                <a:cs typeface="Times New Roman"/>
              </a:rPr>
              <a:t>h</a:t>
            </a:r>
            <a:r>
              <a:rPr sz="1700" spc="-7" dirty="0">
                <a:latin typeface="Times New Roman"/>
                <a:cs typeface="Times New Roman"/>
              </a:rPr>
              <a:t>a</a:t>
            </a:r>
            <a:r>
              <a:rPr sz="1700" dirty="0">
                <a:latin typeface="Times New Roman"/>
                <a:cs typeface="Times New Roman"/>
              </a:rPr>
              <a:t>rd</a:t>
            </a:r>
            <a:r>
              <a:rPr sz="1700" spc="-5" dirty="0">
                <a:latin typeface="Times New Roman"/>
                <a:cs typeface="Times New Roman"/>
              </a:rPr>
              <a:t>w</a:t>
            </a:r>
            <a:r>
              <a:rPr sz="1700" spc="-7" dirty="0">
                <a:latin typeface="Times New Roman"/>
                <a:cs typeface="Times New Roman"/>
              </a:rPr>
              <a:t>a</a:t>
            </a:r>
            <a:r>
              <a:rPr sz="1700" spc="-2" dirty="0">
                <a:latin typeface="Times New Roman"/>
                <a:cs typeface="Times New Roman"/>
              </a:rPr>
              <a:t>re</a:t>
            </a:r>
            <a:r>
              <a:rPr sz="1700" spc="34" dirty="0">
                <a:latin typeface="Times New Roman"/>
                <a:cs typeface="Times New Roman"/>
              </a:rPr>
              <a:t> </a:t>
            </a:r>
            <a:r>
              <a:rPr sz="1700" spc="-7" dirty="0">
                <a:latin typeface="Times New Roman"/>
                <a:cs typeface="Times New Roman"/>
              </a:rPr>
              <a:t>c</a:t>
            </a:r>
            <a:r>
              <a:rPr sz="1700" spc="-5" dirty="0">
                <a:latin typeface="Times New Roman"/>
                <a:cs typeface="Times New Roman"/>
              </a:rPr>
              <a:t>ompon</a:t>
            </a:r>
            <a:r>
              <a:rPr sz="1700" spc="-2" dirty="0">
                <a:latin typeface="Times New Roman"/>
                <a:cs typeface="Times New Roman"/>
              </a:rPr>
              <a:t>ents</a:t>
            </a:r>
            <a:r>
              <a:rPr sz="1700" spc="41" dirty="0">
                <a:latin typeface="Times New Roman"/>
                <a:cs typeface="Times New Roman"/>
              </a:rPr>
              <a:t> </a:t>
            </a:r>
            <a:r>
              <a:rPr sz="1700" spc="-5" dirty="0">
                <a:latin typeface="Times New Roman"/>
                <a:cs typeface="Times New Roman"/>
              </a:rPr>
              <a:t>op</a:t>
            </a:r>
            <a:r>
              <a:rPr sz="1700" spc="-7" dirty="0">
                <a:latin typeface="Times New Roman"/>
                <a:cs typeface="Times New Roman"/>
              </a:rPr>
              <a:t>e</a:t>
            </a:r>
            <a:r>
              <a:rPr sz="1700" spc="-2" dirty="0">
                <a:latin typeface="Times New Roman"/>
                <a:cs typeface="Times New Roman"/>
              </a:rPr>
              <a:t>r</a:t>
            </a:r>
            <a:r>
              <a:rPr sz="1700" spc="-10" dirty="0">
                <a:latin typeface="Times New Roman"/>
                <a:cs typeface="Times New Roman"/>
              </a:rPr>
              <a:t>a</a:t>
            </a:r>
            <a:r>
              <a:rPr sz="1700" spc="-2" dirty="0">
                <a:latin typeface="Times New Roman"/>
                <a:cs typeface="Times New Roman"/>
              </a:rPr>
              <a:t>te</a:t>
            </a:r>
            <a:r>
              <a:rPr sz="1700" spc="38" dirty="0">
                <a:latin typeface="Times New Roman"/>
                <a:cs typeface="Times New Roman"/>
              </a:rPr>
              <a:t> </a:t>
            </a:r>
            <a:r>
              <a:rPr sz="1700" spc="-7" dirty="0">
                <a:latin typeface="Times New Roman"/>
                <a:cs typeface="Times New Roman"/>
              </a:rPr>
              <a:t>a</a:t>
            </a:r>
            <a:r>
              <a:rPr sz="1700" dirty="0">
                <a:latin typeface="Times New Roman"/>
                <a:cs typeface="Times New Roman"/>
              </a:rPr>
              <a:t>nd</a:t>
            </a:r>
            <a:r>
              <a:rPr sz="1700" spc="38" dirty="0">
                <a:latin typeface="Times New Roman"/>
                <a:cs typeface="Times New Roman"/>
              </a:rPr>
              <a:t> </a:t>
            </a:r>
            <a:r>
              <a:rPr sz="1700" spc="-2" dirty="0">
                <a:latin typeface="Times New Roman"/>
                <a:cs typeface="Times New Roman"/>
              </a:rPr>
              <a:t>the w</a:t>
            </a:r>
            <a:r>
              <a:rPr sz="1700" spc="-5" dirty="0">
                <a:latin typeface="Times New Roman"/>
                <a:cs typeface="Times New Roman"/>
              </a:rPr>
              <a:t>a</a:t>
            </a:r>
            <a:r>
              <a:rPr sz="1700" dirty="0">
                <a:latin typeface="Times New Roman"/>
                <a:cs typeface="Times New Roman"/>
              </a:rPr>
              <a:t>y</a:t>
            </a:r>
            <a:r>
              <a:rPr sz="1700" spc="51" dirty="0">
                <a:latin typeface="Times New Roman"/>
                <a:cs typeface="Times New Roman"/>
              </a:rPr>
              <a:t> </a:t>
            </a:r>
            <a:r>
              <a:rPr sz="1700" spc="-5" dirty="0">
                <a:latin typeface="Times New Roman"/>
                <a:cs typeface="Times New Roman"/>
              </a:rPr>
              <a:t>they</a:t>
            </a:r>
            <a:r>
              <a:rPr sz="1700" spc="48" dirty="0">
                <a:latin typeface="Times New Roman"/>
                <a:cs typeface="Times New Roman"/>
              </a:rPr>
              <a:t> </a:t>
            </a:r>
            <a:r>
              <a:rPr sz="1700" spc="-7" dirty="0">
                <a:latin typeface="Times New Roman"/>
                <a:cs typeface="Times New Roman"/>
              </a:rPr>
              <a:t>a</a:t>
            </a:r>
            <a:r>
              <a:rPr sz="1700" spc="-2" dirty="0">
                <a:latin typeface="Times New Roman"/>
                <a:cs typeface="Times New Roman"/>
              </a:rPr>
              <a:t>re</a:t>
            </a:r>
            <a:r>
              <a:rPr sz="1700" spc="46" dirty="0">
                <a:latin typeface="Times New Roman"/>
                <a:cs typeface="Times New Roman"/>
              </a:rPr>
              <a:t> </a:t>
            </a:r>
            <a:r>
              <a:rPr sz="1700" spc="-7" dirty="0">
                <a:latin typeface="Times New Roman"/>
                <a:cs typeface="Times New Roman"/>
              </a:rPr>
              <a:t>c</a:t>
            </a:r>
            <a:r>
              <a:rPr sz="1700" dirty="0">
                <a:latin typeface="Times New Roman"/>
                <a:cs typeface="Times New Roman"/>
              </a:rPr>
              <a:t>on</a:t>
            </a:r>
            <a:r>
              <a:rPr sz="1700" spc="5" dirty="0">
                <a:latin typeface="Times New Roman"/>
                <a:cs typeface="Times New Roman"/>
              </a:rPr>
              <a:t>n</a:t>
            </a:r>
            <a:r>
              <a:rPr sz="1700" spc="-7" dirty="0">
                <a:latin typeface="Times New Roman"/>
                <a:cs typeface="Times New Roman"/>
              </a:rPr>
              <a:t>ec</a:t>
            </a:r>
            <a:r>
              <a:rPr sz="1700" spc="-2" dirty="0">
                <a:latin typeface="Times New Roman"/>
                <a:cs typeface="Times New Roman"/>
              </a:rPr>
              <a:t>ted</a:t>
            </a:r>
            <a:r>
              <a:rPr sz="1700" spc="55" dirty="0">
                <a:latin typeface="Times New Roman"/>
                <a:cs typeface="Times New Roman"/>
              </a:rPr>
              <a:t> </a:t>
            </a:r>
            <a:r>
              <a:rPr sz="1700" spc="-2" dirty="0">
                <a:latin typeface="Times New Roman"/>
                <a:cs typeface="Times New Roman"/>
              </a:rPr>
              <a:t>togeth</a:t>
            </a:r>
            <a:r>
              <a:rPr sz="1700" spc="-10" dirty="0">
                <a:latin typeface="Times New Roman"/>
                <a:cs typeface="Times New Roman"/>
              </a:rPr>
              <a:t>e</a:t>
            </a:r>
            <a:r>
              <a:rPr sz="1700" dirty="0">
                <a:latin typeface="Times New Roman"/>
                <a:cs typeface="Times New Roman"/>
              </a:rPr>
              <a:t>r</a:t>
            </a:r>
            <a:r>
              <a:rPr sz="1700" spc="48" dirty="0">
                <a:latin typeface="Times New Roman"/>
                <a:cs typeface="Times New Roman"/>
              </a:rPr>
              <a:t> </a:t>
            </a:r>
            <a:r>
              <a:rPr sz="1700" spc="-2" dirty="0">
                <a:latin typeface="Times New Roman"/>
                <a:cs typeface="Times New Roman"/>
              </a:rPr>
              <a:t>to</a:t>
            </a:r>
            <a:r>
              <a:rPr sz="1700" spc="51" dirty="0">
                <a:latin typeface="Times New Roman"/>
                <a:cs typeface="Times New Roman"/>
              </a:rPr>
              <a:t> </a:t>
            </a:r>
            <a:r>
              <a:rPr sz="1700" dirty="0">
                <a:latin typeface="Times New Roman"/>
                <a:cs typeface="Times New Roman"/>
              </a:rPr>
              <a:t>fo</a:t>
            </a:r>
            <a:r>
              <a:rPr sz="1700" spc="-5" dirty="0">
                <a:latin typeface="Times New Roman"/>
                <a:cs typeface="Times New Roman"/>
              </a:rPr>
              <a:t>rm</a:t>
            </a:r>
            <a:r>
              <a:rPr sz="1700" spc="51" dirty="0">
                <a:latin typeface="Times New Roman"/>
                <a:cs typeface="Times New Roman"/>
              </a:rPr>
              <a:t> </a:t>
            </a:r>
            <a:r>
              <a:rPr sz="1700" spc="-2" dirty="0">
                <a:latin typeface="Times New Roman"/>
                <a:cs typeface="Times New Roman"/>
              </a:rPr>
              <a:t>the</a:t>
            </a:r>
            <a:r>
              <a:rPr sz="1700" spc="55" dirty="0">
                <a:latin typeface="Times New Roman"/>
                <a:cs typeface="Times New Roman"/>
              </a:rPr>
              <a:t> </a:t>
            </a:r>
            <a:r>
              <a:rPr sz="1700" spc="-7" dirty="0">
                <a:latin typeface="Times New Roman"/>
                <a:cs typeface="Times New Roman"/>
              </a:rPr>
              <a:t>c</a:t>
            </a:r>
            <a:r>
              <a:rPr sz="1700" spc="-5" dirty="0">
                <a:latin typeface="Times New Roman"/>
                <a:cs typeface="Times New Roman"/>
              </a:rPr>
              <a:t>omput</a:t>
            </a:r>
            <a:r>
              <a:rPr sz="1700" spc="-7" dirty="0">
                <a:latin typeface="Times New Roman"/>
                <a:cs typeface="Times New Roman"/>
              </a:rPr>
              <a:t>e</a:t>
            </a:r>
            <a:r>
              <a:rPr sz="1700" dirty="0">
                <a:latin typeface="Times New Roman"/>
                <a:cs typeface="Times New Roman"/>
              </a:rPr>
              <a:t>r</a:t>
            </a:r>
            <a:r>
              <a:rPr sz="1700" spc="48" dirty="0">
                <a:latin typeface="Times New Roman"/>
                <a:cs typeface="Times New Roman"/>
              </a:rPr>
              <a:t> </a:t>
            </a:r>
            <a:r>
              <a:rPr sz="1700" spc="-2" dirty="0">
                <a:latin typeface="Times New Roman"/>
                <a:cs typeface="Times New Roman"/>
              </a:rPr>
              <a:t>sys</a:t>
            </a:r>
            <a:r>
              <a:rPr sz="1700" dirty="0">
                <a:latin typeface="Times New Roman"/>
                <a:cs typeface="Times New Roman"/>
              </a:rPr>
              <a:t>t</a:t>
            </a:r>
            <a:r>
              <a:rPr sz="1700" spc="-7" dirty="0">
                <a:latin typeface="Times New Roman"/>
                <a:cs typeface="Times New Roman"/>
              </a:rPr>
              <a:t>e</a:t>
            </a:r>
            <a:r>
              <a:rPr sz="1700" spc="-5" dirty="0">
                <a:latin typeface="Times New Roman"/>
                <a:cs typeface="Times New Roman"/>
              </a:rPr>
              <a:t>m.</a:t>
            </a:r>
            <a:r>
              <a:rPr sz="1700" spc="51" dirty="0">
                <a:latin typeface="Times New Roman"/>
                <a:cs typeface="Times New Roman"/>
              </a:rPr>
              <a:t> </a:t>
            </a:r>
            <a:r>
              <a:rPr sz="1700" spc="-5" dirty="0">
                <a:latin typeface="Times New Roman"/>
                <a:cs typeface="Times New Roman"/>
              </a:rPr>
              <a:t>The</a:t>
            </a:r>
            <a:r>
              <a:rPr sz="1700" spc="48" dirty="0">
                <a:latin typeface="Times New Roman"/>
                <a:cs typeface="Times New Roman"/>
              </a:rPr>
              <a:t> </a:t>
            </a:r>
            <a:r>
              <a:rPr sz="1700" spc="-5" dirty="0">
                <a:latin typeface="Times New Roman"/>
                <a:cs typeface="Times New Roman"/>
              </a:rPr>
              <a:t>v</a:t>
            </a:r>
            <a:r>
              <a:rPr sz="1700" spc="-7" dirty="0">
                <a:latin typeface="Times New Roman"/>
                <a:cs typeface="Times New Roman"/>
              </a:rPr>
              <a:t>a</a:t>
            </a:r>
            <a:r>
              <a:rPr sz="1700" dirty="0">
                <a:latin typeface="Times New Roman"/>
                <a:cs typeface="Times New Roman"/>
              </a:rPr>
              <a:t>rious</a:t>
            </a:r>
            <a:r>
              <a:rPr sz="1700" spc="51" dirty="0">
                <a:latin typeface="Times New Roman"/>
                <a:cs typeface="Times New Roman"/>
              </a:rPr>
              <a:t> </a:t>
            </a:r>
            <a:r>
              <a:rPr sz="1700" spc="-7" dirty="0">
                <a:latin typeface="Times New Roman"/>
                <a:cs typeface="Times New Roman"/>
              </a:rPr>
              <a:t>c</a:t>
            </a:r>
            <a:r>
              <a:rPr sz="1700" spc="-5" dirty="0">
                <a:latin typeface="Times New Roman"/>
                <a:cs typeface="Times New Roman"/>
              </a:rPr>
              <a:t>omponents</a:t>
            </a:r>
            <a:r>
              <a:rPr sz="1700" spc="51" dirty="0">
                <a:latin typeface="Times New Roman"/>
                <a:cs typeface="Times New Roman"/>
              </a:rPr>
              <a:t> </a:t>
            </a:r>
            <a:r>
              <a:rPr sz="1700" spc="-7" dirty="0">
                <a:latin typeface="Times New Roman"/>
                <a:cs typeface="Times New Roman"/>
              </a:rPr>
              <a:t>a</a:t>
            </a:r>
            <a:r>
              <a:rPr sz="1700" spc="-2" dirty="0">
                <a:latin typeface="Times New Roman"/>
                <a:cs typeface="Times New Roman"/>
              </a:rPr>
              <a:t>re </a:t>
            </a:r>
            <a:r>
              <a:rPr sz="1700" spc="-7" dirty="0">
                <a:latin typeface="Times New Roman"/>
                <a:cs typeface="Times New Roman"/>
              </a:rPr>
              <a:t>a</a:t>
            </a:r>
            <a:r>
              <a:rPr sz="1700" spc="-2" dirty="0">
                <a:latin typeface="Times New Roman"/>
                <a:cs typeface="Times New Roman"/>
              </a:rPr>
              <a:t>ssu</a:t>
            </a:r>
            <a:r>
              <a:rPr sz="1700" dirty="0">
                <a:latin typeface="Times New Roman"/>
                <a:cs typeface="Times New Roman"/>
              </a:rPr>
              <a:t>m</a:t>
            </a:r>
            <a:r>
              <a:rPr sz="1700" spc="-7" dirty="0">
                <a:latin typeface="Times New Roman"/>
                <a:cs typeface="Times New Roman"/>
              </a:rPr>
              <a:t>e</a:t>
            </a:r>
            <a:r>
              <a:rPr sz="1700" dirty="0">
                <a:latin typeface="Times New Roman"/>
                <a:cs typeface="Times New Roman"/>
              </a:rPr>
              <a:t>d</a:t>
            </a:r>
            <a:r>
              <a:rPr sz="1700" spc="10" dirty="0">
                <a:latin typeface="Times New Roman"/>
                <a:cs typeface="Times New Roman"/>
              </a:rPr>
              <a:t> </a:t>
            </a:r>
            <a:r>
              <a:rPr sz="1700" spc="-2" dirty="0">
                <a:latin typeface="Times New Roman"/>
                <a:cs typeface="Times New Roman"/>
              </a:rPr>
              <a:t>to</a:t>
            </a:r>
            <a:r>
              <a:rPr sz="1700" spc="12" dirty="0">
                <a:latin typeface="Times New Roman"/>
                <a:cs typeface="Times New Roman"/>
              </a:rPr>
              <a:t> </a:t>
            </a:r>
            <a:r>
              <a:rPr sz="1700" spc="5" dirty="0">
                <a:latin typeface="Times New Roman"/>
                <a:cs typeface="Times New Roman"/>
              </a:rPr>
              <a:t>b</a:t>
            </a:r>
            <a:r>
              <a:rPr sz="1700" spc="-5" dirty="0">
                <a:latin typeface="Times New Roman"/>
                <a:cs typeface="Times New Roman"/>
              </a:rPr>
              <a:t>e</a:t>
            </a:r>
            <a:r>
              <a:rPr sz="1700" spc="7" dirty="0">
                <a:latin typeface="Times New Roman"/>
                <a:cs typeface="Times New Roman"/>
              </a:rPr>
              <a:t> </a:t>
            </a:r>
            <a:r>
              <a:rPr sz="1700" spc="-2" dirty="0">
                <a:latin typeface="Times New Roman"/>
                <a:cs typeface="Times New Roman"/>
              </a:rPr>
              <a:t>in</a:t>
            </a:r>
            <a:r>
              <a:rPr sz="1700" spc="12" dirty="0">
                <a:latin typeface="Times New Roman"/>
                <a:cs typeface="Times New Roman"/>
              </a:rPr>
              <a:t> </a:t>
            </a:r>
            <a:r>
              <a:rPr sz="1700" spc="-5" dirty="0">
                <a:latin typeface="Times New Roman"/>
                <a:cs typeface="Times New Roman"/>
              </a:rPr>
              <a:t>p</a:t>
            </a:r>
            <a:r>
              <a:rPr sz="1700" dirty="0">
                <a:latin typeface="Times New Roman"/>
                <a:cs typeface="Times New Roman"/>
              </a:rPr>
              <a:t>l</a:t>
            </a:r>
            <a:r>
              <a:rPr sz="1700" spc="-7" dirty="0">
                <a:latin typeface="Times New Roman"/>
                <a:cs typeface="Times New Roman"/>
              </a:rPr>
              <a:t>ac</a:t>
            </a:r>
            <a:r>
              <a:rPr sz="1700" spc="-5" dirty="0">
                <a:latin typeface="Times New Roman"/>
                <a:cs typeface="Times New Roman"/>
              </a:rPr>
              <a:t>e</a:t>
            </a:r>
            <a:r>
              <a:rPr sz="1700" spc="12" dirty="0">
                <a:latin typeface="Times New Roman"/>
                <a:cs typeface="Times New Roman"/>
              </a:rPr>
              <a:t> </a:t>
            </a:r>
            <a:r>
              <a:rPr sz="1700" spc="-2" dirty="0">
                <a:latin typeface="Times New Roman"/>
                <a:cs typeface="Times New Roman"/>
              </a:rPr>
              <a:t>a</a:t>
            </a:r>
            <a:r>
              <a:rPr sz="1700" dirty="0">
                <a:latin typeface="Times New Roman"/>
                <a:cs typeface="Times New Roman"/>
              </a:rPr>
              <a:t>nd</a:t>
            </a:r>
            <a:r>
              <a:rPr sz="1700" spc="10" dirty="0">
                <a:latin typeface="Times New Roman"/>
                <a:cs typeface="Times New Roman"/>
              </a:rPr>
              <a:t> </a:t>
            </a:r>
            <a:r>
              <a:rPr sz="1700" spc="-2" dirty="0">
                <a:latin typeface="Times New Roman"/>
                <a:cs typeface="Times New Roman"/>
              </a:rPr>
              <a:t>the</a:t>
            </a:r>
            <a:r>
              <a:rPr sz="1700" spc="10" dirty="0">
                <a:latin typeface="Times New Roman"/>
                <a:cs typeface="Times New Roman"/>
              </a:rPr>
              <a:t> </a:t>
            </a:r>
            <a:r>
              <a:rPr sz="1700" spc="-2" dirty="0">
                <a:latin typeface="Times New Roman"/>
                <a:cs typeface="Times New Roman"/>
              </a:rPr>
              <a:t>task</a:t>
            </a:r>
            <a:r>
              <a:rPr sz="1700" spc="14" dirty="0">
                <a:latin typeface="Times New Roman"/>
                <a:cs typeface="Times New Roman"/>
              </a:rPr>
              <a:t> </a:t>
            </a:r>
            <a:r>
              <a:rPr sz="1700" spc="-2" dirty="0">
                <a:latin typeface="Times New Roman"/>
                <a:cs typeface="Times New Roman"/>
              </a:rPr>
              <a:t>is</a:t>
            </a:r>
            <a:r>
              <a:rPr sz="1700" spc="12" dirty="0">
                <a:latin typeface="Times New Roman"/>
                <a:cs typeface="Times New Roman"/>
              </a:rPr>
              <a:t> </a:t>
            </a:r>
            <a:r>
              <a:rPr sz="1700" spc="-2" dirty="0">
                <a:latin typeface="Times New Roman"/>
                <a:cs typeface="Times New Roman"/>
              </a:rPr>
              <a:t>to</a:t>
            </a:r>
            <a:r>
              <a:rPr sz="1700" spc="12" dirty="0">
                <a:latin typeface="Times New Roman"/>
                <a:cs typeface="Times New Roman"/>
              </a:rPr>
              <a:t> </a:t>
            </a:r>
            <a:r>
              <a:rPr sz="1700" spc="-2" dirty="0">
                <a:latin typeface="Times New Roman"/>
                <a:cs typeface="Times New Roman"/>
              </a:rPr>
              <a:t>investi</a:t>
            </a:r>
            <a:r>
              <a:rPr sz="1700" spc="5" dirty="0">
                <a:latin typeface="Times New Roman"/>
                <a:cs typeface="Times New Roman"/>
              </a:rPr>
              <a:t>g</a:t>
            </a:r>
            <a:r>
              <a:rPr sz="1700" spc="-7" dirty="0">
                <a:latin typeface="Times New Roman"/>
                <a:cs typeface="Times New Roman"/>
              </a:rPr>
              <a:t>a</a:t>
            </a:r>
            <a:r>
              <a:rPr sz="1700" spc="-2" dirty="0">
                <a:latin typeface="Times New Roman"/>
                <a:cs typeface="Times New Roman"/>
              </a:rPr>
              <a:t>te</a:t>
            </a:r>
            <a:r>
              <a:rPr sz="1700" spc="10" dirty="0">
                <a:latin typeface="Times New Roman"/>
                <a:cs typeface="Times New Roman"/>
              </a:rPr>
              <a:t> </a:t>
            </a:r>
            <a:r>
              <a:rPr sz="1700" spc="-2" dirty="0">
                <a:latin typeface="Times New Roman"/>
                <a:cs typeface="Times New Roman"/>
              </a:rPr>
              <a:t>the</a:t>
            </a:r>
            <a:r>
              <a:rPr sz="1700" spc="14" dirty="0">
                <a:latin typeface="Times New Roman"/>
                <a:cs typeface="Times New Roman"/>
              </a:rPr>
              <a:t> </a:t>
            </a:r>
            <a:r>
              <a:rPr sz="1700" spc="-5" dirty="0">
                <a:latin typeface="Times New Roman"/>
                <a:cs typeface="Times New Roman"/>
              </a:rPr>
              <a:t>org</a:t>
            </a:r>
            <a:r>
              <a:rPr sz="1700" spc="-10" dirty="0">
                <a:latin typeface="Times New Roman"/>
                <a:cs typeface="Times New Roman"/>
              </a:rPr>
              <a:t>a</a:t>
            </a:r>
            <a:r>
              <a:rPr sz="1700" spc="-5" dirty="0">
                <a:latin typeface="Times New Roman"/>
                <a:cs typeface="Times New Roman"/>
              </a:rPr>
              <a:t>n</a:t>
            </a:r>
            <a:r>
              <a:rPr sz="1700" dirty="0">
                <a:latin typeface="Times New Roman"/>
                <a:cs typeface="Times New Roman"/>
              </a:rPr>
              <a:t>i</a:t>
            </a:r>
            <a:r>
              <a:rPr sz="1700" spc="-7" dirty="0">
                <a:latin typeface="Times New Roman"/>
                <a:cs typeface="Times New Roman"/>
              </a:rPr>
              <a:t>za</a:t>
            </a:r>
            <a:r>
              <a:rPr sz="1700" spc="-2" dirty="0">
                <a:latin typeface="Times New Roman"/>
                <a:cs typeface="Times New Roman"/>
              </a:rPr>
              <a:t>tion</a:t>
            </a:r>
            <a:r>
              <a:rPr sz="1700" spc="-7" dirty="0">
                <a:latin typeface="Times New Roman"/>
                <a:cs typeface="Times New Roman"/>
              </a:rPr>
              <a:t>a</a:t>
            </a:r>
            <a:r>
              <a:rPr sz="1700" spc="-2" dirty="0">
                <a:latin typeface="Times New Roman"/>
                <a:cs typeface="Times New Roman"/>
              </a:rPr>
              <a:t>l</a:t>
            </a:r>
            <a:r>
              <a:rPr sz="1700" spc="12" dirty="0">
                <a:latin typeface="Times New Roman"/>
                <a:cs typeface="Times New Roman"/>
              </a:rPr>
              <a:t> </a:t>
            </a:r>
            <a:r>
              <a:rPr sz="1700" spc="-2" dirty="0">
                <a:latin typeface="Times New Roman"/>
                <a:cs typeface="Times New Roman"/>
              </a:rPr>
              <a:t>st</a:t>
            </a:r>
            <a:r>
              <a:rPr sz="1700" spc="5" dirty="0">
                <a:latin typeface="Times New Roman"/>
                <a:cs typeface="Times New Roman"/>
              </a:rPr>
              <a:t>r</a:t>
            </a:r>
            <a:r>
              <a:rPr sz="1700" spc="-5" dirty="0">
                <a:latin typeface="Times New Roman"/>
                <a:cs typeface="Times New Roman"/>
              </a:rPr>
              <a:t>u</a:t>
            </a:r>
            <a:r>
              <a:rPr sz="1700" spc="-7" dirty="0">
                <a:latin typeface="Times New Roman"/>
                <a:cs typeface="Times New Roman"/>
              </a:rPr>
              <a:t>c</a:t>
            </a:r>
            <a:r>
              <a:rPr sz="1700" spc="-2" dirty="0">
                <a:latin typeface="Times New Roman"/>
                <a:cs typeface="Times New Roman"/>
              </a:rPr>
              <a:t>ture</a:t>
            </a:r>
            <a:r>
              <a:rPr sz="1700" spc="7" dirty="0">
                <a:latin typeface="Times New Roman"/>
                <a:cs typeface="Times New Roman"/>
              </a:rPr>
              <a:t> </a:t>
            </a:r>
            <a:r>
              <a:rPr sz="1700" spc="-2" dirty="0">
                <a:latin typeface="Times New Roman"/>
                <a:cs typeface="Times New Roman"/>
              </a:rPr>
              <a:t>to</a:t>
            </a:r>
            <a:r>
              <a:rPr sz="1700" spc="17" dirty="0">
                <a:latin typeface="Times New Roman"/>
                <a:cs typeface="Times New Roman"/>
              </a:rPr>
              <a:t> </a:t>
            </a:r>
            <a:r>
              <a:rPr sz="1700" spc="-5" dirty="0">
                <a:latin typeface="Times New Roman"/>
                <a:cs typeface="Times New Roman"/>
              </a:rPr>
              <a:t>v</a:t>
            </a:r>
            <a:r>
              <a:rPr sz="1700" spc="-7" dirty="0">
                <a:latin typeface="Times New Roman"/>
                <a:cs typeface="Times New Roman"/>
              </a:rPr>
              <a:t>e</a:t>
            </a:r>
            <a:r>
              <a:rPr sz="1700" spc="-2" dirty="0">
                <a:latin typeface="Times New Roman"/>
                <a:cs typeface="Times New Roman"/>
              </a:rPr>
              <a:t>ri</a:t>
            </a:r>
            <a:r>
              <a:rPr sz="1700" spc="-5" dirty="0">
                <a:latin typeface="Times New Roman"/>
                <a:cs typeface="Times New Roman"/>
              </a:rPr>
              <a:t>f</a:t>
            </a:r>
            <a:r>
              <a:rPr sz="1700" dirty="0">
                <a:latin typeface="Times New Roman"/>
                <a:cs typeface="Times New Roman"/>
              </a:rPr>
              <a:t>y</a:t>
            </a:r>
            <a:r>
              <a:rPr sz="1700" spc="14" dirty="0">
                <a:latin typeface="Times New Roman"/>
                <a:cs typeface="Times New Roman"/>
              </a:rPr>
              <a:t> </a:t>
            </a:r>
            <a:r>
              <a:rPr sz="1700" spc="-2" dirty="0">
                <a:latin typeface="Times New Roman"/>
                <a:cs typeface="Times New Roman"/>
              </a:rPr>
              <a:t>that the </a:t>
            </a:r>
            <a:r>
              <a:rPr sz="1700" spc="-10" dirty="0">
                <a:latin typeface="Times New Roman"/>
                <a:cs typeface="Times New Roman"/>
              </a:rPr>
              <a:t>c</a:t>
            </a:r>
            <a:r>
              <a:rPr sz="1700" spc="-5" dirty="0">
                <a:latin typeface="Times New Roman"/>
                <a:cs typeface="Times New Roman"/>
              </a:rPr>
              <a:t>omput</a:t>
            </a:r>
            <a:r>
              <a:rPr sz="1700" spc="-7" dirty="0">
                <a:latin typeface="Times New Roman"/>
                <a:cs typeface="Times New Roman"/>
              </a:rPr>
              <a:t>e</a:t>
            </a:r>
            <a:r>
              <a:rPr sz="1700" dirty="0">
                <a:latin typeface="Times New Roman"/>
                <a:cs typeface="Times New Roman"/>
              </a:rPr>
              <a:t>r </a:t>
            </a:r>
            <a:r>
              <a:rPr sz="1700" spc="-5" dirty="0">
                <a:latin typeface="Times New Roman"/>
                <a:cs typeface="Times New Roman"/>
              </a:rPr>
              <a:t>pa</a:t>
            </a:r>
            <a:r>
              <a:rPr sz="1700" dirty="0">
                <a:latin typeface="Times New Roman"/>
                <a:cs typeface="Times New Roman"/>
              </a:rPr>
              <a:t>rts </a:t>
            </a:r>
            <a:r>
              <a:rPr sz="1700" spc="-5" dirty="0">
                <a:latin typeface="Times New Roman"/>
                <a:cs typeface="Times New Roman"/>
              </a:rPr>
              <a:t>op</a:t>
            </a:r>
            <a:r>
              <a:rPr sz="1700" spc="-7" dirty="0">
                <a:latin typeface="Times New Roman"/>
                <a:cs typeface="Times New Roman"/>
              </a:rPr>
              <a:t>e</a:t>
            </a:r>
            <a:r>
              <a:rPr sz="1700" spc="-2" dirty="0">
                <a:latin typeface="Times New Roman"/>
                <a:cs typeface="Times New Roman"/>
              </a:rPr>
              <a:t>r</a:t>
            </a:r>
            <a:r>
              <a:rPr sz="1700" spc="-10" dirty="0">
                <a:latin typeface="Times New Roman"/>
                <a:cs typeface="Times New Roman"/>
              </a:rPr>
              <a:t>a</a:t>
            </a:r>
            <a:r>
              <a:rPr sz="1700" dirty="0">
                <a:latin typeface="Times New Roman"/>
                <a:cs typeface="Times New Roman"/>
              </a:rPr>
              <a:t>t</a:t>
            </a:r>
            <a:r>
              <a:rPr sz="1700" spc="-5" dirty="0">
                <a:latin typeface="Times New Roman"/>
                <a:cs typeface="Times New Roman"/>
              </a:rPr>
              <a:t>e</a:t>
            </a:r>
            <a:r>
              <a:rPr sz="1700" spc="-2" dirty="0">
                <a:latin typeface="Times New Roman"/>
                <a:cs typeface="Times New Roman"/>
              </a:rPr>
              <a:t> </a:t>
            </a:r>
            <a:r>
              <a:rPr sz="1700" spc="-7" dirty="0">
                <a:latin typeface="Times New Roman"/>
                <a:cs typeface="Times New Roman"/>
              </a:rPr>
              <a:t>a</a:t>
            </a:r>
            <a:r>
              <a:rPr sz="1700" dirty="0">
                <a:latin typeface="Times New Roman"/>
                <a:cs typeface="Times New Roman"/>
              </a:rPr>
              <a:t>s</a:t>
            </a:r>
            <a:r>
              <a:rPr sz="1700" spc="-2" dirty="0">
                <a:latin typeface="Times New Roman"/>
                <a:cs typeface="Times New Roman"/>
              </a:rPr>
              <a:t> int</a:t>
            </a:r>
            <a:r>
              <a:rPr sz="1700" spc="-7" dirty="0">
                <a:latin typeface="Times New Roman"/>
                <a:cs typeface="Times New Roman"/>
              </a:rPr>
              <a:t>e</a:t>
            </a:r>
            <a:r>
              <a:rPr sz="1700" spc="-5" dirty="0">
                <a:latin typeface="Times New Roman"/>
                <a:cs typeface="Times New Roman"/>
              </a:rPr>
              <a:t>nd</a:t>
            </a:r>
            <a:r>
              <a:rPr sz="1700" spc="-7" dirty="0">
                <a:latin typeface="Times New Roman"/>
                <a:cs typeface="Times New Roman"/>
              </a:rPr>
              <a:t>e</a:t>
            </a:r>
            <a:r>
              <a:rPr sz="1700" dirty="0">
                <a:latin typeface="Times New Roman"/>
                <a:cs typeface="Times New Roman"/>
              </a:rPr>
              <a:t>d.</a:t>
            </a:r>
          </a:p>
          <a:p>
            <a:endParaRPr sz="1700" dirty="0">
              <a:latin typeface="Times New Roman"/>
              <a:cs typeface="Times New Roman"/>
            </a:endParaRPr>
          </a:p>
          <a:p>
            <a:pPr marL="6109" algn="just">
              <a:spcBef>
                <a:spcPts val="358"/>
              </a:spcBef>
            </a:pPr>
            <a:r>
              <a:rPr sz="1700" b="1" spc="-2" dirty="0">
                <a:latin typeface="Times New Roman"/>
                <a:cs typeface="Times New Roman"/>
              </a:rPr>
              <a:t>CP</a:t>
            </a:r>
            <a:r>
              <a:rPr sz="1700" b="1" dirty="0">
                <a:latin typeface="Times New Roman"/>
                <a:cs typeface="Times New Roman"/>
              </a:rPr>
              <a:t>U</a:t>
            </a:r>
            <a:r>
              <a:rPr sz="1700" b="1" spc="-2" dirty="0">
                <a:latin typeface="Times New Roman"/>
                <a:cs typeface="Times New Roman"/>
              </a:rPr>
              <a:t> </a:t>
            </a:r>
            <a:r>
              <a:rPr sz="1700" b="1" dirty="0">
                <a:latin typeface="Times New Roman"/>
                <a:cs typeface="Times New Roman"/>
              </a:rPr>
              <a:t>ORGA</a:t>
            </a:r>
            <a:r>
              <a:rPr sz="1700" b="1" spc="-5" dirty="0">
                <a:latin typeface="Times New Roman"/>
                <a:cs typeface="Times New Roman"/>
              </a:rPr>
              <a:t>N</a:t>
            </a:r>
            <a:r>
              <a:rPr sz="1700" b="1" spc="-2" dirty="0">
                <a:latin typeface="Times New Roman"/>
                <a:cs typeface="Times New Roman"/>
              </a:rPr>
              <a:t>I</a:t>
            </a:r>
            <a:r>
              <a:rPr sz="1700" b="1" dirty="0">
                <a:latin typeface="Times New Roman"/>
                <a:cs typeface="Times New Roman"/>
              </a:rPr>
              <a:t>Z</a:t>
            </a:r>
            <a:r>
              <a:rPr sz="1700" b="1" spc="-2" dirty="0">
                <a:latin typeface="Times New Roman"/>
                <a:cs typeface="Times New Roman"/>
              </a:rPr>
              <a:t>ATI</a:t>
            </a:r>
            <a:r>
              <a:rPr sz="1700" b="1" dirty="0">
                <a:latin typeface="Times New Roman"/>
                <a:cs typeface="Times New Roman"/>
              </a:rPr>
              <a:t>ON</a:t>
            </a:r>
            <a:endParaRPr sz="1700" dirty="0">
              <a:latin typeface="Times New Roman"/>
              <a:cs typeface="Times New Roman"/>
            </a:endParaRPr>
          </a:p>
          <a:p>
            <a:pPr marL="6109" marR="4582" algn="just">
              <a:spcBef>
                <a:spcPts val="404"/>
              </a:spcBef>
            </a:pPr>
            <a:r>
              <a:rPr sz="1700" spc="-5" dirty="0">
                <a:latin typeface="Times New Roman"/>
                <a:cs typeface="Times New Roman"/>
              </a:rPr>
              <a:t>Comput</a:t>
            </a:r>
            <a:r>
              <a:rPr sz="1700" spc="-7" dirty="0">
                <a:latin typeface="Times New Roman"/>
                <a:cs typeface="Times New Roman"/>
              </a:rPr>
              <a:t>e</a:t>
            </a:r>
            <a:r>
              <a:rPr sz="1700" dirty="0">
                <a:latin typeface="Times New Roman"/>
                <a:cs typeface="Times New Roman"/>
              </a:rPr>
              <a:t>rs </a:t>
            </a:r>
            <a:r>
              <a:rPr sz="1700" spc="-26" dirty="0">
                <a:latin typeface="Times New Roman"/>
                <a:cs typeface="Times New Roman"/>
              </a:rPr>
              <a:t> </a:t>
            </a:r>
            <a:r>
              <a:rPr sz="1700" spc="-5" dirty="0">
                <a:latin typeface="Times New Roman"/>
                <a:cs typeface="Times New Roman"/>
              </a:rPr>
              <a:t>may</a:t>
            </a:r>
            <a:r>
              <a:rPr sz="1700" dirty="0">
                <a:latin typeface="Times New Roman"/>
                <a:cs typeface="Times New Roman"/>
              </a:rPr>
              <a:t> </a:t>
            </a:r>
            <a:r>
              <a:rPr sz="1700" spc="-26" dirty="0">
                <a:latin typeface="Times New Roman"/>
                <a:cs typeface="Times New Roman"/>
              </a:rPr>
              <a:t> </a:t>
            </a:r>
            <a:r>
              <a:rPr sz="1700" spc="-5" dirty="0">
                <a:latin typeface="Times New Roman"/>
                <a:cs typeface="Times New Roman"/>
              </a:rPr>
              <a:t>h</a:t>
            </a:r>
            <a:r>
              <a:rPr sz="1700" spc="-7" dirty="0">
                <a:latin typeface="Times New Roman"/>
                <a:cs typeface="Times New Roman"/>
              </a:rPr>
              <a:t>a</a:t>
            </a:r>
            <a:r>
              <a:rPr sz="1700" spc="-5" dirty="0">
                <a:latin typeface="Times New Roman"/>
                <a:cs typeface="Times New Roman"/>
              </a:rPr>
              <a:t>ve</a:t>
            </a:r>
            <a:r>
              <a:rPr sz="1700" dirty="0">
                <a:latin typeface="Times New Roman"/>
                <a:cs typeface="Times New Roman"/>
              </a:rPr>
              <a:t> </a:t>
            </a:r>
            <a:r>
              <a:rPr sz="1700" spc="-26" dirty="0">
                <a:latin typeface="Times New Roman"/>
                <a:cs typeface="Times New Roman"/>
              </a:rPr>
              <a:t> </a:t>
            </a:r>
            <a:r>
              <a:rPr sz="1700" spc="-2" dirty="0">
                <a:latin typeface="Times New Roman"/>
                <a:cs typeface="Times New Roman"/>
              </a:rPr>
              <a:t>i</a:t>
            </a:r>
            <a:r>
              <a:rPr sz="1700" dirty="0">
                <a:latin typeface="Times New Roman"/>
                <a:cs typeface="Times New Roman"/>
              </a:rPr>
              <a:t>n</a:t>
            </a:r>
            <a:r>
              <a:rPr sz="1700" spc="-5" dirty="0">
                <a:latin typeface="Times New Roman"/>
                <a:cs typeface="Times New Roman"/>
              </a:rPr>
              <a:t>struc</a:t>
            </a:r>
            <a:r>
              <a:rPr sz="1700" spc="-2" dirty="0">
                <a:latin typeface="Times New Roman"/>
                <a:cs typeface="Times New Roman"/>
              </a:rPr>
              <a:t>ti</a:t>
            </a:r>
            <a:r>
              <a:rPr sz="1700" dirty="0">
                <a:latin typeface="Times New Roman"/>
                <a:cs typeface="Times New Roman"/>
              </a:rPr>
              <a:t>ons </a:t>
            </a:r>
            <a:r>
              <a:rPr sz="1700" spc="-24" dirty="0">
                <a:latin typeface="Times New Roman"/>
                <a:cs typeface="Times New Roman"/>
              </a:rPr>
              <a:t> </a:t>
            </a:r>
            <a:r>
              <a:rPr sz="1700" dirty="0">
                <a:latin typeface="Times New Roman"/>
                <a:cs typeface="Times New Roman"/>
              </a:rPr>
              <a:t>of </a:t>
            </a:r>
            <a:r>
              <a:rPr sz="1700" spc="-26" dirty="0">
                <a:latin typeface="Times New Roman"/>
                <a:cs typeface="Times New Roman"/>
              </a:rPr>
              <a:t> </a:t>
            </a:r>
            <a:r>
              <a:rPr sz="1700" spc="-2" dirty="0">
                <a:latin typeface="Times New Roman"/>
                <a:cs typeface="Times New Roman"/>
              </a:rPr>
              <a:t>se</a:t>
            </a:r>
            <a:r>
              <a:rPr sz="1700" spc="-5" dirty="0">
                <a:latin typeface="Times New Roman"/>
                <a:cs typeface="Times New Roman"/>
              </a:rPr>
              <a:t>v</a:t>
            </a:r>
            <a:r>
              <a:rPr sz="1700" spc="-2" dirty="0">
                <a:latin typeface="Times New Roman"/>
                <a:cs typeface="Times New Roman"/>
              </a:rPr>
              <a:t>er</a:t>
            </a:r>
            <a:r>
              <a:rPr sz="1700" spc="-10" dirty="0">
                <a:latin typeface="Times New Roman"/>
                <a:cs typeface="Times New Roman"/>
              </a:rPr>
              <a:t>a</a:t>
            </a:r>
            <a:r>
              <a:rPr sz="1700" spc="-2" dirty="0">
                <a:latin typeface="Times New Roman"/>
                <a:cs typeface="Times New Roman"/>
              </a:rPr>
              <a:t>l</a:t>
            </a:r>
            <a:r>
              <a:rPr sz="1700" dirty="0">
                <a:latin typeface="Times New Roman"/>
                <a:cs typeface="Times New Roman"/>
              </a:rPr>
              <a:t> </a:t>
            </a:r>
            <a:r>
              <a:rPr sz="1700" spc="-24" dirty="0">
                <a:latin typeface="Times New Roman"/>
                <a:cs typeface="Times New Roman"/>
              </a:rPr>
              <a:t> </a:t>
            </a:r>
            <a:r>
              <a:rPr sz="1700" spc="-2" dirty="0">
                <a:latin typeface="Times New Roman"/>
                <a:cs typeface="Times New Roman"/>
              </a:rPr>
              <a:t>di</a:t>
            </a:r>
            <a:r>
              <a:rPr sz="1700" dirty="0">
                <a:latin typeface="Times New Roman"/>
                <a:cs typeface="Times New Roman"/>
              </a:rPr>
              <a:t>f</a:t>
            </a:r>
            <a:r>
              <a:rPr sz="1700" spc="-2" dirty="0">
                <a:latin typeface="Times New Roman"/>
                <a:cs typeface="Times New Roman"/>
              </a:rPr>
              <a:t>f</a:t>
            </a:r>
            <a:r>
              <a:rPr sz="1700" spc="-10" dirty="0">
                <a:latin typeface="Times New Roman"/>
                <a:cs typeface="Times New Roman"/>
              </a:rPr>
              <a:t>e</a:t>
            </a:r>
            <a:r>
              <a:rPr sz="1700" spc="-2" dirty="0">
                <a:latin typeface="Times New Roman"/>
                <a:cs typeface="Times New Roman"/>
              </a:rPr>
              <a:t>r</a:t>
            </a:r>
            <a:r>
              <a:rPr sz="1700" spc="-10" dirty="0">
                <a:latin typeface="Times New Roman"/>
                <a:cs typeface="Times New Roman"/>
              </a:rPr>
              <a:t>e</a:t>
            </a:r>
            <a:r>
              <a:rPr sz="1700" spc="-2" dirty="0">
                <a:latin typeface="Times New Roman"/>
                <a:cs typeface="Times New Roman"/>
              </a:rPr>
              <a:t>nt</a:t>
            </a:r>
            <a:r>
              <a:rPr sz="1700" dirty="0">
                <a:latin typeface="Times New Roman"/>
                <a:cs typeface="Times New Roman"/>
              </a:rPr>
              <a:t> </a:t>
            </a:r>
            <a:r>
              <a:rPr sz="1700" spc="-24" dirty="0">
                <a:latin typeface="Times New Roman"/>
                <a:cs typeface="Times New Roman"/>
              </a:rPr>
              <a:t> </a:t>
            </a:r>
            <a:r>
              <a:rPr sz="1700" dirty="0">
                <a:latin typeface="Times New Roman"/>
                <a:cs typeface="Times New Roman"/>
              </a:rPr>
              <a:t>l</a:t>
            </a:r>
            <a:r>
              <a:rPr sz="1700" spc="-7" dirty="0">
                <a:latin typeface="Times New Roman"/>
                <a:cs typeface="Times New Roman"/>
              </a:rPr>
              <a:t>e</a:t>
            </a:r>
            <a:r>
              <a:rPr sz="1700" spc="-5" dirty="0">
                <a:latin typeface="Times New Roman"/>
                <a:cs typeface="Times New Roman"/>
              </a:rPr>
              <a:t>ngths</a:t>
            </a:r>
            <a:r>
              <a:rPr sz="1700" dirty="0">
                <a:latin typeface="Times New Roman"/>
                <a:cs typeface="Times New Roman"/>
              </a:rPr>
              <a:t> </a:t>
            </a:r>
            <a:r>
              <a:rPr sz="1700" spc="-24" dirty="0">
                <a:latin typeface="Times New Roman"/>
                <a:cs typeface="Times New Roman"/>
              </a:rPr>
              <a:t> </a:t>
            </a:r>
            <a:r>
              <a:rPr sz="1700" spc="-7" dirty="0">
                <a:latin typeface="Times New Roman"/>
                <a:cs typeface="Times New Roman"/>
              </a:rPr>
              <a:t>c</a:t>
            </a:r>
            <a:r>
              <a:rPr sz="1700" spc="-2" dirty="0">
                <a:latin typeface="Times New Roman"/>
                <a:cs typeface="Times New Roman"/>
              </a:rPr>
              <a:t>ontaini</a:t>
            </a:r>
            <a:r>
              <a:rPr sz="1700" dirty="0">
                <a:latin typeface="Times New Roman"/>
                <a:cs typeface="Times New Roman"/>
              </a:rPr>
              <a:t>ng </a:t>
            </a:r>
            <a:r>
              <a:rPr sz="1700" spc="-24" dirty="0">
                <a:latin typeface="Times New Roman"/>
                <a:cs typeface="Times New Roman"/>
              </a:rPr>
              <a:t> </a:t>
            </a:r>
            <a:r>
              <a:rPr sz="1700" spc="-5" dirty="0">
                <a:latin typeface="Times New Roman"/>
                <a:cs typeface="Times New Roman"/>
              </a:rPr>
              <a:t>v</a:t>
            </a:r>
            <a:r>
              <a:rPr sz="1700" spc="-7" dirty="0">
                <a:latin typeface="Times New Roman"/>
                <a:cs typeface="Times New Roman"/>
              </a:rPr>
              <a:t>a</a:t>
            </a:r>
            <a:r>
              <a:rPr sz="1700" spc="-2" dirty="0">
                <a:latin typeface="Times New Roman"/>
                <a:cs typeface="Times New Roman"/>
              </a:rPr>
              <a:t>rying</a:t>
            </a:r>
            <a:r>
              <a:rPr sz="1700" dirty="0">
                <a:latin typeface="Times New Roman"/>
                <a:cs typeface="Times New Roman"/>
              </a:rPr>
              <a:t> </a:t>
            </a:r>
            <a:r>
              <a:rPr sz="1700" spc="-26" dirty="0">
                <a:latin typeface="Times New Roman"/>
                <a:cs typeface="Times New Roman"/>
              </a:rPr>
              <a:t> </a:t>
            </a:r>
            <a:r>
              <a:rPr sz="1700" spc="-5" dirty="0">
                <a:latin typeface="Times New Roman"/>
                <a:cs typeface="Times New Roman"/>
              </a:rPr>
              <a:t>number</a:t>
            </a:r>
            <a:r>
              <a:rPr sz="1700" spc="-2" dirty="0">
                <a:latin typeface="Times New Roman"/>
                <a:cs typeface="Times New Roman"/>
              </a:rPr>
              <a:t> </a:t>
            </a:r>
            <a:r>
              <a:rPr sz="1700" dirty="0">
                <a:latin typeface="Times New Roman"/>
                <a:cs typeface="Times New Roman"/>
              </a:rPr>
              <a:t>of</a:t>
            </a:r>
            <a:r>
              <a:rPr sz="1700" spc="-2" dirty="0">
                <a:latin typeface="Times New Roman"/>
                <a:cs typeface="Times New Roman"/>
              </a:rPr>
              <a:t> </a:t>
            </a:r>
            <a:r>
              <a:rPr sz="1700" spc="-7" dirty="0">
                <a:latin typeface="Times New Roman"/>
                <a:cs typeface="Times New Roman"/>
              </a:rPr>
              <a:t>a</a:t>
            </a:r>
            <a:r>
              <a:rPr sz="1700" spc="-5" dirty="0">
                <a:latin typeface="Times New Roman"/>
                <a:cs typeface="Times New Roman"/>
              </a:rPr>
              <a:t>ddr</a:t>
            </a:r>
            <a:r>
              <a:rPr sz="1700" spc="-10" dirty="0">
                <a:latin typeface="Times New Roman"/>
                <a:cs typeface="Times New Roman"/>
              </a:rPr>
              <a:t>e</a:t>
            </a:r>
            <a:r>
              <a:rPr sz="1700" spc="-2" dirty="0">
                <a:latin typeface="Times New Roman"/>
                <a:cs typeface="Times New Roman"/>
              </a:rPr>
              <a:t>s</a:t>
            </a:r>
            <a:r>
              <a:rPr sz="1700" spc="5" dirty="0">
                <a:latin typeface="Times New Roman"/>
                <a:cs typeface="Times New Roman"/>
              </a:rPr>
              <a:t>s</a:t>
            </a:r>
            <a:r>
              <a:rPr sz="1700" spc="-7" dirty="0">
                <a:latin typeface="Times New Roman"/>
                <a:cs typeface="Times New Roman"/>
              </a:rPr>
              <a:t>e</a:t>
            </a:r>
            <a:r>
              <a:rPr sz="1700" dirty="0">
                <a:latin typeface="Times New Roman"/>
                <a:cs typeface="Times New Roman"/>
              </a:rPr>
              <a:t>s.</a:t>
            </a:r>
          </a:p>
        </p:txBody>
      </p:sp>
    </p:spTree>
    <p:extLst>
      <p:ext uri="{BB962C8B-B14F-4D97-AF65-F5344CB8AC3E}">
        <p14:creationId xmlns:p14="http://schemas.microsoft.com/office/powerpoint/2010/main" val="21963544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98E09B-75D1-21EA-1051-0A967228572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AA9CA28-8FCC-CAFA-15A6-70704D078FEB}"/>
              </a:ext>
            </a:extLst>
          </p:cNvPr>
          <p:cNvPicPr>
            <a:picLocks noChangeAspect="1"/>
          </p:cNvPicPr>
          <p:nvPr/>
        </p:nvPicPr>
        <p:blipFill>
          <a:blip r:embed="rId2"/>
          <a:stretch>
            <a:fillRect/>
          </a:stretch>
        </p:blipFill>
        <p:spPr>
          <a:xfrm>
            <a:off x="100454" y="116065"/>
            <a:ext cx="476476" cy="806935"/>
          </a:xfrm>
          <a:prstGeom prst="rect">
            <a:avLst/>
          </a:prstGeom>
        </p:spPr>
      </p:pic>
      <p:pic>
        <p:nvPicPr>
          <p:cNvPr id="6" name="Picture 5">
            <a:extLst>
              <a:ext uri="{FF2B5EF4-FFF2-40B4-BE49-F238E27FC236}">
                <a16:creationId xmlns:a16="http://schemas.microsoft.com/office/drawing/2014/main" id="{E4C3C0FD-BFDE-B696-AD61-46B85B9700D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7" y="116065"/>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DD6A2EC6-6A19-83DD-881B-45AAFED7F747}"/>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C12C0768-82CD-E1E3-E397-CA244247813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a:extLst>
              <a:ext uri="{FF2B5EF4-FFF2-40B4-BE49-F238E27FC236}">
                <a16:creationId xmlns:a16="http://schemas.microsoft.com/office/drawing/2014/main" id="{4D186BD3-D470-0EF4-E38F-69B759A68D3D}"/>
              </a:ext>
            </a:extLst>
          </p:cNvPr>
          <p:cNvSpPr txBox="1"/>
          <p:nvPr/>
        </p:nvSpPr>
        <p:spPr>
          <a:xfrm>
            <a:off x="858196" y="923000"/>
            <a:ext cx="7467600" cy="2616101"/>
          </a:xfrm>
          <a:prstGeom prst="rect">
            <a:avLst/>
          </a:prstGeom>
        </p:spPr>
        <p:txBody>
          <a:bodyPr vert="horz" wrap="square" lIns="0" tIns="0" rIns="0" bIns="0" rtlCol="0">
            <a:spAutoFit/>
          </a:bodyPr>
          <a:lstStyle/>
          <a:p>
            <a:pPr marL="6109" algn="just"/>
            <a:r>
              <a:rPr sz="1700" spc="-5" dirty="0">
                <a:latin typeface="Times New Roman"/>
                <a:cs typeface="Times New Roman"/>
              </a:rPr>
              <a:t>CPU</a:t>
            </a:r>
            <a:r>
              <a:rPr sz="1700" spc="-2" dirty="0">
                <a:latin typeface="Times New Roman"/>
                <a:cs typeface="Times New Roman"/>
              </a:rPr>
              <a:t> </a:t>
            </a:r>
            <a:r>
              <a:rPr sz="1700" spc="-5" dirty="0">
                <a:latin typeface="Times New Roman"/>
                <a:cs typeface="Times New Roman"/>
              </a:rPr>
              <a:t>(C</a:t>
            </a:r>
            <a:r>
              <a:rPr sz="1700" spc="-7" dirty="0">
                <a:latin typeface="Times New Roman"/>
                <a:cs typeface="Times New Roman"/>
              </a:rPr>
              <a:t>e</a:t>
            </a:r>
            <a:r>
              <a:rPr sz="1700" spc="-2" dirty="0">
                <a:latin typeface="Times New Roman"/>
                <a:cs typeface="Times New Roman"/>
              </a:rPr>
              <a:t>ntr</a:t>
            </a:r>
            <a:r>
              <a:rPr sz="1700" spc="-10" dirty="0">
                <a:latin typeface="Times New Roman"/>
                <a:cs typeface="Times New Roman"/>
              </a:rPr>
              <a:t>a</a:t>
            </a:r>
            <a:r>
              <a:rPr sz="1700" spc="-2" dirty="0">
                <a:latin typeface="Times New Roman"/>
                <a:cs typeface="Times New Roman"/>
              </a:rPr>
              <a:t>l</a:t>
            </a:r>
            <a:r>
              <a:rPr sz="1700" dirty="0">
                <a:latin typeface="Times New Roman"/>
                <a:cs typeface="Times New Roman"/>
              </a:rPr>
              <a:t> </a:t>
            </a:r>
            <a:r>
              <a:rPr sz="1700" spc="2" dirty="0">
                <a:latin typeface="Times New Roman"/>
                <a:cs typeface="Times New Roman"/>
              </a:rPr>
              <a:t>P</a:t>
            </a:r>
            <a:r>
              <a:rPr sz="1700" spc="-2" dirty="0">
                <a:latin typeface="Times New Roman"/>
                <a:cs typeface="Times New Roman"/>
              </a:rPr>
              <a:t>ro</a:t>
            </a:r>
            <a:r>
              <a:rPr sz="1700" spc="-10" dirty="0">
                <a:latin typeface="Times New Roman"/>
                <a:cs typeface="Times New Roman"/>
              </a:rPr>
              <a:t>c</a:t>
            </a:r>
            <a:r>
              <a:rPr sz="1700" spc="-7" dirty="0">
                <a:latin typeface="Times New Roman"/>
                <a:cs typeface="Times New Roman"/>
              </a:rPr>
              <a:t>e</a:t>
            </a:r>
            <a:r>
              <a:rPr sz="1700" spc="-2" dirty="0">
                <a:latin typeface="Times New Roman"/>
                <a:cs typeface="Times New Roman"/>
              </a:rPr>
              <a:t>ss</a:t>
            </a:r>
            <a:r>
              <a:rPr sz="1700" dirty="0">
                <a:latin typeface="Times New Roman"/>
                <a:cs typeface="Times New Roman"/>
              </a:rPr>
              <a:t>ing</a:t>
            </a:r>
            <a:r>
              <a:rPr sz="1700" spc="5" dirty="0">
                <a:latin typeface="Times New Roman"/>
                <a:cs typeface="Times New Roman"/>
              </a:rPr>
              <a:t> </a:t>
            </a:r>
            <a:r>
              <a:rPr sz="1700" spc="-7" dirty="0">
                <a:latin typeface="Times New Roman"/>
                <a:cs typeface="Times New Roman"/>
              </a:rPr>
              <a:t>Unit</a:t>
            </a:r>
            <a:r>
              <a:rPr sz="1700" spc="-2" dirty="0">
                <a:latin typeface="Times New Roman"/>
                <a:cs typeface="Times New Roman"/>
              </a:rPr>
              <a:t>)</a:t>
            </a:r>
            <a:r>
              <a:rPr sz="1700" dirty="0">
                <a:latin typeface="Times New Roman"/>
                <a:cs typeface="Times New Roman"/>
              </a:rPr>
              <a:t> </a:t>
            </a:r>
            <a:r>
              <a:rPr sz="1700" spc="-5" dirty="0">
                <a:latin typeface="Times New Roman"/>
                <a:cs typeface="Times New Roman"/>
              </a:rPr>
              <a:t>p</a:t>
            </a:r>
            <a:r>
              <a:rPr sz="1700" spc="-10" dirty="0">
                <a:latin typeface="Times New Roman"/>
                <a:cs typeface="Times New Roman"/>
              </a:rPr>
              <a:t>e</a:t>
            </a:r>
            <a:r>
              <a:rPr sz="1700" dirty="0">
                <a:latin typeface="Times New Roman"/>
                <a:cs typeface="Times New Roman"/>
              </a:rPr>
              <a:t>r</a:t>
            </a:r>
            <a:r>
              <a:rPr sz="1700" spc="-5" dirty="0">
                <a:latin typeface="Times New Roman"/>
                <a:cs typeface="Times New Roman"/>
              </a:rPr>
              <a:t>f</a:t>
            </a:r>
            <a:r>
              <a:rPr sz="1700" dirty="0">
                <a:latin typeface="Times New Roman"/>
                <a:cs typeface="Times New Roman"/>
              </a:rPr>
              <a:t>orms </a:t>
            </a:r>
            <a:r>
              <a:rPr sz="1700" spc="-2" dirty="0">
                <a:latin typeface="Times New Roman"/>
                <a:cs typeface="Times New Roman"/>
              </a:rPr>
              <a:t>the</a:t>
            </a:r>
            <a:r>
              <a:rPr sz="1700" spc="2" dirty="0">
                <a:latin typeface="Times New Roman"/>
                <a:cs typeface="Times New Roman"/>
              </a:rPr>
              <a:t> </a:t>
            </a:r>
            <a:r>
              <a:rPr sz="1700" spc="-5" dirty="0">
                <a:latin typeface="Times New Roman"/>
                <a:cs typeface="Times New Roman"/>
              </a:rPr>
              <a:t>following</a:t>
            </a:r>
            <a:r>
              <a:rPr sz="1700" dirty="0">
                <a:latin typeface="Times New Roman"/>
                <a:cs typeface="Times New Roman"/>
              </a:rPr>
              <a:t> </a:t>
            </a:r>
            <a:r>
              <a:rPr sz="1700" spc="-2" dirty="0">
                <a:latin typeface="Times New Roman"/>
                <a:cs typeface="Times New Roman"/>
              </a:rPr>
              <a:t>t</a:t>
            </a:r>
            <a:r>
              <a:rPr sz="1700" spc="-7" dirty="0">
                <a:latin typeface="Times New Roman"/>
                <a:cs typeface="Times New Roman"/>
              </a:rPr>
              <a:t>a</a:t>
            </a:r>
            <a:r>
              <a:rPr sz="1700" spc="-2" dirty="0">
                <a:latin typeface="Times New Roman"/>
                <a:cs typeface="Times New Roman"/>
              </a:rPr>
              <a:t>sks:</a:t>
            </a:r>
            <a:endParaRPr lang="en-US" sz="1700" spc="-2" dirty="0">
              <a:latin typeface="Times New Roman"/>
              <a:cs typeface="Times New Roman"/>
            </a:endParaRPr>
          </a:p>
          <a:p>
            <a:pPr marL="6109" algn="just"/>
            <a:endParaRPr sz="1700" dirty="0">
              <a:latin typeface="Times New Roman"/>
              <a:cs typeface="Times New Roman"/>
            </a:endParaRPr>
          </a:p>
          <a:p>
            <a:pPr marL="225716" indent="-109651">
              <a:buSzPct val="83333"/>
              <a:buFont typeface="Times New Roman"/>
              <a:buChar char="●"/>
              <a:tabLst>
                <a:tab pos="226022" algn="l"/>
              </a:tabLst>
            </a:pPr>
            <a:r>
              <a:rPr sz="1700" spc="-5" dirty="0">
                <a:latin typeface="Times New Roman"/>
                <a:cs typeface="Times New Roman"/>
              </a:rPr>
              <a:t>F</a:t>
            </a:r>
            <a:r>
              <a:rPr sz="1700" spc="-7" dirty="0">
                <a:latin typeface="Times New Roman"/>
                <a:cs typeface="Times New Roman"/>
              </a:rPr>
              <a:t>e</a:t>
            </a:r>
            <a:r>
              <a:rPr sz="1700" spc="-2" dirty="0">
                <a:latin typeface="Times New Roman"/>
                <a:cs typeface="Times New Roman"/>
              </a:rPr>
              <a:t>tch instru</a:t>
            </a:r>
            <a:r>
              <a:rPr sz="1700" spc="-10" dirty="0">
                <a:latin typeface="Times New Roman"/>
                <a:cs typeface="Times New Roman"/>
              </a:rPr>
              <a:t>c</a:t>
            </a:r>
            <a:r>
              <a:rPr sz="1700" spc="-2" dirty="0">
                <a:latin typeface="Times New Roman"/>
                <a:cs typeface="Times New Roman"/>
              </a:rPr>
              <a:t>ti</a:t>
            </a:r>
            <a:r>
              <a:rPr sz="1700" dirty="0">
                <a:latin typeface="Times New Roman"/>
                <a:cs typeface="Times New Roman"/>
              </a:rPr>
              <a:t>ons</a:t>
            </a:r>
          </a:p>
          <a:p>
            <a:pPr marL="225716" indent="-109651">
              <a:buSzPct val="83333"/>
              <a:buFont typeface="Times New Roman"/>
              <a:buChar char="●"/>
              <a:tabLst>
                <a:tab pos="226022" algn="l"/>
              </a:tabLst>
            </a:pPr>
            <a:r>
              <a:rPr sz="1700" spc="-10" dirty="0">
                <a:latin typeface="Times New Roman"/>
                <a:cs typeface="Times New Roman"/>
              </a:rPr>
              <a:t>I</a:t>
            </a:r>
            <a:r>
              <a:rPr sz="1700" spc="-2" dirty="0">
                <a:latin typeface="Times New Roman"/>
                <a:cs typeface="Times New Roman"/>
              </a:rPr>
              <a:t>nte</a:t>
            </a:r>
            <a:r>
              <a:rPr sz="1700" dirty="0">
                <a:latin typeface="Times New Roman"/>
                <a:cs typeface="Times New Roman"/>
              </a:rPr>
              <a:t>rp</a:t>
            </a:r>
            <a:r>
              <a:rPr sz="1700" spc="-5" dirty="0">
                <a:latin typeface="Times New Roman"/>
                <a:cs typeface="Times New Roman"/>
              </a:rPr>
              <a:t>r</a:t>
            </a:r>
            <a:r>
              <a:rPr sz="1700" spc="-7" dirty="0">
                <a:latin typeface="Times New Roman"/>
                <a:cs typeface="Times New Roman"/>
              </a:rPr>
              <a:t>e</a:t>
            </a:r>
            <a:r>
              <a:rPr sz="1700" spc="-2" dirty="0">
                <a:latin typeface="Times New Roman"/>
                <a:cs typeface="Times New Roman"/>
              </a:rPr>
              <a:t>t</a:t>
            </a:r>
            <a:r>
              <a:rPr sz="1700" dirty="0">
                <a:latin typeface="Times New Roman"/>
                <a:cs typeface="Times New Roman"/>
              </a:rPr>
              <a:t> </a:t>
            </a:r>
            <a:r>
              <a:rPr sz="1700" spc="-2" dirty="0">
                <a:latin typeface="Times New Roman"/>
                <a:cs typeface="Times New Roman"/>
              </a:rPr>
              <a:t>instru</a:t>
            </a:r>
            <a:r>
              <a:rPr sz="1700" spc="-7" dirty="0">
                <a:latin typeface="Times New Roman"/>
                <a:cs typeface="Times New Roman"/>
              </a:rPr>
              <a:t>c</a:t>
            </a:r>
            <a:r>
              <a:rPr sz="1700" spc="-2" dirty="0">
                <a:latin typeface="Times New Roman"/>
                <a:cs typeface="Times New Roman"/>
              </a:rPr>
              <a:t>ti</a:t>
            </a:r>
            <a:r>
              <a:rPr sz="1700" dirty="0">
                <a:latin typeface="Times New Roman"/>
                <a:cs typeface="Times New Roman"/>
              </a:rPr>
              <a:t>ons</a:t>
            </a:r>
          </a:p>
          <a:p>
            <a:pPr marL="225716" indent="-109651">
              <a:buSzPct val="83333"/>
              <a:buFont typeface="Times New Roman"/>
              <a:buChar char="●"/>
              <a:tabLst>
                <a:tab pos="226022" algn="l"/>
              </a:tabLst>
            </a:pPr>
            <a:r>
              <a:rPr sz="1700" spc="-5" dirty="0">
                <a:latin typeface="Times New Roman"/>
                <a:cs typeface="Times New Roman"/>
              </a:rPr>
              <a:t>F</a:t>
            </a:r>
            <a:r>
              <a:rPr sz="1700" spc="-7" dirty="0">
                <a:latin typeface="Times New Roman"/>
                <a:cs typeface="Times New Roman"/>
              </a:rPr>
              <a:t>e</a:t>
            </a:r>
            <a:r>
              <a:rPr sz="1700" spc="-2" dirty="0">
                <a:latin typeface="Times New Roman"/>
                <a:cs typeface="Times New Roman"/>
              </a:rPr>
              <a:t>tch </a:t>
            </a:r>
            <a:r>
              <a:rPr sz="1700" spc="2"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endParaRPr sz="1700" dirty="0">
              <a:latin typeface="Times New Roman"/>
              <a:cs typeface="Times New Roman"/>
            </a:endParaRPr>
          </a:p>
          <a:p>
            <a:pPr marL="225716" indent="-109651">
              <a:buSzPct val="83333"/>
              <a:buFont typeface="Times New Roman"/>
              <a:buChar char="●"/>
              <a:tabLst>
                <a:tab pos="226022" algn="l"/>
              </a:tabLst>
            </a:pPr>
            <a:r>
              <a:rPr sz="1700" dirty="0">
                <a:latin typeface="Times New Roman"/>
                <a:cs typeface="Times New Roman"/>
              </a:rPr>
              <a:t>P</a:t>
            </a:r>
            <a:r>
              <a:rPr sz="1700" spc="-2" dirty="0">
                <a:latin typeface="Times New Roman"/>
                <a:cs typeface="Times New Roman"/>
              </a:rPr>
              <a:t>ro</a:t>
            </a:r>
            <a:r>
              <a:rPr sz="1700" spc="-10" dirty="0">
                <a:latin typeface="Times New Roman"/>
                <a:cs typeface="Times New Roman"/>
              </a:rPr>
              <a:t>c</a:t>
            </a:r>
            <a:r>
              <a:rPr sz="1700" spc="-7" dirty="0">
                <a:latin typeface="Times New Roman"/>
                <a:cs typeface="Times New Roman"/>
              </a:rPr>
              <a:t>e</a:t>
            </a:r>
            <a:r>
              <a:rPr sz="1700" spc="-2" dirty="0">
                <a:latin typeface="Times New Roman"/>
                <a:cs typeface="Times New Roman"/>
              </a:rPr>
              <a:t>s</a:t>
            </a:r>
            <a:r>
              <a:rPr sz="1700" dirty="0">
                <a:latin typeface="Times New Roman"/>
                <a:cs typeface="Times New Roman"/>
              </a:rPr>
              <a:t>s </a:t>
            </a:r>
            <a:r>
              <a:rPr sz="1700" spc="-2" dirty="0">
                <a:latin typeface="Times New Roman"/>
                <a:cs typeface="Times New Roman"/>
              </a:rPr>
              <a:t>data</a:t>
            </a:r>
            <a:endParaRPr sz="1700" dirty="0">
              <a:latin typeface="Times New Roman"/>
              <a:cs typeface="Times New Roman"/>
            </a:endParaRPr>
          </a:p>
          <a:p>
            <a:pPr marL="225716" indent="-109651">
              <a:buSzPct val="83333"/>
              <a:buFont typeface="Times New Roman"/>
              <a:buChar char="●"/>
              <a:tabLst>
                <a:tab pos="226022" algn="l"/>
              </a:tabLst>
            </a:pPr>
            <a:r>
              <a:rPr sz="1700" spc="-10" dirty="0">
                <a:latin typeface="Times New Roman"/>
                <a:cs typeface="Times New Roman"/>
              </a:rPr>
              <a:t>W</a:t>
            </a:r>
            <a:r>
              <a:rPr sz="1700" spc="-2" dirty="0">
                <a:latin typeface="Times New Roman"/>
                <a:cs typeface="Times New Roman"/>
              </a:rPr>
              <a:t>rite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endParaRPr lang="en-US" sz="1700" spc="-2" dirty="0">
              <a:latin typeface="Times New Roman"/>
              <a:cs typeface="Times New Roman"/>
            </a:endParaRPr>
          </a:p>
          <a:p>
            <a:pPr marL="225716" indent="-109651">
              <a:buSzPct val="83333"/>
              <a:buFont typeface="Times New Roman"/>
              <a:buChar char="●"/>
              <a:tabLst>
                <a:tab pos="226022" algn="l"/>
              </a:tabLst>
            </a:pPr>
            <a:endParaRPr lang="en-US" sz="1700" spc="-2" dirty="0">
              <a:latin typeface="Times New Roman"/>
              <a:cs typeface="Times New Roman"/>
            </a:endParaRPr>
          </a:p>
          <a:p>
            <a:pPr marL="116065">
              <a:buSzPct val="83333"/>
              <a:tabLst>
                <a:tab pos="226022" algn="l"/>
              </a:tabLst>
            </a:pPr>
            <a:r>
              <a:rPr lang="en-US" sz="1700" spc="-5" dirty="0">
                <a:latin typeface="Times New Roman"/>
                <a:cs typeface="Times New Roman"/>
              </a:rPr>
              <a:t>The</a:t>
            </a:r>
            <a:r>
              <a:rPr lang="en-US" sz="1700" spc="19" dirty="0">
                <a:latin typeface="Times New Roman"/>
                <a:cs typeface="Times New Roman"/>
              </a:rPr>
              <a:t> </a:t>
            </a:r>
            <a:r>
              <a:rPr lang="en-US" sz="1700" spc="-5" dirty="0">
                <a:latin typeface="Times New Roman"/>
                <a:cs typeface="Times New Roman"/>
              </a:rPr>
              <a:t>number</a:t>
            </a:r>
            <a:r>
              <a:rPr lang="en-US" sz="1700" spc="24" dirty="0">
                <a:latin typeface="Times New Roman"/>
                <a:cs typeface="Times New Roman"/>
              </a:rPr>
              <a:t> </a:t>
            </a:r>
            <a:r>
              <a:rPr lang="en-US" sz="1700" dirty="0">
                <a:latin typeface="Times New Roman"/>
                <a:cs typeface="Times New Roman"/>
              </a:rPr>
              <a:t>of</a:t>
            </a:r>
            <a:r>
              <a:rPr lang="en-US" sz="1700" spc="26" dirty="0">
                <a:latin typeface="Times New Roman"/>
                <a:cs typeface="Times New Roman"/>
              </a:rPr>
              <a:t> </a:t>
            </a:r>
            <a:r>
              <a:rPr lang="en-US" sz="1700" spc="-7" dirty="0">
                <a:latin typeface="Times New Roman"/>
                <a:cs typeface="Times New Roman"/>
              </a:rPr>
              <a:t>a</a:t>
            </a:r>
            <a:r>
              <a:rPr lang="en-US" sz="1700" spc="-5" dirty="0">
                <a:latin typeface="Times New Roman"/>
                <a:cs typeface="Times New Roman"/>
              </a:rPr>
              <a:t>ddr</a:t>
            </a:r>
            <a:r>
              <a:rPr lang="en-US" sz="1700" spc="-10" dirty="0">
                <a:latin typeface="Times New Roman"/>
                <a:cs typeface="Times New Roman"/>
              </a:rPr>
              <a:t>e</a:t>
            </a:r>
            <a:r>
              <a:rPr lang="en-US" sz="1700" spc="-2" dirty="0">
                <a:latin typeface="Times New Roman"/>
                <a:cs typeface="Times New Roman"/>
              </a:rPr>
              <a:t>s</a:t>
            </a:r>
            <a:r>
              <a:rPr lang="en-US" sz="1700" dirty="0">
                <a:latin typeface="Times New Roman"/>
                <a:cs typeface="Times New Roman"/>
              </a:rPr>
              <a:t>s</a:t>
            </a:r>
            <a:r>
              <a:rPr lang="en-US" sz="1700" spc="29" dirty="0">
                <a:latin typeface="Times New Roman"/>
                <a:cs typeface="Times New Roman"/>
              </a:rPr>
              <a:t> </a:t>
            </a:r>
            <a:r>
              <a:rPr lang="en-US" sz="1700" spc="-2" dirty="0">
                <a:latin typeface="Times New Roman"/>
                <a:cs typeface="Times New Roman"/>
              </a:rPr>
              <a:t>f</a:t>
            </a:r>
            <a:r>
              <a:rPr lang="en-US" sz="1700" dirty="0">
                <a:latin typeface="Times New Roman"/>
                <a:cs typeface="Times New Roman"/>
              </a:rPr>
              <a:t>i</a:t>
            </a:r>
            <a:r>
              <a:rPr lang="en-US" sz="1700" spc="-7" dirty="0">
                <a:latin typeface="Times New Roman"/>
                <a:cs typeface="Times New Roman"/>
              </a:rPr>
              <a:t>e</a:t>
            </a:r>
            <a:r>
              <a:rPr lang="en-US" sz="1700" spc="-2" dirty="0">
                <a:latin typeface="Times New Roman"/>
                <a:cs typeface="Times New Roman"/>
              </a:rPr>
              <a:t>lds</a:t>
            </a:r>
            <a:r>
              <a:rPr lang="en-US" sz="1700" spc="22" dirty="0">
                <a:latin typeface="Times New Roman"/>
                <a:cs typeface="Times New Roman"/>
              </a:rPr>
              <a:t> </a:t>
            </a:r>
            <a:r>
              <a:rPr lang="en-US" sz="1700" spc="-2" dirty="0">
                <a:latin typeface="Times New Roman"/>
                <a:cs typeface="Times New Roman"/>
              </a:rPr>
              <a:t>in</a:t>
            </a:r>
            <a:r>
              <a:rPr lang="en-US" sz="1700" spc="22" dirty="0">
                <a:latin typeface="Times New Roman"/>
                <a:cs typeface="Times New Roman"/>
              </a:rPr>
              <a:t> </a:t>
            </a:r>
            <a:r>
              <a:rPr lang="en-US" sz="1700" spc="-2" dirty="0">
                <a:latin typeface="Times New Roman"/>
                <a:cs typeface="Times New Roman"/>
              </a:rPr>
              <a:t>the</a:t>
            </a:r>
            <a:r>
              <a:rPr lang="en-US" sz="1700" spc="19" dirty="0">
                <a:latin typeface="Times New Roman"/>
                <a:cs typeface="Times New Roman"/>
              </a:rPr>
              <a:t> </a:t>
            </a:r>
            <a:r>
              <a:rPr lang="en-US" sz="1700" spc="-2" dirty="0">
                <a:latin typeface="Times New Roman"/>
                <a:cs typeface="Times New Roman"/>
              </a:rPr>
              <a:t>instru</a:t>
            </a:r>
            <a:r>
              <a:rPr lang="en-US" sz="1700" spc="-10" dirty="0">
                <a:latin typeface="Times New Roman"/>
                <a:cs typeface="Times New Roman"/>
              </a:rPr>
              <a:t>c</a:t>
            </a:r>
            <a:r>
              <a:rPr lang="en-US" sz="1700" spc="-2" dirty="0">
                <a:latin typeface="Times New Roman"/>
                <a:cs typeface="Times New Roman"/>
              </a:rPr>
              <a:t>ti</a:t>
            </a:r>
            <a:r>
              <a:rPr lang="en-US" sz="1700" dirty="0">
                <a:latin typeface="Times New Roman"/>
                <a:cs typeface="Times New Roman"/>
              </a:rPr>
              <a:t>on</a:t>
            </a:r>
            <a:r>
              <a:rPr lang="en-US" sz="1700" spc="22" dirty="0">
                <a:latin typeface="Times New Roman"/>
                <a:cs typeface="Times New Roman"/>
              </a:rPr>
              <a:t> </a:t>
            </a:r>
            <a:r>
              <a:rPr lang="en-US" sz="1700" dirty="0">
                <a:latin typeface="Times New Roman"/>
                <a:cs typeface="Times New Roman"/>
              </a:rPr>
              <a:t>f</a:t>
            </a:r>
            <a:r>
              <a:rPr lang="en-US" sz="1700" spc="2" dirty="0">
                <a:latin typeface="Times New Roman"/>
                <a:cs typeface="Times New Roman"/>
              </a:rPr>
              <a:t>or</a:t>
            </a:r>
            <a:r>
              <a:rPr lang="en-US" sz="1700" spc="-5" dirty="0">
                <a:latin typeface="Times New Roman"/>
                <a:cs typeface="Times New Roman"/>
              </a:rPr>
              <a:t>mat</a:t>
            </a:r>
            <a:r>
              <a:rPr lang="en-US" sz="1700" spc="22" dirty="0">
                <a:latin typeface="Times New Roman"/>
                <a:cs typeface="Times New Roman"/>
              </a:rPr>
              <a:t> </a:t>
            </a:r>
            <a:r>
              <a:rPr lang="en-US" sz="1700" dirty="0">
                <a:latin typeface="Times New Roman"/>
                <a:cs typeface="Times New Roman"/>
              </a:rPr>
              <a:t>of</a:t>
            </a:r>
            <a:r>
              <a:rPr lang="en-US" sz="1700" spc="19" dirty="0">
                <a:latin typeface="Times New Roman"/>
                <a:cs typeface="Times New Roman"/>
              </a:rPr>
              <a:t> </a:t>
            </a:r>
            <a:r>
              <a:rPr lang="en-US" sz="1700" spc="-5" dirty="0">
                <a:latin typeface="Times New Roman"/>
                <a:cs typeface="Times New Roman"/>
              </a:rPr>
              <a:t>a</a:t>
            </a:r>
            <a:r>
              <a:rPr lang="en-US" sz="1700" spc="36" dirty="0">
                <a:latin typeface="Times New Roman"/>
                <a:cs typeface="Times New Roman"/>
              </a:rPr>
              <a:t> </a:t>
            </a:r>
            <a:r>
              <a:rPr lang="en-US" sz="1700" spc="-7" dirty="0">
                <a:latin typeface="Times New Roman"/>
                <a:cs typeface="Times New Roman"/>
              </a:rPr>
              <a:t>c</a:t>
            </a:r>
            <a:r>
              <a:rPr lang="en-US" sz="1700" spc="-5" dirty="0">
                <a:latin typeface="Times New Roman"/>
                <a:cs typeface="Times New Roman"/>
              </a:rPr>
              <a:t>omput</a:t>
            </a:r>
            <a:r>
              <a:rPr lang="en-US" sz="1700" spc="-7" dirty="0">
                <a:latin typeface="Times New Roman"/>
                <a:cs typeface="Times New Roman"/>
              </a:rPr>
              <a:t>e</a:t>
            </a:r>
            <a:r>
              <a:rPr lang="en-US" sz="1700" dirty="0">
                <a:latin typeface="Times New Roman"/>
                <a:cs typeface="Times New Roman"/>
              </a:rPr>
              <a:t>r</a:t>
            </a:r>
            <a:r>
              <a:rPr lang="en-US" sz="1700" spc="24" dirty="0">
                <a:latin typeface="Times New Roman"/>
                <a:cs typeface="Times New Roman"/>
              </a:rPr>
              <a:t> </a:t>
            </a:r>
            <a:r>
              <a:rPr lang="en-US" sz="1700" spc="-5" dirty="0">
                <a:latin typeface="Times New Roman"/>
                <a:cs typeface="Times New Roman"/>
              </a:rPr>
              <a:t>d</a:t>
            </a:r>
            <a:r>
              <a:rPr lang="en-US" sz="1700" spc="-7" dirty="0">
                <a:latin typeface="Times New Roman"/>
                <a:cs typeface="Times New Roman"/>
              </a:rPr>
              <a:t>e</a:t>
            </a:r>
            <a:r>
              <a:rPr lang="en-US" sz="1700" spc="-5" dirty="0">
                <a:latin typeface="Times New Roman"/>
                <a:cs typeface="Times New Roman"/>
              </a:rPr>
              <a:t>p</a:t>
            </a:r>
            <a:r>
              <a:rPr lang="en-US" sz="1700" spc="-7" dirty="0">
                <a:latin typeface="Times New Roman"/>
                <a:cs typeface="Times New Roman"/>
              </a:rPr>
              <a:t>e</a:t>
            </a:r>
            <a:r>
              <a:rPr lang="en-US" sz="1700" spc="5" dirty="0">
                <a:latin typeface="Times New Roman"/>
                <a:cs typeface="Times New Roman"/>
              </a:rPr>
              <a:t>n</a:t>
            </a:r>
            <a:r>
              <a:rPr lang="en-US" sz="1700" dirty="0">
                <a:latin typeface="Times New Roman"/>
                <a:cs typeface="Times New Roman"/>
              </a:rPr>
              <a:t>ds</a:t>
            </a:r>
            <a:r>
              <a:rPr lang="en-US" sz="1700" spc="22" dirty="0">
                <a:latin typeface="Times New Roman"/>
                <a:cs typeface="Times New Roman"/>
              </a:rPr>
              <a:t> </a:t>
            </a:r>
            <a:r>
              <a:rPr lang="en-US" sz="1700" dirty="0">
                <a:latin typeface="Times New Roman"/>
                <a:cs typeface="Times New Roman"/>
              </a:rPr>
              <a:t>on</a:t>
            </a:r>
            <a:r>
              <a:rPr lang="en-US" sz="1700" spc="22" dirty="0">
                <a:latin typeface="Times New Roman"/>
                <a:cs typeface="Times New Roman"/>
              </a:rPr>
              <a:t> </a:t>
            </a:r>
            <a:r>
              <a:rPr lang="en-US" sz="1700" spc="-2" dirty="0">
                <a:latin typeface="Times New Roman"/>
                <a:cs typeface="Times New Roman"/>
              </a:rPr>
              <a:t>the</a:t>
            </a:r>
            <a:r>
              <a:rPr lang="en-US" sz="1700" spc="19" dirty="0">
                <a:latin typeface="Times New Roman"/>
                <a:cs typeface="Times New Roman"/>
              </a:rPr>
              <a:t> </a:t>
            </a:r>
            <a:r>
              <a:rPr lang="en-US" sz="1700" spc="-2" dirty="0">
                <a:latin typeface="Times New Roman"/>
                <a:cs typeface="Times New Roman"/>
              </a:rPr>
              <a:t>int</a:t>
            </a:r>
            <a:r>
              <a:rPr lang="en-US" sz="1700" spc="-7" dirty="0">
                <a:latin typeface="Times New Roman"/>
                <a:cs typeface="Times New Roman"/>
              </a:rPr>
              <a:t>e</a:t>
            </a:r>
            <a:r>
              <a:rPr lang="en-US" sz="1700" dirty="0">
                <a:latin typeface="Times New Roman"/>
                <a:cs typeface="Times New Roman"/>
              </a:rPr>
              <a:t>r</a:t>
            </a:r>
            <a:r>
              <a:rPr lang="en-US" sz="1700" spc="2" dirty="0">
                <a:latin typeface="Times New Roman"/>
                <a:cs typeface="Times New Roman"/>
              </a:rPr>
              <a:t>n</a:t>
            </a:r>
            <a:r>
              <a:rPr lang="en-US" sz="1700" spc="-7" dirty="0">
                <a:latin typeface="Times New Roman"/>
                <a:cs typeface="Times New Roman"/>
              </a:rPr>
              <a:t>a</a:t>
            </a:r>
            <a:r>
              <a:rPr lang="en-US" sz="1700" spc="-2" dirty="0">
                <a:latin typeface="Times New Roman"/>
                <a:cs typeface="Times New Roman"/>
              </a:rPr>
              <a:t>l </a:t>
            </a:r>
            <a:r>
              <a:rPr lang="en-US" sz="1700" spc="-5" dirty="0">
                <a:latin typeface="Times New Roman"/>
                <a:cs typeface="Times New Roman"/>
              </a:rPr>
              <a:t>org</a:t>
            </a:r>
            <a:r>
              <a:rPr lang="en-US" sz="1700" spc="-10" dirty="0">
                <a:latin typeface="Times New Roman"/>
                <a:cs typeface="Times New Roman"/>
              </a:rPr>
              <a:t>a</a:t>
            </a:r>
            <a:r>
              <a:rPr lang="en-US" sz="1700" spc="-2" dirty="0">
                <a:latin typeface="Times New Roman"/>
                <a:cs typeface="Times New Roman"/>
              </a:rPr>
              <a:t>niz</a:t>
            </a:r>
            <a:r>
              <a:rPr lang="en-US" sz="1700" spc="-10" dirty="0">
                <a:latin typeface="Times New Roman"/>
                <a:cs typeface="Times New Roman"/>
              </a:rPr>
              <a:t>a</a:t>
            </a:r>
            <a:r>
              <a:rPr lang="en-US" sz="1700" spc="-2" dirty="0">
                <a:latin typeface="Times New Roman"/>
                <a:cs typeface="Times New Roman"/>
              </a:rPr>
              <a:t>ti</a:t>
            </a:r>
            <a:r>
              <a:rPr lang="en-US" sz="1700" dirty="0">
                <a:latin typeface="Times New Roman"/>
                <a:cs typeface="Times New Roman"/>
              </a:rPr>
              <a:t>on </a:t>
            </a:r>
            <a:r>
              <a:rPr lang="en-US" sz="1700" spc="26" dirty="0">
                <a:latin typeface="Times New Roman"/>
                <a:cs typeface="Times New Roman"/>
              </a:rPr>
              <a:t> </a:t>
            </a:r>
            <a:r>
              <a:rPr lang="en-US" sz="1700" dirty="0">
                <a:latin typeface="Times New Roman"/>
                <a:cs typeface="Times New Roman"/>
              </a:rPr>
              <a:t>of </a:t>
            </a:r>
            <a:r>
              <a:rPr lang="en-US" sz="1700" spc="26" dirty="0">
                <a:latin typeface="Times New Roman"/>
                <a:cs typeface="Times New Roman"/>
              </a:rPr>
              <a:t> </a:t>
            </a:r>
            <a:r>
              <a:rPr lang="en-US" sz="1700" spc="-2" dirty="0">
                <a:latin typeface="Times New Roman"/>
                <a:cs typeface="Times New Roman"/>
              </a:rPr>
              <a:t>it</a:t>
            </a:r>
            <a:r>
              <a:rPr lang="en-US" sz="1700" dirty="0">
                <a:latin typeface="Times New Roman"/>
                <a:cs typeface="Times New Roman"/>
              </a:rPr>
              <a:t>s </a:t>
            </a:r>
            <a:r>
              <a:rPr lang="en-US" sz="1700" spc="26" dirty="0">
                <a:latin typeface="Times New Roman"/>
                <a:cs typeface="Times New Roman"/>
              </a:rPr>
              <a:t> </a:t>
            </a:r>
            <a:r>
              <a:rPr lang="en-US" sz="1700" spc="-2" dirty="0">
                <a:latin typeface="Times New Roman"/>
                <a:cs typeface="Times New Roman"/>
              </a:rPr>
              <a:t>r</a:t>
            </a:r>
            <a:r>
              <a:rPr lang="en-US" sz="1700" spc="-10" dirty="0">
                <a:latin typeface="Times New Roman"/>
                <a:cs typeface="Times New Roman"/>
              </a:rPr>
              <a:t>e</a:t>
            </a:r>
            <a:r>
              <a:rPr lang="en-US" sz="1700" spc="-5" dirty="0">
                <a:latin typeface="Times New Roman"/>
                <a:cs typeface="Times New Roman"/>
              </a:rPr>
              <a:t>g</a:t>
            </a:r>
            <a:r>
              <a:rPr lang="en-US" sz="1700" dirty="0">
                <a:latin typeface="Times New Roman"/>
                <a:cs typeface="Times New Roman"/>
              </a:rPr>
              <a:t>i</a:t>
            </a:r>
            <a:r>
              <a:rPr lang="en-US" sz="1700" spc="-5" dirty="0">
                <a:latin typeface="Times New Roman"/>
                <a:cs typeface="Times New Roman"/>
              </a:rPr>
              <a:t>ster</a:t>
            </a:r>
            <a:r>
              <a:rPr lang="en-US" sz="1700" spc="-2" dirty="0">
                <a:latin typeface="Times New Roman"/>
                <a:cs typeface="Times New Roman"/>
              </a:rPr>
              <a:t>s</a:t>
            </a:r>
            <a:r>
              <a:rPr lang="en-US" sz="1700" dirty="0">
                <a:latin typeface="Times New Roman"/>
                <a:cs typeface="Times New Roman"/>
              </a:rPr>
              <a:t>.</a:t>
            </a:r>
            <a:endParaRPr sz="1700" dirty="0">
              <a:latin typeface="Times New Roman"/>
              <a:cs typeface="Times New Roman"/>
            </a:endParaRPr>
          </a:p>
        </p:txBody>
      </p:sp>
    </p:spTree>
    <p:extLst>
      <p:ext uri="{BB962C8B-B14F-4D97-AF65-F5344CB8AC3E}">
        <p14:creationId xmlns:p14="http://schemas.microsoft.com/office/powerpoint/2010/main" val="33454312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7DDFAD-AECC-22A9-87EF-B7D37737949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6755A2C-557F-173E-59A2-C5443C768ED5}"/>
              </a:ext>
            </a:extLst>
          </p:cNvPr>
          <p:cNvPicPr>
            <a:picLocks noChangeAspect="1"/>
          </p:cNvPicPr>
          <p:nvPr/>
        </p:nvPicPr>
        <p:blipFill>
          <a:blip r:embed="rId2"/>
          <a:stretch>
            <a:fillRect/>
          </a:stretch>
        </p:blipFill>
        <p:spPr>
          <a:xfrm>
            <a:off x="100454" y="116065"/>
            <a:ext cx="476476" cy="806935"/>
          </a:xfrm>
          <a:prstGeom prst="rect">
            <a:avLst/>
          </a:prstGeom>
        </p:spPr>
      </p:pic>
      <p:pic>
        <p:nvPicPr>
          <p:cNvPr id="6" name="Picture 5">
            <a:extLst>
              <a:ext uri="{FF2B5EF4-FFF2-40B4-BE49-F238E27FC236}">
                <a16:creationId xmlns:a16="http://schemas.microsoft.com/office/drawing/2014/main" id="{6B8CAE7E-6706-6D75-0515-2CB95AA1C47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7" y="116065"/>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3D65DDA2-3689-0FBB-0D9F-07AAABCBDC83}"/>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B80F3129-454B-0E61-B70E-B7E381B8E58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a:extLst>
              <a:ext uri="{FF2B5EF4-FFF2-40B4-BE49-F238E27FC236}">
                <a16:creationId xmlns:a16="http://schemas.microsoft.com/office/drawing/2014/main" id="{AB01CCE7-8C75-A905-8474-1C9C2B5A712A}"/>
              </a:ext>
            </a:extLst>
          </p:cNvPr>
          <p:cNvSpPr txBox="1"/>
          <p:nvPr/>
        </p:nvSpPr>
        <p:spPr>
          <a:xfrm>
            <a:off x="865816" y="934430"/>
            <a:ext cx="7467600" cy="3164969"/>
          </a:xfrm>
          <a:prstGeom prst="rect">
            <a:avLst/>
          </a:prstGeom>
        </p:spPr>
        <p:txBody>
          <a:bodyPr vert="horz" wrap="square" lIns="0" tIns="0" rIns="0" bIns="0" rtlCol="0">
            <a:spAutoFit/>
          </a:bodyPr>
          <a:lstStyle/>
          <a:p>
            <a:pPr marL="6109" marR="3360" algn="just">
              <a:spcBef>
                <a:spcPts val="375"/>
              </a:spcBef>
            </a:pPr>
            <a:r>
              <a:rPr sz="1700" spc="-2" dirty="0">
                <a:latin typeface="Times New Roman"/>
                <a:cs typeface="Times New Roman"/>
              </a:rPr>
              <a:t>Mos</a:t>
            </a:r>
            <a:r>
              <a:rPr sz="1700" dirty="0">
                <a:latin typeface="Times New Roman"/>
                <a:cs typeface="Times New Roman"/>
              </a:rPr>
              <a:t>t </a:t>
            </a:r>
            <a:r>
              <a:rPr sz="1700" spc="29" dirty="0">
                <a:latin typeface="Times New Roman"/>
                <a:cs typeface="Times New Roman"/>
              </a:rPr>
              <a:t> </a:t>
            </a:r>
            <a:r>
              <a:rPr sz="1700" spc="-7" dirty="0">
                <a:latin typeface="Times New Roman"/>
                <a:cs typeface="Times New Roman"/>
              </a:rPr>
              <a:t>c</a:t>
            </a:r>
            <a:r>
              <a:rPr sz="1700" spc="-5" dirty="0">
                <a:latin typeface="Times New Roman"/>
                <a:cs typeface="Times New Roman"/>
              </a:rPr>
              <a:t>omput</a:t>
            </a:r>
            <a:r>
              <a:rPr sz="1700" spc="-7" dirty="0">
                <a:latin typeface="Times New Roman"/>
                <a:cs typeface="Times New Roman"/>
              </a:rPr>
              <a:t>e</a:t>
            </a:r>
            <a:r>
              <a:rPr sz="1700" dirty="0">
                <a:latin typeface="Times New Roman"/>
                <a:cs typeface="Times New Roman"/>
              </a:rPr>
              <a:t>rs </a:t>
            </a:r>
            <a:r>
              <a:rPr sz="1700" spc="31" dirty="0">
                <a:latin typeface="Times New Roman"/>
                <a:cs typeface="Times New Roman"/>
              </a:rPr>
              <a:t> </a:t>
            </a:r>
            <a:r>
              <a:rPr sz="1700" spc="-2" dirty="0">
                <a:latin typeface="Times New Roman"/>
                <a:cs typeface="Times New Roman"/>
              </a:rPr>
              <a:t>f</a:t>
            </a:r>
            <a:r>
              <a:rPr sz="1700" spc="-10" dirty="0">
                <a:latin typeface="Times New Roman"/>
                <a:cs typeface="Times New Roman"/>
              </a:rPr>
              <a:t>a</a:t>
            </a:r>
            <a:r>
              <a:rPr sz="1700" spc="-2" dirty="0">
                <a:latin typeface="Times New Roman"/>
                <a:cs typeface="Times New Roman"/>
              </a:rPr>
              <a:t>ll</a:t>
            </a:r>
            <a:r>
              <a:rPr sz="1700" dirty="0">
                <a:latin typeface="Times New Roman"/>
                <a:cs typeface="Times New Roman"/>
              </a:rPr>
              <a:t> </a:t>
            </a:r>
            <a:r>
              <a:rPr sz="1700" spc="29" dirty="0">
                <a:latin typeface="Times New Roman"/>
                <a:cs typeface="Times New Roman"/>
              </a:rPr>
              <a:t> </a:t>
            </a:r>
            <a:r>
              <a:rPr sz="1700" spc="-2" dirty="0">
                <a:latin typeface="Times New Roman"/>
                <a:cs typeface="Times New Roman"/>
              </a:rPr>
              <a:t>int</a:t>
            </a:r>
            <a:r>
              <a:rPr sz="1700" dirty="0">
                <a:latin typeface="Times New Roman"/>
                <a:cs typeface="Times New Roman"/>
              </a:rPr>
              <a:t>o </a:t>
            </a:r>
            <a:r>
              <a:rPr sz="1700" spc="26" dirty="0">
                <a:latin typeface="Times New Roman"/>
                <a:cs typeface="Times New Roman"/>
              </a:rPr>
              <a:t> </a:t>
            </a:r>
            <a:r>
              <a:rPr sz="1700" spc="-5" dirty="0">
                <a:latin typeface="Times New Roman"/>
                <a:cs typeface="Times New Roman"/>
              </a:rPr>
              <a:t>one</a:t>
            </a:r>
            <a:r>
              <a:rPr sz="1700" dirty="0">
                <a:latin typeface="Times New Roman"/>
                <a:cs typeface="Times New Roman"/>
              </a:rPr>
              <a:t> </a:t>
            </a:r>
            <a:r>
              <a:rPr sz="1700" spc="24" dirty="0">
                <a:latin typeface="Times New Roman"/>
                <a:cs typeface="Times New Roman"/>
              </a:rPr>
              <a:t> </a:t>
            </a:r>
            <a:r>
              <a:rPr sz="1700" dirty="0">
                <a:latin typeface="Times New Roman"/>
                <a:cs typeface="Times New Roman"/>
              </a:rPr>
              <a:t>of </a:t>
            </a:r>
            <a:r>
              <a:rPr sz="1700" spc="26" dirty="0">
                <a:latin typeface="Times New Roman"/>
                <a:cs typeface="Times New Roman"/>
              </a:rPr>
              <a:t> </a:t>
            </a:r>
            <a:r>
              <a:rPr sz="1700" spc="-2" dirty="0">
                <a:latin typeface="Times New Roman"/>
                <a:cs typeface="Times New Roman"/>
              </a:rPr>
              <a:t>the</a:t>
            </a:r>
            <a:r>
              <a:rPr sz="1700" dirty="0">
                <a:latin typeface="Times New Roman"/>
                <a:cs typeface="Times New Roman"/>
              </a:rPr>
              <a:t> </a:t>
            </a:r>
            <a:r>
              <a:rPr sz="1700" spc="26" dirty="0">
                <a:latin typeface="Times New Roman"/>
                <a:cs typeface="Times New Roman"/>
              </a:rPr>
              <a:t> </a:t>
            </a:r>
            <a:r>
              <a:rPr sz="1700" spc="-2" dirty="0">
                <a:latin typeface="Times New Roman"/>
                <a:cs typeface="Times New Roman"/>
              </a:rPr>
              <a:t>thr</a:t>
            </a:r>
            <a:r>
              <a:rPr sz="1700" spc="-10" dirty="0">
                <a:latin typeface="Times New Roman"/>
                <a:cs typeface="Times New Roman"/>
              </a:rPr>
              <a:t>e</a:t>
            </a:r>
            <a:r>
              <a:rPr sz="1700" spc="-5" dirty="0">
                <a:latin typeface="Times New Roman"/>
                <a:cs typeface="Times New Roman"/>
              </a:rPr>
              <a:t>e</a:t>
            </a:r>
            <a:r>
              <a:rPr sz="1700" dirty="0">
                <a:latin typeface="Times New Roman"/>
                <a:cs typeface="Times New Roman"/>
              </a:rPr>
              <a:t> </a:t>
            </a:r>
            <a:r>
              <a:rPr sz="1700" spc="24" dirty="0">
                <a:latin typeface="Times New Roman"/>
                <a:cs typeface="Times New Roman"/>
              </a:rPr>
              <a:t> </a:t>
            </a:r>
            <a:r>
              <a:rPr sz="1700" spc="-2" dirty="0">
                <a:latin typeface="Times New Roman"/>
                <a:cs typeface="Times New Roman"/>
              </a:rPr>
              <a:t>types</a:t>
            </a:r>
            <a:r>
              <a:rPr sz="1700" dirty="0">
                <a:latin typeface="Times New Roman"/>
                <a:cs typeface="Times New Roman"/>
              </a:rPr>
              <a:t> </a:t>
            </a:r>
            <a:r>
              <a:rPr sz="1700" spc="26" dirty="0">
                <a:latin typeface="Times New Roman"/>
                <a:cs typeface="Times New Roman"/>
              </a:rPr>
              <a:t> </a:t>
            </a:r>
            <a:r>
              <a:rPr sz="1700" dirty="0">
                <a:latin typeface="Times New Roman"/>
                <a:cs typeface="Times New Roman"/>
              </a:rPr>
              <a:t>of </a:t>
            </a:r>
            <a:r>
              <a:rPr sz="1700" spc="26" dirty="0">
                <a:latin typeface="Times New Roman"/>
                <a:cs typeface="Times New Roman"/>
              </a:rPr>
              <a:t> </a:t>
            </a:r>
            <a:r>
              <a:rPr sz="1700" spc="-5" dirty="0">
                <a:latin typeface="Times New Roman"/>
                <a:cs typeface="Times New Roman"/>
              </a:rPr>
              <a:t>C</a:t>
            </a:r>
            <a:r>
              <a:rPr sz="1700" dirty="0">
                <a:latin typeface="Times New Roman"/>
                <a:cs typeface="Times New Roman"/>
              </a:rPr>
              <a:t>PU </a:t>
            </a:r>
            <a:r>
              <a:rPr sz="1700" spc="-5" dirty="0">
                <a:latin typeface="Times New Roman"/>
                <a:cs typeface="Times New Roman"/>
              </a:rPr>
              <a:t>org</a:t>
            </a:r>
            <a:r>
              <a:rPr sz="1700" spc="-10" dirty="0">
                <a:latin typeface="Times New Roman"/>
                <a:cs typeface="Times New Roman"/>
              </a:rPr>
              <a:t>a</a:t>
            </a:r>
            <a:r>
              <a:rPr sz="1700" spc="-2" dirty="0">
                <a:latin typeface="Times New Roman"/>
                <a:cs typeface="Times New Roman"/>
              </a:rPr>
              <a:t>niz</a:t>
            </a:r>
            <a:r>
              <a:rPr sz="1700" spc="-10" dirty="0">
                <a:latin typeface="Times New Roman"/>
                <a:cs typeface="Times New Roman"/>
              </a:rPr>
              <a:t>a</a:t>
            </a:r>
            <a:r>
              <a:rPr sz="1700" spc="-2" dirty="0">
                <a:latin typeface="Times New Roman"/>
                <a:cs typeface="Times New Roman"/>
              </a:rPr>
              <a:t>ti</a:t>
            </a:r>
            <a:r>
              <a:rPr sz="1700" dirty="0">
                <a:latin typeface="Times New Roman"/>
                <a:cs typeface="Times New Roman"/>
              </a:rPr>
              <a:t>ons.</a:t>
            </a:r>
          </a:p>
          <a:p>
            <a:pPr>
              <a:spcBef>
                <a:spcPts val="9"/>
              </a:spcBef>
            </a:pPr>
            <a:endParaRPr sz="1700" dirty="0">
              <a:latin typeface="Times New Roman"/>
              <a:cs typeface="Times New Roman"/>
            </a:endParaRPr>
          </a:p>
          <a:p>
            <a:pPr marL="225716" indent="-109651">
              <a:buFont typeface="Times New Roman"/>
              <a:buAutoNum type="arabicPeriod"/>
              <a:tabLst>
                <a:tab pos="226022" algn="l"/>
              </a:tabLst>
            </a:pPr>
            <a:r>
              <a:rPr sz="1700" b="1" dirty="0">
                <a:latin typeface="Times New Roman"/>
                <a:cs typeface="Times New Roman"/>
              </a:rPr>
              <a:t>S</a:t>
            </a:r>
            <a:r>
              <a:rPr sz="1700" b="1" spc="-2" dirty="0">
                <a:latin typeface="Times New Roman"/>
                <a:cs typeface="Times New Roman"/>
              </a:rPr>
              <a:t>ingle</a:t>
            </a:r>
            <a:r>
              <a:rPr sz="1700" b="1" dirty="0">
                <a:latin typeface="Times New Roman"/>
                <a:cs typeface="Times New Roman"/>
              </a:rPr>
              <a:t> </a:t>
            </a:r>
            <a:r>
              <a:rPr sz="1700" b="1" spc="-2" dirty="0">
                <a:latin typeface="Times New Roman"/>
                <a:cs typeface="Times New Roman"/>
              </a:rPr>
              <a:t>A</a:t>
            </a:r>
            <a:r>
              <a:rPr sz="1700" b="1" spc="-7" dirty="0">
                <a:latin typeface="Times New Roman"/>
                <a:cs typeface="Times New Roman"/>
              </a:rPr>
              <a:t>cc</a:t>
            </a:r>
            <a:r>
              <a:rPr sz="1700" b="1" dirty="0">
                <a:latin typeface="Times New Roman"/>
                <a:cs typeface="Times New Roman"/>
              </a:rPr>
              <a:t>u</a:t>
            </a:r>
            <a:r>
              <a:rPr sz="1700" b="1" spc="2" dirty="0">
                <a:latin typeface="Times New Roman"/>
                <a:cs typeface="Times New Roman"/>
              </a:rPr>
              <a:t>m</a:t>
            </a:r>
            <a:r>
              <a:rPr sz="1700" b="1" dirty="0">
                <a:latin typeface="Times New Roman"/>
                <a:cs typeface="Times New Roman"/>
              </a:rPr>
              <a:t>u</a:t>
            </a:r>
            <a:r>
              <a:rPr sz="1700" b="1" spc="-2" dirty="0">
                <a:latin typeface="Times New Roman"/>
                <a:cs typeface="Times New Roman"/>
              </a:rPr>
              <a:t>lator</a:t>
            </a:r>
            <a:r>
              <a:rPr sz="1700" b="1" spc="-5" dirty="0">
                <a:latin typeface="Times New Roman"/>
                <a:cs typeface="Times New Roman"/>
              </a:rPr>
              <a:t> O</a:t>
            </a:r>
            <a:r>
              <a:rPr sz="1700" b="1" spc="-12" dirty="0">
                <a:latin typeface="Times New Roman"/>
                <a:cs typeface="Times New Roman"/>
              </a:rPr>
              <a:t>r</a:t>
            </a:r>
            <a:r>
              <a:rPr sz="1700" b="1" dirty="0">
                <a:latin typeface="Times New Roman"/>
                <a:cs typeface="Times New Roman"/>
              </a:rPr>
              <a:t>gan</a:t>
            </a:r>
            <a:r>
              <a:rPr sz="1700" b="1" spc="-2" dirty="0">
                <a:latin typeface="Times New Roman"/>
                <a:cs typeface="Times New Roman"/>
              </a:rPr>
              <a:t>iza</a:t>
            </a:r>
            <a:r>
              <a:rPr sz="1700" b="1" spc="-7" dirty="0">
                <a:latin typeface="Times New Roman"/>
                <a:cs typeface="Times New Roman"/>
              </a:rPr>
              <a:t>t</a:t>
            </a:r>
            <a:r>
              <a:rPr sz="1700" b="1" spc="-2" dirty="0">
                <a:latin typeface="Times New Roman"/>
                <a:cs typeface="Times New Roman"/>
              </a:rPr>
              <a:t>io</a:t>
            </a:r>
            <a:r>
              <a:rPr sz="1700" b="1" dirty="0">
                <a:latin typeface="Times New Roman"/>
                <a:cs typeface="Times New Roman"/>
              </a:rPr>
              <a:t>n</a:t>
            </a:r>
            <a:r>
              <a:rPr sz="1700" spc="-2" dirty="0">
                <a:latin typeface="Times New Roman"/>
                <a:cs typeface="Times New Roman"/>
              </a:rPr>
              <a:t>:</a:t>
            </a:r>
            <a:endParaRPr sz="1700" dirty="0">
              <a:latin typeface="Times New Roman"/>
              <a:cs typeface="Times New Roman"/>
            </a:endParaRPr>
          </a:p>
          <a:p>
            <a:pPr marL="445630" marR="3665" lvl="1" indent="-109957" algn="just">
              <a:spcBef>
                <a:spcPts val="58"/>
              </a:spcBef>
              <a:buFont typeface="Symbol"/>
              <a:buChar char=""/>
              <a:tabLst>
                <a:tab pos="445935" algn="l"/>
              </a:tabLst>
            </a:pPr>
            <a:r>
              <a:rPr sz="1700" spc="-10" dirty="0">
                <a:latin typeface="Times New Roman"/>
                <a:cs typeface="Times New Roman"/>
              </a:rPr>
              <a:t>I</a:t>
            </a:r>
            <a:r>
              <a:rPr sz="1700" dirty="0">
                <a:latin typeface="Times New Roman"/>
                <a:cs typeface="Times New Roman"/>
              </a:rPr>
              <a:t>n </a:t>
            </a:r>
            <a:r>
              <a:rPr sz="1700" spc="26" dirty="0">
                <a:latin typeface="Times New Roman"/>
                <a:cs typeface="Times New Roman"/>
              </a:rPr>
              <a:t> </a:t>
            </a:r>
            <a:r>
              <a:rPr sz="1700" spc="-2" dirty="0">
                <a:latin typeface="Times New Roman"/>
                <a:cs typeface="Times New Roman"/>
              </a:rPr>
              <a:t>thi</a:t>
            </a:r>
            <a:r>
              <a:rPr sz="1700" dirty="0">
                <a:latin typeface="Times New Roman"/>
                <a:cs typeface="Times New Roman"/>
              </a:rPr>
              <a:t>s </a:t>
            </a:r>
            <a:r>
              <a:rPr sz="1700" spc="22" dirty="0">
                <a:latin typeface="Times New Roman"/>
                <a:cs typeface="Times New Roman"/>
              </a:rPr>
              <a:t> </a:t>
            </a:r>
            <a:r>
              <a:rPr sz="1700" spc="-5" dirty="0">
                <a:latin typeface="Times New Roman"/>
                <a:cs typeface="Times New Roman"/>
              </a:rPr>
              <a:t>type</a:t>
            </a:r>
            <a:r>
              <a:rPr sz="1700" dirty="0">
                <a:latin typeface="Times New Roman"/>
                <a:cs typeface="Times New Roman"/>
              </a:rPr>
              <a:t> </a:t>
            </a:r>
            <a:r>
              <a:rPr sz="1700" spc="19" dirty="0">
                <a:latin typeface="Times New Roman"/>
                <a:cs typeface="Times New Roman"/>
              </a:rPr>
              <a:t> </a:t>
            </a:r>
            <a:r>
              <a:rPr sz="1700" dirty="0">
                <a:latin typeface="Times New Roman"/>
                <a:cs typeface="Times New Roman"/>
              </a:rPr>
              <a:t>of </a:t>
            </a:r>
            <a:r>
              <a:rPr sz="1700" spc="24" dirty="0">
                <a:latin typeface="Times New Roman"/>
                <a:cs typeface="Times New Roman"/>
              </a:rPr>
              <a:t> </a:t>
            </a:r>
            <a:r>
              <a:rPr sz="1700" spc="-5" dirty="0">
                <a:latin typeface="Times New Roman"/>
                <a:cs typeface="Times New Roman"/>
              </a:rPr>
              <a:t>org</a:t>
            </a:r>
            <a:r>
              <a:rPr sz="1700" spc="-10" dirty="0">
                <a:latin typeface="Times New Roman"/>
                <a:cs typeface="Times New Roman"/>
              </a:rPr>
              <a:t>a</a:t>
            </a:r>
            <a:r>
              <a:rPr sz="1700" spc="-5" dirty="0">
                <a:latin typeface="Times New Roman"/>
                <a:cs typeface="Times New Roman"/>
              </a:rPr>
              <a:t>n</a:t>
            </a:r>
            <a:r>
              <a:rPr sz="1700" dirty="0">
                <a:latin typeface="Times New Roman"/>
                <a:cs typeface="Times New Roman"/>
              </a:rPr>
              <a:t>i</a:t>
            </a:r>
            <a:r>
              <a:rPr sz="1700" spc="-2" dirty="0">
                <a:latin typeface="Times New Roman"/>
                <a:cs typeface="Times New Roman"/>
              </a:rPr>
              <a:t>z</a:t>
            </a:r>
            <a:r>
              <a:rPr sz="1700" spc="-7" dirty="0">
                <a:latin typeface="Times New Roman"/>
                <a:cs typeface="Times New Roman"/>
              </a:rPr>
              <a:t>a</a:t>
            </a:r>
            <a:r>
              <a:rPr sz="1700" spc="-2" dirty="0">
                <a:latin typeface="Times New Roman"/>
                <a:cs typeface="Times New Roman"/>
              </a:rPr>
              <a:t>ti</a:t>
            </a:r>
            <a:r>
              <a:rPr sz="1700" dirty="0">
                <a:latin typeface="Times New Roman"/>
                <a:cs typeface="Times New Roman"/>
              </a:rPr>
              <a:t>o</a:t>
            </a:r>
            <a:r>
              <a:rPr sz="1700" spc="7" dirty="0">
                <a:latin typeface="Times New Roman"/>
                <a:cs typeface="Times New Roman"/>
              </a:rPr>
              <a:t>n</a:t>
            </a:r>
            <a:r>
              <a:rPr sz="1700" dirty="0">
                <a:latin typeface="Times New Roman"/>
                <a:cs typeface="Times New Roman"/>
              </a:rPr>
              <a:t>, </a:t>
            </a:r>
            <a:r>
              <a:rPr sz="1700" spc="22" dirty="0">
                <a:latin typeface="Times New Roman"/>
                <a:cs typeface="Times New Roman"/>
              </a:rPr>
              <a:t> </a:t>
            </a:r>
            <a:r>
              <a:rPr sz="1700" spc="-7" dirty="0">
                <a:latin typeface="Times New Roman"/>
                <a:cs typeface="Times New Roman"/>
              </a:rPr>
              <a:t>a</a:t>
            </a:r>
            <a:r>
              <a:rPr sz="1700" spc="-2" dirty="0">
                <a:latin typeface="Times New Roman"/>
                <a:cs typeface="Times New Roman"/>
              </a:rPr>
              <a:t>ll</a:t>
            </a:r>
            <a:r>
              <a:rPr sz="1700" dirty="0">
                <a:latin typeface="Times New Roman"/>
                <a:cs typeface="Times New Roman"/>
              </a:rPr>
              <a:t> </a:t>
            </a:r>
            <a:r>
              <a:rPr sz="1700" spc="24" dirty="0">
                <a:latin typeface="Times New Roman"/>
                <a:cs typeface="Times New Roman"/>
              </a:rPr>
              <a:t> </a:t>
            </a:r>
            <a:r>
              <a:rPr sz="1700" spc="-5" dirty="0">
                <a:latin typeface="Times New Roman"/>
                <a:cs typeface="Times New Roman"/>
              </a:rPr>
              <a:t>op</a:t>
            </a:r>
            <a:r>
              <a:rPr sz="1700" spc="-7" dirty="0">
                <a:latin typeface="Times New Roman"/>
                <a:cs typeface="Times New Roman"/>
              </a:rPr>
              <a:t>e</a:t>
            </a:r>
            <a:r>
              <a:rPr sz="1700" spc="2" dirty="0">
                <a:latin typeface="Times New Roman"/>
                <a:cs typeface="Times New Roman"/>
              </a:rPr>
              <a:t>r</a:t>
            </a:r>
            <a:r>
              <a:rPr sz="1700" spc="-7" dirty="0">
                <a:latin typeface="Times New Roman"/>
                <a:cs typeface="Times New Roman"/>
              </a:rPr>
              <a:t>a</a:t>
            </a:r>
            <a:r>
              <a:rPr sz="1700" spc="-2" dirty="0">
                <a:latin typeface="Times New Roman"/>
                <a:cs typeface="Times New Roman"/>
              </a:rPr>
              <a:t>ti</a:t>
            </a:r>
            <a:r>
              <a:rPr sz="1700" dirty="0">
                <a:latin typeface="Times New Roman"/>
                <a:cs typeface="Times New Roman"/>
              </a:rPr>
              <a:t>ons </a:t>
            </a:r>
            <a:r>
              <a:rPr sz="1700" spc="22" dirty="0">
                <a:latin typeface="Times New Roman"/>
                <a:cs typeface="Times New Roman"/>
              </a:rPr>
              <a:t> </a:t>
            </a:r>
            <a:r>
              <a:rPr sz="1700" spc="-7" dirty="0">
                <a:latin typeface="Times New Roman"/>
                <a:cs typeface="Times New Roman"/>
              </a:rPr>
              <a:t>a</a:t>
            </a:r>
            <a:r>
              <a:rPr sz="1700" spc="2" dirty="0">
                <a:latin typeface="Times New Roman"/>
                <a:cs typeface="Times New Roman"/>
              </a:rPr>
              <a:t>r</a:t>
            </a:r>
            <a:r>
              <a:rPr sz="1700" spc="-5" dirty="0">
                <a:latin typeface="Times New Roman"/>
                <a:cs typeface="Times New Roman"/>
              </a:rPr>
              <a:t>e</a:t>
            </a:r>
            <a:r>
              <a:rPr sz="1700" dirty="0">
                <a:latin typeface="Times New Roman"/>
                <a:cs typeface="Times New Roman"/>
              </a:rPr>
              <a:t> </a:t>
            </a:r>
            <a:r>
              <a:rPr sz="1700" spc="19" dirty="0">
                <a:latin typeface="Times New Roman"/>
                <a:cs typeface="Times New Roman"/>
              </a:rPr>
              <a:t> </a:t>
            </a:r>
            <a:r>
              <a:rPr sz="1700" spc="-5" dirty="0">
                <a:latin typeface="Times New Roman"/>
                <a:cs typeface="Times New Roman"/>
              </a:rPr>
              <a:t>p</a:t>
            </a:r>
            <a:r>
              <a:rPr sz="1700" spc="-7" dirty="0">
                <a:latin typeface="Times New Roman"/>
                <a:cs typeface="Times New Roman"/>
              </a:rPr>
              <a:t>e</a:t>
            </a:r>
            <a:r>
              <a:rPr sz="1700" spc="2" dirty="0">
                <a:latin typeface="Times New Roman"/>
                <a:cs typeface="Times New Roman"/>
              </a:rPr>
              <a:t>r</a:t>
            </a:r>
            <a:r>
              <a:rPr sz="1700" dirty="0">
                <a:latin typeface="Times New Roman"/>
                <a:cs typeface="Times New Roman"/>
              </a:rPr>
              <a:t>fo</a:t>
            </a:r>
            <a:r>
              <a:rPr sz="1700" spc="-5" dirty="0">
                <a:latin typeface="Times New Roman"/>
                <a:cs typeface="Times New Roman"/>
              </a:rPr>
              <a:t>rmed</a:t>
            </a:r>
            <a:r>
              <a:rPr sz="1700" dirty="0">
                <a:latin typeface="Times New Roman"/>
                <a:cs typeface="Times New Roman"/>
              </a:rPr>
              <a:t> </a:t>
            </a:r>
            <a:r>
              <a:rPr sz="1700" spc="26" dirty="0">
                <a:latin typeface="Times New Roman"/>
                <a:cs typeface="Times New Roman"/>
              </a:rPr>
              <a:t> </a:t>
            </a:r>
            <a:r>
              <a:rPr sz="1700" dirty="0">
                <a:latin typeface="Times New Roman"/>
                <a:cs typeface="Times New Roman"/>
              </a:rPr>
              <a:t>on </a:t>
            </a:r>
            <a:r>
              <a:rPr sz="1700" spc="22" dirty="0">
                <a:latin typeface="Times New Roman"/>
                <a:cs typeface="Times New Roman"/>
              </a:rPr>
              <a:t> </a:t>
            </a:r>
            <a:r>
              <a:rPr sz="1700" spc="-7" dirty="0">
                <a:latin typeface="Times New Roman"/>
                <a:cs typeface="Times New Roman"/>
              </a:rPr>
              <a:t>a</a:t>
            </a:r>
            <a:r>
              <a:rPr sz="1700" dirty="0">
                <a:latin typeface="Times New Roman"/>
                <a:cs typeface="Times New Roman"/>
              </a:rPr>
              <a:t>n </a:t>
            </a:r>
            <a:r>
              <a:rPr sz="1700" spc="26" dirty="0">
                <a:latin typeface="Times New Roman"/>
                <a:cs typeface="Times New Roman"/>
              </a:rPr>
              <a:t> </a:t>
            </a:r>
            <a:r>
              <a:rPr sz="1700" spc="-2" dirty="0">
                <a:latin typeface="Times New Roman"/>
                <a:cs typeface="Times New Roman"/>
              </a:rPr>
              <a:t>impli</a:t>
            </a:r>
            <a:r>
              <a:rPr sz="1700" spc="-7" dirty="0">
                <a:latin typeface="Times New Roman"/>
                <a:cs typeface="Times New Roman"/>
              </a:rPr>
              <a:t>e</a:t>
            </a:r>
            <a:r>
              <a:rPr sz="1700" dirty="0">
                <a:latin typeface="Times New Roman"/>
                <a:cs typeface="Times New Roman"/>
              </a:rPr>
              <a:t>d </a:t>
            </a:r>
            <a:r>
              <a:rPr sz="1700" spc="-7" dirty="0">
                <a:latin typeface="Times New Roman"/>
                <a:cs typeface="Times New Roman"/>
              </a:rPr>
              <a:t>acc</a:t>
            </a:r>
            <a:r>
              <a:rPr sz="1700" spc="-5" dirty="0">
                <a:latin typeface="Times New Roman"/>
                <a:cs typeface="Times New Roman"/>
              </a:rPr>
              <a:t>umul</a:t>
            </a:r>
            <a:r>
              <a:rPr sz="1700" spc="-7" dirty="0">
                <a:latin typeface="Times New Roman"/>
                <a:cs typeface="Times New Roman"/>
              </a:rPr>
              <a:t>a</a:t>
            </a:r>
            <a:r>
              <a:rPr sz="1700" spc="-2" dirty="0">
                <a:latin typeface="Times New Roman"/>
                <a:cs typeface="Times New Roman"/>
              </a:rPr>
              <a:t>tor. </a:t>
            </a:r>
            <a:r>
              <a:rPr sz="1700" spc="-5" dirty="0">
                <a:latin typeface="Times New Roman"/>
                <a:cs typeface="Times New Roman"/>
              </a:rPr>
              <a:t>T</a:t>
            </a:r>
            <a:r>
              <a:rPr sz="1700" spc="-2" dirty="0">
                <a:latin typeface="Times New Roman"/>
                <a:cs typeface="Times New Roman"/>
              </a:rPr>
              <a:t>h</a:t>
            </a:r>
            <a:r>
              <a:rPr sz="1700" spc="-5" dirty="0">
                <a:latin typeface="Times New Roman"/>
                <a:cs typeface="Times New Roman"/>
              </a:rPr>
              <a:t>e</a:t>
            </a:r>
            <a:r>
              <a:rPr sz="1700" spc="-2" dirty="0">
                <a:latin typeface="Times New Roman"/>
                <a:cs typeface="Times New Roman"/>
              </a:rPr>
              <a:t> instructi</a:t>
            </a:r>
            <a:r>
              <a:rPr sz="1700" dirty="0">
                <a:latin typeface="Times New Roman"/>
                <a:cs typeface="Times New Roman"/>
              </a:rPr>
              <a:t>on f</a:t>
            </a:r>
            <a:r>
              <a:rPr sz="1700" spc="-2" dirty="0">
                <a:latin typeface="Times New Roman"/>
                <a:cs typeface="Times New Roman"/>
              </a:rPr>
              <a:t>o</a:t>
            </a:r>
            <a:r>
              <a:rPr sz="1700" spc="-5" dirty="0">
                <a:latin typeface="Times New Roman"/>
                <a:cs typeface="Times New Roman"/>
              </a:rPr>
              <a:t>rm</a:t>
            </a:r>
            <a:r>
              <a:rPr sz="1700" spc="-10" dirty="0">
                <a:latin typeface="Times New Roman"/>
                <a:cs typeface="Times New Roman"/>
              </a:rPr>
              <a:t>a</a:t>
            </a:r>
            <a:r>
              <a:rPr sz="1700" spc="-2" dirty="0">
                <a:latin typeface="Times New Roman"/>
                <a:cs typeface="Times New Roman"/>
              </a:rPr>
              <a:t>t</a:t>
            </a:r>
            <a:r>
              <a:rPr sz="1700" dirty="0">
                <a:latin typeface="Times New Roman"/>
                <a:cs typeface="Times New Roman"/>
              </a:rPr>
              <a:t> uses</a:t>
            </a:r>
            <a:r>
              <a:rPr sz="1700" spc="-2" dirty="0">
                <a:latin typeface="Times New Roman"/>
                <a:cs typeface="Times New Roman"/>
              </a:rPr>
              <a:t> </a:t>
            </a:r>
            <a:r>
              <a:rPr sz="1700" spc="-5" dirty="0">
                <a:latin typeface="Times New Roman"/>
                <a:cs typeface="Times New Roman"/>
              </a:rPr>
              <a:t>only</a:t>
            </a:r>
            <a:r>
              <a:rPr sz="1700" dirty="0">
                <a:latin typeface="Times New Roman"/>
                <a:cs typeface="Times New Roman"/>
              </a:rPr>
              <a:t> </a:t>
            </a:r>
            <a:r>
              <a:rPr sz="1700" spc="-5" dirty="0">
                <a:latin typeface="Times New Roman"/>
                <a:cs typeface="Times New Roman"/>
              </a:rPr>
              <a:t>one</a:t>
            </a:r>
            <a:r>
              <a:rPr sz="1700" spc="2" dirty="0">
                <a:latin typeface="Times New Roman"/>
                <a:cs typeface="Times New Roman"/>
              </a:rPr>
              <a:t> </a:t>
            </a:r>
            <a:r>
              <a:rPr sz="1700" spc="-7" dirty="0">
                <a:latin typeface="Times New Roman"/>
                <a:cs typeface="Times New Roman"/>
              </a:rPr>
              <a:t>a</a:t>
            </a:r>
            <a:r>
              <a:rPr sz="1700" spc="-5" dirty="0">
                <a:latin typeface="Times New Roman"/>
                <a:cs typeface="Times New Roman"/>
              </a:rPr>
              <a:t>ddr</a:t>
            </a:r>
            <a:r>
              <a:rPr sz="1700" spc="-10" dirty="0">
                <a:latin typeface="Times New Roman"/>
                <a:cs typeface="Times New Roman"/>
              </a:rPr>
              <a:t>e</a:t>
            </a:r>
            <a:r>
              <a:rPr sz="1700" spc="-2" dirty="0">
                <a:latin typeface="Times New Roman"/>
                <a:cs typeface="Times New Roman"/>
              </a:rPr>
              <a:t>s</a:t>
            </a:r>
            <a:r>
              <a:rPr sz="1700" dirty="0">
                <a:latin typeface="Times New Roman"/>
                <a:cs typeface="Times New Roman"/>
              </a:rPr>
              <a:t>s </a:t>
            </a:r>
            <a:r>
              <a:rPr sz="1700" spc="-2" dirty="0">
                <a:latin typeface="Times New Roman"/>
                <a:cs typeface="Times New Roman"/>
              </a:rPr>
              <a:t>fi</a:t>
            </a:r>
            <a:r>
              <a:rPr sz="1700" spc="-7" dirty="0">
                <a:latin typeface="Times New Roman"/>
                <a:cs typeface="Times New Roman"/>
              </a:rPr>
              <a:t>e</a:t>
            </a:r>
            <a:r>
              <a:rPr sz="1700" spc="-2" dirty="0">
                <a:latin typeface="Times New Roman"/>
                <a:cs typeface="Times New Roman"/>
              </a:rPr>
              <a:t>ld.</a:t>
            </a:r>
            <a:endParaRPr sz="1700" dirty="0">
              <a:latin typeface="Times New Roman"/>
              <a:cs typeface="Times New Roman"/>
            </a:endParaRPr>
          </a:p>
          <a:p>
            <a:pPr marL="445630" marR="2443" lvl="1" indent="-109957" algn="just">
              <a:spcBef>
                <a:spcPts val="41"/>
              </a:spcBef>
              <a:buFont typeface="Symbol"/>
              <a:buChar char=""/>
              <a:tabLst>
                <a:tab pos="445935" algn="l"/>
              </a:tabLst>
            </a:pPr>
            <a:r>
              <a:rPr sz="1700" spc="-5" dirty="0">
                <a:latin typeface="Times New Roman"/>
                <a:cs typeface="Times New Roman"/>
              </a:rPr>
              <a:t>Basic</a:t>
            </a:r>
            <a:r>
              <a:rPr sz="1700" dirty="0">
                <a:latin typeface="Times New Roman"/>
                <a:cs typeface="Times New Roman"/>
              </a:rPr>
              <a:t> </a:t>
            </a:r>
            <a:r>
              <a:rPr sz="1700" spc="-65" dirty="0">
                <a:latin typeface="Times New Roman"/>
                <a:cs typeface="Times New Roman"/>
              </a:rPr>
              <a:t> </a:t>
            </a:r>
            <a:r>
              <a:rPr sz="1700" spc="-7" dirty="0">
                <a:latin typeface="Times New Roman"/>
                <a:cs typeface="Times New Roman"/>
              </a:rPr>
              <a:t>c</a:t>
            </a:r>
            <a:r>
              <a:rPr sz="1700" spc="-5" dirty="0">
                <a:latin typeface="Times New Roman"/>
                <a:cs typeface="Times New Roman"/>
              </a:rPr>
              <a:t>omput</a:t>
            </a:r>
            <a:r>
              <a:rPr sz="1700" spc="-7" dirty="0">
                <a:latin typeface="Times New Roman"/>
                <a:cs typeface="Times New Roman"/>
              </a:rPr>
              <a:t>e</a:t>
            </a:r>
            <a:r>
              <a:rPr sz="1700" dirty="0">
                <a:latin typeface="Times New Roman"/>
                <a:cs typeface="Times New Roman"/>
              </a:rPr>
              <a:t>rs </a:t>
            </a:r>
            <a:r>
              <a:rPr sz="1700" spc="-67" dirty="0">
                <a:latin typeface="Times New Roman"/>
                <a:cs typeface="Times New Roman"/>
              </a:rPr>
              <a:t> </a:t>
            </a:r>
            <a:r>
              <a:rPr sz="1700" spc="-2" dirty="0">
                <a:latin typeface="Times New Roman"/>
                <a:cs typeface="Times New Roman"/>
              </a:rPr>
              <a:t>oft</a:t>
            </a:r>
            <a:r>
              <a:rPr sz="1700" spc="-10" dirty="0">
                <a:latin typeface="Times New Roman"/>
                <a:cs typeface="Times New Roman"/>
              </a:rPr>
              <a:t>e</a:t>
            </a:r>
            <a:r>
              <a:rPr sz="1700" dirty="0">
                <a:latin typeface="Times New Roman"/>
                <a:cs typeface="Times New Roman"/>
              </a:rPr>
              <a:t>n </a:t>
            </a:r>
            <a:r>
              <a:rPr sz="1700" spc="-65" dirty="0">
                <a:latin typeface="Times New Roman"/>
                <a:cs typeface="Times New Roman"/>
              </a:rPr>
              <a:t> </a:t>
            </a:r>
            <a:r>
              <a:rPr sz="1700" spc="-2" dirty="0">
                <a:latin typeface="Times New Roman"/>
                <a:cs typeface="Times New Roman"/>
              </a:rPr>
              <a:t>a</a:t>
            </a:r>
            <a:r>
              <a:rPr sz="1700" spc="-5" dirty="0">
                <a:latin typeface="Times New Roman"/>
                <a:cs typeface="Times New Roman"/>
              </a:rPr>
              <a:t>dopt</a:t>
            </a:r>
            <a:r>
              <a:rPr sz="1700" dirty="0">
                <a:latin typeface="Times New Roman"/>
                <a:cs typeface="Times New Roman"/>
              </a:rPr>
              <a:t> </a:t>
            </a:r>
            <a:r>
              <a:rPr sz="1700" spc="-65" dirty="0">
                <a:latin typeface="Times New Roman"/>
                <a:cs typeface="Times New Roman"/>
              </a:rPr>
              <a:t> </a:t>
            </a:r>
            <a:r>
              <a:rPr sz="1700" spc="-2" dirty="0">
                <a:latin typeface="Times New Roman"/>
                <a:cs typeface="Times New Roman"/>
              </a:rPr>
              <a:t>the</a:t>
            </a:r>
            <a:r>
              <a:rPr sz="1700" dirty="0">
                <a:latin typeface="Times New Roman"/>
                <a:cs typeface="Times New Roman"/>
              </a:rPr>
              <a:t> </a:t>
            </a:r>
            <a:r>
              <a:rPr sz="1700" spc="-67" dirty="0">
                <a:latin typeface="Times New Roman"/>
                <a:cs typeface="Times New Roman"/>
              </a:rPr>
              <a:t> </a:t>
            </a:r>
            <a:r>
              <a:rPr sz="1700" spc="-5" dirty="0">
                <a:latin typeface="Times New Roman"/>
                <a:cs typeface="Times New Roman"/>
              </a:rPr>
              <a:t>sing</a:t>
            </a:r>
            <a:r>
              <a:rPr sz="1700" dirty="0">
                <a:latin typeface="Times New Roman"/>
                <a:cs typeface="Times New Roman"/>
              </a:rPr>
              <a:t>l</a:t>
            </a:r>
            <a:r>
              <a:rPr sz="1700" spc="-5" dirty="0">
                <a:latin typeface="Times New Roman"/>
                <a:cs typeface="Times New Roman"/>
              </a:rPr>
              <a:t>e</a:t>
            </a:r>
            <a:r>
              <a:rPr sz="1700" dirty="0">
                <a:latin typeface="Times New Roman"/>
                <a:cs typeface="Times New Roman"/>
              </a:rPr>
              <a:t> </a:t>
            </a:r>
            <a:r>
              <a:rPr sz="1700" spc="-67" dirty="0">
                <a:latin typeface="Times New Roman"/>
                <a:cs typeface="Times New Roman"/>
              </a:rPr>
              <a:t> </a:t>
            </a:r>
            <a:r>
              <a:rPr sz="1700" spc="-7" dirty="0">
                <a:latin typeface="Times New Roman"/>
                <a:cs typeface="Times New Roman"/>
              </a:rPr>
              <a:t>acc</a:t>
            </a:r>
            <a:r>
              <a:rPr sz="1700" spc="-5" dirty="0">
                <a:latin typeface="Times New Roman"/>
                <a:cs typeface="Times New Roman"/>
              </a:rPr>
              <a:t>umul</a:t>
            </a:r>
            <a:r>
              <a:rPr sz="1700" spc="-7" dirty="0">
                <a:latin typeface="Times New Roman"/>
                <a:cs typeface="Times New Roman"/>
              </a:rPr>
              <a:t>a</a:t>
            </a:r>
            <a:r>
              <a:rPr sz="1700" spc="-2" dirty="0">
                <a:latin typeface="Times New Roman"/>
                <a:cs typeface="Times New Roman"/>
              </a:rPr>
              <a:t>tor</a:t>
            </a:r>
            <a:r>
              <a:rPr sz="1700" dirty="0">
                <a:latin typeface="Times New Roman"/>
                <a:cs typeface="Times New Roman"/>
              </a:rPr>
              <a:t> </a:t>
            </a:r>
            <a:r>
              <a:rPr sz="1700" spc="-65" dirty="0">
                <a:latin typeface="Times New Roman"/>
                <a:cs typeface="Times New Roman"/>
              </a:rPr>
              <a:t> </a:t>
            </a:r>
            <a:r>
              <a:rPr sz="1700" spc="-5" dirty="0">
                <a:latin typeface="Times New Roman"/>
                <a:cs typeface="Times New Roman"/>
              </a:rPr>
              <a:t>org</a:t>
            </a:r>
            <a:r>
              <a:rPr sz="1700" spc="-10" dirty="0">
                <a:latin typeface="Times New Roman"/>
                <a:cs typeface="Times New Roman"/>
              </a:rPr>
              <a:t>a</a:t>
            </a:r>
            <a:r>
              <a:rPr sz="1700" spc="-2" dirty="0">
                <a:latin typeface="Times New Roman"/>
                <a:cs typeface="Times New Roman"/>
              </a:rPr>
              <a:t>niz</a:t>
            </a:r>
            <a:r>
              <a:rPr sz="1700" spc="-10" dirty="0">
                <a:latin typeface="Times New Roman"/>
                <a:cs typeface="Times New Roman"/>
              </a:rPr>
              <a:t>a</a:t>
            </a:r>
            <a:r>
              <a:rPr sz="1700" spc="-2" dirty="0">
                <a:latin typeface="Times New Roman"/>
                <a:cs typeface="Times New Roman"/>
              </a:rPr>
              <a:t>ti</a:t>
            </a:r>
            <a:r>
              <a:rPr sz="1700" dirty="0">
                <a:latin typeface="Times New Roman"/>
                <a:cs typeface="Times New Roman"/>
              </a:rPr>
              <a:t>on, </a:t>
            </a:r>
            <a:r>
              <a:rPr sz="1700" spc="-65" dirty="0">
                <a:latin typeface="Times New Roman"/>
                <a:cs typeface="Times New Roman"/>
              </a:rPr>
              <a:t> </a:t>
            </a:r>
            <a:r>
              <a:rPr sz="1700" spc="-2" dirty="0">
                <a:latin typeface="Times New Roman"/>
                <a:cs typeface="Times New Roman"/>
              </a:rPr>
              <a:t>wh</a:t>
            </a:r>
            <a:r>
              <a:rPr sz="1700" dirty="0">
                <a:latin typeface="Times New Roman"/>
                <a:cs typeface="Times New Roman"/>
              </a:rPr>
              <a:t>e</a:t>
            </a:r>
            <a:r>
              <a:rPr sz="1700" spc="-2" dirty="0">
                <a:latin typeface="Times New Roman"/>
                <a:cs typeface="Times New Roman"/>
              </a:rPr>
              <a:t>re</a:t>
            </a:r>
            <a:r>
              <a:rPr sz="1700" dirty="0">
                <a:latin typeface="Times New Roman"/>
                <a:cs typeface="Times New Roman"/>
              </a:rPr>
              <a:t> </a:t>
            </a:r>
            <a:r>
              <a:rPr sz="1700" spc="-65" dirty="0">
                <a:latin typeface="Times New Roman"/>
                <a:cs typeface="Times New Roman"/>
              </a:rPr>
              <a:t> </a:t>
            </a:r>
            <a:r>
              <a:rPr sz="1700" spc="-2" dirty="0">
                <a:latin typeface="Times New Roman"/>
                <a:cs typeface="Times New Roman"/>
              </a:rPr>
              <a:t>the </a:t>
            </a:r>
            <a:r>
              <a:rPr sz="1700" spc="-7" dirty="0">
                <a:latin typeface="Times New Roman"/>
                <a:cs typeface="Times New Roman"/>
              </a:rPr>
              <a:t>acc</a:t>
            </a:r>
            <a:r>
              <a:rPr sz="1700" spc="-5" dirty="0">
                <a:latin typeface="Times New Roman"/>
                <a:cs typeface="Times New Roman"/>
              </a:rPr>
              <a:t>umul</a:t>
            </a:r>
            <a:r>
              <a:rPr sz="1700" spc="-7" dirty="0">
                <a:latin typeface="Times New Roman"/>
                <a:cs typeface="Times New Roman"/>
              </a:rPr>
              <a:t>a</a:t>
            </a:r>
            <a:r>
              <a:rPr sz="1700" spc="-2" dirty="0">
                <a:latin typeface="Times New Roman"/>
                <a:cs typeface="Times New Roman"/>
              </a:rPr>
              <a:t>tor</a:t>
            </a:r>
            <a:r>
              <a:rPr sz="1700" spc="22" dirty="0">
                <a:latin typeface="Times New Roman"/>
                <a:cs typeface="Times New Roman"/>
              </a:rPr>
              <a:t> </a:t>
            </a:r>
            <a:r>
              <a:rPr sz="1700" spc="-2" dirty="0">
                <a:latin typeface="Times New Roman"/>
                <a:cs typeface="Times New Roman"/>
              </a:rPr>
              <a:t>s</a:t>
            </a:r>
            <a:r>
              <a:rPr sz="1700" spc="2" dirty="0">
                <a:latin typeface="Times New Roman"/>
                <a:cs typeface="Times New Roman"/>
              </a:rPr>
              <a:t>e</a:t>
            </a:r>
            <a:r>
              <a:rPr sz="1700" spc="-2" dirty="0">
                <a:latin typeface="Times New Roman"/>
                <a:cs typeface="Times New Roman"/>
              </a:rPr>
              <a:t>rv</a:t>
            </a:r>
            <a:r>
              <a:rPr sz="1700" spc="-10" dirty="0">
                <a:latin typeface="Times New Roman"/>
                <a:cs typeface="Times New Roman"/>
              </a:rPr>
              <a:t>e</a:t>
            </a:r>
            <a:r>
              <a:rPr sz="1700" dirty="0">
                <a:latin typeface="Times New Roman"/>
                <a:cs typeface="Times New Roman"/>
              </a:rPr>
              <a:t>s</a:t>
            </a:r>
            <a:r>
              <a:rPr sz="1700" spc="22" dirty="0">
                <a:latin typeface="Times New Roman"/>
                <a:cs typeface="Times New Roman"/>
              </a:rPr>
              <a:t> </a:t>
            </a:r>
            <a:r>
              <a:rPr sz="1700" spc="-7" dirty="0">
                <a:latin typeface="Times New Roman"/>
                <a:cs typeface="Times New Roman"/>
              </a:rPr>
              <a:t>a</a:t>
            </a:r>
            <a:r>
              <a:rPr sz="1700" dirty="0">
                <a:latin typeface="Times New Roman"/>
                <a:cs typeface="Times New Roman"/>
              </a:rPr>
              <a:t>s</a:t>
            </a:r>
            <a:r>
              <a:rPr sz="1700" spc="22" dirty="0">
                <a:latin typeface="Times New Roman"/>
                <a:cs typeface="Times New Roman"/>
              </a:rPr>
              <a:t> </a:t>
            </a:r>
            <a:r>
              <a:rPr sz="1700" spc="-5" dirty="0">
                <a:latin typeface="Times New Roman"/>
                <a:cs typeface="Times New Roman"/>
              </a:rPr>
              <a:t>a</a:t>
            </a:r>
            <a:r>
              <a:rPr sz="1700" spc="24" dirty="0">
                <a:latin typeface="Times New Roman"/>
                <a:cs typeface="Times New Roman"/>
              </a:rPr>
              <a:t> </a:t>
            </a:r>
            <a:r>
              <a:rPr sz="1700" spc="-5" dirty="0">
                <a:latin typeface="Times New Roman"/>
                <a:cs typeface="Times New Roman"/>
              </a:rPr>
              <a:t>d</a:t>
            </a:r>
            <a:r>
              <a:rPr sz="1700" spc="-7" dirty="0">
                <a:latin typeface="Times New Roman"/>
                <a:cs typeface="Times New Roman"/>
              </a:rPr>
              <a:t>e</a:t>
            </a:r>
            <a:r>
              <a:rPr sz="1700" spc="-2" dirty="0">
                <a:latin typeface="Times New Roman"/>
                <a:cs typeface="Times New Roman"/>
              </a:rPr>
              <a:t>dic</a:t>
            </a:r>
            <a:r>
              <a:rPr sz="1700" spc="-10" dirty="0">
                <a:latin typeface="Times New Roman"/>
                <a:cs typeface="Times New Roman"/>
              </a:rPr>
              <a:t>a</a:t>
            </a:r>
            <a:r>
              <a:rPr sz="1700" spc="-2" dirty="0">
                <a:latin typeface="Times New Roman"/>
                <a:cs typeface="Times New Roman"/>
              </a:rPr>
              <a:t>ted</a:t>
            </a:r>
            <a:r>
              <a:rPr sz="1700" spc="19" dirty="0">
                <a:latin typeface="Times New Roman"/>
                <a:cs typeface="Times New Roman"/>
              </a:rPr>
              <a:t> </a:t>
            </a:r>
            <a:r>
              <a:rPr sz="1700" spc="2" dirty="0">
                <a:latin typeface="Times New Roman"/>
                <a:cs typeface="Times New Roman"/>
              </a:rPr>
              <a:t>r</a:t>
            </a:r>
            <a:r>
              <a:rPr sz="1700" spc="-7" dirty="0">
                <a:latin typeface="Times New Roman"/>
                <a:cs typeface="Times New Roman"/>
              </a:rPr>
              <a:t>e</a:t>
            </a:r>
            <a:r>
              <a:rPr sz="1700" spc="-2" dirty="0">
                <a:latin typeface="Times New Roman"/>
                <a:cs typeface="Times New Roman"/>
              </a:rPr>
              <a:t>gis</a:t>
            </a:r>
            <a:r>
              <a:rPr sz="1700" dirty="0">
                <a:latin typeface="Times New Roman"/>
                <a:cs typeface="Times New Roman"/>
              </a:rPr>
              <a:t>t</a:t>
            </a:r>
            <a:r>
              <a:rPr sz="1700" spc="-7" dirty="0">
                <a:latin typeface="Times New Roman"/>
                <a:cs typeface="Times New Roman"/>
              </a:rPr>
              <a:t>e</a:t>
            </a:r>
            <a:r>
              <a:rPr sz="1700" dirty="0">
                <a:latin typeface="Times New Roman"/>
                <a:cs typeface="Times New Roman"/>
              </a:rPr>
              <a:t>r.</a:t>
            </a:r>
            <a:r>
              <a:rPr sz="1700" spc="29" dirty="0">
                <a:latin typeface="Times New Roman"/>
                <a:cs typeface="Times New Roman"/>
              </a:rPr>
              <a:t> </a:t>
            </a:r>
            <a:r>
              <a:rPr sz="1700" spc="-2" dirty="0">
                <a:latin typeface="Times New Roman"/>
                <a:cs typeface="Times New Roman"/>
              </a:rPr>
              <a:t>Op</a:t>
            </a:r>
            <a:r>
              <a:rPr sz="1700" spc="-5" dirty="0">
                <a:latin typeface="Times New Roman"/>
                <a:cs typeface="Times New Roman"/>
              </a:rPr>
              <a:t>e</a:t>
            </a:r>
            <a:r>
              <a:rPr sz="1700" spc="2" dirty="0">
                <a:latin typeface="Times New Roman"/>
                <a:cs typeface="Times New Roman"/>
              </a:rPr>
              <a:t>r</a:t>
            </a:r>
            <a:r>
              <a:rPr sz="1700" spc="-2" dirty="0">
                <a:latin typeface="Times New Roman"/>
                <a:cs typeface="Times New Roman"/>
              </a:rPr>
              <a:t>ati</a:t>
            </a:r>
            <a:r>
              <a:rPr sz="1700" dirty="0">
                <a:latin typeface="Times New Roman"/>
                <a:cs typeface="Times New Roman"/>
              </a:rPr>
              <a:t>ons</a:t>
            </a:r>
            <a:r>
              <a:rPr sz="1700" spc="22" dirty="0">
                <a:latin typeface="Times New Roman"/>
                <a:cs typeface="Times New Roman"/>
              </a:rPr>
              <a:t> </a:t>
            </a:r>
            <a:r>
              <a:rPr sz="1700" spc="-7" dirty="0">
                <a:latin typeface="Times New Roman"/>
                <a:cs typeface="Times New Roman"/>
              </a:rPr>
              <a:t>a</a:t>
            </a:r>
            <a:r>
              <a:rPr sz="1700" spc="-2" dirty="0">
                <a:latin typeface="Times New Roman"/>
                <a:cs typeface="Times New Roman"/>
              </a:rPr>
              <a:t>re</a:t>
            </a:r>
            <a:r>
              <a:rPr sz="1700" spc="17" dirty="0">
                <a:latin typeface="Times New Roman"/>
                <a:cs typeface="Times New Roman"/>
              </a:rPr>
              <a:t> </a:t>
            </a:r>
            <a:r>
              <a:rPr sz="1700" spc="-7" dirty="0">
                <a:latin typeface="Times New Roman"/>
                <a:cs typeface="Times New Roman"/>
              </a:rPr>
              <a:t>e</a:t>
            </a:r>
            <a:r>
              <a:rPr sz="1700" spc="-5" dirty="0">
                <a:latin typeface="Times New Roman"/>
                <a:cs typeface="Times New Roman"/>
              </a:rPr>
              <a:t>x</a:t>
            </a:r>
            <a:r>
              <a:rPr sz="1700" spc="-7" dirty="0">
                <a:latin typeface="Times New Roman"/>
                <a:cs typeface="Times New Roman"/>
              </a:rPr>
              <a:t>ec</a:t>
            </a:r>
            <a:r>
              <a:rPr sz="1700" spc="-5" dirty="0">
                <a:latin typeface="Times New Roman"/>
                <a:cs typeface="Times New Roman"/>
              </a:rPr>
              <a:t>uted</a:t>
            </a:r>
            <a:r>
              <a:rPr sz="1700" spc="19" dirty="0">
                <a:latin typeface="Times New Roman"/>
                <a:cs typeface="Times New Roman"/>
              </a:rPr>
              <a:t> </a:t>
            </a:r>
            <a:r>
              <a:rPr sz="1700" spc="-7" dirty="0">
                <a:latin typeface="Times New Roman"/>
                <a:cs typeface="Times New Roman"/>
              </a:rPr>
              <a:t>with</a:t>
            </a:r>
            <a:r>
              <a:rPr sz="1700" spc="-2" dirty="0">
                <a:latin typeface="Times New Roman"/>
                <a:cs typeface="Times New Roman"/>
              </a:rPr>
              <a:t>i</a:t>
            </a:r>
            <a:r>
              <a:rPr sz="1700" dirty="0">
                <a:latin typeface="Times New Roman"/>
                <a:cs typeface="Times New Roman"/>
              </a:rPr>
              <a:t>n</a:t>
            </a:r>
            <a:r>
              <a:rPr sz="1700" spc="26" dirty="0">
                <a:latin typeface="Times New Roman"/>
                <a:cs typeface="Times New Roman"/>
              </a:rPr>
              <a:t> </a:t>
            </a:r>
            <a:r>
              <a:rPr sz="1700" spc="-2" dirty="0">
                <a:latin typeface="Times New Roman"/>
                <a:cs typeface="Times New Roman"/>
              </a:rPr>
              <a:t>the A</a:t>
            </a:r>
            <a:r>
              <a:rPr sz="1700" spc="-5" dirty="0">
                <a:latin typeface="Times New Roman"/>
                <a:cs typeface="Times New Roman"/>
              </a:rPr>
              <a:t>r</a:t>
            </a:r>
            <a:r>
              <a:rPr sz="1700" spc="-2" dirty="0">
                <a:latin typeface="Times New Roman"/>
                <a:cs typeface="Times New Roman"/>
              </a:rPr>
              <a:t>ithmetic</a:t>
            </a:r>
            <a:r>
              <a:rPr sz="1700" spc="-14" dirty="0">
                <a:latin typeface="Times New Roman"/>
                <a:cs typeface="Times New Roman"/>
              </a:rPr>
              <a:t> </a:t>
            </a:r>
            <a:r>
              <a:rPr sz="1700" spc="-5" dirty="0">
                <a:latin typeface="Times New Roman"/>
                <a:cs typeface="Times New Roman"/>
              </a:rPr>
              <a:t>Logic</a:t>
            </a:r>
            <a:r>
              <a:rPr sz="1700" spc="-14" dirty="0">
                <a:latin typeface="Times New Roman"/>
                <a:cs typeface="Times New Roman"/>
              </a:rPr>
              <a:t> </a:t>
            </a:r>
            <a:r>
              <a:rPr sz="1700" spc="-7" dirty="0">
                <a:latin typeface="Times New Roman"/>
                <a:cs typeface="Times New Roman"/>
              </a:rPr>
              <a:t>Uni</a:t>
            </a:r>
            <a:r>
              <a:rPr sz="1700" spc="-2" dirty="0">
                <a:latin typeface="Times New Roman"/>
                <a:cs typeface="Times New Roman"/>
              </a:rPr>
              <a:t>t</a:t>
            </a:r>
            <a:r>
              <a:rPr sz="1700" spc="-12" dirty="0">
                <a:latin typeface="Times New Roman"/>
                <a:cs typeface="Times New Roman"/>
              </a:rPr>
              <a:t> </a:t>
            </a:r>
            <a:r>
              <a:rPr sz="1700" dirty="0">
                <a:latin typeface="Times New Roman"/>
                <a:cs typeface="Times New Roman"/>
              </a:rPr>
              <a:t>(AL</a:t>
            </a:r>
            <a:r>
              <a:rPr sz="1700" spc="-2" dirty="0">
                <a:latin typeface="Times New Roman"/>
                <a:cs typeface="Times New Roman"/>
              </a:rPr>
              <a:t>U</a:t>
            </a:r>
            <a:r>
              <a:rPr sz="1700" dirty="0">
                <a:latin typeface="Times New Roman"/>
                <a:cs typeface="Times New Roman"/>
              </a:rPr>
              <a:t>),</a:t>
            </a:r>
            <a:r>
              <a:rPr sz="1700" spc="-14" dirty="0">
                <a:latin typeface="Times New Roman"/>
                <a:cs typeface="Times New Roman"/>
              </a:rPr>
              <a:t> </a:t>
            </a:r>
            <a:r>
              <a:rPr sz="1700" spc="-7" dirty="0">
                <a:latin typeface="Times New Roman"/>
                <a:cs typeface="Times New Roman"/>
              </a:rPr>
              <a:t>whic</a:t>
            </a:r>
            <a:r>
              <a:rPr sz="1700" dirty="0">
                <a:latin typeface="Times New Roman"/>
                <a:cs typeface="Times New Roman"/>
              </a:rPr>
              <a:t>h</a:t>
            </a:r>
            <a:r>
              <a:rPr sz="1700" spc="-7"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2" dirty="0">
                <a:latin typeface="Times New Roman"/>
                <a:cs typeface="Times New Roman"/>
              </a:rPr>
              <a:t>side</a:t>
            </a:r>
            <a:r>
              <a:rPr sz="1700" dirty="0">
                <a:latin typeface="Times New Roman"/>
                <a:cs typeface="Times New Roman"/>
              </a:rPr>
              <a:t>s</a:t>
            </a:r>
            <a:r>
              <a:rPr sz="1700" spc="-12" dirty="0">
                <a:latin typeface="Times New Roman"/>
                <a:cs typeface="Times New Roman"/>
              </a:rPr>
              <a:t> </a:t>
            </a:r>
            <a:r>
              <a:rPr sz="1700" spc="-2" dirty="0">
                <a:latin typeface="Times New Roman"/>
                <a:cs typeface="Times New Roman"/>
              </a:rPr>
              <a:t>inside</a:t>
            </a:r>
            <a:r>
              <a:rPr sz="1700" spc="-10" dirty="0">
                <a:latin typeface="Times New Roman"/>
                <a:cs typeface="Times New Roman"/>
              </a:rPr>
              <a:t> </a:t>
            </a:r>
            <a:r>
              <a:rPr sz="1700" spc="-2" dirty="0">
                <a:latin typeface="Times New Roman"/>
                <a:cs typeface="Times New Roman"/>
              </a:rPr>
              <a:t>the</a:t>
            </a:r>
            <a:r>
              <a:rPr sz="1700" spc="-14" dirty="0">
                <a:latin typeface="Times New Roman"/>
                <a:cs typeface="Times New Roman"/>
              </a:rPr>
              <a:t> </a:t>
            </a:r>
            <a:r>
              <a:rPr sz="1700" spc="-5" dirty="0">
                <a:latin typeface="Times New Roman"/>
                <a:cs typeface="Times New Roman"/>
              </a:rPr>
              <a:t>C</a:t>
            </a:r>
            <a:r>
              <a:rPr sz="1700" spc="-7" dirty="0">
                <a:latin typeface="Times New Roman"/>
                <a:cs typeface="Times New Roman"/>
              </a:rPr>
              <a:t>e</a:t>
            </a:r>
            <a:r>
              <a:rPr sz="1700" spc="-2" dirty="0">
                <a:latin typeface="Times New Roman"/>
                <a:cs typeface="Times New Roman"/>
              </a:rPr>
              <a:t>ntr</a:t>
            </a:r>
            <a:r>
              <a:rPr sz="1700" spc="-10" dirty="0">
                <a:latin typeface="Times New Roman"/>
                <a:cs typeface="Times New Roman"/>
              </a:rPr>
              <a:t>a</a:t>
            </a:r>
            <a:r>
              <a:rPr sz="1700" spc="-2" dirty="0">
                <a:latin typeface="Times New Roman"/>
                <a:cs typeface="Times New Roman"/>
              </a:rPr>
              <a:t>l</a:t>
            </a:r>
            <a:r>
              <a:rPr sz="1700" spc="-12" dirty="0">
                <a:latin typeface="Times New Roman"/>
                <a:cs typeface="Times New Roman"/>
              </a:rPr>
              <a:t> </a:t>
            </a:r>
            <a:r>
              <a:rPr sz="1700" dirty="0">
                <a:latin typeface="Times New Roman"/>
                <a:cs typeface="Times New Roman"/>
              </a:rPr>
              <a:t>P</a:t>
            </a:r>
            <a:r>
              <a:rPr sz="1700" spc="-5" dirty="0">
                <a:latin typeface="Times New Roman"/>
                <a:cs typeface="Times New Roman"/>
              </a:rPr>
              <a:t>roc</a:t>
            </a:r>
            <a:r>
              <a:rPr sz="1700" spc="-7" dirty="0">
                <a:latin typeface="Times New Roman"/>
                <a:cs typeface="Times New Roman"/>
              </a:rPr>
              <a:t>e</a:t>
            </a:r>
            <a:r>
              <a:rPr sz="1700" spc="-2" dirty="0">
                <a:latin typeface="Times New Roman"/>
                <a:cs typeface="Times New Roman"/>
              </a:rPr>
              <a:t>ss</a:t>
            </a:r>
            <a:r>
              <a:rPr sz="1700" dirty="0">
                <a:latin typeface="Times New Roman"/>
                <a:cs typeface="Times New Roman"/>
              </a:rPr>
              <a:t>ing</a:t>
            </a:r>
            <a:r>
              <a:rPr sz="1700" spc="-12" dirty="0">
                <a:latin typeface="Times New Roman"/>
                <a:cs typeface="Times New Roman"/>
              </a:rPr>
              <a:t> </a:t>
            </a:r>
            <a:r>
              <a:rPr sz="1700" spc="-7" dirty="0">
                <a:latin typeface="Times New Roman"/>
                <a:cs typeface="Times New Roman"/>
              </a:rPr>
              <a:t>Unit</a:t>
            </a:r>
            <a:r>
              <a:rPr sz="1700" spc="-5" dirty="0">
                <a:latin typeface="Times New Roman"/>
                <a:cs typeface="Times New Roman"/>
              </a:rPr>
              <a:t> </a:t>
            </a:r>
            <a:r>
              <a:rPr sz="1700" dirty="0">
                <a:latin typeface="Times New Roman"/>
                <a:cs typeface="Times New Roman"/>
              </a:rPr>
              <a:t>(CP</a:t>
            </a:r>
            <a:r>
              <a:rPr sz="1700" spc="-2" dirty="0">
                <a:latin typeface="Times New Roman"/>
                <a:cs typeface="Times New Roman"/>
              </a:rPr>
              <a:t>U</a:t>
            </a:r>
            <a:r>
              <a:rPr sz="1700" spc="-5" dirty="0">
                <a:latin typeface="Times New Roman"/>
                <a:cs typeface="Times New Roman"/>
              </a:rPr>
              <a:t>)</a:t>
            </a:r>
            <a:r>
              <a:rPr sz="1700" dirty="0">
                <a:latin typeface="Times New Roman"/>
                <a:cs typeface="Times New Roman"/>
              </a:rPr>
              <a:t>.</a:t>
            </a:r>
          </a:p>
          <a:p>
            <a:pPr marL="445630" lvl="1" indent="-109957">
              <a:buFont typeface="Symbol"/>
              <a:buChar char=""/>
              <a:tabLst>
                <a:tab pos="445935" algn="l"/>
              </a:tabLst>
            </a:pPr>
            <a:r>
              <a:rPr sz="1700" spc="-5" dirty="0">
                <a:latin typeface="Times New Roman"/>
                <a:cs typeface="Times New Roman"/>
              </a:rPr>
              <a:t>The C</a:t>
            </a:r>
            <a:r>
              <a:rPr sz="1700" dirty="0">
                <a:latin typeface="Times New Roman"/>
                <a:cs typeface="Times New Roman"/>
              </a:rPr>
              <a:t>PU</a:t>
            </a:r>
            <a:r>
              <a:rPr sz="1700" spc="-2" dirty="0">
                <a:latin typeface="Times New Roman"/>
                <a:cs typeface="Times New Roman"/>
              </a:rPr>
              <a:t> is dir</a:t>
            </a:r>
            <a:r>
              <a:rPr sz="1700" spc="-10" dirty="0">
                <a:latin typeface="Times New Roman"/>
                <a:cs typeface="Times New Roman"/>
              </a:rPr>
              <a:t>e</a:t>
            </a:r>
            <a:r>
              <a:rPr sz="1700" spc="-7" dirty="0">
                <a:latin typeface="Times New Roman"/>
                <a:cs typeface="Times New Roman"/>
              </a:rPr>
              <a:t>c</a:t>
            </a:r>
            <a:r>
              <a:rPr sz="1700" spc="-2" dirty="0">
                <a:latin typeface="Times New Roman"/>
                <a:cs typeface="Times New Roman"/>
              </a:rPr>
              <a:t>tl</a:t>
            </a:r>
            <a:r>
              <a:rPr sz="1700" dirty="0">
                <a:latin typeface="Times New Roman"/>
                <a:cs typeface="Times New Roman"/>
              </a:rPr>
              <a:t>y </a:t>
            </a:r>
            <a:r>
              <a:rPr sz="1700" spc="-2" dirty="0">
                <a:latin typeface="Times New Roman"/>
                <a:cs typeface="Times New Roman"/>
              </a:rPr>
              <a:t>link</a:t>
            </a:r>
            <a:r>
              <a:rPr sz="1700" spc="-7" dirty="0">
                <a:latin typeface="Times New Roman"/>
                <a:cs typeface="Times New Roman"/>
              </a:rPr>
              <a:t>e</a:t>
            </a:r>
            <a:r>
              <a:rPr sz="1700" dirty="0">
                <a:latin typeface="Times New Roman"/>
                <a:cs typeface="Times New Roman"/>
              </a:rPr>
              <a:t>d </a:t>
            </a:r>
            <a:r>
              <a:rPr sz="1700" spc="-2" dirty="0">
                <a:latin typeface="Times New Roman"/>
                <a:cs typeface="Times New Roman"/>
              </a:rPr>
              <a:t>to the r</a:t>
            </a:r>
            <a:r>
              <a:rPr sz="1700" spc="-10" dirty="0">
                <a:latin typeface="Times New Roman"/>
                <a:cs typeface="Times New Roman"/>
              </a:rPr>
              <a:t>e</a:t>
            </a:r>
            <a:r>
              <a:rPr sz="1700" spc="-2" dirty="0">
                <a:latin typeface="Times New Roman"/>
                <a:cs typeface="Times New Roman"/>
              </a:rPr>
              <a:t>gis</a:t>
            </a:r>
            <a:r>
              <a:rPr sz="1700" dirty="0">
                <a:latin typeface="Times New Roman"/>
                <a:cs typeface="Times New Roman"/>
              </a:rPr>
              <a:t>t</a:t>
            </a:r>
            <a:r>
              <a:rPr sz="1700" spc="-7" dirty="0">
                <a:latin typeface="Times New Roman"/>
                <a:cs typeface="Times New Roman"/>
              </a:rPr>
              <a:t>e</a:t>
            </a:r>
            <a:r>
              <a:rPr sz="1700" dirty="0">
                <a:latin typeface="Times New Roman"/>
                <a:cs typeface="Times New Roman"/>
              </a:rPr>
              <a:t>r, </a:t>
            </a:r>
            <a:r>
              <a:rPr sz="1700" spc="-10" dirty="0">
                <a:latin typeface="Times New Roman"/>
                <a:cs typeface="Times New Roman"/>
              </a:rPr>
              <a:t>e</a:t>
            </a:r>
            <a:r>
              <a:rPr sz="1700" dirty="0">
                <a:latin typeface="Times New Roman"/>
                <a:cs typeface="Times New Roman"/>
              </a:rPr>
              <a:t>nsuring</a:t>
            </a:r>
            <a:r>
              <a:rPr sz="1700" spc="5" dirty="0">
                <a:latin typeface="Times New Roman"/>
                <a:cs typeface="Times New Roman"/>
              </a:rPr>
              <a:t> </a:t>
            </a:r>
            <a:r>
              <a:rPr sz="1700" spc="-5" dirty="0">
                <a:latin typeface="Times New Roman"/>
                <a:cs typeface="Times New Roman"/>
              </a:rPr>
              <a:t>hig</a:t>
            </a:r>
            <a:r>
              <a:rPr sz="1700" spc="2" dirty="0">
                <a:latin typeface="Times New Roman"/>
                <a:cs typeface="Times New Roman"/>
              </a:rPr>
              <a:t>h</a:t>
            </a:r>
            <a:r>
              <a:rPr sz="1700" spc="-2" dirty="0">
                <a:latin typeface="Times New Roman"/>
                <a:cs typeface="Times New Roman"/>
              </a:rPr>
              <a:t>-spe</a:t>
            </a:r>
            <a:r>
              <a:rPr sz="1700" spc="-7" dirty="0">
                <a:latin typeface="Times New Roman"/>
                <a:cs typeface="Times New Roman"/>
              </a:rPr>
              <a:t>e</a:t>
            </a:r>
            <a:r>
              <a:rPr sz="1700" dirty="0">
                <a:latin typeface="Times New Roman"/>
                <a:cs typeface="Times New Roman"/>
              </a:rPr>
              <a:t>d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dirty="0">
                <a:latin typeface="Times New Roman"/>
                <a:cs typeface="Times New Roman"/>
              </a:rPr>
              <a:t> </a:t>
            </a:r>
            <a:r>
              <a:rPr sz="1700" spc="-2" dirty="0">
                <a:latin typeface="Times New Roman"/>
                <a:cs typeface="Times New Roman"/>
              </a:rPr>
              <a:t>t</a:t>
            </a:r>
            <a:r>
              <a:rPr sz="1700" dirty="0">
                <a:latin typeface="Times New Roman"/>
                <a:cs typeface="Times New Roman"/>
              </a:rPr>
              <a:t>r</a:t>
            </a:r>
            <a:r>
              <a:rPr sz="1700" spc="-7" dirty="0">
                <a:latin typeface="Times New Roman"/>
                <a:cs typeface="Times New Roman"/>
              </a:rPr>
              <a:t>a</a:t>
            </a:r>
            <a:r>
              <a:rPr sz="1700" dirty="0">
                <a:latin typeface="Times New Roman"/>
                <a:cs typeface="Times New Roman"/>
              </a:rPr>
              <a:t>nsfer.</a:t>
            </a:r>
          </a:p>
          <a:p>
            <a:pPr marL="445630" marR="5192" lvl="1" indent="-109957" algn="just">
              <a:spcBef>
                <a:spcPts val="63"/>
              </a:spcBef>
              <a:buFont typeface="Symbol"/>
              <a:buChar char=""/>
              <a:tabLst>
                <a:tab pos="445935" algn="l"/>
              </a:tabLst>
            </a:pPr>
            <a:r>
              <a:rPr sz="1700" spc="-5" dirty="0">
                <a:latin typeface="Times New Roman"/>
                <a:cs typeface="Times New Roman"/>
              </a:rPr>
              <a:t>The</a:t>
            </a:r>
            <a:r>
              <a:rPr sz="1700" spc="29" dirty="0">
                <a:latin typeface="Times New Roman"/>
                <a:cs typeface="Times New Roman"/>
              </a:rPr>
              <a:t> </a:t>
            </a:r>
            <a:r>
              <a:rPr sz="1700" spc="-2" dirty="0">
                <a:latin typeface="Times New Roman"/>
                <a:cs typeface="Times New Roman"/>
              </a:rPr>
              <a:t>input</a:t>
            </a:r>
            <a:r>
              <a:rPr sz="1700" spc="34"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dirty="0">
                <a:latin typeface="Times New Roman"/>
                <a:cs typeface="Times New Roman"/>
              </a:rPr>
              <a:t>t</a:t>
            </a:r>
            <a:r>
              <a:rPr sz="1700" spc="-5" dirty="0">
                <a:latin typeface="Times New Roman"/>
                <a:cs typeface="Times New Roman"/>
              </a:rPr>
              <a:t>a</a:t>
            </a:r>
            <a:r>
              <a:rPr sz="1700" spc="31" dirty="0">
                <a:latin typeface="Times New Roman"/>
                <a:cs typeface="Times New Roman"/>
              </a:rPr>
              <a:t> </a:t>
            </a:r>
            <a:r>
              <a:rPr sz="1700" dirty="0">
                <a:latin typeface="Times New Roman"/>
                <a:cs typeface="Times New Roman"/>
              </a:rPr>
              <a:t>f</a:t>
            </a:r>
            <a:r>
              <a:rPr sz="1700" spc="2" dirty="0">
                <a:latin typeface="Times New Roman"/>
                <a:cs typeface="Times New Roman"/>
              </a:rPr>
              <a:t>o</a:t>
            </a:r>
            <a:r>
              <a:rPr sz="1700" dirty="0">
                <a:latin typeface="Times New Roman"/>
                <a:cs typeface="Times New Roman"/>
              </a:rPr>
              <a:t>r</a:t>
            </a:r>
            <a:r>
              <a:rPr sz="1700" spc="31" dirty="0">
                <a:latin typeface="Times New Roman"/>
                <a:cs typeface="Times New Roman"/>
              </a:rPr>
              <a:t> </a:t>
            </a:r>
            <a:r>
              <a:rPr sz="1700" spc="-2" dirty="0">
                <a:latin typeface="Times New Roman"/>
                <a:cs typeface="Times New Roman"/>
              </a:rPr>
              <a:t>the</a:t>
            </a:r>
            <a:r>
              <a:rPr sz="1700" spc="36" dirty="0">
                <a:latin typeface="Times New Roman"/>
                <a:cs typeface="Times New Roman"/>
              </a:rPr>
              <a:t> </a:t>
            </a:r>
            <a:r>
              <a:rPr sz="1700" spc="2" dirty="0">
                <a:latin typeface="Times New Roman"/>
                <a:cs typeface="Times New Roman"/>
              </a:rPr>
              <a:t>A</a:t>
            </a:r>
            <a:r>
              <a:rPr sz="1700" dirty="0">
                <a:latin typeface="Times New Roman"/>
                <a:cs typeface="Times New Roman"/>
              </a:rPr>
              <a:t>LU</a:t>
            </a:r>
            <a:r>
              <a:rPr sz="1700" spc="31" dirty="0">
                <a:latin typeface="Times New Roman"/>
                <a:cs typeface="Times New Roman"/>
              </a:rPr>
              <a:t> </a:t>
            </a:r>
            <a:r>
              <a:rPr sz="1700" spc="-2" dirty="0">
                <a:latin typeface="Times New Roman"/>
                <a:cs typeface="Times New Roman"/>
              </a:rPr>
              <a:t>is</a:t>
            </a:r>
            <a:r>
              <a:rPr sz="1700" spc="34" dirty="0">
                <a:latin typeface="Times New Roman"/>
                <a:cs typeface="Times New Roman"/>
              </a:rPr>
              <a:t> </a:t>
            </a:r>
            <a:r>
              <a:rPr sz="1700" spc="-2" dirty="0">
                <a:latin typeface="Times New Roman"/>
                <a:cs typeface="Times New Roman"/>
              </a:rPr>
              <a:t>sou</a:t>
            </a:r>
            <a:r>
              <a:rPr sz="1700" spc="2" dirty="0">
                <a:latin typeface="Times New Roman"/>
                <a:cs typeface="Times New Roman"/>
              </a:rPr>
              <a:t>r</a:t>
            </a:r>
            <a:r>
              <a:rPr sz="1700" spc="-7" dirty="0">
                <a:latin typeface="Times New Roman"/>
                <a:cs typeface="Times New Roman"/>
              </a:rPr>
              <a:t>ce</a:t>
            </a:r>
            <a:r>
              <a:rPr sz="1700" dirty="0">
                <a:latin typeface="Times New Roman"/>
                <a:cs typeface="Times New Roman"/>
              </a:rPr>
              <a:t>d</a:t>
            </a:r>
            <a:r>
              <a:rPr sz="1700" spc="38" dirty="0">
                <a:latin typeface="Times New Roman"/>
                <a:cs typeface="Times New Roman"/>
              </a:rPr>
              <a:t> </a:t>
            </a:r>
            <a:r>
              <a:rPr sz="1700" dirty="0">
                <a:latin typeface="Times New Roman"/>
                <a:cs typeface="Times New Roman"/>
              </a:rPr>
              <a:t>f</a:t>
            </a:r>
            <a:r>
              <a:rPr sz="1700" spc="-5" dirty="0">
                <a:latin typeface="Times New Roman"/>
                <a:cs typeface="Times New Roman"/>
              </a:rPr>
              <a:t>rom</a:t>
            </a:r>
            <a:r>
              <a:rPr sz="1700" spc="34" dirty="0">
                <a:latin typeface="Times New Roman"/>
                <a:cs typeface="Times New Roman"/>
              </a:rPr>
              <a:t> </a:t>
            </a:r>
            <a:r>
              <a:rPr sz="1700" spc="-2" dirty="0">
                <a:latin typeface="Times New Roman"/>
                <a:cs typeface="Times New Roman"/>
              </a:rPr>
              <a:t>the</a:t>
            </a:r>
            <a:r>
              <a:rPr sz="1700" spc="43" dirty="0">
                <a:latin typeface="Times New Roman"/>
                <a:cs typeface="Times New Roman"/>
              </a:rPr>
              <a:t> </a:t>
            </a:r>
            <a:r>
              <a:rPr sz="1700" spc="-7" dirty="0">
                <a:latin typeface="Times New Roman"/>
                <a:cs typeface="Times New Roman"/>
              </a:rPr>
              <a:t>acc</a:t>
            </a:r>
            <a:r>
              <a:rPr sz="1700" spc="-5" dirty="0">
                <a:latin typeface="Times New Roman"/>
                <a:cs typeface="Times New Roman"/>
              </a:rPr>
              <a:t>umul</a:t>
            </a:r>
            <a:r>
              <a:rPr sz="1700" spc="-7" dirty="0">
                <a:latin typeface="Times New Roman"/>
                <a:cs typeface="Times New Roman"/>
              </a:rPr>
              <a:t>a</a:t>
            </a:r>
            <a:r>
              <a:rPr sz="1700" spc="-2" dirty="0">
                <a:latin typeface="Times New Roman"/>
                <a:cs typeface="Times New Roman"/>
              </a:rPr>
              <a:t>tor</a:t>
            </a:r>
            <a:r>
              <a:rPr sz="1700" spc="38"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2" dirty="0">
                <a:latin typeface="Times New Roman"/>
                <a:cs typeface="Times New Roman"/>
              </a:rPr>
              <a:t>gis</a:t>
            </a:r>
            <a:r>
              <a:rPr sz="1700" dirty="0">
                <a:latin typeface="Times New Roman"/>
                <a:cs typeface="Times New Roman"/>
              </a:rPr>
              <a:t>t</a:t>
            </a:r>
            <a:r>
              <a:rPr sz="1700" spc="-2" dirty="0">
                <a:latin typeface="Times New Roman"/>
                <a:cs typeface="Times New Roman"/>
              </a:rPr>
              <a:t>e</a:t>
            </a:r>
            <a:r>
              <a:rPr sz="1700" dirty="0">
                <a:latin typeface="Times New Roman"/>
                <a:cs typeface="Times New Roman"/>
              </a:rPr>
              <a:t>r,</a:t>
            </a:r>
            <a:r>
              <a:rPr sz="1700" spc="31" dirty="0">
                <a:latin typeface="Times New Roman"/>
                <a:cs typeface="Times New Roman"/>
              </a:rPr>
              <a:t> </a:t>
            </a:r>
            <a:r>
              <a:rPr sz="1700" spc="-7" dirty="0">
                <a:latin typeface="Times New Roman"/>
                <a:cs typeface="Times New Roman"/>
              </a:rPr>
              <a:t>a</a:t>
            </a:r>
            <a:r>
              <a:rPr sz="1700" spc="5" dirty="0">
                <a:latin typeface="Times New Roman"/>
                <a:cs typeface="Times New Roman"/>
              </a:rPr>
              <a:t>n</a:t>
            </a:r>
            <a:r>
              <a:rPr sz="1700" dirty="0">
                <a:latin typeface="Times New Roman"/>
                <a:cs typeface="Times New Roman"/>
              </a:rPr>
              <a:t>d</a:t>
            </a:r>
            <a:r>
              <a:rPr sz="1700" spc="34" dirty="0">
                <a:latin typeface="Times New Roman"/>
                <a:cs typeface="Times New Roman"/>
              </a:rPr>
              <a:t> </a:t>
            </a:r>
            <a:r>
              <a:rPr sz="1700" spc="-2" dirty="0">
                <a:latin typeface="Times New Roman"/>
                <a:cs typeface="Times New Roman"/>
              </a:rPr>
              <a:t>the r</a:t>
            </a:r>
            <a:r>
              <a:rPr sz="1700" spc="-10" dirty="0">
                <a:latin typeface="Times New Roman"/>
                <a:cs typeface="Times New Roman"/>
              </a:rPr>
              <a:t>e</a:t>
            </a:r>
            <a:r>
              <a:rPr sz="1700" spc="-5" dirty="0">
                <a:latin typeface="Times New Roman"/>
                <a:cs typeface="Times New Roman"/>
              </a:rPr>
              <a:t>sul</a:t>
            </a:r>
            <a:r>
              <a:rPr sz="1700" spc="-2" dirty="0">
                <a:latin typeface="Times New Roman"/>
                <a:cs typeface="Times New Roman"/>
              </a:rPr>
              <a:t>t</a:t>
            </a:r>
            <a:r>
              <a:rPr sz="1700" spc="2" dirty="0">
                <a:latin typeface="Times New Roman"/>
                <a:cs typeface="Times New Roman"/>
              </a:rPr>
              <a:t> </a:t>
            </a:r>
            <a:r>
              <a:rPr sz="1700" dirty="0">
                <a:latin typeface="Times New Roman"/>
                <a:cs typeface="Times New Roman"/>
              </a:rPr>
              <a:t>of </a:t>
            </a:r>
            <a:r>
              <a:rPr sz="1700" spc="-2" dirty="0">
                <a:latin typeface="Times New Roman"/>
                <a:cs typeface="Times New Roman"/>
              </a:rPr>
              <a:t>the</a:t>
            </a:r>
            <a:r>
              <a:rPr sz="1700" spc="-5" dirty="0">
                <a:latin typeface="Times New Roman"/>
                <a:cs typeface="Times New Roman"/>
              </a:rPr>
              <a:t> </a:t>
            </a:r>
            <a:r>
              <a:rPr sz="1700" spc="-2" dirty="0">
                <a:latin typeface="Times New Roman"/>
                <a:cs typeface="Times New Roman"/>
              </a:rPr>
              <a:t>AL</a:t>
            </a:r>
            <a:r>
              <a:rPr sz="1700" dirty="0">
                <a:latin typeface="Times New Roman"/>
                <a:cs typeface="Times New Roman"/>
              </a:rPr>
              <a:t>U</a:t>
            </a:r>
            <a:r>
              <a:rPr sz="1700" spc="2" dirty="0">
                <a:latin typeface="Times New Roman"/>
                <a:cs typeface="Times New Roman"/>
              </a:rPr>
              <a:t> </a:t>
            </a:r>
            <a:r>
              <a:rPr sz="1700" spc="-7" dirty="0">
                <a:latin typeface="Times New Roman"/>
                <a:cs typeface="Times New Roman"/>
              </a:rPr>
              <a:t>ca</a:t>
            </a:r>
            <a:r>
              <a:rPr sz="1700" spc="-2" dirty="0">
                <a:latin typeface="Times New Roman"/>
                <a:cs typeface="Times New Roman"/>
              </a:rPr>
              <a:t>lculati</a:t>
            </a:r>
            <a:r>
              <a:rPr sz="1700" dirty="0">
                <a:latin typeface="Times New Roman"/>
                <a:cs typeface="Times New Roman"/>
              </a:rPr>
              <a:t>on </a:t>
            </a:r>
            <a:r>
              <a:rPr sz="1700" spc="-2" dirty="0">
                <a:latin typeface="Times New Roman"/>
                <a:cs typeface="Times New Roman"/>
              </a:rPr>
              <a:t>is</a:t>
            </a:r>
            <a:r>
              <a:rPr sz="1700" dirty="0">
                <a:latin typeface="Times New Roman"/>
                <a:cs typeface="Times New Roman"/>
              </a:rPr>
              <a:t> </a:t>
            </a:r>
            <a:r>
              <a:rPr sz="1700" spc="-5" dirty="0">
                <a:latin typeface="Times New Roman"/>
                <a:cs typeface="Times New Roman"/>
              </a:rPr>
              <a:t>then</a:t>
            </a:r>
            <a:r>
              <a:rPr sz="1700" spc="-2" dirty="0">
                <a:latin typeface="Times New Roman"/>
                <a:cs typeface="Times New Roman"/>
              </a:rPr>
              <a:t> </a:t>
            </a:r>
            <a:r>
              <a:rPr sz="1700" spc="-5" dirty="0">
                <a:latin typeface="Times New Roman"/>
                <a:cs typeface="Times New Roman"/>
              </a:rPr>
              <a:t>stor</a:t>
            </a:r>
            <a:r>
              <a:rPr sz="1700" spc="-10" dirty="0">
                <a:latin typeface="Times New Roman"/>
                <a:cs typeface="Times New Roman"/>
              </a:rPr>
              <a:t>e</a:t>
            </a:r>
            <a:r>
              <a:rPr sz="1700" dirty="0">
                <a:latin typeface="Times New Roman"/>
                <a:cs typeface="Times New Roman"/>
              </a:rPr>
              <a:t>d </a:t>
            </a:r>
            <a:r>
              <a:rPr sz="1700" spc="-5" dirty="0">
                <a:latin typeface="Times New Roman"/>
                <a:cs typeface="Times New Roman"/>
              </a:rPr>
              <a:t>b</a:t>
            </a:r>
            <a:r>
              <a:rPr sz="1700" spc="-7" dirty="0">
                <a:latin typeface="Times New Roman"/>
                <a:cs typeface="Times New Roman"/>
              </a:rPr>
              <a:t>ac</a:t>
            </a:r>
            <a:r>
              <a:rPr sz="1700" dirty="0">
                <a:latin typeface="Times New Roman"/>
                <a:cs typeface="Times New Roman"/>
              </a:rPr>
              <a:t>k </a:t>
            </a:r>
            <a:r>
              <a:rPr sz="1700" spc="-2" dirty="0">
                <a:latin typeface="Times New Roman"/>
                <a:cs typeface="Times New Roman"/>
              </a:rPr>
              <a:t>in the </a:t>
            </a:r>
            <a:r>
              <a:rPr sz="1700" spc="-7" dirty="0">
                <a:latin typeface="Times New Roman"/>
                <a:cs typeface="Times New Roman"/>
              </a:rPr>
              <a:t>acc</a:t>
            </a:r>
            <a:r>
              <a:rPr sz="1700" spc="-5" dirty="0">
                <a:latin typeface="Times New Roman"/>
                <a:cs typeface="Times New Roman"/>
              </a:rPr>
              <a:t>umul</a:t>
            </a:r>
            <a:r>
              <a:rPr sz="1700" spc="-7" dirty="0">
                <a:latin typeface="Times New Roman"/>
                <a:cs typeface="Times New Roman"/>
              </a:rPr>
              <a:t>a</a:t>
            </a:r>
            <a:r>
              <a:rPr sz="1700" spc="-2" dirty="0">
                <a:latin typeface="Times New Roman"/>
                <a:cs typeface="Times New Roman"/>
              </a:rPr>
              <a:t>tor.</a:t>
            </a:r>
            <a:endParaRPr sz="1700" dirty="0">
              <a:latin typeface="Times New Roman"/>
              <a:cs typeface="Times New Roman"/>
            </a:endParaRPr>
          </a:p>
        </p:txBody>
      </p:sp>
    </p:spTree>
    <p:extLst>
      <p:ext uri="{BB962C8B-B14F-4D97-AF65-F5344CB8AC3E}">
        <p14:creationId xmlns:p14="http://schemas.microsoft.com/office/powerpoint/2010/main" val="20386117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456760-7003-765C-68F8-C0F25874B8D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5DE32D5-6401-2A06-90F2-5FAA7409BD18}"/>
              </a:ext>
            </a:extLst>
          </p:cNvPr>
          <p:cNvPicPr>
            <a:picLocks noChangeAspect="1"/>
          </p:cNvPicPr>
          <p:nvPr/>
        </p:nvPicPr>
        <p:blipFill>
          <a:blip r:embed="rId2"/>
          <a:stretch>
            <a:fillRect/>
          </a:stretch>
        </p:blipFill>
        <p:spPr>
          <a:xfrm>
            <a:off x="100454" y="116065"/>
            <a:ext cx="476476" cy="806935"/>
          </a:xfrm>
          <a:prstGeom prst="rect">
            <a:avLst/>
          </a:prstGeom>
        </p:spPr>
      </p:pic>
      <p:pic>
        <p:nvPicPr>
          <p:cNvPr id="6" name="Picture 5">
            <a:extLst>
              <a:ext uri="{FF2B5EF4-FFF2-40B4-BE49-F238E27FC236}">
                <a16:creationId xmlns:a16="http://schemas.microsoft.com/office/drawing/2014/main" id="{BBA3B330-F43F-38ED-988F-F8F62455FC6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7" y="116065"/>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53DD3A6B-3A17-A475-D4F0-512274433771}"/>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BC62890B-9E0F-587F-7087-957D3CB6434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a:extLst>
              <a:ext uri="{FF2B5EF4-FFF2-40B4-BE49-F238E27FC236}">
                <a16:creationId xmlns:a16="http://schemas.microsoft.com/office/drawing/2014/main" id="{A81C0F1A-52C1-96AF-B588-B7CDA31A45F0}"/>
              </a:ext>
            </a:extLst>
          </p:cNvPr>
          <p:cNvSpPr txBox="1"/>
          <p:nvPr/>
        </p:nvSpPr>
        <p:spPr>
          <a:xfrm>
            <a:off x="3295252" y="819150"/>
            <a:ext cx="5543948" cy="3939540"/>
          </a:xfrm>
          <a:prstGeom prst="rect">
            <a:avLst/>
          </a:prstGeom>
        </p:spPr>
        <p:txBody>
          <a:bodyPr vert="horz" wrap="square" lIns="0" tIns="0" rIns="0" bIns="0" rtlCol="0">
            <a:spAutoFit/>
          </a:bodyPr>
          <a:lstStyle/>
          <a:p>
            <a:pPr marL="60325"/>
            <a:r>
              <a:rPr sz="1600" spc="-2" dirty="0">
                <a:latin typeface="Times New Roman"/>
                <a:cs typeface="Times New Roman"/>
              </a:rPr>
              <a:t>A</a:t>
            </a:r>
            <a:r>
              <a:rPr sz="1600" dirty="0">
                <a:latin typeface="Times New Roman"/>
                <a:cs typeface="Times New Roman"/>
              </a:rPr>
              <a:t>s </a:t>
            </a:r>
            <a:r>
              <a:rPr sz="1600" spc="-10" dirty="0">
                <a:latin typeface="Times New Roman"/>
                <a:cs typeface="Times New Roman"/>
              </a:rPr>
              <a:t>a</a:t>
            </a:r>
            <a:r>
              <a:rPr sz="1600" dirty="0">
                <a:latin typeface="Times New Roman"/>
                <a:cs typeface="Times New Roman"/>
              </a:rPr>
              <a:t>n </a:t>
            </a:r>
            <a:r>
              <a:rPr sz="1600" spc="-7" dirty="0">
                <a:latin typeface="Times New Roman"/>
                <a:cs typeface="Times New Roman"/>
              </a:rPr>
              <a:t>e</a:t>
            </a:r>
            <a:r>
              <a:rPr sz="1600" spc="-5" dirty="0">
                <a:latin typeface="Times New Roman"/>
                <a:cs typeface="Times New Roman"/>
              </a:rPr>
              <a:t>x</a:t>
            </a:r>
            <a:r>
              <a:rPr sz="1600" spc="-7" dirty="0">
                <a:latin typeface="Times New Roman"/>
                <a:cs typeface="Times New Roman"/>
              </a:rPr>
              <a:t>a</a:t>
            </a:r>
            <a:r>
              <a:rPr sz="1600" spc="-5" dirty="0">
                <a:latin typeface="Times New Roman"/>
                <a:cs typeface="Times New Roman"/>
              </a:rPr>
              <a:t>mpl</a:t>
            </a:r>
            <a:r>
              <a:rPr sz="1600" spc="-7" dirty="0">
                <a:latin typeface="Times New Roman"/>
                <a:cs typeface="Times New Roman"/>
              </a:rPr>
              <a:t>e</a:t>
            </a:r>
            <a:r>
              <a:rPr sz="1600" dirty="0">
                <a:latin typeface="Times New Roman"/>
                <a:cs typeface="Times New Roman"/>
              </a:rPr>
              <a:t>,</a:t>
            </a:r>
            <a:r>
              <a:rPr sz="1600" spc="5" dirty="0">
                <a:latin typeface="Times New Roman"/>
                <a:cs typeface="Times New Roman"/>
              </a:rPr>
              <a:t> </a:t>
            </a:r>
            <a:r>
              <a:rPr sz="1600" spc="-7" dirty="0">
                <a:latin typeface="Times New Roman"/>
                <a:cs typeface="Times New Roman"/>
              </a:rPr>
              <a:t>c</a:t>
            </a:r>
            <a:r>
              <a:rPr sz="1600" spc="-5" dirty="0">
                <a:latin typeface="Times New Roman"/>
                <a:cs typeface="Times New Roman"/>
              </a:rPr>
              <a:t>onsid</a:t>
            </a:r>
            <a:r>
              <a:rPr sz="1600" spc="-7" dirty="0">
                <a:latin typeface="Times New Roman"/>
                <a:cs typeface="Times New Roman"/>
              </a:rPr>
              <a:t>e</a:t>
            </a:r>
            <a:r>
              <a:rPr sz="1600" dirty="0">
                <a:latin typeface="Times New Roman"/>
                <a:cs typeface="Times New Roman"/>
              </a:rPr>
              <a:t>r</a:t>
            </a:r>
            <a:r>
              <a:rPr sz="1600" spc="2" dirty="0">
                <a:latin typeface="Times New Roman"/>
                <a:cs typeface="Times New Roman"/>
              </a:rPr>
              <a:t> </a:t>
            </a:r>
            <a:r>
              <a:rPr sz="1600" spc="-2" dirty="0">
                <a:latin typeface="Times New Roman"/>
                <a:cs typeface="Times New Roman"/>
              </a:rPr>
              <a:t>the instru</a:t>
            </a:r>
            <a:r>
              <a:rPr sz="1600" spc="-10" dirty="0">
                <a:latin typeface="Times New Roman"/>
                <a:cs typeface="Times New Roman"/>
              </a:rPr>
              <a:t>c</a:t>
            </a:r>
            <a:r>
              <a:rPr sz="1600" spc="-2" dirty="0">
                <a:latin typeface="Times New Roman"/>
                <a:cs typeface="Times New Roman"/>
              </a:rPr>
              <a:t>ti</a:t>
            </a:r>
            <a:r>
              <a:rPr sz="1600" dirty="0">
                <a:latin typeface="Times New Roman"/>
                <a:cs typeface="Times New Roman"/>
              </a:rPr>
              <a:t>on </a:t>
            </a:r>
            <a:r>
              <a:rPr sz="1600" spc="-2" dirty="0">
                <a:latin typeface="Times New Roman"/>
                <a:cs typeface="Times New Roman"/>
              </a:rPr>
              <a:t>se</a:t>
            </a:r>
            <a:r>
              <a:rPr sz="1600" spc="-5" dirty="0">
                <a:latin typeface="Times New Roman"/>
                <a:cs typeface="Times New Roman"/>
              </a:rPr>
              <a:t>qu</a:t>
            </a:r>
            <a:r>
              <a:rPr sz="1600" spc="-7" dirty="0">
                <a:latin typeface="Times New Roman"/>
                <a:cs typeface="Times New Roman"/>
              </a:rPr>
              <a:t>e</a:t>
            </a:r>
            <a:r>
              <a:rPr sz="1600" spc="-5" dirty="0">
                <a:latin typeface="Times New Roman"/>
                <a:cs typeface="Times New Roman"/>
              </a:rPr>
              <a:t>n</a:t>
            </a:r>
            <a:r>
              <a:rPr sz="1600" spc="-7" dirty="0">
                <a:latin typeface="Times New Roman"/>
                <a:cs typeface="Times New Roman"/>
              </a:rPr>
              <a:t>c</a:t>
            </a:r>
            <a:r>
              <a:rPr sz="1600" spc="-5" dirty="0">
                <a:latin typeface="Times New Roman"/>
                <a:cs typeface="Times New Roman"/>
              </a:rPr>
              <a:t>e</a:t>
            </a:r>
            <a:r>
              <a:rPr sz="1600" spc="2" dirty="0">
                <a:latin typeface="Times New Roman"/>
                <a:cs typeface="Times New Roman"/>
              </a:rPr>
              <a:t> </a:t>
            </a:r>
            <a:r>
              <a:rPr sz="1600" dirty="0">
                <a:latin typeface="Times New Roman"/>
                <a:cs typeface="Times New Roman"/>
              </a:rPr>
              <a:t>for</a:t>
            </a:r>
            <a:r>
              <a:rPr sz="1600" spc="-5" dirty="0">
                <a:latin typeface="Times New Roman"/>
                <a:cs typeface="Times New Roman"/>
              </a:rPr>
              <a:t> </a:t>
            </a:r>
            <a:r>
              <a:rPr sz="1600" spc="-2" dirty="0">
                <a:latin typeface="Times New Roman"/>
                <a:cs typeface="Times New Roman"/>
              </a:rPr>
              <a:t>the </a:t>
            </a:r>
            <a:r>
              <a:rPr sz="1600" spc="-5" dirty="0">
                <a:latin typeface="Times New Roman"/>
                <a:cs typeface="Times New Roman"/>
              </a:rPr>
              <a:t>op</a:t>
            </a:r>
            <a:r>
              <a:rPr sz="1600" spc="-10" dirty="0">
                <a:latin typeface="Times New Roman"/>
                <a:cs typeface="Times New Roman"/>
              </a:rPr>
              <a:t>e</a:t>
            </a:r>
            <a:r>
              <a:rPr sz="1600" spc="2" dirty="0">
                <a:latin typeface="Times New Roman"/>
                <a:cs typeface="Times New Roman"/>
              </a:rPr>
              <a:t>r</a:t>
            </a:r>
            <a:r>
              <a:rPr sz="1600" spc="-7" dirty="0">
                <a:latin typeface="Times New Roman"/>
                <a:cs typeface="Times New Roman"/>
              </a:rPr>
              <a:t>a</a:t>
            </a:r>
            <a:r>
              <a:rPr sz="1600" spc="-2" dirty="0">
                <a:latin typeface="Times New Roman"/>
                <a:cs typeface="Times New Roman"/>
              </a:rPr>
              <a:t>ti</a:t>
            </a:r>
            <a:r>
              <a:rPr sz="1600" dirty="0">
                <a:latin typeface="Times New Roman"/>
                <a:cs typeface="Times New Roman"/>
              </a:rPr>
              <a:t>on </a:t>
            </a:r>
            <a:r>
              <a:rPr sz="1600" spc="-5" dirty="0">
                <a:latin typeface="Times New Roman"/>
                <a:cs typeface="Times New Roman"/>
              </a:rPr>
              <a:t>C</a:t>
            </a:r>
            <a:r>
              <a:rPr sz="1600" dirty="0">
                <a:latin typeface="Times New Roman"/>
                <a:cs typeface="Times New Roman"/>
              </a:rPr>
              <a:t> </a:t>
            </a:r>
            <a:r>
              <a:rPr sz="1600" spc="-5" dirty="0">
                <a:latin typeface="Times New Roman"/>
                <a:cs typeface="Times New Roman"/>
              </a:rPr>
              <a:t>=</a:t>
            </a:r>
            <a:r>
              <a:rPr sz="1600" spc="-2" dirty="0">
                <a:latin typeface="Times New Roman"/>
                <a:cs typeface="Times New Roman"/>
              </a:rPr>
              <a:t> </a:t>
            </a:r>
            <a:r>
              <a:rPr sz="1600" dirty="0">
                <a:latin typeface="Times New Roman"/>
                <a:cs typeface="Times New Roman"/>
              </a:rPr>
              <a:t>A</a:t>
            </a:r>
            <a:r>
              <a:rPr sz="1600" spc="-2" dirty="0">
                <a:latin typeface="Times New Roman"/>
                <a:cs typeface="Times New Roman"/>
              </a:rPr>
              <a:t> </a:t>
            </a:r>
            <a:r>
              <a:rPr sz="1600" spc="-5" dirty="0">
                <a:latin typeface="Times New Roman"/>
                <a:cs typeface="Times New Roman"/>
              </a:rPr>
              <a:t>+</a:t>
            </a:r>
            <a:r>
              <a:rPr sz="1600" dirty="0">
                <a:latin typeface="Times New Roman"/>
                <a:cs typeface="Times New Roman"/>
              </a:rPr>
              <a:t> </a:t>
            </a:r>
            <a:r>
              <a:rPr sz="1600" spc="-5" dirty="0">
                <a:latin typeface="Times New Roman"/>
                <a:cs typeface="Times New Roman"/>
              </a:rPr>
              <a:t>B:</a:t>
            </a:r>
            <a:endParaRPr sz="1600" dirty="0">
              <a:latin typeface="Times New Roman"/>
              <a:cs typeface="Times New Roman"/>
            </a:endParaRPr>
          </a:p>
          <a:p>
            <a:pPr marL="335673" indent="-109957">
              <a:buSzPct val="83333"/>
              <a:buFont typeface="Symbol"/>
              <a:buChar char=""/>
              <a:tabLst>
                <a:tab pos="335979" algn="l"/>
              </a:tabLst>
            </a:pPr>
            <a:r>
              <a:rPr sz="1600" dirty="0">
                <a:latin typeface="Times New Roman"/>
                <a:cs typeface="Times New Roman"/>
              </a:rPr>
              <a:t>L</a:t>
            </a:r>
            <a:r>
              <a:rPr sz="1600" spc="-2" dirty="0">
                <a:latin typeface="Times New Roman"/>
                <a:cs typeface="Times New Roman"/>
              </a:rPr>
              <a:t>D</a:t>
            </a:r>
            <a:r>
              <a:rPr sz="1600" dirty="0">
                <a:latin typeface="Times New Roman"/>
                <a:cs typeface="Times New Roman"/>
              </a:rPr>
              <a:t>A</a:t>
            </a:r>
            <a:r>
              <a:rPr sz="1600" spc="-2" dirty="0">
                <a:latin typeface="Times New Roman"/>
                <a:cs typeface="Times New Roman"/>
              </a:rPr>
              <a:t> A:</a:t>
            </a:r>
            <a:r>
              <a:rPr sz="1600" spc="2" dirty="0">
                <a:latin typeface="Times New Roman"/>
                <a:cs typeface="Times New Roman"/>
              </a:rPr>
              <a:t> </a:t>
            </a:r>
            <a:r>
              <a:rPr sz="1600" spc="-5" dirty="0">
                <a:latin typeface="Times New Roman"/>
                <a:cs typeface="Times New Roman"/>
              </a:rPr>
              <a:t>Lo</a:t>
            </a:r>
            <a:r>
              <a:rPr sz="1600" spc="-10" dirty="0">
                <a:latin typeface="Times New Roman"/>
                <a:cs typeface="Times New Roman"/>
              </a:rPr>
              <a:t>a</a:t>
            </a:r>
            <a:r>
              <a:rPr sz="1600" dirty="0">
                <a:latin typeface="Times New Roman"/>
                <a:cs typeface="Times New Roman"/>
              </a:rPr>
              <a:t>d </a:t>
            </a:r>
            <a:r>
              <a:rPr sz="1600" spc="-2" dirty="0">
                <a:latin typeface="Times New Roman"/>
                <a:cs typeface="Times New Roman"/>
              </a:rPr>
              <a:t>the</a:t>
            </a:r>
            <a:r>
              <a:rPr sz="1600" spc="2" dirty="0">
                <a:latin typeface="Times New Roman"/>
                <a:cs typeface="Times New Roman"/>
              </a:rPr>
              <a:t> </a:t>
            </a:r>
            <a:r>
              <a:rPr sz="1600" spc="-7" dirty="0">
                <a:latin typeface="Times New Roman"/>
                <a:cs typeface="Times New Roman"/>
              </a:rPr>
              <a:t>c</a:t>
            </a:r>
            <a:r>
              <a:rPr sz="1600" spc="-5" dirty="0">
                <a:latin typeface="Times New Roman"/>
                <a:cs typeface="Times New Roman"/>
              </a:rPr>
              <a:t>onte</a:t>
            </a:r>
            <a:r>
              <a:rPr sz="1600" spc="-2" dirty="0">
                <a:latin typeface="Times New Roman"/>
                <a:cs typeface="Times New Roman"/>
              </a:rPr>
              <a:t>nt</a:t>
            </a:r>
            <a:r>
              <a:rPr sz="1600" dirty="0">
                <a:latin typeface="Times New Roman"/>
                <a:cs typeface="Times New Roman"/>
              </a:rPr>
              <a:t> of </a:t>
            </a:r>
            <a:r>
              <a:rPr sz="1600" spc="-5" dirty="0">
                <a:latin typeface="Times New Roman"/>
                <a:cs typeface="Times New Roman"/>
              </a:rPr>
              <a:t>m</a:t>
            </a:r>
            <a:r>
              <a:rPr sz="1600" spc="-7" dirty="0">
                <a:latin typeface="Times New Roman"/>
                <a:cs typeface="Times New Roman"/>
              </a:rPr>
              <a:t>e</a:t>
            </a:r>
            <a:r>
              <a:rPr sz="1600" spc="-5" dirty="0">
                <a:latin typeface="Times New Roman"/>
                <a:cs typeface="Times New Roman"/>
              </a:rPr>
              <a:t>mory</a:t>
            </a:r>
            <a:r>
              <a:rPr sz="1600" spc="-2" dirty="0">
                <a:latin typeface="Times New Roman"/>
                <a:cs typeface="Times New Roman"/>
              </a:rPr>
              <a:t> loc</a:t>
            </a:r>
            <a:r>
              <a:rPr sz="1600" spc="-10" dirty="0">
                <a:latin typeface="Times New Roman"/>
                <a:cs typeface="Times New Roman"/>
              </a:rPr>
              <a:t>a</a:t>
            </a:r>
            <a:r>
              <a:rPr sz="1600" spc="-2" dirty="0">
                <a:latin typeface="Times New Roman"/>
                <a:cs typeface="Times New Roman"/>
              </a:rPr>
              <a:t>ti</a:t>
            </a:r>
            <a:r>
              <a:rPr sz="1600" dirty="0">
                <a:latin typeface="Times New Roman"/>
                <a:cs typeface="Times New Roman"/>
              </a:rPr>
              <a:t>on A</a:t>
            </a:r>
            <a:r>
              <a:rPr sz="1600" spc="-2" dirty="0">
                <a:latin typeface="Times New Roman"/>
                <a:cs typeface="Times New Roman"/>
              </a:rPr>
              <a:t> </a:t>
            </a:r>
            <a:r>
              <a:rPr sz="1600" dirty="0">
                <a:latin typeface="Times New Roman"/>
                <a:cs typeface="Times New Roman"/>
              </a:rPr>
              <a:t>i</a:t>
            </a:r>
            <a:r>
              <a:rPr sz="1600" spc="-5" dirty="0">
                <a:latin typeface="Times New Roman"/>
                <a:cs typeface="Times New Roman"/>
              </a:rPr>
              <a:t>nto</a:t>
            </a:r>
            <a:r>
              <a:rPr sz="1600" dirty="0">
                <a:latin typeface="Times New Roman"/>
                <a:cs typeface="Times New Roman"/>
              </a:rPr>
              <a:t> </a:t>
            </a:r>
            <a:r>
              <a:rPr sz="1600" spc="-2" dirty="0">
                <a:latin typeface="Times New Roman"/>
                <a:cs typeface="Times New Roman"/>
              </a:rPr>
              <a:t>the A</a:t>
            </a:r>
            <a:r>
              <a:rPr sz="1600" spc="-5" dirty="0">
                <a:latin typeface="Times New Roman"/>
                <a:cs typeface="Times New Roman"/>
              </a:rPr>
              <a:t>c</a:t>
            </a:r>
            <a:r>
              <a:rPr sz="1600" spc="-7" dirty="0">
                <a:latin typeface="Times New Roman"/>
                <a:cs typeface="Times New Roman"/>
              </a:rPr>
              <a:t>c</a:t>
            </a:r>
            <a:r>
              <a:rPr sz="1600" spc="-5" dirty="0">
                <a:latin typeface="Times New Roman"/>
                <a:cs typeface="Times New Roman"/>
              </a:rPr>
              <a:t>umul</a:t>
            </a:r>
            <a:r>
              <a:rPr sz="1600" spc="-7" dirty="0">
                <a:latin typeface="Times New Roman"/>
                <a:cs typeface="Times New Roman"/>
              </a:rPr>
              <a:t>a</a:t>
            </a:r>
            <a:r>
              <a:rPr sz="1600" spc="-2" dirty="0">
                <a:latin typeface="Times New Roman"/>
                <a:cs typeface="Times New Roman"/>
              </a:rPr>
              <a:t>tor </a:t>
            </a:r>
            <a:r>
              <a:rPr sz="1600" spc="2" dirty="0">
                <a:latin typeface="Times New Roman"/>
                <a:cs typeface="Times New Roman"/>
              </a:rPr>
              <a:t>(</a:t>
            </a:r>
            <a:r>
              <a:rPr sz="1600" spc="-2" dirty="0">
                <a:latin typeface="Times New Roman"/>
                <a:cs typeface="Times New Roman"/>
              </a:rPr>
              <a:t>AC).</a:t>
            </a:r>
            <a:endParaRPr sz="1600" dirty="0">
              <a:latin typeface="Times New Roman"/>
              <a:cs typeface="Times New Roman"/>
            </a:endParaRPr>
          </a:p>
          <a:p>
            <a:pPr marL="335673" marR="3054" indent="-109957">
              <a:spcBef>
                <a:spcPts val="31"/>
              </a:spcBef>
              <a:buSzPct val="83333"/>
              <a:buFont typeface="Symbol"/>
              <a:buChar char=""/>
              <a:tabLst>
                <a:tab pos="335979" algn="l"/>
              </a:tabLst>
            </a:pPr>
            <a:r>
              <a:rPr sz="1600" spc="-2" dirty="0">
                <a:latin typeface="Times New Roman"/>
                <a:cs typeface="Times New Roman"/>
              </a:rPr>
              <a:t>AD</a:t>
            </a:r>
            <a:r>
              <a:rPr sz="1600" dirty="0">
                <a:latin typeface="Times New Roman"/>
                <a:cs typeface="Times New Roman"/>
              </a:rPr>
              <a:t>D </a:t>
            </a:r>
            <a:r>
              <a:rPr sz="1600" spc="-72" dirty="0">
                <a:latin typeface="Times New Roman"/>
                <a:cs typeface="Times New Roman"/>
              </a:rPr>
              <a:t> </a:t>
            </a:r>
            <a:r>
              <a:rPr sz="1600" spc="-5" dirty="0">
                <a:latin typeface="Times New Roman"/>
                <a:cs typeface="Times New Roman"/>
              </a:rPr>
              <a:t>B:</a:t>
            </a:r>
            <a:r>
              <a:rPr sz="1600" spc="2" dirty="0">
                <a:latin typeface="Times New Roman"/>
                <a:cs typeface="Times New Roman"/>
              </a:rPr>
              <a:t> </a:t>
            </a:r>
            <a:r>
              <a:rPr sz="1600" spc="-2" dirty="0">
                <a:latin typeface="Times New Roman"/>
                <a:cs typeface="Times New Roman"/>
              </a:rPr>
              <a:t>Ad</a:t>
            </a:r>
            <a:r>
              <a:rPr sz="1600" dirty="0">
                <a:latin typeface="Times New Roman"/>
                <a:cs typeface="Times New Roman"/>
              </a:rPr>
              <a:t>d </a:t>
            </a:r>
            <a:r>
              <a:rPr sz="1600" spc="-72" dirty="0">
                <a:latin typeface="Times New Roman"/>
                <a:cs typeface="Times New Roman"/>
              </a:rPr>
              <a:t> </a:t>
            </a:r>
            <a:r>
              <a:rPr sz="1600" spc="-2" dirty="0">
                <a:latin typeface="Times New Roman"/>
                <a:cs typeface="Times New Roman"/>
              </a:rPr>
              <a:t>the</a:t>
            </a:r>
            <a:r>
              <a:rPr sz="1600" dirty="0">
                <a:latin typeface="Times New Roman"/>
                <a:cs typeface="Times New Roman"/>
              </a:rPr>
              <a:t> </a:t>
            </a:r>
            <a:r>
              <a:rPr sz="1600" spc="-72" dirty="0">
                <a:latin typeface="Times New Roman"/>
                <a:cs typeface="Times New Roman"/>
              </a:rPr>
              <a:t> </a:t>
            </a:r>
            <a:r>
              <a:rPr sz="1600" spc="-7" dirty="0">
                <a:latin typeface="Times New Roman"/>
                <a:cs typeface="Times New Roman"/>
              </a:rPr>
              <a:t>c</a:t>
            </a:r>
            <a:r>
              <a:rPr sz="1600" spc="-5" dirty="0">
                <a:latin typeface="Times New Roman"/>
                <a:cs typeface="Times New Roman"/>
              </a:rPr>
              <a:t>onte</a:t>
            </a:r>
            <a:r>
              <a:rPr sz="1600" spc="-2" dirty="0">
                <a:latin typeface="Times New Roman"/>
                <a:cs typeface="Times New Roman"/>
              </a:rPr>
              <a:t>nt</a:t>
            </a:r>
            <a:r>
              <a:rPr sz="1600" dirty="0">
                <a:latin typeface="Times New Roman"/>
                <a:cs typeface="Times New Roman"/>
              </a:rPr>
              <a:t> </a:t>
            </a:r>
            <a:r>
              <a:rPr sz="1600" spc="-70" dirty="0">
                <a:latin typeface="Times New Roman"/>
                <a:cs typeface="Times New Roman"/>
              </a:rPr>
              <a:t> </a:t>
            </a:r>
            <a:r>
              <a:rPr sz="1600" dirty="0">
                <a:latin typeface="Times New Roman"/>
                <a:cs typeface="Times New Roman"/>
              </a:rPr>
              <a:t>of </a:t>
            </a:r>
            <a:r>
              <a:rPr sz="1600" spc="-72" dirty="0">
                <a:latin typeface="Times New Roman"/>
                <a:cs typeface="Times New Roman"/>
              </a:rPr>
              <a:t> </a:t>
            </a:r>
            <a:r>
              <a:rPr sz="1600" spc="-5" dirty="0">
                <a:latin typeface="Times New Roman"/>
                <a:cs typeface="Times New Roman"/>
              </a:rPr>
              <a:t>memor</a:t>
            </a:r>
            <a:r>
              <a:rPr sz="1600" dirty="0">
                <a:latin typeface="Times New Roman"/>
                <a:cs typeface="Times New Roman"/>
              </a:rPr>
              <a:t>y </a:t>
            </a:r>
            <a:r>
              <a:rPr sz="1600" spc="-72" dirty="0">
                <a:latin typeface="Times New Roman"/>
                <a:cs typeface="Times New Roman"/>
              </a:rPr>
              <a:t> </a:t>
            </a:r>
            <a:r>
              <a:rPr sz="1600" spc="-2" dirty="0">
                <a:latin typeface="Times New Roman"/>
                <a:cs typeface="Times New Roman"/>
              </a:rPr>
              <a:t>loc</a:t>
            </a:r>
            <a:r>
              <a:rPr sz="1600" spc="-10" dirty="0">
                <a:latin typeface="Times New Roman"/>
                <a:cs typeface="Times New Roman"/>
              </a:rPr>
              <a:t>a</a:t>
            </a:r>
            <a:r>
              <a:rPr sz="1600" spc="-2" dirty="0">
                <a:latin typeface="Times New Roman"/>
                <a:cs typeface="Times New Roman"/>
              </a:rPr>
              <a:t>ti</a:t>
            </a:r>
            <a:r>
              <a:rPr sz="1600" dirty="0">
                <a:latin typeface="Times New Roman"/>
                <a:cs typeface="Times New Roman"/>
              </a:rPr>
              <a:t>on </a:t>
            </a:r>
            <a:r>
              <a:rPr sz="1600" spc="-72" dirty="0">
                <a:latin typeface="Times New Roman"/>
                <a:cs typeface="Times New Roman"/>
              </a:rPr>
              <a:t> </a:t>
            </a:r>
            <a:r>
              <a:rPr sz="1600" spc="-5" dirty="0">
                <a:latin typeface="Times New Roman"/>
                <a:cs typeface="Times New Roman"/>
              </a:rPr>
              <a:t>B</a:t>
            </a:r>
            <a:r>
              <a:rPr sz="1600" dirty="0">
                <a:latin typeface="Times New Roman"/>
                <a:cs typeface="Times New Roman"/>
              </a:rPr>
              <a:t> </a:t>
            </a:r>
            <a:r>
              <a:rPr sz="1600" spc="-70" dirty="0">
                <a:latin typeface="Times New Roman"/>
                <a:cs typeface="Times New Roman"/>
              </a:rPr>
              <a:t> </a:t>
            </a:r>
            <a:r>
              <a:rPr sz="1600" spc="-2" dirty="0">
                <a:latin typeface="Times New Roman"/>
                <a:cs typeface="Times New Roman"/>
              </a:rPr>
              <a:t>to</a:t>
            </a:r>
            <a:r>
              <a:rPr sz="1600" dirty="0">
                <a:latin typeface="Times New Roman"/>
                <a:cs typeface="Times New Roman"/>
              </a:rPr>
              <a:t> </a:t>
            </a:r>
            <a:r>
              <a:rPr sz="1600" spc="-70" dirty="0">
                <a:latin typeface="Times New Roman"/>
                <a:cs typeface="Times New Roman"/>
              </a:rPr>
              <a:t> </a:t>
            </a:r>
            <a:r>
              <a:rPr sz="1600" spc="-2" dirty="0">
                <a:latin typeface="Times New Roman"/>
                <a:cs typeface="Times New Roman"/>
              </a:rPr>
              <a:t>the</a:t>
            </a:r>
            <a:r>
              <a:rPr sz="1600" dirty="0">
                <a:latin typeface="Times New Roman"/>
                <a:cs typeface="Times New Roman"/>
              </a:rPr>
              <a:t> </a:t>
            </a:r>
            <a:r>
              <a:rPr sz="1600" spc="-72" dirty="0">
                <a:latin typeface="Times New Roman"/>
                <a:cs typeface="Times New Roman"/>
              </a:rPr>
              <a:t> </a:t>
            </a:r>
            <a:r>
              <a:rPr sz="1600" spc="-5" dirty="0">
                <a:latin typeface="Times New Roman"/>
                <a:cs typeface="Times New Roman"/>
              </a:rPr>
              <a:t>d</a:t>
            </a:r>
            <a:r>
              <a:rPr sz="1600" spc="-7" dirty="0">
                <a:latin typeface="Times New Roman"/>
                <a:cs typeface="Times New Roman"/>
              </a:rPr>
              <a:t>a</a:t>
            </a:r>
            <a:r>
              <a:rPr sz="1600" spc="-2" dirty="0">
                <a:latin typeface="Times New Roman"/>
                <a:cs typeface="Times New Roman"/>
              </a:rPr>
              <a:t>ta</a:t>
            </a:r>
            <a:r>
              <a:rPr sz="1600" dirty="0">
                <a:latin typeface="Times New Roman"/>
                <a:cs typeface="Times New Roman"/>
              </a:rPr>
              <a:t> </a:t>
            </a:r>
            <a:r>
              <a:rPr sz="1600" spc="-72" dirty="0">
                <a:latin typeface="Times New Roman"/>
                <a:cs typeface="Times New Roman"/>
              </a:rPr>
              <a:t> </a:t>
            </a:r>
            <a:r>
              <a:rPr sz="1600" spc="-2" dirty="0">
                <a:latin typeface="Times New Roman"/>
                <a:cs typeface="Times New Roman"/>
              </a:rPr>
              <a:t>in</a:t>
            </a:r>
            <a:r>
              <a:rPr sz="1600" dirty="0">
                <a:latin typeface="Times New Roman"/>
                <a:cs typeface="Times New Roman"/>
              </a:rPr>
              <a:t> </a:t>
            </a:r>
            <a:r>
              <a:rPr sz="1600" spc="-70" dirty="0">
                <a:latin typeface="Times New Roman"/>
                <a:cs typeface="Times New Roman"/>
              </a:rPr>
              <a:t> </a:t>
            </a:r>
            <a:r>
              <a:rPr sz="1600" spc="-2" dirty="0">
                <a:latin typeface="Times New Roman"/>
                <a:cs typeface="Times New Roman"/>
              </a:rPr>
              <a:t>the</a:t>
            </a:r>
            <a:r>
              <a:rPr sz="1600" dirty="0">
                <a:latin typeface="Times New Roman"/>
                <a:cs typeface="Times New Roman"/>
              </a:rPr>
              <a:t> </a:t>
            </a:r>
            <a:r>
              <a:rPr sz="1600" spc="-72" dirty="0">
                <a:latin typeface="Times New Roman"/>
                <a:cs typeface="Times New Roman"/>
              </a:rPr>
              <a:t> </a:t>
            </a:r>
            <a:r>
              <a:rPr sz="1600" spc="-2" dirty="0">
                <a:latin typeface="Times New Roman"/>
                <a:cs typeface="Times New Roman"/>
              </a:rPr>
              <a:t>A</a:t>
            </a:r>
            <a:r>
              <a:rPr sz="1600" spc="-5" dirty="0">
                <a:latin typeface="Times New Roman"/>
                <a:cs typeface="Times New Roman"/>
              </a:rPr>
              <a:t>c</a:t>
            </a:r>
            <a:r>
              <a:rPr sz="1600" spc="-7" dirty="0">
                <a:latin typeface="Times New Roman"/>
                <a:cs typeface="Times New Roman"/>
              </a:rPr>
              <a:t>c</a:t>
            </a:r>
            <a:r>
              <a:rPr sz="1600" spc="5" dirty="0">
                <a:latin typeface="Times New Roman"/>
                <a:cs typeface="Times New Roman"/>
              </a:rPr>
              <a:t>u</a:t>
            </a:r>
            <a:r>
              <a:rPr sz="1600" spc="-5" dirty="0">
                <a:latin typeface="Times New Roman"/>
                <a:cs typeface="Times New Roman"/>
              </a:rPr>
              <a:t>mul</a:t>
            </a:r>
            <a:r>
              <a:rPr sz="1600" spc="-7" dirty="0">
                <a:latin typeface="Times New Roman"/>
                <a:cs typeface="Times New Roman"/>
              </a:rPr>
              <a:t>a</a:t>
            </a:r>
            <a:r>
              <a:rPr sz="1600" spc="-2" dirty="0">
                <a:latin typeface="Times New Roman"/>
                <a:cs typeface="Times New Roman"/>
              </a:rPr>
              <a:t>tor </a:t>
            </a:r>
            <a:r>
              <a:rPr sz="1600" dirty="0">
                <a:latin typeface="Times New Roman"/>
                <a:cs typeface="Times New Roman"/>
              </a:rPr>
              <a:t>(</a:t>
            </a:r>
            <a:r>
              <a:rPr sz="1600" spc="-5" dirty="0">
                <a:latin typeface="Times New Roman"/>
                <a:cs typeface="Times New Roman"/>
              </a:rPr>
              <a:t>AC</a:t>
            </a:r>
            <a:r>
              <a:rPr sz="1600" dirty="0">
                <a:latin typeface="Times New Roman"/>
                <a:cs typeface="Times New Roman"/>
              </a:rPr>
              <a:t>).</a:t>
            </a:r>
          </a:p>
          <a:p>
            <a:pPr marL="335673" marR="3971" indent="-109957">
              <a:buSzPct val="83333"/>
              <a:buFont typeface="Symbol"/>
              <a:buChar char=""/>
              <a:tabLst>
                <a:tab pos="335979" algn="l"/>
              </a:tabLst>
            </a:pPr>
            <a:r>
              <a:rPr sz="1600" dirty="0">
                <a:latin typeface="Times New Roman"/>
                <a:cs typeface="Times New Roman"/>
              </a:rPr>
              <a:t>S</a:t>
            </a:r>
            <a:r>
              <a:rPr sz="1600" spc="-2" dirty="0">
                <a:latin typeface="Times New Roman"/>
                <a:cs typeface="Times New Roman"/>
              </a:rPr>
              <a:t>tore</a:t>
            </a:r>
            <a:r>
              <a:rPr sz="1600" spc="70" dirty="0">
                <a:latin typeface="Times New Roman"/>
                <a:cs typeface="Times New Roman"/>
              </a:rPr>
              <a:t> </a:t>
            </a:r>
            <a:r>
              <a:rPr sz="1600" spc="-5" dirty="0">
                <a:latin typeface="Times New Roman"/>
                <a:cs typeface="Times New Roman"/>
              </a:rPr>
              <a:t>C:</a:t>
            </a:r>
            <a:r>
              <a:rPr sz="1600" spc="2" dirty="0">
                <a:latin typeface="Times New Roman"/>
                <a:cs typeface="Times New Roman"/>
              </a:rPr>
              <a:t> </a:t>
            </a:r>
            <a:r>
              <a:rPr sz="1600" dirty="0">
                <a:latin typeface="Times New Roman"/>
                <a:cs typeface="Times New Roman"/>
              </a:rPr>
              <a:t>S</a:t>
            </a:r>
            <a:r>
              <a:rPr sz="1600" spc="-2" dirty="0">
                <a:latin typeface="Times New Roman"/>
                <a:cs typeface="Times New Roman"/>
              </a:rPr>
              <a:t>tore</a:t>
            </a:r>
            <a:r>
              <a:rPr sz="1600" spc="70" dirty="0">
                <a:latin typeface="Times New Roman"/>
                <a:cs typeface="Times New Roman"/>
              </a:rPr>
              <a:t> </a:t>
            </a:r>
            <a:r>
              <a:rPr sz="1600" spc="-2" dirty="0">
                <a:latin typeface="Times New Roman"/>
                <a:cs typeface="Times New Roman"/>
              </a:rPr>
              <a:t>the</a:t>
            </a:r>
            <a:r>
              <a:rPr sz="1600" dirty="0">
                <a:latin typeface="Times New Roman"/>
                <a:cs typeface="Times New Roman"/>
              </a:rPr>
              <a:t> </a:t>
            </a:r>
            <a:r>
              <a:rPr sz="1600" spc="-72" dirty="0">
                <a:latin typeface="Times New Roman"/>
                <a:cs typeface="Times New Roman"/>
              </a:rPr>
              <a:t> </a:t>
            </a:r>
            <a:r>
              <a:rPr sz="1600" spc="-2" dirty="0">
                <a:latin typeface="Times New Roman"/>
                <a:cs typeface="Times New Roman"/>
              </a:rPr>
              <a:t>r</a:t>
            </a:r>
            <a:r>
              <a:rPr sz="1600" spc="-10" dirty="0">
                <a:latin typeface="Times New Roman"/>
                <a:cs typeface="Times New Roman"/>
              </a:rPr>
              <a:t>e</a:t>
            </a:r>
            <a:r>
              <a:rPr sz="1600" spc="-5" dirty="0">
                <a:latin typeface="Times New Roman"/>
                <a:cs typeface="Times New Roman"/>
              </a:rPr>
              <a:t>sul</a:t>
            </a:r>
            <a:r>
              <a:rPr sz="1600" spc="-2" dirty="0">
                <a:latin typeface="Times New Roman"/>
                <a:cs typeface="Times New Roman"/>
              </a:rPr>
              <a:t>t</a:t>
            </a:r>
            <a:r>
              <a:rPr sz="1600" spc="70" dirty="0">
                <a:latin typeface="Times New Roman"/>
                <a:cs typeface="Times New Roman"/>
              </a:rPr>
              <a:t> </a:t>
            </a:r>
            <a:r>
              <a:rPr sz="1600" spc="-2" dirty="0">
                <a:latin typeface="Times New Roman"/>
                <a:cs typeface="Times New Roman"/>
              </a:rPr>
              <a:t>in</a:t>
            </a:r>
            <a:r>
              <a:rPr sz="1600" dirty="0">
                <a:latin typeface="Times New Roman"/>
                <a:cs typeface="Times New Roman"/>
              </a:rPr>
              <a:t> </a:t>
            </a:r>
            <a:r>
              <a:rPr sz="1600" spc="-70" dirty="0">
                <a:latin typeface="Times New Roman"/>
                <a:cs typeface="Times New Roman"/>
              </a:rPr>
              <a:t> </a:t>
            </a:r>
            <a:r>
              <a:rPr sz="1600" spc="-2" dirty="0">
                <a:latin typeface="Times New Roman"/>
                <a:cs typeface="Times New Roman"/>
              </a:rPr>
              <a:t>the</a:t>
            </a:r>
            <a:r>
              <a:rPr sz="1600" dirty="0">
                <a:latin typeface="Times New Roman"/>
                <a:cs typeface="Times New Roman"/>
              </a:rPr>
              <a:t> </a:t>
            </a:r>
            <a:r>
              <a:rPr sz="1600" spc="-72" dirty="0">
                <a:latin typeface="Times New Roman"/>
                <a:cs typeface="Times New Roman"/>
              </a:rPr>
              <a:t> </a:t>
            </a:r>
            <a:r>
              <a:rPr sz="1600" spc="-2" dirty="0">
                <a:latin typeface="Times New Roman"/>
                <a:cs typeface="Times New Roman"/>
              </a:rPr>
              <a:t>A</a:t>
            </a:r>
            <a:r>
              <a:rPr sz="1600" spc="-5" dirty="0">
                <a:latin typeface="Times New Roman"/>
                <a:cs typeface="Times New Roman"/>
              </a:rPr>
              <a:t>c</a:t>
            </a:r>
            <a:r>
              <a:rPr sz="1600" spc="-7" dirty="0">
                <a:latin typeface="Times New Roman"/>
                <a:cs typeface="Times New Roman"/>
              </a:rPr>
              <a:t>c</a:t>
            </a:r>
            <a:r>
              <a:rPr sz="1600" spc="-5" dirty="0">
                <a:latin typeface="Times New Roman"/>
                <a:cs typeface="Times New Roman"/>
              </a:rPr>
              <a:t>umul</a:t>
            </a:r>
            <a:r>
              <a:rPr sz="1600" spc="-7" dirty="0">
                <a:latin typeface="Times New Roman"/>
                <a:cs typeface="Times New Roman"/>
              </a:rPr>
              <a:t>a</a:t>
            </a:r>
            <a:r>
              <a:rPr sz="1600" spc="-2" dirty="0">
                <a:latin typeface="Times New Roman"/>
                <a:cs typeface="Times New Roman"/>
              </a:rPr>
              <a:t>tor</a:t>
            </a:r>
            <a:r>
              <a:rPr sz="1600" dirty="0">
                <a:latin typeface="Times New Roman"/>
                <a:cs typeface="Times New Roman"/>
              </a:rPr>
              <a:t> </a:t>
            </a:r>
            <a:r>
              <a:rPr sz="1600" spc="-72" dirty="0">
                <a:latin typeface="Times New Roman"/>
                <a:cs typeface="Times New Roman"/>
              </a:rPr>
              <a:t> </a:t>
            </a:r>
            <a:r>
              <a:rPr sz="1600" dirty="0">
                <a:latin typeface="Times New Roman"/>
                <a:cs typeface="Times New Roman"/>
              </a:rPr>
              <a:t>(A</a:t>
            </a:r>
            <a:r>
              <a:rPr sz="1600" spc="-5" dirty="0">
                <a:latin typeface="Times New Roman"/>
                <a:cs typeface="Times New Roman"/>
              </a:rPr>
              <a:t>C</a:t>
            </a:r>
            <a:r>
              <a:rPr sz="1600" dirty="0">
                <a:latin typeface="Times New Roman"/>
                <a:cs typeface="Times New Roman"/>
              </a:rPr>
              <a:t>) </a:t>
            </a:r>
            <a:r>
              <a:rPr sz="1600" spc="-72" dirty="0">
                <a:latin typeface="Times New Roman"/>
                <a:cs typeface="Times New Roman"/>
              </a:rPr>
              <a:t> </a:t>
            </a:r>
            <a:r>
              <a:rPr sz="1600" spc="-5" dirty="0">
                <a:latin typeface="Times New Roman"/>
                <a:cs typeface="Times New Roman"/>
              </a:rPr>
              <a:t>b</a:t>
            </a:r>
            <a:r>
              <a:rPr sz="1600" spc="-7" dirty="0">
                <a:latin typeface="Times New Roman"/>
                <a:cs typeface="Times New Roman"/>
              </a:rPr>
              <a:t>ac</a:t>
            </a:r>
            <a:r>
              <a:rPr sz="1600" dirty="0">
                <a:latin typeface="Times New Roman"/>
                <a:cs typeface="Times New Roman"/>
              </a:rPr>
              <a:t>k </a:t>
            </a:r>
            <a:r>
              <a:rPr sz="1600" spc="-72" dirty="0">
                <a:latin typeface="Times New Roman"/>
                <a:cs typeface="Times New Roman"/>
              </a:rPr>
              <a:t> </a:t>
            </a:r>
            <a:r>
              <a:rPr sz="1600" spc="-2" dirty="0">
                <a:latin typeface="Times New Roman"/>
                <a:cs typeface="Times New Roman"/>
              </a:rPr>
              <a:t>to</a:t>
            </a:r>
            <a:r>
              <a:rPr sz="1600" dirty="0">
                <a:latin typeface="Times New Roman"/>
                <a:cs typeface="Times New Roman"/>
              </a:rPr>
              <a:t> </a:t>
            </a:r>
            <a:r>
              <a:rPr sz="1600" spc="-70" dirty="0">
                <a:latin typeface="Times New Roman"/>
                <a:cs typeface="Times New Roman"/>
              </a:rPr>
              <a:t> </a:t>
            </a:r>
            <a:r>
              <a:rPr sz="1600" spc="-2" dirty="0">
                <a:latin typeface="Times New Roman"/>
                <a:cs typeface="Times New Roman"/>
              </a:rPr>
              <a:t>the</a:t>
            </a:r>
            <a:r>
              <a:rPr sz="1600" dirty="0">
                <a:latin typeface="Times New Roman"/>
                <a:cs typeface="Times New Roman"/>
              </a:rPr>
              <a:t> </a:t>
            </a:r>
            <a:r>
              <a:rPr sz="1600" spc="-72" dirty="0">
                <a:latin typeface="Times New Roman"/>
                <a:cs typeface="Times New Roman"/>
              </a:rPr>
              <a:t> </a:t>
            </a:r>
            <a:r>
              <a:rPr sz="1600" spc="-5" dirty="0">
                <a:latin typeface="Times New Roman"/>
                <a:cs typeface="Times New Roman"/>
              </a:rPr>
              <a:t>memor</a:t>
            </a:r>
            <a:r>
              <a:rPr sz="1600" dirty="0">
                <a:latin typeface="Times New Roman"/>
                <a:cs typeface="Times New Roman"/>
              </a:rPr>
              <a:t>y </a:t>
            </a:r>
            <a:r>
              <a:rPr sz="1600" spc="-72" dirty="0">
                <a:latin typeface="Times New Roman"/>
                <a:cs typeface="Times New Roman"/>
              </a:rPr>
              <a:t> </a:t>
            </a:r>
            <a:r>
              <a:rPr sz="1600" spc="-2" dirty="0">
                <a:latin typeface="Times New Roman"/>
                <a:cs typeface="Times New Roman"/>
              </a:rPr>
              <a:t>loc</a:t>
            </a:r>
            <a:r>
              <a:rPr sz="1600" spc="-10" dirty="0">
                <a:latin typeface="Times New Roman"/>
                <a:cs typeface="Times New Roman"/>
              </a:rPr>
              <a:t>a</a:t>
            </a:r>
            <a:r>
              <a:rPr sz="1600" spc="-2" dirty="0">
                <a:latin typeface="Times New Roman"/>
                <a:cs typeface="Times New Roman"/>
              </a:rPr>
              <a:t>ti</a:t>
            </a:r>
            <a:r>
              <a:rPr sz="1600" dirty="0">
                <a:latin typeface="Times New Roman"/>
                <a:cs typeface="Times New Roman"/>
              </a:rPr>
              <a:t>on </a:t>
            </a:r>
            <a:r>
              <a:rPr sz="1600" spc="-5" dirty="0">
                <a:latin typeface="Times New Roman"/>
                <a:cs typeface="Times New Roman"/>
              </a:rPr>
              <a:t>designate</a:t>
            </a:r>
            <a:r>
              <a:rPr sz="1600" dirty="0">
                <a:latin typeface="Times New Roman"/>
                <a:cs typeface="Times New Roman"/>
              </a:rPr>
              <a:t>d for</a:t>
            </a:r>
            <a:r>
              <a:rPr sz="1600" spc="-5" dirty="0">
                <a:latin typeface="Times New Roman"/>
                <a:cs typeface="Times New Roman"/>
              </a:rPr>
              <a:t> C</a:t>
            </a:r>
            <a:r>
              <a:rPr sz="1600" dirty="0">
                <a:latin typeface="Times New Roman"/>
                <a:cs typeface="Times New Roman"/>
              </a:rPr>
              <a:t>.</a:t>
            </a:r>
            <a:endParaRPr lang="en-US" sz="1600" dirty="0">
              <a:latin typeface="Times New Roman"/>
              <a:cs typeface="Times New Roman"/>
            </a:endParaRPr>
          </a:p>
          <a:p>
            <a:pPr marL="335673" marR="3971" indent="-109957">
              <a:buSzPct val="83333"/>
              <a:buFont typeface="Symbol"/>
              <a:buChar char=""/>
              <a:tabLst>
                <a:tab pos="335979" algn="l"/>
              </a:tabLst>
            </a:pPr>
            <a:r>
              <a:rPr lang="en-US" sz="1600" spc="-10" dirty="0">
                <a:latin typeface="Times New Roman"/>
                <a:cs typeface="Times New Roman"/>
              </a:rPr>
              <a:t>I</a:t>
            </a:r>
            <a:r>
              <a:rPr lang="en-US" sz="1600" dirty="0">
                <a:latin typeface="Times New Roman"/>
                <a:cs typeface="Times New Roman"/>
              </a:rPr>
              <a:t>n </a:t>
            </a:r>
            <a:r>
              <a:rPr lang="en-US" sz="1600" spc="-7" dirty="0">
                <a:latin typeface="Times New Roman"/>
                <a:cs typeface="Times New Roman"/>
              </a:rPr>
              <a:t> </a:t>
            </a:r>
            <a:r>
              <a:rPr lang="en-US" sz="1600" spc="-2" dirty="0">
                <a:latin typeface="Times New Roman"/>
                <a:cs typeface="Times New Roman"/>
              </a:rPr>
              <a:t>thi</a:t>
            </a:r>
            <a:r>
              <a:rPr lang="en-US" sz="1600" dirty="0">
                <a:latin typeface="Times New Roman"/>
                <a:cs typeface="Times New Roman"/>
              </a:rPr>
              <a:t>s </a:t>
            </a:r>
            <a:r>
              <a:rPr lang="en-US" sz="1600" spc="-12" dirty="0">
                <a:latin typeface="Times New Roman"/>
                <a:cs typeface="Times New Roman"/>
              </a:rPr>
              <a:t> </a:t>
            </a:r>
            <a:r>
              <a:rPr lang="en-US" sz="1600" spc="-7" dirty="0">
                <a:latin typeface="Times New Roman"/>
                <a:cs typeface="Times New Roman"/>
              </a:rPr>
              <a:t>a</a:t>
            </a:r>
            <a:r>
              <a:rPr lang="en-US" sz="1600" spc="-2" dirty="0">
                <a:latin typeface="Times New Roman"/>
                <a:cs typeface="Times New Roman"/>
              </a:rPr>
              <a:t>r</a:t>
            </a:r>
            <a:r>
              <a:rPr lang="en-US" sz="1600" spc="-10" dirty="0">
                <a:latin typeface="Times New Roman"/>
                <a:cs typeface="Times New Roman"/>
              </a:rPr>
              <a:t>c</a:t>
            </a:r>
            <a:r>
              <a:rPr lang="en-US" sz="1600" spc="-2" dirty="0">
                <a:latin typeface="Times New Roman"/>
                <a:cs typeface="Times New Roman"/>
              </a:rPr>
              <a:t>hite</a:t>
            </a:r>
            <a:r>
              <a:rPr lang="en-US" sz="1600" spc="-7" dirty="0">
                <a:latin typeface="Times New Roman"/>
                <a:cs typeface="Times New Roman"/>
              </a:rPr>
              <a:t>c</a:t>
            </a:r>
            <a:r>
              <a:rPr lang="en-US" sz="1600" spc="-2" dirty="0">
                <a:latin typeface="Times New Roman"/>
                <a:cs typeface="Times New Roman"/>
              </a:rPr>
              <a:t>tur</a:t>
            </a:r>
            <a:r>
              <a:rPr lang="en-US" sz="1600" spc="-10" dirty="0">
                <a:latin typeface="Times New Roman"/>
                <a:cs typeface="Times New Roman"/>
              </a:rPr>
              <a:t>e</a:t>
            </a:r>
            <a:r>
              <a:rPr lang="en-US" sz="1600" dirty="0">
                <a:latin typeface="Times New Roman"/>
                <a:cs typeface="Times New Roman"/>
              </a:rPr>
              <a:t>, </a:t>
            </a:r>
            <a:r>
              <a:rPr lang="en-US" sz="1600" spc="-7" dirty="0">
                <a:latin typeface="Times New Roman"/>
                <a:cs typeface="Times New Roman"/>
              </a:rPr>
              <a:t> </a:t>
            </a:r>
            <a:r>
              <a:rPr lang="en-US" sz="1600" spc="-2" dirty="0">
                <a:latin typeface="Times New Roman"/>
                <a:cs typeface="Times New Roman"/>
              </a:rPr>
              <a:t>w</a:t>
            </a:r>
            <a:r>
              <a:rPr lang="en-US" sz="1600" dirty="0">
                <a:latin typeface="Times New Roman"/>
                <a:cs typeface="Times New Roman"/>
              </a:rPr>
              <a:t>e </a:t>
            </a:r>
            <a:r>
              <a:rPr lang="en-US" sz="1600" spc="-12" dirty="0">
                <a:latin typeface="Times New Roman"/>
                <a:cs typeface="Times New Roman"/>
              </a:rPr>
              <a:t> </a:t>
            </a:r>
            <a:r>
              <a:rPr lang="en-US" sz="1600" spc="-5" dirty="0">
                <a:latin typeface="Times New Roman"/>
                <a:cs typeface="Times New Roman"/>
              </a:rPr>
              <a:t>h</a:t>
            </a:r>
            <a:r>
              <a:rPr lang="en-US" sz="1600" spc="-7" dirty="0">
                <a:latin typeface="Times New Roman"/>
                <a:cs typeface="Times New Roman"/>
              </a:rPr>
              <a:t>a</a:t>
            </a:r>
            <a:r>
              <a:rPr lang="en-US" sz="1600" spc="-5" dirty="0">
                <a:latin typeface="Times New Roman"/>
                <a:cs typeface="Times New Roman"/>
              </a:rPr>
              <a:t>ve</a:t>
            </a:r>
            <a:r>
              <a:rPr lang="en-US" sz="1600" dirty="0">
                <a:latin typeface="Times New Roman"/>
                <a:cs typeface="Times New Roman"/>
              </a:rPr>
              <a:t> </a:t>
            </a:r>
            <a:r>
              <a:rPr lang="en-US" sz="1600" spc="-10" dirty="0">
                <a:latin typeface="Times New Roman"/>
                <a:cs typeface="Times New Roman"/>
              </a:rPr>
              <a:t> </a:t>
            </a:r>
            <a:r>
              <a:rPr lang="en-US" sz="1600" spc="-5" dirty="0">
                <a:latin typeface="Times New Roman"/>
                <a:cs typeface="Times New Roman"/>
              </a:rPr>
              <a:t>a</a:t>
            </a:r>
            <a:r>
              <a:rPr lang="en-US" sz="1600" dirty="0">
                <a:latin typeface="Times New Roman"/>
                <a:cs typeface="Times New Roman"/>
              </a:rPr>
              <a:t> </a:t>
            </a:r>
            <a:r>
              <a:rPr lang="en-US" sz="1600" spc="-14" dirty="0">
                <a:latin typeface="Times New Roman"/>
                <a:cs typeface="Times New Roman"/>
              </a:rPr>
              <a:t> </a:t>
            </a:r>
            <a:r>
              <a:rPr lang="en-US" sz="1600" dirty="0">
                <a:latin typeface="Times New Roman"/>
                <a:cs typeface="Times New Roman"/>
              </a:rPr>
              <a:t>Progr</a:t>
            </a:r>
            <a:r>
              <a:rPr lang="en-US" sz="1600" spc="-7" dirty="0">
                <a:latin typeface="Times New Roman"/>
                <a:cs typeface="Times New Roman"/>
              </a:rPr>
              <a:t>a</a:t>
            </a:r>
            <a:r>
              <a:rPr lang="en-US" sz="1600" spc="-5" dirty="0">
                <a:latin typeface="Times New Roman"/>
                <a:cs typeface="Times New Roman"/>
              </a:rPr>
              <a:t>m</a:t>
            </a:r>
            <a:r>
              <a:rPr lang="en-US" sz="1600" dirty="0">
                <a:latin typeface="Times New Roman"/>
                <a:cs typeface="Times New Roman"/>
              </a:rPr>
              <a:t> </a:t>
            </a:r>
            <a:r>
              <a:rPr lang="en-US" sz="1600" spc="-12" dirty="0">
                <a:latin typeface="Times New Roman"/>
                <a:cs typeface="Times New Roman"/>
              </a:rPr>
              <a:t> </a:t>
            </a:r>
            <a:r>
              <a:rPr lang="en-US" sz="1600" spc="-5" dirty="0">
                <a:latin typeface="Times New Roman"/>
                <a:cs typeface="Times New Roman"/>
              </a:rPr>
              <a:t>Counter</a:t>
            </a:r>
            <a:r>
              <a:rPr lang="en-US" sz="1600" dirty="0">
                <a:latin typeface="Times New Roman"/>
                <a:cs typeface="Times New Roman"/>
              </a:rPr>
              <a:t> </a:t>
            </a:r>
            <a:r>
              <a:rPr lang="en-US" sz="1600" spc="-17" dirty="0">
                <a:latin typeface="Times New Roman"/>
                <a:cs typeface="Times New Roman"/>
              </a:rPr>
              <a:t> </a:t>
            </a:r>
            <a:r>
              <a:rPr lang="en-US" sz="1600" dirty="0">
                <a:latin typeface="Times New Roman"/>
                <a:cs typeface="Times New Roman"/>
              </a:rPr>
              <a:t>(PC) </a:t>
            </a:r>
            <a:r>
              <a:rPr lang="en-US" sz="1600" spc="-14" dirty="0">
                <a:latin typeface="Times New Roman"/>
                <a:cs typeface="Times New Roman"/>
              </a:rPr>
              <a:t> </a:t>
            </a:r>
            <a:r>
              <a:rPr lang="en-US" sz="1600" spc="2" dirty="0">
                <a:latin typeface="Times New Roman"/>
                <a:cs typeface="Times New Roman"/>
              </a:rPr>
              <a:t>r</a:t>
            </a:r>
            <a:r>
              <a:rPr lang="en-US" sz="1600" spc="-7" dirty="0">
                <a:latin typeface="Times New Roman"/>
                <a:cs typeface="Times New Roman"/>
              </a:rPr>
              <a:t>e</a:t>
            </a:r>
            <a:r>
              <a:rPr lang="en-US" sz="1600" spc="-2" dirty="0">
                <a:latin typeface="Times New Roman"/>
                <a:cs typeface="Times New Roman"/>
              </a:rPr>
              <a:t>spons</a:t>
            </a:r>
            <a:r>
              <a:rPr lang="en-US" sz="1600" dirty="0">
                <a:latin typeface="Times New Roman"/>
                <a:cs typeface="Times New Roman"/>
              </a:rPr>
              <a:t>i</a:t>
            </a:r>
            <a:r>
              <a:rPr lang="en-US" sz="1600" spc="-2" dirty="0">
                <a:latin typeface="Times New Roman"/>
                <a:cs typeface="Times New Roman"/>
              </a:rPr>
              <a:t>ble</a:t>
            </a:r>
            <a:r>
              <a:rPr lang="en-US" sz="1600" dirty="0">
                <a:latin typeface="Times New Roman"/>
                <a:cs typeface="Times New Roman"/>
              </a:rPr>
              <a:t> </a:t>
            </a:r>
            <a:r>
              <a:rPr lang="en-US" sz="1600" spc="-14" dirty="0">
                <a:latin typeface="Times New Roman"/>
                <a:cs typeface="Times New Roman"/>
              </a:rPr>
              <a:t> </a:t>
            </a:r>
            <a:r>
              <a:rPr lang="en-US" sz="1600" dirty="0">
                <a:latin typeface="Times New Roman"/>
                <a:cs typeface="Times New Roman"/>
              </a:rPr>
              <a:t>f</a:t>
            </a:r>
            <a:r>
              <a:rPr lang="en-US" sz="1600" spc="2" dirty="0">
                <a:latin typeface="Times New Roman"/>
                <a:cs typeface="Times New Roman"/>
              </a:rPr>
              <a:t>o</a:t>
            </a:r>
            <a:r>
              <a:rPr lang="en-US" sz="1600" dirty="0">
                <a:latin typeface="Times New Roman"/>
                <a:cs typeface="Times New Roman"/>
              </a:rPr>
              <a:t>r </a:t>
            </a:r>
            <a:r>
              <a:rPr lang="en-US" sz="1600" spc="10" dirty="0">
                <a:latin typeface="Times New Roman"/>
                <a:cs typeface="Times New Roman"/>
              </a:rPr>
              <a:t> </a:t>
            </a:r>
            <a:r>
              <a:rPr lang="en-US" sz="1600" spc="-5" dirty="0">
                <a:latin typeface="Times New Roman"/>
                <a:cs typeface="Times New Roman"/>
              </a:rPr>
              <a:t>storing </a:t>
            </a:r>
            <a:r>
              <a:rPr lang="en-US" sz="1600" spc="-7" dirty="0">
                <a:latin typeface="Times New Roman"/>
                <a:cs typeface="Times New Roman"/>
              </a:rPr>
              <a:t>a</a:t>
            </a:r>
            <a:r>
              <a:rPr lang="en-US" sz="1600" spc="-5" dirty="0">
                <a:latin typeface="Times New Roman"/>
                <a:cs typeface="Times New Roman"/>
              </a:rPr>
              <a:t>ddr</a:t>
            </a:r>
            <a:r>
              <a:rPr lang="en-US" sz="1600" spc="-10" dirty="0">
                <a:latin typeface="Times New Roman"/>
                <a:cs typeface="Times New Roman"/>
              </a:rPr>
              <a:t>e</a:t>
            </a:r>
            <a:r>
              <a:rPr lang="en-US" sz="1600" spc="-2" dirty="0">
                <a:latin typeface="Times New Roman"/>
                <a:cs typeface="Times New Roman"/>
              </a:rPr>
              <a:t>sses</a:t>
            </a:r>
            <a:r>
              <a:rPr lang="en-US" sz="1600" dirty="0">
                <a:latin typeface="Times New Roman"/>
                <a:cs typeface="Times New Roman"/>
              </a:rPr>
              <a:t>,</a:t>
            </a:r>
            <a:r>
              <a:rPr lang="en-US" sz="1600" spc="-19" dirty="0">
                <a:latin typeface="Times New Roman"/>
                <a:cs typeface="Times New Roman"/>
              </a:rPr>
              <a:t> </a:t>
            </a:r>
            <a:r>
              <a:rPr lang="en-US" sz="1600" spc="-7" dirty="0">
                <a:latin typeface="Times New Roman"/>
                <a:cs typeface="Times New Roman"/>
              </a:rPr>
              <a:t>a</a:t>
            </a:r>
            <a:r>
              <a:rPr lang="en-US" sz="1600" dirty="0">
                <a:latin typeface="Times New Roman"/>
                <a:cs typeface="Times New Roman"/>
              </a:rPr>
              <a:t>nd</a:t>
            </a:r>
            <a:r>
              <a:rPr lang="en-US" sz="1600" spc="-19" dirty="0">
                <a:latin typeface="Times New Roman"/>
                <a:cs typeface="Times New Roman"/>
              </a:rPr>
              <a:t> </a:t>
            </a:r>
            <a:r>
              <a:rPr lang="en-US" sz="1600" spc="-2" dirty="0">
                <a:latin typeface="Times New Roman"/>
                <a:cs typeface="Times New Roman"/>
              </a:rPr>
              <a:t>it</a:t>
            </a:r>
            <a:r>
              <a:rPr lang="en-US" sz="1600" spc="-17" dirty="0">
                <a:latin typeface="Times New Roman"/>
                <a:cs typeface="Times New Roman"/>
              </a:rPr>
              <a:t> </a:t>
            </a:r>
            <a:r>
              <a:rPr lang="en-US" sz="1600" spc="-2" dirty="0">
                <a:latin typeface="Times New Roman"/>
                <a:cs typeface="Times New Roman"/>
              </a:rPr>
              <a:t>is</a:t>
            </a:r>
            <a:r>
              <a:rPr lang="en-US" sz="1600" spc="-17" dirty="0">
                <a:latin typeface="Times New Roman"/>
                <a:cs typeface="Times New Roman"/>
              </a:rPr>
              <a:t> </a:t>
            </a:r>
            <a:r>
              <a:rPr lang="en-US" sz="1600" spc="-7" dirty="0">
                <a:latin typeface="Times New Roman"/>
                <a:cs typeface="Times New Roman"/>
              </a:rPr>
              <a:t>c</a:t>
            </a:r>
            <a:r>
              <a:rPr lang="en-US" sz="1600" spc="-5" dirty="0">
                <a:latin typeface="Times New Roman"/>
                <a:cs typeface="Times New Roman"/>
              </a:rPr>
              <a:t>onn</a:t>
            </a:r>
            <a:r>
              <a:rPr lang="en-US" sz="1600" spc="-7" dirty="0">
                <a:latin typeface="Times New Roman"/>
                <a:cs typeface="Times New Roman"/>
              </a:rPr>
              <a:t>ec</a:t>
            </a:r>
            <a:r>
              <a:rPr lang="en-US" sz="1600" spc="-2" dirty="0">
                <a:latin typeface="Times New Roman"/>
                <a:cs typeface="Times New Roman"/>
              </a:rPr>
              <a:t>ted</a:t>
            </a:r>
            <a:r>
              <a:rPr lang="en-US" sz="1600" spc="-19" dirty="0">
                <a:latin typeface="Times New Roman"/>
                <a:cs typeface="Times New Roman"/>
              </a:rPr>
              <a:t> </a:t>
            </a:r>
            <a:r>
              <a:rPr lang="en-US" sz="1600" spc="-2" dirty="0">
                <a:latin typeface="Times New Roman"/>
                <a:cs typeface="Times New Roman"/>
              </a:rPr>
              <a:t>to</a:t>
            </a:r>
            <a:r>
              <a:rPr lang="en-US" sz="1600" spc="-17" dirty="0">
                <a:latin typeface="Times New Roman"/>
                <a:cs typeface="Times New Roman"/>
              </a:rPr>
              <a:t> </a:t>
            </a:r>
            <a:r>
              <a:rPr lang="en-US" sz="1600" spc="-2" dirty="0">
                <a:latin typeface="Times New Roman"/>
                <a:cs typeface="Times New Roman"/>
              </a:rPr>
              <a:t>the</a:t>
            </a:r>
            <a:r>
              <a:rPr lang="en-US" sz="1600" spc="-19" dirty="0">
                <a:latin typeface="Times New Roman"/>
                <a:cs typeface="Times New Roman"/>
              </a:rPr>
              <a:t> </a:t>
            </a:r>
            <a:r>
              <a:rPr lang="en-US" sz="1600" spc="-5" dirty="0">
                <a:latin typeface="Times New Roman"/>
                <a:cs typeface="Times New Roman"/>
              </a:rPr>
              <a:t>memor</a:t>
            </a:r>
            <a:r>
              <a:rPr lang="en-US" sz="1600" dirty="0">
                <a:latin typeface="Times New Roman"/>
                <a:cs typeface="Times New Roman"/>
              </a:rPr>
              <a:t>y.</a:t>
            </a:r>
            <a:r>
              <a:rPr lang="en-US" sz="1600" spc="-19" dirty="0">
                <a:latin typeface="Times New Roman"/>
                <a:cs typeface="Times New Roman"/>
              </a:rPr>
              <a:t> </a:t>
            </a:r>
            <a:r>
              <a:rPr lang="en-US" sz="1600" spc="-2" dirty="0">
                <a:latin typeface="Times New Roman"/>
                <a:cs typeface="Times New Roman"/>
              </a:rPr>
              <a:t>Add</a:t>
            </a:r>
            <a:r>
              <a:rPr lang="en-US" sz="1600" spc="-7" dirty="0">
                <a:latin typeface="Times New Roman"/>
                <a:cs typeface="Times New Roman"/>
              </a:rPr>
              <a:t>i</a:t>
            </a:r>
            <a:r>
              <a:rPr lang="en-US" sz="1600" spc="-2" dirty="0">
                <a:latin typeface="Times New Roman"/>
                <a:cs typeface="Times New Roman"/>
              </a:rPr>
              <a:t>tion</a:t>
            </a:r>
            <a:r>
              <a:rPr lang="en-US" sz="1600" spc="-7" dirty="0">
                <a:latin typeface="Times New Roman"/>
                <a:cs typeface="Times New Roman"/>
              </a:rPr>
              <a:t>a</a:t>
            </a:r>
            <a:r>
              <a:rPr lang="en-US" sz="1600" spc="-2" dirty="0">
                <a:latin typeface="Times New Roman"/>
                <a:cs typeface="Times New Roman"/>
              </a:rPr>
              <a:t>ll</a:t>
            </a:r>
            <a:r>
              <a:rPr lang="en-US" sz="1600" dirty="0">
                <a:latin typeface="Times New Roman"/>
                <a:cs typeface="Times New Roman"/>
              </a:rPr>
              <a:t>y,</a:t>
            </a:r>
            <a:r>
              <a:rPr lang="en-US" sz="1600" spc="-19" dirty="0">
                <a:latin typeface="Times New Roman"/>
                <a:cs typeface="Times New Roman"/>
              </a:rPr>
              <a:t> </a:t>
            </a:r>
            <a:r>
              <a:rPr lang="en-US" sz="1600" spc="-2" dirty="0">
                <a:latin typeface="Times New Roman"/>
                <a:cs typeface="Times New Roman"/>
              </a:rPr>
              <a:t>the</a:t>
            </a:r>
            <a:r>
              <a:rPr lang="en-US" sz="1600" spc="-7" dirty="0">
                <a:latin typeface="Times New Roman"/>
                <a:cs typeface="Times New Roman"/>
              </a:rPr>
              <a:t>r</a:t>
            </a:r>
            <a:r>
              <a:rPr lang="en-US" sz="1600" spc="-5" dirty="0">
                <a:latin typeface="Times New Roman"/>
                <a:cs typeface="Times New Roman"/>
              </a:rPr>
              <a:t>e</a:t>
            </a:r>
            <a:r>
              <a:rPr lang="en-US" sz="1600" spc="-22" dirty="0">
                <a:latin typeface="Times New Roman"/>
                <a:cs typeface="Times New Roman"/>
              </a:rPr>
              <a:t> </a:t>
            </a:r>
            <a:r>
              <a:rPr lang="en-US" sz="1600" spc="-2" dirty="0">
                <a:latin typeface="Times New Roman"/>
                <a:cs typeface="Times New Roman"/>
              </a:rPr>
              <a:t>is</a:t>
            </a:r>
            <a:r>
              <a:rPr lang="en-US" sz="1600" spc="-17" dirty="0">
                <a:latin typeface="Times New Roman"/>
                <a:cs typeface="Times New Roman"/>
              </a:rPr>
              <a:t> </a:t>
            </a:r>
            <a:r>
              <a:rPr lang="en-US" sz="1600" spc="-7" dirty="0">
                <a:latin typeface="Times New Roman"/>
                <a:cs typeface="Times New Roman"/>
              </a:rPr>
              <a:t>a</a:t>
            </a:r>
            <a:r>
              <a:rPr lang="en-US" sz="1600" dirty="0">
                <a:latin typeface="Times New Roman"/>
                <a:cs typeface="Times New Roman"/>
              </a:rPr>
              <a:t>n</a:t>
            </a:r>
            <a:r>
              <a:rPr lang="en-US" sz="1600" spc="-19" dirty="0">
                <a:latin typeface="Times New Roman"/>
                <a:cs typeface="Times New Roman"/>
              </a:rPr>
              <a:t> </a:t>
            </a:r>
            <a:r>
              <a:rPr lang="en-US" sz="1600" spc="-2" dirty="0">
                <a:latin typeface="Times New Roman"/>
                <a:cs typeface="Times New Roman"/>
              </a:rPr>
              <a:t>A</a:t>
            </a:r>
            <a:r>
              <a:rPr lang="en-US" sz="1600" spc="-5" dirty="0">
                <a:latin typeface="Times New Roman"/>
                <a:cs typeface="Times New Roman"/>
              </a:rPr>
              <a:t>c</a:t>
            </a:r>
            <a:r>
              <a:rPr lang="en-US" sz="1600" spc="-7" dirty="0">
                <a:latin typeface="Times New Roman"/>
                <a:cs typeface="Times New Roman"/>
              </a:rPr>
              <a:t>c</a:t>
            </a:r>
            <a:r>
              <a:rPr lang="en-US" sz="1600" spc="-5" dirty="0">
                <a:latin typeface="Times New Roman"/>
                <a:cs typeface="Times New Roman"/>
              </a:rPr>
              <a:t>umul</a:t>
            </a:r>
            <a:r>
              <a:rPr lang="en-US" sz="1600" spc="-7" dirty="0">
                <a:latin typeface="Times New Roman"/>
                <a:cs typeface="Times New Roman"/>
              </a:rPr>
              <a:t>a</a:t>
            </a:r>
            <a:r>
              <a:rPr lang="en-US" sz="1600" spc="-2" dirty="0">
                <a:latin typeface="Times New Roman"/>
                <a:cs typeface="Times New Roman"/>
              </a:rPr>
              <a:t>tor </a:t>
            </a:r>
            <a:r>
              <a:rPr lang="en-US" sz="1600" dirty="0">
                <a:latin typeface="Times New Roman"/>
                <a:cs typeface="Times New Roman"/>
              </a:rPr>
              <a:t>(</a:t>
            </a:r>
            <a:r>
              <a:rPr lang="en-US" sz="1600" spc="-5" dirty="0">
                <a:latin typeface="Times New Roman"/>
                <a:cs typeface="Times New Roman"/>
              </a:rPr>
              <a:t>AC</a:t>
            </a:r>
            <a:r>
              <a:rPr lang="en-US" sz="1600" dirty="0">
                <a:latin typeface="Times New Roman"/>
                <a:cs typeface="Times New Roman"/>
              </a:rPr>
              <a:t>) </a:t>
            </a:r>
            <a:r>
              <a:rPr lang="en-US" sz="1600" spc="-10" dirty="0">
                <a:latin typeface="Times New Roman"/>
                <a:cs typeface="Times New Roman"/>
              </a:rPr>
              <a:t>c</a:t>
            </a:r>
            <a:r>
              <a:rPr lang="en-US" sz="1600" spc="-5" dirty="0">
                <a:latin typeface="Times New Roman"/>
                <a:cs typeface="Times New Roman"/>
              </a:rPr>
              <a:t>onn</a:t>
            </a:r>
            <a:r>
              <a:rPr lang="en-US" sz="1600" spc="-2" dirty="0">
                <a:latin typeface="Times New Roman"/>
                <a:cs typeface="Times New Roman"/>
              </a:rPr>
              <a:t>e</a:t>
            </a:r>
            <a:r>
              <a:rPr lang="en-US" sz="1600" spc="-7" dirty="0">
                <a:latin typeface="Times New Roman"/>
                <a:cs typeface="Times New Roman"/>
              </a:rPr>
              <a:t>c</a:t>
            </a:r>
            <a:r>
              <a:rPr lang="en-US" sz="1600" spc="-2" dirty="0">
                <a:latin typeface="Times New Roman"/>
                <a:cs typeface="Times New Roman"/>
              </a:rPr>
              <a:t>ted to the A</a:t>
            </a:r>
            <a:r>
              <a:rPr lang="en-US" sz="1600" spc="2" dirty="0">
                <a:latin typeface="Times New Roman"/>
                <a:cs typeface="Times New Roman"/>
              </a:rPr>
              <a:t>r</a:t>
            </a:r>
            <a:r>
              <a:rPr lang="en-US" sz="1600" spc="-2" dirty="0">
                <a:latin typeface="Times New Roman"/>
                <a:cs typeface="Times New Roman"/>
              </a:rPr>
              <a:t>ithmetic</a:t>
            </a:r>
            <a:r>
              <a:rPr lang="en-US" sz="1600" dirty="0">
                <a:latin typeface="Times New Roman"/>
                <a:cs typeface="Times New Roman"/>
              </a:rPr>
              <a:t> </a:t>
            </a:r>
            <a:r>
              <a:rPr lang="en-US" sz="1600" spc="-7" dirty="0">
                <a:latin typeface="Times New Roman"/>
                <a:cs typeface="Times New Roman"/>
              </a:rPr>
              <a:t>L</a:t>
            </a:r>
            <a:r>
              <a:rPr lang="en-US" sz="1600" spc="-5" dirty="0">
                <a:latin typeface="Times New Roman"/>
                <a:cs typeface="Times New Roman"/>
              </a:rPr>
              <a:t>ogic</a:t>
            </a:r>
            <a:r>
              <a:rPr lang="en-US" sz="1600" dirty="0">
                <a:latin typeface="Times New Roman"/>
                <a:cs typeface="Times New Roman"/>
              </a:rPr>
              <a:t> </a:t>
            </a:r>
            <a:r>
              <a:rPr lang="en-US" sz="1600" spc="-2" dirty="0">
                <a:latin typeface="Times New Roman"/>
                <a:cs typeface="Times New Roman"/>
              </a:rPr>
              <a:t>Unit</a:t>
            </a:r>
            <a:r>
              <a:rPr lang="en-US" sz="1600" dirty="0">
                <a:latin typeface="Times New Roman"/>
                <a:cs typeface="Times New Roman"/>
              </a:rPr>
              <a:t> (</a:t>
            </a:r>
            <a:r>
              <a:rPr lang="en-US" sz="1600" spc="-5" dirty="0">
                <a:latin typeface="Times New Roman"/>
                <a:cs typeface="Times New Roman"/>
              </a:rPr>
              <a:t>A</a:t>
            </a:r>
            <a:r>
              <a:rPr lang="en-US" sz="1600" dirty="0">
                <a:latin typeface="Times New Roman"/>
                <a:cs typeface="Times New Roman"/>
              </a:rPr>
              <a:t>L</a:t>
            </a:r>
            <a:r>
              <a:rPr lang="en-US" sz="1600" spc="-2" dirty="0">
                <a:latin typeface="Times New Roman"/>
                <a:cs typeface="Times New Roman"/>
              </a:rPr>
              <a:t>U</a:t>
            </a:r>
            <a:r>
              <a:rPr lang="en-US" sz="1600" dirty="0">
                <a:latin typeface="Times New Roman"/>
                <a:cs typeface="Times New Roman"/>
              </a:rPr>
              <a:t>).</a:t>
            </a:r>
          </a:p>
          <a:p>
            <a:pPr marL="335673" marR="3971" indent="-109957">
              <a:buSzPct val="83333"/>
              <a:buFont typeface="Symbol"/>
              <a:buChar char=""/>
              <a:tabLst>
                <a:tab pos="335979" algn="l"/>
              </a:tabLst>
            </a:pPr>
            <a:r>
              <a:rPr lang="en-US" sz="1600" spc="-5" dirty="0">
                <a:latin typeface="Times New Roman"/>
                <a:cs typeface="Times New Roman"/>
              </a:rPr>
              <a:t>The</a:t>
            </a:r>
            <a:r>
              <a:rPr lang="en-US" sz="1600" spc="29" dirty="0">
                <a:latin typeface="Times New Roman"/>
                <a:cs typeface="Times New Roman"/>
              </a:rPr>
              <a:t> </a:t>
            </a:r>
            <a:r>
              <a:rPr lang="en-US" sz="1600" spc="-5" dirty="0">
                <a:latin typeface="Times New Roman"/>
                <a:cs typeface="Times New Roman"/>
              </a:rPr>
              <a:t>d</a:t>
            </a:r>
            <a:r>
              <a:rPr lang="en-US" sz="1600" spc="-7" dirty="0">
                <a:latin typeface="Times New Roman"/>
                <a:cs typeface="Times New Roman"/>
              </a:rPr>
              <a:t>a</a:t>
            </a:r>
            <a:r>
              <a:rPr lang="en-US" sz="1600" spc="-2" dirty="0">
                <a:latin typeface="Times New Roman"/>
                <a:cs typeface="Times New Roman"/>
              </a:rPr>
              <a:t>ta</a:t>
            </a:r>
            <a:r>
              <a:rPr lang="en-US" sz="1600" spc="31" dirty="0">
                <a:latin typeface="Times New Roman"/>
                <a:cs typeface="Times New Roman"/>
              </a:rPr>
              <a:t> </a:t>
            </a:r>
            <a:r>
              <a:rPr lang="en-US" sz="1600" spc="-5" dirty="0">
                <a:latin typeface="Times New Roman"/>
                <a:cs typeface="Times New Roman"/>
              </a:rPr>
              <a:t>store</a:t>
            </a:r>
            <a:r>
              <a:rPr lang="en-US" sz="1600" dirty="0">
                <a:latin typeface="Times New Roman"/>
                <a:cs typeface="Times New Roman"/>
              </a:rPr>
              <a:t>d</a:t>
            </a:r>
            <a:r>
              <a:rPr lang="en-US" sz="1600" spc="34" dirty="0">
                <a:latin typeface="Times New Roman"/>
                <a:cs typeface="Times New Roman"/>
              </a:rPr>
              <a:t> </a:t>
            </a:r>
            <a:r>
              <a:rPr lang="en-US" sz="1600" spc="-2" dirty="0">
                <a:latin typeface="Times New Roman"/>
                <a:cs typeface="Times New Roman"/>
              </a:rPr>
              <a:t>in</a:t>
            </a:r>
            <a:r>
              <a:rPr lang="en-US" sz="1600" spc="34" dirty="0">
                <a:latin typeface="Times New Roman"/>
                <a:cs typeface="Times New Roman"/>
              </a:rPr>
              <a:t> </a:t>
            </a:r>
            <a:r>
              <a:rPr lang="en-US" sz="1600" spc="-5" dirty="0">
                <a:latin typeface="Times New Roman"/>
                <a:cs typeface="Times New Roman"/>
              </a:rPr>
              <a:t>memor</a:t>
            </a:r>
            <a:r>
              <a:rPr lang="en-US" sz="1600" dirty="0">
                <a:latin typeface="Times New Roman"/>
                <a:cs typeface="Times New Roman"/>
              </a:rPr>
              <a:t>y</a:t>
            </a:r>
            <a:r>
              <a:rPr lang="en-US" sz="1600" spc="34" dirty="0">
                <a:latin typeface="Times New Roman"/>
                <a:cs typeface="Times New Roman"/>
              </a:rPr>
              <a:t> </a:t>
            </a:r>
            <a:r>
              <a:rPr lang="en-US" sz="1600" spc="-2" dirty="0">
                <a:latin typeface="Times New Roman"/>
                <a:cs typeface="Times New Roman"/>
              </a:rPr>
              <a:t>is</a:t>
            </a:r>
            <a:r>
              <a:rPr lang="en-US" sz="1600" spc="34" dirty="0">
                <a:latin typeface="Times New Roman"/>
                <a:cs typeface="Times New Roman"/>
              </a:rPr>
              <a:t> </a:t>
            </a:r>
            <a:r>
              <a:rPr lang="en-US" sz="1600" spc="-2" dirty="0">
                <a:latin typeface="Times New Roman"/>
                <a:cs typeface="Times New Roman"/>
              </a:rPr>
              <a:t>r</a:t>
            </a:r>
            <a:r>
              <a:rPr lang="en-US" sz="1600" spc="-10" dirty="0">
                <a:latin typeface="Times New Roman"/>
                <a:cs typeface="Times New Roman"/>
              </a:rPr>
              <a:t>e</a:t>
            </a:r>
            <a:r>
              <a:rPr lang="en-US" sz="1600" spc="-2" dirty="0">
                <a:latin typeface="Times New Roman"/>
                <a:cs typeface="Times New Roman"/>
              </a:rPr>
              <a:t>tri</a:t>
            </a:r>
            <a:r>
              <a:rPr lang="en-US" sz="1600" spc="-7" dirty="0">
                <a:latin typeface="Times New Roman"/>
                <a:cs typeface="Times New Roman"/>
              </a:rPr>
              <a:t>e</a:t>
            </a:r>
            <a:r>
              <a:rPr lang="en-US" sz="1600" spc="-5" dirty="0">
                <a:latin typeface="Times New Roman"/>
                <a:cs typeface="Times New Roman"/>
              </a:rPr>
              <a:t>v</a:t>
            </a:r>
            <a:r>
              <a:rPr lang="en-US" sz="1600" spc="-7" dirty="0">
                <a:latin typeface="Times New Roman"/>
                <a:cs typeface="Times New Roman"/>
              </a:rPr>
              <a:t>e</a:t>
            </a:r>
            <a:r>
              <a:rPr lang="en-US" sz="1600" dirty="0">
                <a:latin typeface="Times New Roman"/>
                <a:cs typeface="Times New Roman"/>
              </a:rPr>
              <a:t>d</a:t>
            </a:r>
            <a:r>
              <a:rPr lang="en-US" sz="1600" spc="34" dirty="0">
                <a:latin typeface="Times New Roman"/>
                <a:cs typeface="Times New Roman"/>
              </a:rPr>
              <a:t> </a:t>
            </a:r>
            <a:r>
              <a:rPr lang="en-US" sz="1600" spc="-7" dirty="0">
                <a:latin typeface="Times New Roman"/>
                <a:cs typeface="Times New Roman"/>
              </a:rPr>
              <a:t>a</a:t>
            </a:r>
            <a:r>
              <a:rPr lang="en-US" sz="1600" dirty="0">
                <a:latin typeface="Times New Roman"/>
                <a:cs typeface="Times New Roman"/>
              </a:rPr>
              <a:t>nd</a:t>
            </a:r>
            <a:r>
              <a:rPr lang="en-US" sz="1600" spc="34" dirty="0">
                <a:latin typeface="Times New Roman"/>
                <a:cs typeface="Times New Roman"/>
              </a:rPr>
              <a:t> </a:t>
            </a:r>
            <a:r>
              <a:rPr lang="en-US" sz="1600" spc="-2" dirty="0">
                <a:latin typeface="Times New Roman"/>
                <a:cs typeface="Times New Roman"/>
              </a:rPr>
              <a:t>tr</a:t>
            </a:r>
            <a:r>
              <a:rPr lang="en-US" sz="1600" spc="-10" dirty="0">
                <a:latin typeface="Times New Roman"/>
                <a:cs typeface="Times New Roman"/>
              </a:rPr>
              <a:t>a</a:t>
            </a:r>
            <a:r>
              <a:rPr lang="en-US" sz="1600" dirty="0">
                <a:latin typeface="Times New Roman"/>
                <a:cs typeface="Times New Roman"/>
              </a:rPr>
              <a:t>ns</a:t>
            </a:r>
            <a:r>
              <a:rPr lang="en-US" sz="1600" spc="2" dirty="0">
                <a:latin typeface="Times New Roman"/>
                <a:cs typeface="Times New Roman"/>
              </a:rPr>
              <a:t>f</a:t>
            </a:r>
            <a:r>
              <a:rPr lang="en-US" sz="1600" spc="-7" dirty="0">
                <a:latin typeface="Times New Roman"/>
                <a:cs typeface="Times New Roman"/>
              </a:rPr>
              <a:t>e</a:t>
            </a:r>
            <a:r>
              <a:rPr lang="en-US" sz="1600" dirty="0">
                <a:latin typeface="Times New Roman"/>
                <a:cs typeface="Times New Roman"/>
              </a:rPr>
              <a:t>r</a:t>
            </a:r>
            <a:r>
              <a:rPr lang="en-US" sz="1600" spc="-5" dirty="0">
                <a:latin typeface="Times New Roman"/>
                <a:cs typeface="Times New Roman"/>
              </a:rPr>
              <a:t>r</a:t>
            </a:r>
            <a:r>
              <a:rPr lang="en-US" sz="1600" spc="-7" dirty="0">
                <a:latin typeface="Times New Roman"/>
                <a:cs typeface="Times New Roman"/>
              </a:rPr>
              <a:t>e</a:t>
            </a:r>
            <a:r>
              <a:rPr lang="en-US" sz="1600" dirty="0">
                <a:latin typeface="Times New Roman"/>
                <a:cs typeface="Times New Roman"/>
              </a:rPr>
              <a:t>d</a:t>
            </a:r>
            <a:r>
              <a:rPr lang="en-US" sz="1600" spc="34" dirty="0">
                <a:latin typeface="Times New Roman"/>
                <a:cs typeface="Times New Roman"/>
              </a:rPr>
              <a:t> </a:t>
            </a:r>
            <a:r>
              <a:rPr lang="en-US" sz="1600" spc="-2" dirty="0">
                <a:latin typeface="Times New Roman"/>
                <a:cs typeface="Times New Roman"/>
              </a:rPr>
              <a:t>to</a:t>
            </a:r>
            <a:r>
              <a:rPr lang="en-US" sz="1600" spc="34" dirty="0">
                <a:latin typeface="Times New Roman"/>
                <a:cs typeface="Times New Roman"/>
              </a:rPr>
              <a:t> </a:t>
            </a:r>
            <a:r>
              <a:rPr lang="en-US" sz="1600" spc="-2" dirty="0">
                <a:latin typeface="Times New Roman"/>
                <a:cs typeface="Times New Roman"/>
              </a:rPr>
              <a:t>the</a:t>
            </a:r>
            <a:r>
              <a:rPr lang="en-US" sz="1600" spc="38" dirty="0">
                <a:latin typeface="Times New Roman"/>
                <a:cs typeface="Times New Roman"/>
              </a:rPr>
              <a:t> </a:t>
            </a:r>
            <a:r>
              <a:rPr lang="en-US" sz="1600" spc="-10" dirty="0">
                <a:latin typeface="Times New Roman"/>
                <a:cs typeface="Times New Roman"/>
              </a:rPr>
              <a:t>I</a:t>
            </a:r>
            <a:r>
              <a:rPr lang="en-US" sz="1600" spc="-2" dirty="0">
                <a:latin typeface="Times New Roman"/>
                <a:cs typeface="Times New Roman"/>
              </a:rPr>
              <a:t>nstru</a:t>
            </a:r>
            <a:r>
              <a:rPr lang="en-US" sz="1600" spc="-7" dirty="0">
                <a:latin typeface="Times New Roman"/>
                <a:cs typeface="Times New Roman"/>
              </a:rPr>
              <a:t>c</a:t>
            </a:r>
            <a:r>
              <a:rPr lang="en-US" sz="1600" spc="-2" dirty="0">
                <a:latin typeface="Times New Roman"/>
                <a:cs typeface="Times New Roman"/>
              </a:rPr>
              <a:t>ti</a:t>
            </a:r>
            <a:r>
              <a:rPr lang="en-US" sz="1600" dirty="0">
                <a:latin typeface="Times New Roman"/>
                <a:cs typeface="Times New Roman"/>
              </a:rPr>
              <a:t>on</a:t>
            </a:r>
            <a:r>
              <a:rPr lang="en-US" sz="1600" spc="34" dirty="0">
                <a:latin typeface="Times New Roman"/>
                <a:cs typeface="Times New Roman"/>
              </a:rPr>
              <a:t> </a:t>
            </a:r>
            <a:r>
              <a:rPr lang="en-US" sz="1600" spc="-5" dirty="0">
                <a:latin typeface="Times New Roman"/>
                <a:cs typeface="Times New Roman"/>
              </a:rPr>
              <a:t>R</a:t>
            </a:r>
            <a:r>
              <a:rPr lang="en-US" sz="1600" spc="-7" dirty="0">
                <a:latin typeface="Times New Roman"/>
                <a:cs typeface="Times New Roman"/>
              </a:rPr>
              <a:t>e</a:t>
            </a:r>
            <a:r>
              <a:rPr lang="en-US" sz="1600" spc="-2" dirty="0">
                <a:latin typeface="Times New Roman"/>
                <a:cs typeface="Times New Roman"/>
              </a:rPr>
              <a:t>gis</a:t>
            </a:r>
            <a:r>
              <a:rPr lang="en-US" sz="1600" dirty="0">
                <a:latin typeface="Times New Roman"/>
                <a:cs typeface="Times New Roman"/>
              </a:rPr>
              <a:t>t</a:t>
            </a:r>
            <a:r>
              <a:rPr lang="en-US" sz="1600" spc="-7" dirty="0">
                <a:latin typeface="Times New Roman"/>
                <a:cs typeface="Times New Roman"/>
              </a:rPr>
              <a:t>e</a:t>
            </a:r>
            <a:r>
              <a:rPr lang="en-US" sz="1600" dirty="0">
                <a:latin typeface="Times New Roman"/>
                <a:cs typeface="Times New Roman"/>
              </a:rPr>
              <a:t>r </a:t>
            </a:r>
            <a:r>
              <a:rPr lang="en-US" sz="1600" spc="2" dirty="0">
                <a:latin typeface="Times New Roman"/>
                <a:cs typeface="Times New Roman"/>
              </a:rPr>
              <a:t>(</a:t>
            </a:r>
            <a:r>
              <a:rPr lang="en-US" sz="1600" spc="-10" dirty="0">
                <a:latin typeface="Times New Roman"/>
                <a:cs typeface="Times New Roman"/>
              </a:rPr>
              <a:t>I</a:t>
            </a:r>
            <a:r>
              <a:rPr lang="en-US" sz="1600" spc="-5" dirty="0">
                <a:latin typeface="Times New Roman"/>
                <a:cs typeface="Times New Roman"/>
              </a:rPr>
              <a:t>R</a:t>
            </a:r>
            <a:r>
              <a:rPr lang="en-US" sz="1600" dirty="0">
                <a:latin typeface="Times New Roman"/>
                <a:cs typeface="Times New Roman"/>
              </a:rPr>
              <a:t>), </a:t>
            </a:r>
            <a:r>
              <a:rPr lang="en-US" sz="1600" spc="-5" dirty="0">
                <a:latin typeface="Times New Roman"/>
                <a:cs typeface="Times New Roman"/>
              </a:rPr>
              <a:t>from</a:t>
            </a:r>
            <a:r>
              <a:rPr lang="en-US" sz="1600" dirty="0">
                <a:latin typeface="Times New Roman"/>
                <a:cs typeface="Times New Roman"/>
              </a:rPr>
              <a:t> </a:t>
            </a:r>
            <a:r>
              <a:rPr lang="en-US" sz="1600" spc="-2" dirty="0">
                <a:latin typeface="Times New Roman"/>
                <a:cs typeface="Times New Roman"/>
              </a:rPr>
              <a:t>w</a:t>
            </a:r>
            <a:r>
              <a:rPr lang="en-US" sz="1600" spc="-5" dirty="0">
                <a:latin typeface="Times New Roman"/>
                <a:cs typeface="Times New Roman"/>
              </a:rPr>
              <a:t>h</a:t>
            </a:r>
            <a:r>
              <a:rPr lang="en-US" sz="1600" spc="-2" dirty="0">
                <a:latin typeface="Times New Roman"/>
                <a:cs typeface="Times New Roman"/>
              </a:rPr>
              <a:t>ere</a:t>
            </a:r>
            <a:r>
              <a:rPr lang="en-US" sz="1600" spc="-5" dirty="0">
                <a:latin typeface="Times New Roman"/>
                <a:cs typeface="Times New Roman"/>
              </a:rPr>
              <a:t> </a:t>
            </a:r>
            <a:r>
              <a:rPr lang="en-US" sz="1600" spc="-2" dirty="0">
                <a:latin typeface="Times New Roman"/>
                <a:cs typeface="Times New Roman"/>
              </a:rPr>
              <a:t>it</a:t>
            </a:r>
            <a:r>
              <a:rPr lang="en-US" sz="1600" dirty="0">
                <a:latin typeface="Times New Roman"/>
                <a:cs typeface="Times New Roman"/>
              </a:rPr>
              <a:t> </a:t>
            </a:r>
            <a:r>
              <a:rPr lang="en-US" sz="1600" spc="-2" dirty="0">
                <a:latin typeface="Times New Roman"/>
                <a:cs typeface="Times New Roman"/>
              </a:rPr>
              <a:t>is m</a:t>
            </a:r>
            <a:r>
              <a:rPr lang="en-US" sz="1600" spc="-7" dirty="0">
                <a:latin typeface="Times New Roman"/>
                <a:cs typeface="Times New Roman"/>
              </a:rPr>
              <a:t>o</a:t>
            </a:r>
            <a:r>
              <a:rPr lang="en-US" sz="1600" spc="-5" dirty="0">
                <a:latin typeface="Times New Roman"/>
                <a:cs typeface="Times New Roman"/>
              </a:rPr>
              <a:t>v</a:t>
            </a:r>
            <a:r>
              <a:rPr lang="en-US" sz="1600" spc="-7" dirty="0">
                <a:latin typeface="Times New Roman"/>
                <a:cs typeface="Times New Roman"/>
              </a:rPr>
              <a:t>e</a:t>
            </a:r>
            <a:r>
              <a:rPr lang="en-US" sz="1600" dirty="0">
                <a:latin typeface="Times New Roman"/>
                <a:cs typeface="Times New Roman"/>
              </a:rPr>
              <a:t>d </a:t>
            </a:r>
            <a:r>
              <a:rPr lang="en-US" sz="1600" spc="-2" dirty="0">
                <a:latin typeface="Times New Roman"/>
                <a:cs typeface="Times New Roman"/>
              </a:rPr>
              <a:t>to the A</a:t>
            </a:r>
            <a:r>
              <a:rPr lang="en-US" sz="1600" spc="-5" dirty="0">
                <a:latin typeface="Times New Roman"/>
                <a:cs typeface="Times New Roman"/>
              </a:rPr>
              <a:t>c</a:t>
            </a:r>
            <a:r>
              <a:rPr lang="en-US" sz="1600" spc="-7" dirty="0">
                <a:latin typeface="Times New Roman"/>
                <a:cs typeface="Times New Roman"/>
              </a:rPr>
              <a:t>c</a:t>
            </a:r>
            <a:r>
              <a:rPr lang="en-US" sz="1600" spc="-5" dirty="0">
                <a:latin typeface="Times New Roman"/>
                <a:cs typeface="Times New Roman"/>
              </a:rPr>
              <a:t>umul</a:t>
            </a:r>
            <a:r>
              <a:rPr lang="en-US" sz="1600" spc="-7" dirty="0">
                <a:latin typeface="Times New Roman"/>
                <a:cs typeface="Times New Roman"/>
              </a:rPr>
              <a:t>a</a:t>
            </a:r>
            <a:r>
              <a:rPr lang="en-US" sz="1600" spc="-2" dirty="0">
                <a:latin typeface="Times New Roman"/>
                <a:cs typeface="Times New Roman"/>
              </a:rPr>
              <a:t>tor </a:t>
            </a:r>
            <a:r>
              <a:rPr lang="en-US" sz="1600" spc="2" dirty="0">
                <a:latin typeface="Times New Roman"/>
                <a:cs typeface="Times New Roman"/>
              </a:rPr>
              <a:t>(</a:t>
            </a:r>
            <a:r>
              <a:rPr lang="en-US" sz="1600" spc="-2" dirty="0">
                <a:latin typeface="Times New Roman"/>
                <a:cs typeface="Times New Roman"/>
              </a:rPr>
              <a:t>AC</a:t>
            </a:r>
            <a:r>
              <a:rPr lang="en-US" sz="1600" dirty="0">
                <a:latin typeface="Times New Roman"/>
                <a:cs typeface="Times New Roman"/>
              </a:rPr>
              <a:t>) </a:t>
            </a:r>
            <a:r>
              <a:rPr lang="en-US" sz="1600" spc="-10" dirty="0">
                <a:latin typeface="Times New Roman"/>
                <a:cs typeface="Times New Roman"/>
              </a:rPr>
              <a:t>a</a:t>
            </a:r>
            <a:r>
              <a:rPr lang="en-US" sz="1600" dirty="0">
                <a:latin typeface="Times New Roman"/>
                <a:cs typeface="Times New Roman"/>
              </a:rPr>
              <a:t>nd </a:t>
            </a:r>
            <a:r>
              <a:rPr lang="en-US" sz="1600" spc="-2" dirty="0">
                <a:latin typeface="Times New Roman"/>
                <a:cs typeface="Times New Roman"/>
              </a:rPr>
              <a:t>subsequ</a:t>
            </a:r>
            <a:r>
              <a:rPr lang="en-US" sz="1600" spc="-5" dirty="0">
                <a:latin typeface="Times New Roman"/>
                <a:cs typeface="Times New Roman"/>
              </a:rPr>
              <a:t>e</a:t>
            </a:r>
            <a:r>
              <a:rPr lang="en-US" sz="1600" spc="-2" dirty="0">
                <a:latin typeface="Times New Roman"/>
                <a:cs typeface="Times New Roman"/>
              </a:rPr>
              <a:t>ntl</a:t>
            </a:r>
            <a:r>
              <a:rPr lang="en-US" sz="1600" dirty="0">
                <a:latin typeface="Times New Roman"/>
                <a:cs typeface="Times New Roman"/>
              </a:rPr>
              <a:t>y p</a:t>
            </a:r>
            <a:r>
              <a:rPr lang="en-US" sz="1600" spc="2" dirty="0">
                <a:latin typeface="Times New Roman"/>
                <a:cs typeface="Times New Roman"/>
              </a:rPr>
              <a:t>r</a:t>
            </a:r>
            <a:r>
              <a:rPr lang="en-US" sz="1600" spc="-5" dirty="0">
                <a:latin typeface="Times New Roman"/>
                <a:cs typeface="Times New Roman"/>
              </a:rPr>
              <a:t>o</a:t>
            </a:r>
            <a:r>
              <a:rPr lang="en-US" sz="1600" spc="-7" dirty="0">
                <a:latin typeface="Times New Roman"/>
                <a:cs typeface="Times New Roman"/>
              </a:rPr>
              <a:t>ce</a:t>
            </a:r>
            <a:r>
              <a:rPr lang="en-US" sz="1600" spc="-2" dirty="0">
                <a:latin typeface="Times New Roman"/>
                <a:cs typeface="Times New Roman"/>
              </a:rPr>
              <a:t>ssed in the A</a:t>
            </a:r>
            <a:r>
              <a:rPr lang="en-US" sz="1600" spc="-5" dirty="0">
                <a:latin typeface="Times New Roman"/>
                <a:cs typeface="Times New Roman"/>
              </a:rPr>
              <a:t>r</a:t>
            </a:r>
            <a:r>
              <a:rPr lang="en-US" sz="1600" spc="-2" dirty="0">
                <a:latin typeface="Times New Roman"/>
                <a:cs typeface="Times New Roman"/>
              </a:rPr>
              <a:t>ithmetic</a:t>
            </a:r>
            <a:r>
              <a:rPr lang="en-US" sz="1600" dirty="0">
                <a:latin typeface="Times New Roman"/>
                <a:cs typeface="Times New Roman"/>
              </a:rPr>
              <a:t> </a:t>
            </a:r>
            <a:r>
              <a:rPr lang="en-US" sz="1600" spc="-7" dirty="0">
                <a:latin typeface="Times New Roman"/>
                <a:cs typeface="Times New Roman"/>
              </a:rPr>
              <a:t>L</a:t>
            </a:r>
            <a:r>
              <a:rPr lang="en-US" sz="1600" spc="-5" dirty="0">
                <a:latin typeface="Times New Roman"/>
                <a:cs typeface="Times New Roman"/>
              </a:rPr>
              <a:t>ogic</a:t>
            </a:r>
            <a:r>
              <a:rPr lang="en-US" sz="1600" dirty="0">
                <a:latin typeface="Times New Roman"/>
                <a:cs typeface="Times New Roman"/>
              </a:rPr>
              <a:t> </a:t>
            </a:r>
            <a:r>
              <a:rPr lang="en-US" sz="1600" spc="-2" dirty="0">
                <a:latin typeface="Times New Roman"/>
                <a:cs typeface="Times New Roman"/>
              </a:rPr>
              <a:t>Unit</a:t>
            </a:r>
            <a:r>
              <a:rPr lang="en-US" sz="1600" dirty="0">
                <a:latin typeface="Times New Roman"/>
                <a:cs typeface="Times New Roman"/>
              </a:rPr>
              <a:t> (</a:t>
            </a:r>
            <a:r>
              <a:rPr lang="en-US" sz="1600" spc="-5" dirty="0">
                <a:latin typeface="Times New Roman"/>
                <a:cs typeface="Times New Roman"/>
              </a:rPr>
              <a:t>A</a:t>
            </a:r>
            <a:r>
              <a:rPr lang="en-US" sz="1600" dirty="0">
                <a:latin typeface="Times New Roman"/>
                <a:cs typeface="Times New Roman"/>
              </a:rPr>
              <a:t>L</a:t>
            </a:r>
            <a:r>
              <a:rPr lang="en-US" sz="1600" spc="-2" dirty="0">
                <a:latin typeface="Times New Roman"/>
                <a:cs typeface="Times New Roman"/>
              </a:rPr>
              <a:t>U</a:t>
            </a:r>
            <a:r>
              <a:rPr lang="en-US" sz="1600" dirty="0">
                <a:latin typeface="Times New Roman"/>
                <a:cs typeface="Times New Roman"/>
              </a:rPr>
              <a:t>).</a:t>
            </a:r>
          </a:p>
        </p:txBody>
      </p:sp>
      <p:sp>
        <p:nvSpPr>
          <p:cNvPr id="4" name="object 3"/>
          <p:cNvSpPr/>
          <p:nvPr/>
        </p:nvSpPr>
        <p:spPr>
          <a:xfrm>
            <a:off x="323452" y="907865"/>
            <a:ext cx="2971800" cy="3327769"/>
          </a:xfrm>
          <a:prstGeom prst="rect">
            <a:avLst/>
          </a:prstGeom>
          <a:blipFill>
            <a:blip r:embed="rId6" cstate="print"/>
            <a:stretch>
              <a:fillRect/>
            </a:stretch>
          </a:blipFill>
        </p:spPr>
        <p:txBody>
          <a:bodyPr wrap="square" lIns="0" tIns="0" rIns="0" bIns="0" rtlCol="0"/>
          <a:lstStyle/>
          <a:p>
            <a:endParaRPr sz="866"/>
          </a:p>
        </p:txBody>
      </p:sp>
      <p:sp>
        <p:nvSpPr>
          <p:cNvPr id="7" name="TextBox 6">
            <a:extLst>
              <a:ext uri="{FF2B5EF4-FFF2-40B4-BE49-F238E27FC236}">
                <a16:creationId xmlns:a16="http://schemas.microsoft.com/office/drawing/2014/main" id="{F72906AF-F388-CC69-864B-39D509E5CDCE}"/>
              </a:ext>
            </a:extLst>
          </p:cNvPr>
          <p:cNvSpPr txBox="1"/>
          <p:nvPr/>
        </p:nvSpPr>
        <p:spPr>
          <a:xfrm>
            <a:off x="0" y="4127329"/>
            <a:ext cx="4572000" cy="261610"/>
          </a:xfrm>
          <a:prstGeom prst="rect">
            <a:avLst/>
          </a:prstGeom>
          <a:noFill/>
        </p:spPr>
        <p:txBody>
          <a:bodyPr wrap="square">
            <a:spAutoFit/>
          </a:bodyPr>
          <a:lstStyle/>
          <a:p>
            <a:pPr marL="876293"/>
            <a:r>
              <a:rPr lang="en-US" sz="1100" i="1" dirty="0">
                <a:latin typeface="Times New Roman"/>
                <a:cs typeface="Times New Roman"/>
              </a:rPr>
              <a:t>Sin</a:t>
            </a:r>
            <a:r>
              <a:rPr lang="en-US" sz="1100" i="1" spc="-7" dirty="0">
                <a:latin typeface="Times New Roman"/>
                <a:cs typeface="Times New Roman"/>
              </a:rPr>
              <a:t>g</a:t>
            </a:r>
            <a:r>
              <a:rPr lang="en-US" sz="1100" i="1" dirty="0">
                <a:latin typeface="Times New Roman"/>
                <a:cs typeface="Times New Roman"/>
              </a:rPr>
              <a:t>le A</a:t>
            </a:r>
            <a:r>
              <a:rPr lang="en-US" sz="1100" i="1" spc="-7" dirty="0">
                <a:latin typeface="Times New Roman"/>
                <a:cs typeface="Times New Roman"/>
              </a:rPr>
              <a:t>c</a:t>
            </a:r>
            <a:r>
              <a:rPr lang="en-US" sz="1100" i="1" dirty="0">
                <a:latin typeface="Times New Roman"/>
                <a:cs typeface="Times New Roman"/>
              </a:rPr>
              <a:t>cumul</a:t>
            </a:r>
            <a:r>
              <a:rPr lang="en-US" sz="1100" i="1" spc="-7" dirty="0">
                <a:latin typeface="Times New Roman"/>
                <a:cs typeface="Times New Roman"/>
              </a:rPr>
              <a:t>a</a:t>
            </a:r>
            <a:r>
              <a:rPr lang="en-US" sz="1100" i="1" dirty="0">
                <a:latin typeface="Times New Roman"/>
                <a:cs typeface="Times New Roman"/>
              </a:rPr>
              <a:t>tor </a:t>
            </a:r>
            <a:r>
              <a:rPr lang="en-US" sz="1100" i="1" spc="-7" dirty="0">
                <a:latin typeface="Times New Roman"/>
                <a:cs typeface="Times New Roman"/>
              </a:rPr>
              <a:t>O</a:t>
            </a:r>
            <a:r>
              <a:rPr lang="en-US" sz="1100" i="1" spc="-2" dirty="0">
                <a:latin typeface="Times New Roman"/>
                <a:cs typeface="Times New Roman"/>
              </a:rPr>
              <a:t>rga</a:t>
            </a:r>
            <a:r>
              <a:rPr lang="en-US" sz="1100" i="1" spc="-5" dirty="0">
                <a:latin typeface="Times New Roman"/>
                <a:cs typeface="Times New Roman"/>
              </a:rPr>
              <a:t>ni</a:t>
            </a:r>
            <a:r>
              <a:rPr lang="en-US" sz="1100" i="1" spc="-2" dirty="0">
                <a:latin typeface="Times New Roman"/>
                <a:cs typeface="Times New Roman"/>
              </a:rPr>
              <a:t>zat</a:t>
            </a:r>
            <a:r>
              <a:rPr lang="en-US" sz="1100" i="1" dirty="0">
                <a:latin typeface="Times New Roman"/>
                <a:cs typeface="Times New Roman"/>
              </a:rPr>
              <a:t>ion</a:t>
            </a:r>
            <a:endParaRPr lang="en-US" sz="1100" dirty="0">
              <a:latin typeface="Times New Roman"/>
              <a:cs typeface="Times New Roman"/>
            </a:endParaRPr>
          </a:p>
        </p:txBody>
      </p:sp>
    </p:spTree>
    <p:extLst>
      <p:ext uri="{BB962C8B-B14F-4D97-AF65-F5344CB8AC3E}">
        <p14:creationId xmlns:p14="http://schemas.microsoft.com/office/powerpoint/2010/main" val="5310104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BC33B-9BF8-4990-E053-E5C45E7C569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57FA1C6-1A8E-B87A-5D60-AE820C4E50A9}"/>
              </a:ext>
            </a:extLst>
          </p:cNvPr>
          <p:cNvPicPr>
            <a:picLocks noChangeAspect="1"/>
          </p:cNvPicPr>
          <p:nvPr/>
        </p:nvPicPr>
        <p:blipFill>
          <a:blip r:embed="rId2"/>
          <a:stretch>
            <a:fillRect/>
          </a:stretch>
        </p:blipFill>
        <p:spPr>
          <a:xfrm>
            <a:off x="100454" y="116065"/>
            <a:ext cx="476476" cy="806935"/>
          </a:xfrm>
          <a:prstGeom prst="rect">
            <a:avLst/>
          </a:prstGeom>
        </p:spPr>
      </p:pic>
      <p:pic>
        <p:nvPicPr>
          <p:cNvPr id="6" name="Picture 5">
            <a:extLst>
              <a:ext uri="{FF2B5EF4-FFF2-40B4-BE49-F238E27FC236}">
                <a16:creationId xmlns:a16="http://schemas.microsoft.com/office/drawing/2014/main" id="{679B07E0-9A3B-883A-FBF4-84F6C87D361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7" y="116065"/>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3BDC0CB8-73E0-67CB-700D-54C6EBB0C6A5}"/>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0728613C-7A56-2469-8594-25973795334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p:cNvSpPr txBox="1"/>
          <p:nvPr/>
        </p:nvSpPr>
        <p:spPr>
          <a:xfrm>
            <a:off x="876300" y="1123950"/>
            <a:ext cx="7391400" cy="2354491"/>
          </a:xfrm>
          <a:prstGeom prst="rect">
            <a:avLst/>
          </a:prstGeom>
        </p:spPr>
        <p:txBody>
          <a:bodyPr vert="horz" wrap="square" lIns="0" tIns="0" rIns="0" bIns="0" rtlCol="0">
            <a:spAutoFit/>
          </a:bodyPr>
          <a:lstStyle/>
          <a:p>
            <a:pPr marL="115760"/>
            <a:r>
              <a:rPr sz="1700" b="1" spc="-2" dirty="0">
                <a:latin typeface="Times New Roman"/>
                <a:cs typeface="Times New Roman"/>
              </a:rPr>
              <a:t>Adva</a:t>
            </a:r>
            <a:r>
              <a:rPr sz="1700" b="1" spc="2" dirty="0">
                <a:latin typeface="Times New Roman"/>
                <a:cs typeface="Times New Roman"/>
              </a:rPr>
              <a:t>n</a:t>
            </a:r>
            <a:r>
              <a:rPr sz="1700" b="1" spc="-5" dirty="0">
                <a:latin typeface="Times New Roman"/>
                <a:cs typeface="Times New Roman"/>
              </a:rPr>
              <a:t>tag</a:t>
            </a:r>
            <a:r>
              <a:rPr sz="1700" b="1" spc="-10" dirty="0">
                <a:latin typeface="Times New Roman"/>
                <a:cs typeface="Times New Roman"/>
              </a:rPr>
              <a:t>e</a:t>
            </a:r>
            <a:r>
              <a:rPr sz="1700" b="1" spc="2" dirty="0">
                <a:latin typeface="Times New Roman"/>
                <a:cs typeface="Times New Roman"/>
              </a:rPr>
              <a:t>s</a:t>
            </a:r>
            <a:r>
              <a:rPr sz="1700" spc="-2" dirty="0">
                <a:latin typeface="Times New Roman"/>
                <a:cs typeface="Times New Roman"/>
              </a:rPr>
              <a:t>:</a:t>
            </a:r>
            <a:endParaRPr lang="en-US" sz="1700" spc="-2" dirty="0">
              <a:latin typeface="Times New Roman"/>
              <a:cs typeface="Times New Roman"/>
            </a:endParaRPr>
          </a:p>
          <a:p>
            <a:pPr marL="115760"/>
            <a:endParaRPr sz="1700" dirty="0">
              <a:latin typeface="Times New Roman"/>
              <a:cs typeface="Times New Roman"/>
            </a:endParaRPr>
          </a:p>
          <a:p>
            <a:pPr marL="225716" indent="-109957">
              <a:buSzPct val="83333"/>
              <a:buFont typeface="Symbol"/>
              <a:buChar char=""/>
              <a:tabLst>
                <a:tab pos="226022" algn="l"/>
              </a:tabLst>
            </a:pPr>
            <a:r>
              <a:rPr sz="1700" dirty="0">
                <a:latin typeface="Times New Roman"/>
                <a:cs typeface="Times New Roman"/>
              </a:rPr>
              <a:t>S</a:t>
            </a:r>
            <a:r>
              <a:rPr sz="1700" spc="-5" dirty="0">
                <a:latin typeface="Times New Roman"/>
                <a:cs typeface="Times New Roman"/>
              </a:rPr>
              <a:t>imple </a:t>
            </a:r>
            <a:r>
              <a:rPr sz="1700" spc="-2" dirty="0">
                <a:latin typeface="Times New Roman"/>
                <a:cs typeface="Times New Roman"/>
              </a:rPr>
              <a:t>instru</a:t>
            </a:r>
            <a:r>
              <a:rPr sz="1700" spc="-10" dirty="0">
                <a:latin typeface="Times New Roman"/>
                <a:cs typeface="Times New Roman"/>
              </a:rPr>
              <a:t>c</a:t>
            </a:r>
            <a:r>
              <a:rPr sz="1700" spc="-2" dirty="0">
                <a:latin typeface="Times New Roman"/>
                <a:cs typeface="Times New Roman"/>
              </a:rPr>
              <a:t>ti</a:t>
            </a:r>
            <a:r>
              <a:rPr sz="1700" dirty="0">
                <a:latin typeface="Times New Roman"/>
                <a:cs typeface="Times New Roman"/>
              </a:rPr>
              <a:t>on </a:t>
            </a:r>
            <a:r>
              <a:rPr sz="1700" spc="-2" dirty="0">
                <a:latin typeface="Times New Roman"/>
                <a:cs typeface="Times New Roman"/>
              </a:rPr>
              <a:t>set.</a:t>
            </a:r>
            <a:endParaRPr sz="1700" dirty="0">
              <a:latin typeface="Times New Roman"/>
              <a:cs typeface="Times New Roman"/>
            </a:endParaRPr>
          </a:p>
          <a:p>
            <a:pPr marL="225716" indent="-109957">
              <a:buSzPct val="83333"/>
              <a:buFont typeface="Symbol"/>
              <a:buChar char=""/>
              <a:tabLst>
                <a:tab pos="226022" algn="l"/>
              </a:tabLst>
            </a:pPr>
            <a:r>
              <a:rPr sz="1700" dirty="0">
                <a:latin typeface="Times New Roman"/>
                <a:cs typeface="Times New Roman"/>
              </a:rPr>
              <a:t>S</a:t>
            </a:r>
            <a:r>
              <a:rPr sz="1700" spc="-5" dirty="0">
                <a:latin typeface="Times New Roman"/>
                <a:cs typeface="Times New Roman"/>
              </a:rPr>
              <a:t>maller C</a:t>
            </a:r>
            <a:r>
              <a:rPr sz="1700" dirty="0">
                <a:latin typeface="Times New Roman"/>
                <a:cs typeface="Times New Roman"/>
              </a:rPr>
              <a:t>PU</a:t>
            </a:r>
            <a:r>
              <a:rPr sz="1700" spc="-2" dirty="0">
                <a:latin typeface="Times New Roman"/>
                <a:cs typeface="Times New Roman"/>
              </a:rPr>
              <a:t> </a:t>
            </a:r>
            <a:r>
              <a:rPr sz="1700" spc="-5" dirty="0">
                <a:latin typeface="Times New Roman"/>
                <a:cs typeface="Times New Roman"/>
              </a:rPr>
              <a:t>siz</a:t>
            </a:r>
            <a:r>
              <a:rPr sz="1700" spc="-7" dirty="0">
                <a:latin typeface="Times New Roman"/>
                <a:cs typeface="Times New Roman"/>
              </a:rPr>
              <a:t>e</a:t>
            </a:r>
            <a:r>
              <a:rPr sz="1700" dirty="0">
                <a:latin typeface="Times New Roman"/>
                <a:cs typeface="Times New Roman"/>
              </a:rPr>
              <a:t>.</a:t>
            </a:r>
          </a:p>
          <a:p>
            <a:pPr>
              <a:spcBef>
                <a:spcPts val="26"/>
              </a:spcBef>
              <a:buFont typeface="Symbol"/>
              <a:buChar char=""/>
            </a:pPr>
            <a:endParaRPr sz="1700" dirty="0">
              <a:latin typeface="Times New Roman"/>
              <a:cs typeface="Times New Roman"/>
            </a:endParaRPr>
          </a:p>
          <a:p>
            <a:pPr marL="115760"/>
            <a:r>
              <a:rPr sz="1700" b="1" spc="-2" dirty="0">
                <a:latin typeface="Times New Roman"/>
                <a:cs typeface="Times New Roman"/>
              </a:rPr>
              <a:t>Disa</a:t>
            </a:r>
            <a:r>
              <a:rPr sz="1700" b="1" spc="2" dirty="0">
                <a:latin typeface="Times New Roman"/>
                <a:cs typeface="Times New Roman"/>
              </a:rPr>
              <a:t>d</a:t>
            </a:r>
            <a:r>
              <a:rPr sz="1700" b="1" dirty="0">
                <a:latin typeface="Times New Roman"/>
                <a:cs typeface="Times New Roman"/>
              </a:rPr>
              <a:t>van</a:t>
            </a:r>
            <a:r>
              <a:rPr sz="1700" b="1" spc="-5" dirty="0">
                <a:latin typeface="Times New Roman"/>
                <a:cs typeface="Times New Roman"/>
              </a:rPr>
              <a:t>tag</a:t>
            </a:r>
            <a:r>
              <a:rPr sz="1700" b="1" spc="-10" dirty="0">
                <a:latin typeface="Times New Roman"/>
                <a:cs typeface="Times New Roman"/>
              </a:rPr>
              <a:t>e</a:t>
            </a:r>
            <a:r>
              <a:rPr sz="1700" b="1" spc="2" dirty="0">
                <a:latin typeface="Times New Roman"/>
                <a:cs typeface="Times New Roman"/>
              </a:rPr>
              <a:t>s</a:t>
            </a:r>
            <a:r>
              <a:rPr sz="1700" spc="-2" dirty="0">
                <a:latin typeface="Times New Roman"/>
                <a:cs typeface="Times New Roman"/>
              </a:rPr>
              <a:t>:</a:t>
            </a:r>
            <a:endParaRPr lang="en-US" sz="1700" spc="-2" dirty="0">
              <a:latin typeface="Times New Roman"/>
              <a:cs typeface="Times New Roman"/>
            </a:endParaRPr>
          </a:p>
          <a:p>
            <a:pPr marL="115760"/>
            <a:endParaRPr sz="1700" dirty="0">
              <a:latin typeface="Times New Roman"/>
              <a:cs typeface="Times New Roman"/>
            </a:endParaRPr>
          </a:p>
          <a:p>
            <a:pPr marL="225716" indent="-109957">
              <a:buSzPct val="83333"/>
              <a:buFont typeface="Symbol"/>
              <a:buChar char=""/>
              <a:tabLst>
                <a:tab pos="226022" algn="l"/>
              </a:tabLst>
            </a:pPr>
            <a:r>
              <a:rPr sz="1700" spc="-2" dirty="0">
                <a:latin typeface="Times New Roman"/>
                <a:cs typeface="Times New Roman"/>
              </a:rPr>
              <a:t>Hig</a:t>
            </a:r>
            <a:r>
              <a:rPr sz="1700" dirty="0">
                <a:latin typeface="Times New Roman"/>
                <a:cs typeface="Times New Roman"/>
              </a:rPr>
              <a:t>h </a:t>
            </a:r>
            <a:r>
              <a:rPr sz="1700" spc="-5" dirty="0">
                <a:latin typeface="Times New Roman"/>
                <a:cs typeface="Times New Roman"/>
              </a:rPr>
              <a:t>memor</a:t>
            </a:r>
            <a:r>
              <a:rPr sz="1700" dirty="0">
                <a:latin typeface="Times New Roman"/>
                <a:cs typeface="Times New Roman"/>
              </a:rPr>
              <a:t>y </a:t>
            </a:r>
            <a:r>
              <a:rPr sz="1700" spc="-2" dirty="0">
                <a:latin typeface="Times New Roman"/>
                <a:cs typeface="Times New Roman"/>
              </a:rPr>
              <a:t>tr</a:t>
            </a:r>
            <a:r>
              <a:rPr sz="1700" spc="-10" dirty="0">
                <a:latin typeface="Times New Roman"/>
                <a:cs typeface="Times New Roman"/>
              </a:rPr>
              <a:t>a</a:t>
            </a:r>
            <a:r>
              <a:rPr sz="1700" dirty="0">
                <a:latin typeface="Times New Roman"/>
                <a:cs typeface="Times New Roman"/>
              </a:rPr>
              <a:t>f</a:t>
            </a:r>
            <a:r>
              <a:rPr sz="1700" spc="-5" dirty="0">
                <a:latin typeface="Times New Roman"/>
                <a:cs typeface="Times New Roman"/>
              </a:rPr>
              <a:t>f</a:t>
            </a:r>
            <a:r>
              <a:rPr sz="1700" dirty="0">
                <a:latin typeface="Times New Roman"/>
                <a:cs typeface="Times New Roman"/>
              </a:rPr>
              <a:t>i</a:t>
            </a:r>
            <a:r>
              <a:rPr sz="1700" spc="-5" dirty="0">
                <a:latin typeface="Times New Roman"/>
                <a:cs typeface="Times New Roman"/>
              </a:rPr>
              <a:t>c</a:t>
            </a:r>
            <a:r>
              <a:rPr sz="1700" spc="-2" dirty="0">
                <a:latin typeface="Times New Roman"/>
                <a:cs typeface="Times New Roman"/>
              </a:rPr>
              <a:t> </a:t>
            </a:r>
            <a:r>
              <a:rPr sz="1700" spc="-7" dirty="0">
                <a:latin typeface="Times New Roman"/>
                <a:cs typeface="Times New Roman"/>
              </a:rPr>
              <a:t>a</a:t>
            </a:r>
            <a:r>
              <a:rPr sz="1700" dirty="0">
                <a:latin typeface="Times New Roman"/>
                <a:cs typeface="Times New Roman"/>
              </a:rPr>
              <a:t>s</a:t>
            </a:r>
            <a:r>
              <a:rPr sz="1700" spc="-2" dirty="0">
                <a:latin typeface="Times New Roman"/>
                <a:cs typeface="Times New Roman"/>
              </a:rPr>
              <a:t> all</a:t>
            </a:r>
            <a:r>
              <a:rPr sz="1700" dirty="0">
                <a:latin typeface="Times New Roman"/>
                <a:cs typeface="Times New Roman"/>
              </a:rPr>
              <a:t> </a:t>
            </a:r>
            <a:r>
              <a:rPr sz="1700" spc="-2" dirty="0">
                <a:latin typeface="Times New Roman"/>
                <a:cs typeface="Times New Roman"/>
              </a:rPr>
              <a:t>int</a:t>
            </a:r>
            <a:r>
              <a:rPr sz="1700" spc="-7" dirty="0">
                <a:latin typeface="Times New Roman"/>
                <a:cs typeface="Times New Roman"/>
              </a:rPr>
              <a:t>e</a:t>
            </a:r>
            <a:r>
              <a:rPr sz="1700" spc="-5" dirty="0">
                <a:latin typeface="Times New Roman"/>
                <a:cs typeface="Times New Roman"/>
              </a:rPr>
              <a:t>rm</a:t>
            </a:r>
            <a:r>
              <a:rPr sz="1700" spc="-10" dirty="0">
                <a:latin typeface="Times New Roman"/>
                <a:cs typeface="Times New Roman"/>
              </a:rPr>
              <a:t>e</a:t>
            </a:r>
            <a:r>
              <a:rPr sz="1700" spc="-2" dirty="0">
                <a:latin typeface="Times New Roman"/>
                <a:cs typeface="Times New Roman"/>
              </a:rPr>
              <a:t>diate r</a:t>
            </a:r>
            <a:r>
              <a:rPr sz="1700" spc="-10" dirty="0">
                <a:latin typeface="Times New Roman"/>
                <a:cs typeface="Times New Roman"/>
              </a:rPr>
              <a:t>e</a:t>
            </a:r>
            <a:r>
              <a:rPr sz="1700" spc="-5" dirty="0">
                <a:latin typeface="Times New Roman"/>
                <a:cs typeface="Times New Roman"/>
              </a:rPr>
              <a:t>sul</a:t>
            </a:r>
            <a:r>
              <a:rPr sz="1700" dirty="0">
                <a:latin typeface="Times New Roman"/>
                <a:cs typeface="Times New Roman"/>
              </a:rPr>
              <a:t>ts</a:t>
            </a:r>
            <a:r>
              <a:rPr sz="1700" spc="-2" dirty="0">
                <a:latin typeface="Times New Roman"/>
                <a:cs typeface="Times New Roman"/>
              </a:rPr>
              <a:t> </a:t>
            </a:r>
            <a:r>
              <a:rPr sz="1700" spc="-5" dirty="0">
                <a:latin typeface="Times New Roman"/>
                <a:cs typeface="Times New Roman"/>
              </a:rPr>
              <a:t>p</a:t>
            </a:r>
            <a:r>
              <a:rPr sz="1700" spc="-2" dirty="0">
                <a:latin typeface="Times New Roman"/>
                <a:cs typeface="Times New Roman"/>
              </a:rPr>
              <a:t>as</a:t>
            </a:r>
            <a:r>
              <a:rPr sz="1700" dirty="0">
                <a:latin typeface="Times New Roman"/>
                <a:cs typeface="Times New Roman"/>
              </a:rPr>
              <a:t>s </a:t>
            </a:r>
            <a:r>
              <a:rPr sz="1700" spc="-2" dirty="0">
                <a:latin typeface="Times New Roman"/>
                <a:cs typeface="Times New Roman"/>
              </a:rPr>
              <a:t>t</a:t>
            </a:r>
            <a:r>
              <a:rPr sz="1700" dirty="0">
                <a:latin typeface="Times New Roman"/>
                <a:cs typeface="Times New Roman"/>
              </a:rPr>
              <a:t>hrou</a:t>
            </a:r>
            <a:r>
              <a:rPr sz="1700" spc="-2" dirty="0">
                <a:latin typeface="Times New Roman"/>
                <a:cs typeface="Times New Roman"/>
              </a:rPr>
              <a:t>g</a:t>
            </a:r>
            <a:r>
              <a:rPr sz="1700" dirty="0">
                <a:latin typeface="Times New Roman"/>
                <a:cs typeface="Times New Roman"/>
              </a:rPr>
              <a:t>h </a:t>
            </a:r>
            <a:r>
              <a:rPr sz="1700" spc="-2" dirty="0">
                <a:latin typeface="Times New Roman"/>
                <a:cs typeface="Times New Roman"/>
              </a:rPr>
              <a:t>the </a:t>
            </a:r>
            <a:r>
              <a:rPr sz="1700" spc="-10" dirty="0">
                <a:latin typeface="Times New Roman"/>
                <a:cs typeface="Times New Roman"/>
              </a:rPr>
              <a:t>a</a:t>
            </a:r>
            <a:r>
              <a:rPr sz="1700" spc="-7" dirty="0">
                <a:latin typeface="Times New Roman"/>
                <a:cs typeface="Times New Roman"/>
              </a:rPr>
              <a:t>cc</a:t>
            </a:r>
            <a:r>
              <a:rPr sz="1700" spc="-5" dirty="0">
                <a:latin typeface="Times New Roman"/>
                <a:cs typeface="Times New Roman"/>
              </a:rPr>
              <a:t>umul</a:t>
            </a:r>
            <a:r>
              <a:rPr sz="1700" spc="-7" dirty="0">
                <a:latin typeface="Times New Roman"/>
                <a:cs typeface="Times New Roman"/>
              </a:rPr>
              <a:t>a</a:t>
            </a:r>
            <a:r>
              <a:rPr sz="1700" dirty="0">
                <a:latin typeface="Times New Roman"/>
                <a:cs typeface="Times New Roman"/>
              </a:rPr>
              <a:t>tor.</a:t>
            </a:r>
          </a:p>
          <a:p>
            <a:pPr marL="225716" indent="-109957">
              <a:buSzPct val="83333"/>
              <a:buFont typeface="Symbol"/>
              <a:buChar char=""/>
              <a:tabLst>
                <a:tab pos="226022" algn="l"/>
              </a:tabLst>
            </a:pPr>
            <a:r>
              <a:rPr sz="1700" dirty="0">
                <a:latin typeface="Times New Roman"/>
                <a:cs typeface="Times New Roman"/>
              </a:rPr>
              <a:t>S</a:t>
            </a:r>
            <a:r>
              <a:rPr sz="1700" spc="-5" dirty="0">
                <a:latin typeface="Times New Roman"/>
                <a:cs typeface="Times New Roman"/>
              </a:rPr>
              <a:t>low</a:t>
            </a:r>
            <a:r>
              <a:rPr sz="1700" spc="-10" dirty="0">
                <a:latin typeface="Times New Roman"/>
                <a:cs typeface="Times New Roman"/>
              </a:rPr>
              <a:t>e</a:t>
            </a:r>
            <a:r>
              <a:rPr sz="1700" dirty="0">
                <a:latin typeface="Times New Roman"/>
                <a:cs typeface="Times New Roman"/>
              </a:rPr>
              <a:t>r </a:t>
            </a:r>
            <a:r>
              <a:rPr sz="1700" spc="-10" dirty="0">
                <a:latin typeface="Times New Roman"/>
                <a:cs typeface="Times New Roman"/>
              </a:rPr>
              <a:t>e</a:t>
            </a:r>
            <a:r>
              <a:rPr sz="1700" spc="-5" dirty="0">
                <a:latin typeface="Times New Roman"/>
                <a:cs typeface="Times New Roman"/>
              </a:rPr>
              <a:t>x</a:t>
            </a:r>
            <a:r>
              <a:rPr sz="1700" spc="-7" dirty="0">
                <a:latin typeface="Times New Roman"/>
                <a:cs typeface="Times New Roman"/>
              </a:rPr>
              <a:t>ec</a:t>
            </a:r>
            <a:r>
              <a:rPr sz="1700" spc="-2" dirty="0">
                <a:latin typeface="Times New Roman"/>
                <a:cs typeface="Times New Roman"/>
              </a:rPr>
              <a:t>uti</a:t>
            </a:r>
            <a:r>
              <a:rPr sz="1700" dirty="0">
                <a:latin typeface="Times New Roman"/>
                <a:cs typeface="Times New Roman"/>
              </a:rPr>
              <a:t>on </a:t>
            </a:r>
            <a:r>
              <a:rPr sz="1700" spc="-5" dirty="0">
                <a:latin typeface="Times New Roman"/>
                <a:cs typeface="Times New Roman"/>
              </a:rPr>
              <a:t>due</a:t>
            </a:r>
            <a:r>
              <a:rPr sz="1700" spc="-2" dirty="0">
                <a:latin typeface="Times New Roman"/>
                <a:cs typeface="Times New Roman"/>
              </a:rPr>
              <a:t> to</a:t>
            </a:r>
            <a:r>
              <a:rPr sz="1700" spc="5" dirty="0">
                <a:latin typeface="Times New Roman"/>
                <a:cs typeface="Times New Roman"/>
              </a:rPr>
              <a:t> </a:t>
            </a:r>
            <a:r>
              <a:rPr sz="1700" dirty="0">
                <a:latin typeface="Times New Roman"/>
                <a:cs typeface="Times New Roman"/>
              </a:rPr>
              <a:t>f</a:t>
            </a:r>
            <a:r>
              <a:rPr sz="1700" spc="-5" dirty="0">
                <a:latin typeface="Times New Roman"/>
                <a:cs typeface="Times New Roman"/>
              </a:rPr>
              <a:t>r</a:t>
            </a:r>
            <a:r>
              <a:rPr sz="1700" spc="-7" dirty="0">
                <a:latin typeface="Times New Roman"/>
                <a:cs typeface="Times New Roman"/>
              </a:rPr>
              <a:t>e</a:t>
            </a:r>
            <a:r>
              <a:rPr sz="1700" spc="-5" dirty="0">
                <a:latin typeface="Times New Roman"/>
                <a:cs typeface="Times New Roman"/>
              </a:rPr>
              <a:t>qu</a:t>
            </a:r>
            <a:r>
              <a:rPr sz="1700" spc="-7" dirty="0">
                <a:latin typeface="Times New Roman"/>
                <a:cs typeface="Times New Roman"/>
              </a:rPr>
              <a:t>e</a:t>
            </a:r>
            <a:r>
              <a:rPr sz="1700" spc="-2" dirty="0">
                <a:latin typeface="Times New Roman"/>
                <a:cs typeface="Times New Roman"/>
              </a:rPr>
              <a:t>nt</a:t>
            </a:r>
            <a:r>
              <a:rPr sz="1700" dirty="0">
                <a:latin typeface="Times New Roman"/>
                <a:cs typeface="Times New Roman"/>
              </a:rPr>
              <a:t> </a:t>
            </a:r>
            <a:r>
              <a:rPr sz="1700" spc="-5" dirty="0">
                <a:latin typeface="Times New Roman"/>
                <a:cs typeface="Times New Roman"/>
              </a:rPr>
              <a:t>m</a:t>
            </a:r>
            <a:r>
              <a:rPr sz="1700" spc="-7" dirty="0">
                <a:latin typeface="Times New Roman"/>
                <a:cs typeface="Times New Roman"/>
              </a:rPr>
              <a:t>e</a:t>
            </a:r>
            <a:r>
              <a:rPr sz="1700" spc="-5" dirty="0">
                <a:latin typeface="Times New Roman"/>
                <a:cs typeface="Times New Roman"/>
              </a:rPr>
              <a:t>mory</a:t>
            </a:r>
            <a:r>
              <a:rPr sz="1700" spc="2" dirty="0">
                <a:latin typeface="Times New Roman"/>
                <a:cs typeface="Times New Roman"/>
              </a:rPr>
              <a:t> </a:t>
            </a:r>
            <a:r>
              <a:rPr sz="1700" spc="-7" dirty="0">
                <a:latin typeface="Times New Roman"/>
                <a:cs typeface="Times New Roman"/>
              </a:rPr>
              <a:t>a</a:t>
            </a:r>
            <a:r>
              <a:rPr sz="1700" spc="-2" dirty="0">
                <a:latin typeface="Times New Roman"/>
                <a:cs typeface="Times New Roman"/>
              </a:rPr>
              <a:t>c</a:t>
            </a:r>
            <a:r>
              <a:rPr sz="1700" spc="-7" dirty="0">
                <a:latin typeface="Times New Roman"/>
                <a:cs typeface="Times New Roman"/>
              </a:rPr>
              <a:t>ce</a:t>
            </a:r>
            <a:r>
              <a:rPr sz="1700" spc="-2" dirty="0">
                <a:latin typeface="Times New Roman"/>
                <a:cs typeface="Times New Roman"/>
              </a:rPr>
              <a:t>ss.</a:t>
            </a:r>
            <a:endParaRPr sz="1700" dirty="0">
              <a:latin typeface="Times New Roman"/>
              <a:cs typeface="Times New Roman"/>
            </a:endParaRPr>
          </a:p>
        </p:txBody>
      </p:sp>
    </p:spTree>
    <p:extLst>
      <p:ext uri="{BB962C8B-B14F-4D97-AF65-F5344CB8AC3E}">
        <p14:creationId xmlns:p14="http://schemas.microsoft.com/office/powerpoint/2010/main" val="29963872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1FE23-F699-1320-989A-F4F478631BF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600A820-1C9F-547F-F119-5BB1D23A46FD}"/>
              </a:ext>
            </a:extLst>
          </p:cNvPr>
          <p:cNvPicPr>
            <a:picLocks noChangeAspect="1"/>
          </p:cNvPicPr>
          <p:nvPr/>
        </p:nvPicPr>
        <p:blipFill>
          <a:blip r:embed="rId2"/>
          <a:stretch>
            <a:fillRect/>
          </a:stretch>
        </p:blipFill>
        <p:spPr>
          <a:xfrm>
            <a:off x="100454" y="116065"/>
            <a:ext cx="476476" cy="806935"/>
          </a:xfrm>
          <a:prstGeom prst="rect">
            <a:avLst/>
          </a:prstGeom>
        </p:spPr>
      </p:pic>
      <p:pic>
        <p:nvPicPr>
          <p:cNvPr id="6" name="Picture 5">
            <a:extLst>
              <a:ext uri="{FF2B5EF4-FFF2-40B4-BE49-F238E27FC236}">
                <a16:creationId xmlns:a16="http://schemas.microsoft.com/office/drawing/2014/main" id="{78267EEF-6941-C431-E178-D347C48D704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7" y="116065"/>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E66C9C8F-F5B6-81D2-0295-395875F29665}"/>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29171F45-EAC8-D915-54A8-15151B6DC25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a:extLst>
              <a:ext uri="{FF2B5EF4-FFF2-40B4-BE49-F238E27FC236}">
                <a16:creationId xmlns:a16="http://schemas.microsoft.com/office/drawing/2014/main" id="{27546075-FF16-EBC2-A6B6-92726FA5BFF3}"/>
              </a:ext>
            </a:extLst>
          </p:cNvPr>
          <p:cNvSpPr txBox="1"/>
          <p:nvPr/>
        </p:nvSpPr>
        <p:spPr>
          <a:xfrm>
            <a:off x="838200" y="819150"/>
            <a:ext cx="7391400" cy="3426579"/>
          </a:xfrm>
          <a:prstGeom prst="rect">
            <a:avLst/>
          </a:prstGeom>
        </p:spPr>
        <p:txBody>
          <a:bodyPr vert="horz" wrap="square" lIns="0" tIns="0" rIns="0" bIns="0" rtlCol="0">
            <a:spAutoFit/>
          </a:bodyPr>
          <a:lstStyle/>
          <a:p>
            <a:pPr marL="115760" indent="-109651">
              <a:buFont typeface="Times New Roman"/>
              <a:buAutoNum type="arabicPeriod" startAt="2"/>
              <a:tabLst>
                <a:tab pos="116065" algn="l"/>
              </a:tabLst>
            </a:pPr>
            <a:r>
              <a:rPr lang="en-US" sz="1700" b="1" spc="-5" dirty="0">
                <a:latin typeface="Times New Roman"/>
                <a:cs typeface="Times New Roman"/>
              </a:rPr>
              <a:t> </a:t>
            </a:r>
            <a:r>
              <a:rPr sz="1700" b="1" spc="-5" dirty="0">
                <a:latin typeface="Times New Roman"/>
                <a:cs typeface="Times New Roman"/>
              </a:rPr>
              <a:t>Gene</a:t>
            </a:r>
            <a:r>
              <a:rPr sz="1700" b="1" spc="-10" dirty="0">
                <a:latin typeface="Times New Roman"/>
                <a:cs typeface="Times New Roman"/>
              </a:rPr>
              <a:t>r</a:t>
            </a:r>
            <a:r>
              <a:rPr sz="1700" b="1" spc="-2" dirty="0">
                <a:latin typeface="Times New Roman"/>
                <a:cs typeface="Times New Roman"/>
              </a:rPr>
              <a:t>al</a:t>
            </a:r>
            <a:r>
              <a:rPr sz="1700" b="1" dirty="0">
                <a:latin typeface="Times New Roman"/>
                <a:cs typeface="Times New Roman"/>
              </a:rPr>
              <a:t> </a:t>
            </a:r>
            <a:r>
              <a:rPr sz="1700" b="1" spc="-2" dirty="0">
                <a:latin typeface="Times New Roman"/>
                <a:cs typeface="Times New Roman"/>
              </a:rPr>
              <a:t>Registe</a:t>
            </a:r>
            <a:r>
              <a:rPr sz="1700" b="1" spc="-5" dirty="0">
                <a:latin typeface="Times New Roman"/>
                <a:cs typeface="Times New Roman"/>
              </a:rPr>
              <a:t>r</a:t>
            </a:r>
            <a:r>
              <a:rPr sz="1700" b="1" spc="-2" dirty="0">
                <a:latin typeface="Times New Roman"/>
                <a:cs typeface="Times New Roman"/>
              </a:rPr>
              <a:t> </a:t>
            </a:r>
            <a:r>
              <a:rPr sz="1700" b="1" spc="-5" dirty="0">
                <a:latin typeface="Times New Roman"/>
                <a:cs typeface="Times New Roman"/>
              </a:rPr>
              <a:t>Org</a:t>
            </a:r>
            <a:r>
              <a:rPr sz="1700" b="1" spc="-2" dirty="0">
                <a:latin typeface="Times New Roman"/>
                <a:cs typeface="Times New Roman"/>
              </a:rPr>
              <a:t>a</a:t>
            </a:r>
            <a:r>
              <a:rPr sz="1700" b="1" dirty="0">
                <a:latin typeface="Times New Roman"/>
                <a:cs typeface="Times New Roman"/>
              </a:rPr>
              <a:t>n</a:t>
            </a:r>
            <a:r>
              <a:rPr sz="1700" b="1" spc="-2" dirty="0">
                <a:latin typeface="Times New Roman"/>
                <a:cs typeface="Times New Roman"/>
              </a:rPr>
              <a:t>iza</a:t>
            </a:r>
            <a:r>
              <a:rPr sz="1700" b="1" spc="-7" dirty="0">
                <a:latin typeface="Times New Roman"/>
                <a:cs typeface="Times New Roman"/>
              </a:rPr>
              <a:t>t</a:t>
            </a:r>
            <a:r>
              <a:rPr sz="1700" b="1" spc="-2" dirty="0">
                <a:latin typeface="Times New Roman"/>
                <a:cs typeface="Times New Roman"/>
              </a:rPr>
              <a:t>ion</a:t>
            </a:r>
            <a:r>
              <a:rPr sz="1700" b="1" dirty="0">
                <a:latin typeface="Times New Roman"/>
                <a:cs typeface="Times New Roman"/>
              </a:rPr>
              <a:t>:</a:t>
            </a:r>
            <a:endParaRPr sz="1700" dirty="0">
              <a:latin typeface="Times New Roman"/>
              <a:cs typeface="Times New Roman"/>
            </a:endParaRPr>
          </a:p>
          <a:p>
            <a:pPr marL="225716" marR="5498" lvl="1" indent="-109957" algn="just">
              <a:spcBef>
                <a:spcPts val="58"/>
              </a:spcBef>
              <a:buFont typeface="Symbol"/>
              <a:buChar char=""/>
              <a:tabLst>
                <a:tab pos="226022" algn="l"/>
              </a:tabLst>
            </a:pPr>
            <a:r>
              <a:rPr sz="1700" spc="-10" dirty="0">
                <a:latin typeface="Times New Roman"/>
                <a:cs typeface="Times New Roman"/>
              </a:rPr>
              <a:t>I</a:t>
            </a:r>
            <a:r>
              <a:rPr sz="1700" dirty="0">
                <a:latin typeface="Times New Roman"/>
                <a:cs typeface="Times New Roman"/>
              </a:rPr>
              <a:t>n </a:t>
            </a:r>
            <a:r>
              <a:rPr sz="1700" spc="-43" dirty="0">
                <a:latin typeface="Times New Roman"/>
                <a:cs typeface="Times New Roman"/>
              </a:rPr>
              <a:t> </a:t>
            </a:r>
            <a:r>
              <a:rPr sz="1700" spc="-2" dirty="0">
                <a:latin typeface="Times New Roman"/>
                <a:cs typeface="Times New Roman"/>
              </a:rPr>
              <a:t>thi</a:t>
            </a:r>
            <a:r>
              <a:rPr sz="1700" dirty="0">
                <a:latin typeface="Times New Roman"/>
                <a:cs typeface="Times New Roman"/>
              </a:rPr>
              <a:t>s </a:t>
            </a:r>
            <a:r>
              <a:rPr sz="1700" spc="-48" dirty="0">
                <a:latin typeface="Times New Roman"/>
                <a:cs typeface="Times New Roman"/>
              </a:rPr>
              <a:t> </a:t>
            </a:r>
            <a:r>
              <a:rPr sz="1700" spc="-5" dirty="0">
                <a:latin typeface="Times New Roman"/>
                <a:cs typeface="Times New Roman"/>
              </a:rPr>
              <a:t>org</a:t>
            </a:r>
            <a:r>
              <a:rPr sz="1700" spc="-10" dirty="0">
                <a:latin typeface="Times New Roman"/>
                <a:cs typeface="Times New Roman"/>
              </a:rPr>
              <a:t>a</a:t>
            </a:r>
            <a:r>
              <a:rPr sz="1700" spc="-2" dirty="0">
                <a:latin typeface="Times New Roman"/>
                <a:cs typeface="Times New Roman"/>
              </a:rPr>
              <a:t>niz</a:t>
            </a:r>
            <a:r>
              <a:rPr sz="1700" spc="-7" dirty="0">
                <a:latin typeface="Times New Roman"/>
                <a:cs typeface="Times New Roman"/>
              </a:rPr>
              <a:t>a</a:t>
            </a:r>
            <a:r>
              <a:rPr sz="1700" spc="-2" dirty="0">
                <a:latin typeface="Times New Roman"/>
                <a:cs typeface="Times New Roman"/>
              </a:rPr>
              <a:t>ti</a:t>
            </a:r>
            <a:r>
              <a:rPr sz="1700" dirty="0">
                <a:latin typeface="Times New Roman"/>
                <a:cs typeface="Times New Roman"/>
              </a:rPr>
              <a:t>on, </a:t>
            </a:r>
            <a:r>
              <a:rPr sz="1700" spc="-48" dirty="0">
                <a:latin typeface="Times New Roman"/>
                <a:cs typeface="Times New Roman"/>
              </a:rPr>
              <a:t> </a:t>
            </a:r>
            <a:r>
              <a:rPr sz="1700" spc="-2" dirty="0">
                <a:latin typeface="Times New Roman"/>
                <a:cs typeface="Times New Roman"/>
              </a:rPr>
              <a:t>the</a:t>
            </a:r>
            <a:r>
              <a:rPr sz="1700" dirty="0">
                <a:latin typeface="Times New Roman"/>
                <a:cs typeface="Times New Roman"/>
              </a:rPr>
              <a:t> </a:t>
            </a:r>
            <a:r>
              <a:rPr sz="1700" spc="-43" dirty="0">
                <a:latin typeface="Times New Roman"/>
                <a:cs typeface="Times New Roman"/>
              </a:rPr>
              <a:t> </a:t>
            </a:r>
            <a:r>
              <a:rPr sz="1700" spc="-2" dirty="0">
                <a:latin typeface="Times New Roman"/>
                <a:cs typeface="Times New Roman"/>
              </a:rPr>
              <a:t>instru</a:t>
            </a:r>
            <a:r>
              <a:rPr sz="1700" spc="-10" dirty="0">
                <a:latin typeface="Times New Roman"/>
                <a:cs typeface="Times New Roman"/>
              </a:rPr>
              <a:t>c</a:t>
            </a:r>
            <a:r>
              <a:rPr sz="1700" spc="-2" dirty="0">
                <a:latin typeface="Times New Roman"/>
                <a:cs typeface="Times New Roman"/>
              </a:rPr>
              <a:t>ti</a:t>
            </a:r>
            <a:r>
              <a:rPr sz="1700" dirty="0">
                <a:latin typeface="Times New Roman"/>
                <a:cs typeface="Times New Roman"/>
              </a:rPr>
              <a:t>on </a:t>
            </a:r>
            <a:r>
              <a:rPr sz="1700" spc="-48" dirty="0">
                <a:latin typeface="Times New Roman"/>
                <a:cs typeface="Times New Roman"/>
              </a:rPr>
              <a:t> </a:t>
            </a:r>
            <a:r>
              <a:rPr sz="1700" dirty="0">
                <a:latin typeface="Times New Roman"/>
                <a:cs typeface="Times New Roman"/>
              </a:rPr>
              <a:t>fo</a:t>
            </a:r>
            <a:r>
              <a:rPr sz="1700" spc="-5" dirty="0">
                <a:latin typeface="Times New Roman"/>
                <a:cs typeface="Times New Roman"/>
              </a:rPr>
              <a:t>rmat</a:t>
            </a:r>
            <a:r>
              <a:rPr sz="1700" dirty="0">
                <a:latin typeface="Times New Roman"/>
                <a:cs typeface="Times New Roman"/>
              </a:rPr>
              <a:t> </a:t>
            </a:r>
            <a:r>
              <a:rPr sz="1700" spc="-43" dirty="0">
                <a:latin typeface="Times New Roman"/>
                <a:cs typeface="Times New Roman"/>
              </a:rPr>
              <a:t> </a:t>
            </a:r>
            <a:r>
              <a:rPr sz="1700" spc="-5" dirty="0">
                <a:latin typeface="Times New Roman"/>
                <a:cs typeface="Times New Roman"/>
              </a:rPr>
              <a:t>n</a:t>
            </a:r>
            <a:r>
              <a:rPr sz="1700" spc="-7" dirty="0">
                <a:latin typeface="Times New Roman"/>
                <a:cs typeface="Times New Roman"/>
              </a:rPr>
              <a:t>ee</a:t>
            </a:r>
            <a:r>
              <a:rPr sz="1700" spc="5" dirty="0">
                <a:latin typeface="Times New Roman"/>
                <a:cs typeface="Times New Roman"/>
              </a:rPr>
              <a:t>d</a:t>
            </a:r>
            <a:r>
              <a:rPr sz="1700" dirty="0">
                <a:latin typeface="Times New Roman"/>
                <a:cs typeface="Times New Roman"/>
              </a:rPr>
              <a:t>s </a:t>
            </a:r>
            <a:r>
              <a:rPr sz="1700" spc="-48" dirty="0">
                <a:latin typeface="Times New Roman"/>
                <a:cs typeface="Times New Roman"/>
              </a:rPr>
              <a:t> </a:t>
            </a:r>
            <a:r>
              <a:rPr sz="1700" dirty="0">
                <a:latin typeface="Times New Roman"/>
                <a:cs typeface="Times New Roman"/>
              </a:rPr>
              <a:t>2 </a:t>
            </a:r>
            <a:r>
              <a:rPr sz="1700" spc="-48" dirty="0">
                <a:latin typeface="Times New Roman"/>
                <a:cs typeface="Times New Roman"/>
              </a:rPr>
              <a:t> </a:t>
            </a:r>
            <a:r>
              <a:rPr sz="1700" dirty="0">
                <a:latin typeface="Times New Roman"/>
                <a:cs typeface="Times New Roman"/>
              </a:rPr>
              <a:t>or </a:t>
            </a:r>
            <a:r>
              <a:rPr sz="1700" spc="-51" dirty="0">
                <a:latin typeface="Times New Roman"/>
                <a:cs typeface="Times New Roman"/>
              </a:rPr>
              <a:t> </a:t>
            </a:r>
            <a:r>
              <a:rPr sz="1700" dirty="0">
                <a:latin typeface="Times New Roman"/>
                <a:cs typeface="Times New Roman"/>
              </a:rPr>
              <a:t>3 </a:t>
            </a:r>
            <a:r>
              <a:rPr sz="1700" spc="-43" dirty="0">
                <a:latin typeface="Times New Roman"/>
                <a:cs typeface="Times New Roman"/>
              </a:rPr>
              <a:t> </a:t>
            </a:r>
            <a:r>
              <a:rPr sz="1700" spc="2" dirty="0">
                <a:latin typeface="Times New Roman"/>
                <a:cs typeface="Times New Roman"/>
              </a:rPr>
              <a:t>r</a:t>
            </a:r>
            <a:r>
              <a:rPr sz="1700" spc="-7" dirty="0">
                <a:latin typeface="Times New Roman"/>
                <a:cs typeface="Times New Roman"/>
              </a:rPr>
              <a:t>e</a:t>
            </a:r>
            <a:r>
              <a:rPr sz="1700" spc="-2" dirty="0">
                <a:latin typeface="Times New Roman"/>
                <a:cs typeface="Times New Roman"/>
              </a:rPr>
              <a:t>gis</a:t>
            </a:r>
            <a:r>
              <a:rPr sz="1700" dirty="0">
                <a:latin typeface="Times New Roman"/>
                <a:cs typeface="Times New Roman"/>
              </a:rPr>
              <a:t>t</a:t>
            </a:r>
            <a:r>
              <a:rPr sz="1700" spc="-7" dirty="0">
                <a:latin typeface="Times New Roman"/>
                <a:cs typeface="Times New Roman"/>
              </a:rPr>
              <a:t>e</a:t>
            </a:r>
            <a:r>
              <a:rPr sz="1700" dirty="0">
                <a:latin typeface="Times New Roman"/>
                <a:cs typeface="Times New Roman"/>
              </a:rPr>
              <a:t>r </a:t>
            </a:r>
            <a:r>
              <a:rPr sz="1700" spc="-43" dirty="0">
                <a:latin typeface="Times New Roman"/>
                <a:cs typeface="Times New Roman"/>
              </a:rPr>
              <a:t> </a:t>
            </a:r>
            <a:r>
              <a:rPr sz="1700" spc="-7" dirty="0">
                <a:latin typeface="Times New Roman"/>
                <a:cs typeface="Times New Roman"/>
              </a:rPr>
              <a:t>a</a:t>
            </a:r>
            <a:r>
              <a:rPr sz="1700" spc="-5" dirty="0">
                <a:latin typeface="Times New Roman"/>
                <a:cs typeface="Times New Roman"/>
              </a:rPr>
              <a:t>ddr</a:t>
            </a:r>
            <a:r>
              <a:rPr sz="1700" spc="-10" dirty="0">
                <a:latin typeface="Times New Roman"/>
                <a:cs typeface="Times New Roman"/>
              </a:rPr>
              <a:t>e</a:t>
            </a:r>
            <a:r>
              <a:rPr sz="1700" spc="5" dirty="0">
                <a:latin typeface="Times New Roman"/>
                <a:cs typeface="Times New Roman"/>
              </a:rPr>
              <a:t>s</a:t>
            </a:r>
            <a:r>
              <a:rPr sz="1700" dirty="0">
                <a:latin typeface="Times New Roman"/>
                <a:cs typeface="Times New Roman"/>
              </a:rPr>
              <a:t>s </a:t>
            </a:r>
            <a:r>
              <a:rPr sz="1700" spc="-48" dirty="0">
                <a:latin typeface="Times New Roman"/>
                <a:cs typeface="Times New Roman"/>
              </a:rPr>
              <a:t> </a:t>
            </a:r>
            <a:r>
              <a:rPr sz="1700" spc="-2" dirty="0">
                <a:latin typeface="Times New Roman"/>
                <a:cs typeface="Times New Roman"/>
              </a:rPr>
              <a:t>fi</a:t>
            </a:r>
            <a:r>
              <a:rPr sz="1700" spc="-10" dirty="0">
                <a:latin typeface="Times New Roman"/>
                <a:cs typeface="Times New Roman"/>
              </a:rPr>
              <a:t>e</a:t>
            </a:r>
            <a:r>
              <a:rPr sz="1700" spc="-2" dirty="0">
                <a:latin typeface="Times New Roman"/>
                <a:cs typeface="Times New Roman"/>
              </a:rPr>
              <a:t>lds </a:t>
            </a:r>
            <a:r>
              <a:rPr sz="1700" spc="-7" dirty="0">
                <a:latin typeface="Times New Roman"/>
                <a:cs typeface="Times New Roman"/>
              </a:rPr>
              <a:t>acc</a:t>
            </a:r>
            <a:r>
              <a:rPr sz="1700" spc="-5" dirty="0">
                <a:latin typeface="Times New Roman"/>
                <a:cs typeface="Times New Roman"/>
              </a:rPr>
              <a:t>ording</a:t>
            </a:r>
            <a:r>
              <a:rPr sz="1700" dirty="0">
                <a:latin typeface="Times New Roman"/>
                <a:cs typeface="Times New Roman"/>
              </a:rPr>
              <a:t> </a:t>
            </a:r>
            <a:r>
              <a:rPr sz="1700" spc="-2" dirty="0">
                <a:latin typeface="Times New Roman"/>
                <a:cs typeface="Times New Roman"/>
              </a:rPr>
              <a:t>to the </a:t>
            </a:r>
            <a:r>
              <a:rPr sz="1700" dirty="0">
                <a:latin typeface="Times New Roman"/>
                <a:cs typeface="Times New Roman"/>
              </a:rPr>
              <a:t>o</a:t>
            </a:r>
            <a:r>
              <a:rPr sz="1700" spc="5" dirty="0">
                <a:latin typeface="Times New Roman"/>
                <a:cs typeface="Times New Roman"/>
              </a:rPr>
              <a:t>p</a:t>
            </a:r>
            <a:r>
              <a:rPr sz="1700" spc="-7" dirty="0">
                <a:latin typeface="Times New Roman"/>
                <a:cs typeface="Times New Roman"/>
              </a:rPr>
              <a:t>e</a:t>
            </a:r>
            <a:r>
              <a:rPr sz="1700" spc="-2" dirty="0">
                <a:latin typeface="Times New Roman"/>
                <a:cs typeface="Times New Roman"/>
              </a:rPr>
              <a:t>r</a:t>
            </a:r>
            <a:r>
              <a:rPr sz="1700" spc="-10" dirty="0">
                <a:latin typeface="Times New Roman"/>
                <a:cs typeface="Times New Roman"/>
              </a:rPr>
              <a:t>a</a:t>
            </a:r>
            <a:r>
              <a:rPr sz="1700" spc="-2" dirty="0">
                <a:latin typeface="Times New Roman"/>
                <a:cs typeface="Times New Roman"/>
              </a:rPr>
              <a:t>ti</a:t>
            </a:r>
            <a:r>
              <a:rPr sz="1700" spc="5" dirty="0">
                <a:latin typeface="Times New Roman"/>
                <a:cs typeface="Times New Roman"/>
              </a:rPr>
              <a:t>o</a:t>
            </a:r>
            <a:r>
              <a:rPr sz="1700" dirty="0">
                <a:latin typeface="Times New Roman"/>
                <a:cs typeface="Times New Roman"/>
              </a:rPr>
              <a:t>n.</a:t>
            </a:r>
          </a:p>
          <a:p>
            <a:pPr marL="225716" marR="4582" lvl="1" indent="-109957" algn="just">
              <a:spcBef>
                <a:spcPts val="36"/>
              </a:spcBef>
              <a:buFont typeface="Symbol"/>
              <a:buChar char=""/>
              <a:tabLst>
                <a:tab pos="226022" algn="l"/>
              </a:tabLst>
            </a:pPr>
            <a:r>
              <a:rPr sz="1700" spc="-2" dirty="0">
                <a:latin typeface="Times New Roman"/>
                <a:cs typeface="Times New Roman"/>
              </a:rPr>
              <a:t>G</a:t>
            </a:r>
            <a:r>
              <a:rPr sz="1700" spc="-5" dirty="0">
                <a:latin typeface="Times New Roman"/>
                <a:cs typeface="Times New Roman"/>
              </a:rPr>
              <a:t>en</a:t>
            </a:r>
            <a:r>
              <a:rPr sz="1700" spc="-7" dirty="0">
                <a:latin typeface="Times New Roman"/>
                <a:cs typeface="Times New Roman"/>
              </a:rPr>
              <a:t>e</a:t>
            </a:r>
            <a:r>
              <a:rPr sz="1700" spc="2" dirty="0">
                <a:latin typeface="Times New Roman"/>
                <a:cs typeface="Times New Roman"/>
              </a:rPr>
              <a:t>r</a:t>
            </a:r>
            <a:r>
              <a:rPr sz="1700" spc="-7" dirty="0">
                <a:latin typeface="Times New Roman"/>
                <a:cs typeface="Times New Roman"/>
              </a:rPr>
              <a:t>a</a:t>
            </a:r>
            <a:r>
              <a:rPr sz="1700" spc="-2" dirty="0">
                <a:latin typeface="Times New Roman"/>
                <a:cs typeface="Times New Roman"/>
              </a:rPr>
              <a:t>ll</a:t>
            </a:r>
            <a:r>
              <a:rPr sz="1700" dirty="0">
                <a:latin typeface="Times New Roman"/>
                <a:cs typeface="Times New Roman"/>
              </a:rPr>
              <a:t>y </a:t>
            </a:r>
            <a:r>
              <a:rPr sz="1700" spc="-5" dirty="0">
                <a:latin typeface="Times New Roman"/>
                <a:cs typeface="Times New Roman"/>
              </a:rPr>
              <a:t>C</a:t>
            </a:r>
            <a:r>
              <a:rPr sz="1700" dirty="0">
                <a:latin typeface="Times New Roman"/>
                <a:cs typeface="Times New Roman"/>
              </a:rPr>
              <a:t>PU </a:t>
            </a:r>
            <a:r>
              <a:rPr sz="1700" spc="19" dirty="0">
                <a:latin typeface="Times New Roman"/>
                <a:cs typeface="Times New Roman"/>
              </a:rPr>
              <a:t> </a:t>
            </a:r>
            <a:r>
              <a:rPr sz="1700" spc="-5" dirty="0">
                <a:latin typeface="Times New Roman"/>
                <a:cs typeface="Times New Roman"/>
              </a:rPr>
              <a:t>h</a:t>
            </a:r>
            <a:r>
              <a:rPr sz="1700" spc="-7" dirty="0">
                <a:latin typeface="Times New Roman"/>
                <a:cs typeface="Times New Roman"/>
              </a:rPr>
              <a:t>a</a:t>
            </a:r>
            <a:r>
              <a:rPr sz="1700" dirty="0">
                <a:latin typeface="Times New Roman"/>
                <a:cs typeface="Times New Roman"/>
              </a:rPr>
              <a:t>s </a:t>
            </a:r>
            <a:r>
              <a:rPr sz="1700" spc="22" dirty="0">
                <a:latin typeface="Times New Roman"/>
                <a:cs typeface="Times New Roman"/>
              </a:rPr>
              <a:t> </a:t>
            </a:r>
            <a:r>
              <a:rPr sz="1700" spc="-2" dirty="0">
                <a:latin typeface="Times New Roman"/>
                <a:cs typeface="Times New Roman"/>
              </a:rPr>
              <a:t>se</a:t>
            </a:r>
            <a:r>
              <a:rPr sz="1700" spc="5" dirty="0">
                <a:latin typeface="Times New Roman"/>
                <a:cs typeface="Times New Roman"/>
              </a:rPr>
              <a:t>v</a:t>
            </a:r>
            <a:r>
              <a:rPr sz="1700" spc="-7" dirty="0">
                <a:latin typeface="Times New Roman"/>
                <a:cs typeface="Times New Roman"/>
              </a:rPr>
              <a:t>e</a:t>
            </a:r>
            <a:r>
              <a:rPr sz="1700" dirty="0">
                <a:latin typeface="Times New Roman"/>
                <a:cs typeface="Times New Roman"/>
              </a:rPr>
              <a:t>n </a:t>
            </a:r>
            <a:r>
              <a:rPr sz="1700" spc="22" dirty="0">
                <a:latin typeface="Times New Roman"/>
                <a:cs typeface="Times New Roman"/>
              </a:rPr>
              <a:t> </a:t>
            </a:r>
            <a:r>
              <a:rPr sz="1700" spc="-5" dirty="0">
                <a:latin typeface="Times New Roman"/>
                <a:cs typeface="Times New Roman"/>
              </a:rPr>
              <a:t>g</a:t>
            </a:r>
            <a:r>
              <a:rPr sz="1700" spc="-7" dirty="0">
                <a:latin typeface="Times New Roman"/>
                <a:cs typeface="Times New Roman"/>
              </a:rPr>
              <a:t>e</a:t>
            </a:r>
            <a:r>
              <a:rPr sz="1700" spc="-5" dirty="0">
                <a:latin typeface="Times New Roman"/>
                <a:cs typeface="Times New Roman"/>
              </a:rPr>
              <a:t>n</a:t>
            </a:r>
            <a:r>
              <a:rPr sz="1700" spc="-2" dirty="0">
                <a:latin typeface="Times New Roman"/>
                <a:cs typeface="Times New Roman"/>
              </a:rPr>
              <a:t>er</a:t>
            </a:r>
            <a:r>
              <a:rPr sz="1700" spc="-10" dirty="0">
                <a:latin typeface="Times New Roman"/>
                <a:cs typeface="Times New Roman"/>
              </a:rPr>
              <a:t>a</a:t>
            </a:r>
            <a:r>
              <a:rPr sz="1700" spc="-2" dirty="0">
                <a:latin typeface="Times New Roman"/>
                <a:cs typeface="Times New Roman"/>
              </a:rPr>
              <a:t>l</a:t>
            </a:r>
            <a:r>
              <a:rPr sz="1700" dirty="0">
                <a:latin typeface="Times New Roman"/>
                <a:cs typeface="Times New Roman"/>
              </a:rPr>
              <a:t> </a:t>
            </a:r>
            <a:r>
              <a:rPr sz="1700" spc="22" dirty="0">
                <a:latin typeface="Times New Roman"/>
                <a:cs typeface="Times New Roman"/>
              </a:rPr>
              <a:t> </a:t>
            </a:r>
            <a:r>
              <a:rPr sz="1700" spc="-2" dirty="0">
                <a:latin typeface="Times New Roman"/>
                <a:cs typeface="Times New Roman"/>
              </a:rPr>
              <a:t>regis</a:t>
            </a:r>
            <a:r>
              <a:rPr sz="1700" dirty="0">
                <a:latin typeface="Times New Roman"/>
                <a:cs typeface="Times New Roman"/>
              </a:rPr>
              <a:t>t</a:t>
            </a:r>
            <a:r>
              <a:rPr sz="1700" spc="-7" dirty="0">
                <a:latin typeface="Times New Roman"/>
                <a:cs typeface="Times New Roman"/>
              </a:rPr>
              <a:t>e</a:t>
            </a:r>
            <a:r>
              <a:rPr sz="1700" dirty="0">
                <a:latin typeface="Times New Roman"/>
                <a:cs typeface="Times New Roman"/>
              </a:rPr>
              <a:t>rs. </a:t>
            </a:r>
            <a:r>
              <a:rPr sz="1700" spc="19" dirty="0">
                <a:latin typeface="Times New Roman"/>
                <a:cs typeface="Times New Roman"/>
              </a:rPr>
              <a:t> </a:t>
            </a:r>
            <a:r>
              <a:rPr sz="1700" spc="-5" dirty="0">
                <a:latin typeface="Times New Roman"/>
                <a:cs typeface="Times New Roman"/>
              </a:rPr>
              <a:t>R</a:t>
            </a:r>
            <a:r>
              <a:rPr sz="1700" spc="-7" dirty="0">
                <a:latin typeface="Times New Roman"/>
                <a:cs typeface="Times New Roman"/>
              </a:rPr>
              <a:t>e</a:t>
            </a:r>
            <a:r>
              <a:rPr sz="1700" spc="-2" dirty="0">
                <a:latin typeface="Times New Roman"/>
                <a:cs typeface="Times New Roman"/>
              </a:rPr>
              <a:t>gis</a:t>
            </a:r>
            <a:r>
              <a:rPr sz="1700" dirty="0">
                <a:latin typeface="Times New Roman"/>
                <a:cs typeface="Times New Roman"/>
              </a:rPr>
              <a:t>t</a:t>
            </a:r>
            <a:r>
              <a:rPr sz="1700" spc="-7" dirty="0">
                <a:latin typeface="Times New Roman"/>
                <a:cs typeface="Times New Roman"/>
              </a:rPr>
              <a:t>e</a:t>
            </a:r>
            <a:r>
              <a:rPr sz="1700" dirty="0">
                <a:latin typeface="Times New Roman"/>
                <a:cs typeface="Times New Roman"/>
              </a:rPr>
              <a:t>r </a:t>
            </a:r>
            <a:r>
              <a:rPr sz="1700" spc="19" dirty="0">
                <a:latin typeface="Times New Roman"/>
                <a:cs typeface="Times New Roman"/>
              </a:rPr>
              <a:t> </a:t>
            </a:r>
            <a:r>
              <a:rPr sz="1700" spc="-5" dirty="0">
                <a:latin typeface="Times New Roman"/>
                <a:cs typeface="Times New Roman"/>
              </a:rPr>
              <a:t>org</a:t>
            </a:r>
            <a:r>
              <a:rPr sz="1700" spc="-10" dirty="0">
                <a:latin typeface="Times New Roman"/>
                <a:cs typeface="Times New Roman"/>
              </a:rPr>
              <a:t>a</a:t>
            </a:r>
            <a:r>
              <a:rPr sz="1700" spc="-5" dirty="0">
                <a:latin typeface="Times New Roman"/>
                <a:cs typeface="Times New Roman"/>
              </a:rPr>
              <a:t>n</a:t>
            </a:r>
            <a:r>
              <a:rPr sz="1700" dirty="0">
                <a:latin typeface="Times New Roman"/>
                <a:cs typeface="Times New Roman"/>
              </a:rPr>
              <a:t>i</a:t>
            </a:r>
            <a:r>
              <a:rPr sz="1700" spc="-7" dirty="0">
                <a:latin typeface="Times New Roman"/>
                <a:cs typeface="Times New Roman"/>
              </a:rPr>
              <a:t>za</a:t>
            </a:r>
            <a:r>
              <a:rPr sz="1700" spc="-2" dirty="0">
                <a:latin typeface="Times New Roman"/>
                <a:cs typeface="Times New Roman"/>
              </a:rPr>
              <a:t>ti</a:t>
            </a:r>
            <a:r>
              <a:rPr sz="1700" dirty="0">
                <a:latin typeface="Times New Roman"/>
                <a:cs typeface="Times New Roman"/>
              </a:rPr>
              <a:t>on </a:t>
            </a:r>
            <a:r>
              <a:rPr sz="1700" spc="22" dirty="0">
                <a:latin typeface="Times New Roman"/>
                <a:cs typeface="Times New Roman"/>
              </a:rPr>
              <a:t> </a:t>
            </a:r>
            <a:r>
              <a:rPr sz="1700" spc="-2" dirty="0">
                <a:latin typeface="Times New Roman"/>
                <a:cs typeface="Times New Roman"/>
              </a:rPr>
              <a:t>sho</a:t>
            </a:r>
            <a:r>
              <a:rPr sz="1700" dirty="0">
                <a:latin typeface="Times New Roman"/>
                <a:cs typeface="Times New Roman"/>
              </a:rPr>
              <a:t>w </a:t>
            </a:r>
            <a:r>
              <a:rPr sz="1700" spc="22" dirty="0">
                <a:latin typeface="Times New Roman"/>
                <a:cs typeface="Times New Roman"/>
              </a:rPr>
              <a:t> </a:t>
            </a:r>
            <a:r>
              <a:rPr sz="1700" dirty="0">
                <a:latin typeface="Times New Roman"/>
                <a:cs typeface="Times New Roman"/>
              </a:rPr>
              <a:t>how </a:t>
            </a:r>
            <a:r>
              <a:rPr sz="1700" spc="-2" dirty="0">
                <a:latin typeface="Times New Roman"/>
                <a:cs typeface="Times New Roman"/>
              </a:rPr>
              <a:t>r</a:t>
            </a:r>
            <a:r>
              <a:rPr sz="1700" spc="-10" dirty="0">
                <a:latin typeface="Times New Roman"/>
                <a:cs typeface="Times New Roman"/>
              </a:rPr>
              <a:t>e</a:t>
            </a:r>
            <a:r>
              <a:rPr sz="1700" spc="-2" dirty="0">
                <a:latin typeface="Times New Roman"/>
                <a:cs typeface="Times New Roman"/>
              </a:rPr>
              <a:t>gis</a:t>
            </a:r>
            <a:r>
              <a:rPr sz="1700" dirty="0">
                <a:latin typeface="Times New Roman"/>
                <a:cs typeface="Times New Roman"/>
              </a:rPr>
              <a:t>t</a:t>
            </a:r>
            <a:r>
              <a:rPr sz="1700" spc="-7" dirty="0">
                <a:latin typeface="Times New Roman"/>
                <a:cs typeface="Times New Roman"/>
              </a:rPr>
              <a:t>e</a:t>
            </a:r>
            <a:r>
              <a:rPr sz="1700" dirty="0">
                <a:latin typeface="Times New Roman"/>
                <a:cs typeface="Times New Roman"/>
              </a:rPr>
              <a:t>rs</a:t>
            </a:r>
            <a:r>
              <a:rPr sz="1700" spc="-2" dirty="0">
                <a:latin typeface="Times New Roman"/>
                <a:cs typeface="Times New Roman"/>
              </a:rPr>
              <a:t> </a:t>
            </a:r>
            <a:r>
              <a:rPr sz="1700" spc="-10" dirty="0">
                <a:latin typeface="Times New Roman"/>
                <a:cs typeface="Times New Roman"/>
              </a:rPr>
              <a:t>a</a:t>
            </a:r>
            <a:r>
              <a:rPr sz="1700" spc="2" dirty="0">
                <a:latin typeface="Times New Roman"/>
                <a:cs typeface="Times New Roman"/>
              </a:rPr>
              <a:t>r</a:t>
            </a:r>
            <a:r>
              <a:rPr sz="1700" spc="-5" dirty="0">
                <a:latin typeface="Times New Roman"/>
                <a:cs typeface="Times New Roman"/>
              </a:rPr>
              <a:t>e</a:t>
            </a:r>
            <a:r>
              <a:rPr sz="1700" spc="-2" dirty="0">
                <a:latin typeface="Times New Roman"/>
                <a:cs typeface="Times New Roman"/>
              </a:rPr>
              <a:t> sele</a:t>
            </a:r>
            <a:r>
              <a:rPr sz="1700" spc="-7" dirty="0">
                <a:latin typeface="Times New Roman"/>
                <a:cs typeface="Times New Roman"/>
              </a:rPr>
              <a:t>c</a:t>
            </a:r>
            <a:r>
              <a:rPr sz="1700" spc="-2" dirty="0">
                <a:latin typeface="Times New Roman"/>
                <a:cs typeface="Times New Roman"/>
              </a:rPr>
              <a:t>ted </a:t>
            </a:r>
            <a:r>
              <a:rPr sz="1700" spc="-10" dirty="0">
                <a:latin typeface="Times New Roman"/>
                <a:cs typeface="Times New Roman"/>
              </a:rPr>
              <a:t>a</a:t>
            </a:r>
            <a:r>
              <a:rPr sz="1700" dirty="0">
                <a:latin typeface="Times New Roman"/>
                <a:cs typeface="Times New Roman"/>
              </a:rPr>
              <a:t>nd</a:t>
            </a:r>
            <a:r>
              <a:rPr sz="1700" spc="5" dirty="0">
                <a:latin typeface="Times New Roman"/>
                <a:cs typeface="Times New Roman"/>
              </a:rPr>
              <a:t> </a:t>
            </a:r>
            <a:r>
              <a:rPr sz="1700" dirty="0">
                <a:latin typeface="Times New Roman"/>
                <a:cs typeface="Times New Roman"/>
              </a:rPr>
              <a:t>how</a:t>
            </a:r>
            <a:r>
              <a:rPr sz="1700" spc="-2" dirty="0">
                <a:latin typeface="Times New Roman"/>
                <a:cs typeface="Times New Roman"/>
              </a:rPr>
              <a:t> </a:t>
            </a:r>
            <a:r>
              <a:rPr sz="1700" spc="-5" dirty="0">
                <a:latin typeface="Times New Roman"/>
                <a:cs typeface="Times New Roman"/>
              </a:rPr>
              <a:t>d</a:t>
            </a:r>
            <a:r>
              <a:rPr sz="1700" spc="-10" dirty="0">
                <a:latin typeface="Times New Roman"/>
                <a:cs typeface="Times New Roman"/>
              </a:rPr>
              <a:t>a</a:t>
            </a:r>
            <a:r>
              <a:rPr sz="1700" spc="-2" dirty="0">
                <a:latin typeface="Times New Roman"/>
                <a:cs typeface="Times New Roman"/>
              </a:rPr>
              <a:t>ta</a:t>
            </a:r>
            <a:r>
              <a:rPr sz="1700" dirty="0">
                <a:latin typeface="Times New Roman"/>
                <a:cs typeface="Times New Roman"/>
              </a:rPr>
              <a:t> </a:t>
            </a:r>
            <a:r>
              <a:rPr sz="1700" spc="-5" dirty="0">
                <a:latin typeface="Times New Roman"/>
                <a:cs typeface="Times New Roman"/>
              </a:rPr>
              <a:t>f</a:t>
            </a:r>
            <a:r>
              <a:rPr sz="1700" dirty="0">
                <a:latin typeface="Times New Roman"/>
                <a:cs typeface="Times New Roman"/>
              </a:rPr>
              <a:t>low</a:t>
            </a:r>
            <a:r>
              <a:rPr sz="1700" spc="-2" dirty="0">
                <a:latin typeface="Times New Roman"/>
                <a:cs typeface="Times New Roman"/>
              </a:rPr>
              <a:t> </a:t>
            </a:r>
            <a:r>
              <a:rPr sz="1700" spc="5" dirty="0">
                <a:latin typeface="Times New Roman"/>
                <a:cs typeface="Times New Roman"/>
              </a:rPr>
              <a:t>b</a:t>
            </a:r>
            <a:r>
              <a:rPr sz="1700" spc="-7" dirty="0">
                <a:latin typeface="Times New Roman"/>
                <a:cs typeface="Times New Roman"/>
              </a:rPr>
              <a:t>e</a:t>
            </a:r>
            <a:r>
              <a:rPr sz="1700" spc="-5" dirty="0">
                <a:latin typeface="Times New Roman"/>
                <a:cs typeface="Times New Roman"/>
              </a:rPr>
              <a:t>tw</a:t>
            </a:r>
            <a:r>
              <a:rPr sz="1700" spc="-7" dirty="0">
                <a:latin typeface="Times New Roman"/>
                <a:cs typeface="Times New Roman"/>
              </a:rPr>
              <a:t>ee</a:t>
            </a:r>
            <a:r>
              <a:rPr sz="1700" dirty="0">
                <a:latin typeface="Times New Roman"/>
                <a:cs typeface="Times New Roman"/>
              </a:rPr>
              <a:t>n</a:t>
            </a:r>
            <a:r>
              <a:rPr sz="1700" spc="5" dirty="0">
                <a:latin typeface="Times New Roman"/>
                <a:cs typeface="Times New Roman"/>
              </a:rPr>
              <a:t> </a:t>
            </a:r>
            <a:r>
              <a:rPr sz="1700" spc="2" dirty="0">
                <a:latin typeface="Times New Roman"/>
                <a:cs typeface="Times New Roman"/>
              </a:rPr>
              <a:t>r</a:t>
            </a:r>
            <a:r>
              <a:rPr sz="1700" spc="-7" dirty="0">
                <a:latin typeface="Times New Roman"/>
                <a:cs typeface="Times New Roman"/>
              </a:rPr>
              <a:t>e</a:t>
            </a:r>
            <a:r>
              <a:rPr sz="1700" spc="-2" dirty="0">
                <a:latin typeface="Times New Roman"/>
                <a:cs typeface="Times New Roman"/>
              </a:rPr>
              <a:t>gis</a:t>
            </a:r>
            <a:r>
              <a:rPr sz="1700" dirty="0">
                <a:latin typeface="Times New Roman"/>
                <a:cs typeface="Times New Roman"/>
              </a:rPr>
              <a:t>t</a:t>
            </a:r>
            <a:r>
              <a:rPr sz="1700" spc="-7" dirty="0">
                <a:latin typeface="Times New Roman"/>
                <a:cs typeface="Times New Roman"/>
              </a:rPr>
              <a:t>e</a:t>
            </a:r>
            <a:r>
              <a:rPr sz="1700" dirty="0">
                <a:latin typeface="Times New Roman"/>
                <a:cs typeface="Times New Roman"/>
              </a:rPr>
              <a:t>r </a:t>
            </a:r>
            <a:r>
              <a:rPr sz="1700" spc="-10" dirty="0">
                <a:latin typeface="Times New Roman"/>
                <a:cs typeface="Times New Roman"/>
              </a:rPr>
              <a:t>a</a:t>
            </a:r>
            <a:r>
              <a:rPr sz="1700" dirty="0">
                <a:latin typeface="Times New Roman"/>
                <a:cs typeface="Times New Roman"/>
              </a:rPr>
              <a:t>nd </a:t>
            </a:r>
            <a:r>
              <a:rPr sz="1700" spc="-2" dirty="0">
                <a:latin typeface="Times New Roman"/>
                <a:cs typeface="Times New Roman"/>
              </a:rPr>
              <a:t>A</a:t>
            </a:r>
            <a:r>
              <a:rPr sz="1700" spc="2" dirty="0">
                <a:latin typeface="Times New Roman"/>
                <a:cs typeface="Times New Roman"/>
              </a:rPr>
              <a:t>L</a:t>
            </a:r>
            <a:r>
              <a:rPr sz="1700" spc="-2" dirty="0">
                <a:latin typeface="Times New Roman"/>
                <a:cs typeface="Times New Roman"/>
              </a:rPr>
              <a:t>U.</a:t>
            </a:r>
            <a:endParaRPr sz="1700" dirty="0">
              <a:latin typeface="Times New Roman"/>
              <a:cs typeface="Times New Roman"/>
            </a:endParaRPr>
          </a:p>
          <a:p>
            <a:pPr marL="225716" marR="4276" lvl="1" indent="-109957" algn="just">
              <a:spcBef>
                <a:spcPts val="38"/>
              </a:spcBef>
              <a:buFont typeface="Symbol"/>
              <a:buChar char=""/>
              <a:tabLst>
                <a:tab pos="226022" algn="l"/>
              </a:tabLst>
            </a:pPr>
            <a:r>
              <a:rPr sz="1700" dirty="0">
                <a:latin typeface="Times New Roman"/>
                <a:cs typeface="Times New Roman"/>
              </a:rPr>
              <a:t>A</a:t>
            </a:r>
            <a:r>
              <a:rPr sz="1700" spc="55" dirty="0">
                <a:latin typeface="Times New Roman"/>
                <a:cs typeface="Times New Roman"/>
              </a:rPr>
              <a:t> </a:t>
            </a:r>
            <a:r>
              <a:rPr sz="1700" spc="-5" dirty="0">
                <a:latin typeface="Times New Roman"/>
                <a:cs typeface="Times New Roman"/>
              </a:rPr>
              <a:t>d</a:t>
            </a:r>
            <a:r>
              <a:rPr sz="1700" spc="-7" dirty="0">
                <a:latin typeface="Times New Roman"/>
                <a:cs typeface="Times New Roman"/>
              </a:rPr>
              <a:t>ec</a:t>
            </a:r>
            <a:r>
              <a:rPr sz="1700" spc="-5" dirty="0">
                <a:latin typeface="Times New Roman"/>
                <a:cs typeface="Times New Roman"/>
              </a:rPr>
              <a:t>od</a:t>
            </a:r>
            <a:r>
              <a:rPr sz="1700" spc="-7" dirty="0">
                <a:latin typeface="Times New Roman"/>
                <a:cs typeface="Times New Roman"/>
              </a:rPr>
              <a:t>e</a:t>
            </a:r>
            <a:r>
              <a:rPr sz="1700" dirty="0">
                <a:latin typeface="Times New Roman"/>
                <a:cs typeface="Times New Roman"/>
              </a:rPr>
              <a:t>r</a:t>
            </a:r>
            <a:r>
              <a:rPr sz="1700" spc="55" dirty="0">
                <a:latin typeface="Times New Roman"/>
                <a:cs typeface="Times New Roman"/>
              </a:rPr>
              <a:t> </a:t>
            </a:r>
            <a:r>
              <a:rPr sz="1700" spc="-2" dirty="0">
                <a:latin typeface="Times New Roman"/>
                <a:cs typeface="Times New Roman"/>
              </a:rPr>
              <a:t>is</a:t>
            </a:r>
            <a:r>
              <a:rPr sz="1700" spc="58" dirty="0">
                <a:latin typeface="Times New Roman"/>
                <a:cs typeface="Times New Roman"/>
              </a:rPr>
              <a:t> </a:t>
            </a:r>
            <a:r>
              <a:rPr sz="1700" dirty="0">
                <a:latin typeface="Times New Roman"/>
                <a:cs typeface="Times New Roman"/>
              </a:rPr>
              <a:t>us</a:t>
            </a:r>
            <a:r>
              <a:rPr sz="1700" spc="-2" dirty="0">
                <a:latin typeface="Times New Roman"/>
                <a:cs typeface="Times New Roman"/>
              </a:rPr>
              <a:t>e</a:t>
            </a:r>
            <a:r>
              <a:rPr sz="1700" dirty="0">
                <a:latin typeface="Times New Roman"/>
                <a:cs typeface="Times New Roman"/>
              </a:rPr>
              <a:t>d</a:t>
            </a:r>
            <a:r>
              <a:rPr sz="1700" spc="55" dirty="0">
                <a:latin typeface="Times New Roman"/>
                <a:cs typeface="Times New Roman"/>
              </a:rPr>
              <a:t> </a:t>
            </a:r>
            <a:r>
              <a:rPr sz="1700" spc="-2" dirty="0">
                <a:latin typeface="Times New Roman"/>
                <a:cs typeface="Times New Roman"/>
              </a:rPr>
              <a:t>to</a:t>
            </a:r>
            <a:r>
              <a:rPr sz="1700" spc="58" dirty="0">
                <a:latin typeface="Times New Roman"/>
                <a:cs typeface="Times New Roman"/>
              </a:rPr>
              <a:t> </a:t>
            </a:r>
            <a:r>
              <a:rPr sz="1700" spc="-2" dirty="0">
                <a:latin typeface="Times New Roman"/>
                <a:cs typeface="Times New Roman"/>
              </a:rPr>
              <a:t>sele</a:t>
            </a:r>
            <a:r>
              <a:rPr sz="1700" spc="-10" dirty="0">
                <a:latin typeface="Times New Roman"/>
                <a:cs typeface="Times New Roman"/>
              </a:rPr>
              <a:t>c</a:t>
            </a:r>
            <a:r>
              <a:rPr sz="1700" spc="-2" dirty="0">
                <a:latin typeface="Times New Roman"/>
                <a:cs typeface="Times New Roman"/>
              </a:rPr>
              <a:t>t</a:t>
            </a:r>
            <a:r>
              <a:rPr sz="1700" spc="58" dirty="0">
                <a:latin typeface="Times New Roman"/>
                <a:cs typeface="Times New Roman"/>
              </a:rPr>
              <a:t> </a:t>
            </a:r>
            <a:r>
              <a:rPr sz="1700" spc="-5" dirty="0">
                <a:latin typeface="Times New Roman"/>
                <a:cs typeface="Times New Roman"/>
              </a:rPr>
              <a:t>a</a:t>
            </a:r>
            <a:r>
              <a:rPr sz="1700" spc="53" dirty="0">
                <a:latin typeface="Times New Roman"/>
                <a:cs typeface="Times New Roman"/>
              </a:rPr>
              <a:t> </a:t>
            </a:r>
            <a:r>
              <a:rPr sz="1700" dirty="0">
                <a:latin typeface="Times New Roman"/>
                <a:cs typeface="Times New Roman"/>
              </a:rPr>
              <a:t>3</a:t>
            </a:r>
            <a:r>
              <a:rPr sz="1700" spc="55" dirty="0">
                <a:latin typeface="Times New Roman"/>
                <a:cs typeface="Times New Roman"/>
              </a:rPr>
              <a:t> </a:t>
            </a:r>
            <a:r>
              <a:rPr sz="1700" spc="-5" dirty="0">
                <a:latin typeface="Times New Roman"/>
                <a:cs typeface="Times New Roman"/>
              </a:rPr>
              <a:t>p</a:t>
            </a:r>
            <a:r>
              <a:rPr sz="1700" spc="-7" dirty="0">
                <a:latin typeface="Times New Roman"/>
                <a:cs typeface="Times New Roman"/>
              </a:rPr>
              <a:t>a</a:t>
            </a:r>
            <a:r>
              <a:rPr sz="1700" spc="-2" dirty="0">
                <a:latin typeface="Times New Roman"/>
                <a:cs typeface="Times New Roman"/>
              </a:rPr>
              <a:t>rti</a:t>
            </a:r>
            <a:r>
              <a:rPr sz="1700" spc="-7" dirty="0">
                <a:latin typeface="Times New Roman"/>
                <a:cs typeface="Times New Roman"/>
              </a:rPr>
              <a:t>c</a:t>
            </a:r>
            <a:r>
              <a:rPr sz="1700" spc="-2" dirty="0">
                <a:latin typeface="Times New Roman"/>
                <a:cs typeface="Times New Roman"/>
              </a:rPr>
              <a:t>ular</a:t>
            </a:r>
            <a:r>
              <a:rPr sz="1700" spc="53" dirty="0">
                <a:latin typeface="Times New Roman"/>
                <a:cs typeface="Times New Roman"/>
              </a:rPr>
              <a:t> </a:t>
            </a:r>
            <a:r>
              <a:rPr sz="1700" spc="2" dirty="0">
                <a:latin typeface="Times New Roman"/>
                <a:cs typeface="Times New Roman"/>
              </a:rPr>
              <a:t>r</a:t>
            </a:r>
            <a:r>
              <a:rPr sz="1700" spc="-7" dirty="0">
                <a:latin typeface="Times New Roman"/>
                <a:cs typeface="Times New Roman"/>
              </a:rPr>
              <a:t>e</a:t>
            </a:r>
            <a:r>
              <a:rPr sz="1700" spc="-2" dirty="0">
                <a:latin typeface="Times New Roman"/>
                <a:cs typeface="Times New Roman"/>
              </a:rPr>
              <a:t>gis</a:t>
            </a:r>
            <a:r>
              <a:rPr sz="1700" dirty="0">
                <a:latin typeface="Times New Roman"/>
                <a:cs typeface="Times New Roman"/>
              </a:rPr>
              <a:t>t</a:t>
            </a:r>
            <a:r>
              <a:rPr sz="1700" spc="-7" dirty="0">
                <a:latin typeface="Times New Roman"/>
                <a:cs typeface="Times New Roman"/>
              </a:rPr>
              <a:t>e</a:t>
            </a:r>
            <a:r>
              <a:rPr sz="1700" dirty="0">
                <a:latin typeface="Times New Roman"/>
                <a:cs typeface="Times New Roman"/>
              </a:rPr>
              <a:t>r.</a:t>
            </a:r>
            <a:r>
              <a:rPr sz="1700" spc="55" dirty="0">
                <a:latin typeface="Times New Roman"/>
                <a:cs typeface="Times New Roman"/>
              </a:rPr>
              <a:t> </a:t>
            </a:r>
            <a:r>
              <a:rPr sz="1700" spc="-5" dirty="0">
                <a:latin typeface="Times New Roman"/>
                <a:cs typeface="Times New Roman"/>
              </a:rPr>
              <a:t>The</a:t>
            </a:r>
            <a:r>
              <a:rPr sz="1700" spc="53" dirty="0">
                <a:latin typeface="Times New Roman"/>
                <a:cs typeface="Times New Roman"/>
              </a:rPr>
              <a:t> </a:t>
            </a:r>
            <a:r>
              <a:rPr sz="1700" spc="-5" dirty="0">
                <a:latin typeface="Times New Roman"/>
                <a:cs typeface="Times New Roman"/>
              </a:rPr>
              <a:t>output</a:t>
            </a:r>
            <a:r>
              <a:rPr sz="1700" spc="58" dirty="0">
                <a:latin typeface="Times New Roman"/>
                <a:cs typeface="Times New Roman"/>
              </a:rPr>
              <a:t> </a:t>
            </a:r>
            <a:r>
              <a:rPr sz="1700" dirty="0">
                <a:latin typeface="Times New Roman"/>
                <a:cs typeface="Times New Roman"/>
              </a:rPr>
              <a:t>of</a:t>
            </a:r>
            <a:r>
              <a:rPr sz="1700" spc="55" dirty="0">
                <a:latin typeface="Times New Roman"/>
                <a:cs typeface="Times New Roman"/>
              </a:rPr>
              <a:t> </a:t>
            </a:r>
            <a:r>
              <a:rPr sz="1700" spc="-7" dirty="0">
                <a:latin typeface="Times New Roman"/>
                <a:cs typeface="Times New Roman"/>
              </a:rPr>
              <a:t>eac</a:t>
            </a:r>
            <a:r>
              <a:rPr sz="1700" dirty="0">
                <a:latin typeface="Times New Roman"/>
                <a:cs typeface="Times New Roman"/>
              </a:rPr>
              <a:t>h</a:t>
            </a:r>
            <a:r>
              <a:rPr sz="1700" spc="55" dirty="0">
                <a:latin typeface="Times New Roman"/>
                <a:cs typeface="Times New Roman"/>
              </a:rPr>
              <a:t> </a:t>
            </a:r>
            <a:r>
              <a:rPr sz="1700" spc="-2" dirty="0">
                <a:latin typeface="Times New Roman"/>
                <a:cs typeface="Times New Roman"/>
              </a:rPr>
              <a:t>regis</a:t>
            </a:r>
            <a:r>
              <a:rPr sz="1700" dirty="0">
                <a:latin typeface="Times New Roman"/>
                <a:cs typeface="Times New Roman"/>
              </a:rPr>
              <a:t>t</a:t>
            </a:r>
            <a:r>
              <a:rPr sz="1700" spc="-7" dirty="0">
                <a:latin typeface="Times New Roman"/>
                <a:cs typeface="Times New Roman"/>
              </a:rPr>
              <a:t>e</a:t>
            </a:r>
            <a:r>
              <a:rPr sz="1700" dirty="0">
                <a:latin typeface="Times New Roman"/>
                <a:cs typeface="Times New Roman"/>
              </a:rPr>
              <a:t>r</a:t>
            </a:r>
            <a:r>
              <a:rPr sz="1700" spc="55" dirty="0">
                <a:latin typeface="Times New Roman"/>
                <a:cs typeface="Times New Roman"/>
              </a:rPr>
              <a:t> </a:t>
            </a:r>
            <a:r>
              <a:rPr sz="1700" spc="-2" dirty="0">
                <a:latin typeface="Times New Roman"/>
                <a:cs typeface="Times New Roman"/>
              </a:rPr>
              <a:t>is </a:t>
            </a:r>
            <a:r>
              <a:rPr sz="1700" spc="-7" dirty="0">
                <a:latin typeface="Times New Roman"/>
                <a:cs typeface="Times New Roman"/>
              </a:rPr>
              <a:t>c</a:t>
            </a:r>
            <a:r>
              <a:rPr sz="1700" spc="-5" dirty="0">
                <a:latin typeface="Times New Roman"/>
                <a:cs typeface="Times New Roman"/>
              </a:rPr>
              <a:t>onn</a:t>
            </a:r>
            <a:r>
              <a:rPr sz="1700" spc="-7" dirty="0">
                <a:latin typeface="Times New Roman"/>
                <a:cs typeface="Times New Roman"/>
              </a:rPr>
              <a:t>ec</a:t>
            </a:r>
            <a:r>
              <a:rPr sz="1700" spc="-2" dirty="0">
                <a:latin typeface="Times New Roman"/>
                <a:cs typeface="Times New Roman"/>
              </a:rPr>
              <a:t>ted to </a:t>
            </a:r>
            <a:r>
              <a:rPr sz="1700" dirty="0">
                <a:latin typeface="Times New Roman"/>
                <a:cs typeface="Times New Roman"/>
              </a:rPr>
              <a:t>two</a:t>
            </a:r>
            <a:r>
              <a:rPr sz="1700" spc="-2" dirty="0">
                <a:latin typeface="Times New Roman"/>
                <a:cs typeface="Times New Roman"/>
              </a:rPr>
              <a:t> </a:t>
            </a:r>
            <a:r>
              <a:rPr sz="1700" spc="-5" dirty="0">
                <a:latin typeface="Times New Roman"/>
                <a:cs typeface="Times New Roman"/>
              </a:rPr>
              <a:t>multiplex</a:t>
            </a:r>
            <a:r>
              <a:rPr sz="1700" spc="-10" dirty="0">
                <a:latin typeface="Times New Roman"/>
                <a:cs typeface="Times New Roman"/>
              </a:rPr>
              <a:t>e</a:t>
            </a:r>
            <a:r>
              <a:rPr sz="1700" dirty="0">
                <a:latin typeface="Times New Roman"/>
                <a:cs typeface="Times New Roman"/>
              </a:rPr>
              <a:t>rs</a:t>
            </a:r>
            <a:r>
              <a:rPr sz="1700" spc="-2" dirty="0">
                <a:latin typeface="Times New Roman"/>
                <a:cs typeface="Times New Roman"/>
              </a:rPr>
              <a:t> to f</a:t>
            </a:r>
            <a:r>
              <a:rPr sz="1700" spc="-5" dirty="0">
                <a:latin typeface="Times New Roman"/>
                <a:cs typeface="Times New Roman"/>
              </a:rPr>
              <a:t>orm</a:t>
            </a:r>
            <a:r>
              <a:rPr sz="1700" dirty="0">
                <a:latin typeface="Times New Roman"/>
                <a:cs typeface="Times New Roman"/>
              </a:rPr>
              <a:t> </a:t>
            </a:r>
            <a:r>
              <a:rPr sz="1700" spc="-2" dirty="0">
                <a:latin typeface="Times New Roman"/>
                <a:cs typeface="Times New Roman"/>
              </a:rPr>
              <a:t>the </a:t>
            </a:r>
            <a:r>
              <a:rPr sz="1700" dirty="0">
                <a:latin typeface="Times New Roman"/>
                <a:cs typeface="Times New Roman"/>
              </a:rPr>
              <a:t>t</a:t>
            </a:r>
            <a:r>
              <a:rPr sz="1700" spc="-2" dirty="0">
                <a:latin typeface="Times New Roman"/>
                <a:cs typeface="Times New Roman"/>
              </a:rPr>
              <a:t>w</a:t>
            </a:r>
            <a:r>
              <a:rPr sz="1700" dirty="0">
                <a:latin typeface="Times New Roman"/>
                <a:cs typeface="Times New Roman"/>
              </a:rPr>
              <a:t>o bu</a:t>
            </a:r>
            <a:r>
              <a:rPr sz="1700" spc="5" dirty="0">
                <a:latin typeface="Times New Roman"/>
                <a:cs typeface="Times New Roman"/>
              </a:rPr>
              <a:t>s</a:t>
            </a:r>
            <a:r>
              <a:rPr sz="1700" spc="-7" dirty="0">
                <a:latin typeface="Times New Roman"/>
                <a:cs typeface="Times New Roman"/>
              </a:rPr>
              <a:t>e</a:t>
            </a:r>
            <a:r>
              <a:rPr sz="1700" dirty="0">
                <a:latin typeface="Times New Roman"/>
                <a:cs typeface="Times New Roman"/>
              </a:rPr>
              <a:t>s</a:t>
            </a:r>
            <a:r>
              <a:rPr sz="1700" spc="-2" dirty="0">
                <a:latin typeface="Times New Roman"/>
                <a:cs typeface="Times New Roman"/>
              </a:rPr>
              <a:t> </a:t>
            </a:r>
            <a:r>
              <a:rPr sz="1700" dirty="0">
                <a:latin typeface="Times New Roman"/>
                <a:cs typeface="Times New Roman"/>
              </a:rPr>
              <a:t>A</a:t>
            </a:r>
            <a:r>
              <a:rPr sz="1700" spc="-2" dirty="0">
                <a:latin typeface="Times New Roman"/>
                <a:cs typeface="Times New Roman"/>
              </a:rPr>
              <a:t> </a:t>
            </a:r>
            <a:r>
              <a:rPr sz="1700" spc="-10" dirty="0">
                <a:latin typeface="Times New Roman"/>
                <a:cs typeface="Times New Roman"/>
              </a:rPr>
              <a:t>a</a:t>
            </a:r>
            <a:r>
              <a:rPr sz="1700" dirty="0">
                <a:latin typeface="Times New Roman"/>
                <a:cs typeface="Times New Roman"/>
              </a:rPr>
              <a:t>nd </a:t>
            </a:r>
            <a:r>
              <a:rPr sz="1700" spc="-5" dirty="0">
                <a:latin typeface="Times New Roman"/>
                <a:cs typeface="Times New Roman"/>
              </a:rPr>
              <a:t>B</a:t>
            </a:r>
            <a:r>
              <a:rPr sz="1700" dirty="0">
                <a:latin typeface="Times New Roman"/>
                <a:cs typeface="Times New Roman"/>
              </a:rPr>
              <a:t>.</a:t>
            </a:r>
          </a:p>
          <a:p>
            <a:pPr marL="225716" marR="4582" lvl="1" indent="-109957" algn="just">
              <a:spcBef>
                <a:spcPts val="41"/>
              </a:spcBef>
              <a:buFont typeface="Symbol"/>
              <a:buChar char=""/>
              <a:tabLst>
                <a:tab pos="226022" algn="l"/>
              </a:tabLst>
            </a:pPr>
            <a:r>
              <a:rPr sz="1700" spc="-5" dirty="0">
                <a:latin typeface="Times New Roman"/>
                <a:cs typeface="Times New Roman"/>
              </a:rPr>
              <a:t>The</a:t>
            </a:r>
            <a:r>
              <a:rPr sz="1700" spc="19" dirty="0">
                <a:latin typeface="Times New Roman"/>
                <a:cs typeface="Times New Roman"/>
              </a:rPr>
              <a:t> </a:t>
            </a:r>
            <a:r>
              <a:rPr sz="1700" spc="-2" dirty="0">
                <a:latin typeface="Times New Roman"/>
                <a:cs typeface="Times New Roman"/>
              </a:rPr>
              <a:t>sele</a:t>
            </a:r>
            <a:r>
              <a:rPr sz="1700" spc="-7" dirty="0">
                <a:latin typeface="Times New Roman"/>
                <a:cs typeface="Times New Roman"/>
              </a:rPr>
              <a:t>c</a:t>
            </a:r>
            <a:r>
              <a:rPr sz="1700" spc="-2" dirty="0">
                <a:latin typeface="Times New Roman"/>
                <a:cs typeface="Times New Roman"/>
              </a:rPr>
              <a:t>ti</a:t>
            </a:r>
            <a:r>
              <a:rPr sz="1700" dirty="0">
                <a:latin typeface="Times New Roman"/>
                <a:cs typeface="Times New Roman"/>
              </a:rPr>
              <a:t>on</a:t>
            </a:r>
            <a:r>
              <a:rPr sz="1700" spc="22" dirty="0">
                <a:latin typeface="Times New Roman"/>
                <a:cs typeface="Times New Roman"/>
              </a:rPr>
              <a:t> </a:t>
            </a:r>
            <a:r>
              <a:rPr sz="1700" spc="-2" dirty="0">
                <a:latin typeface="Times New Roman"/>
                <a:cs typeface="Times New Roman"/>
              </a:rPr>
              <a:t>lin</a:t>
            </a:r>
            <a:r>
              <a:rPr sz="1700" spc="-7" dirty="0">
                <a:latin typeface="Times New Roman"/>
                <a:cs typeface="Times New Roman"/>
              </a:rPr>
              <a:t>e</a:t>
            </a:r>
            <a:r>
              <a:rPr sz="1700" dirty="0">
                <a:latin typeface="Times New Roman"/>
                <a:cs typeface="Times New Roman"/>
              </a:rPr>
              <a:t>s</a:t>
            </a:r>
            <a:r>
              <a:rPr sz="1700" spc="22" dirty="0">
                <a:latin typeface="Times New Roman"/>
                <a:cs typeface="Times New Roman"/>
              </a:rPr>
              <a:t> </a:t>
            </a:r>
            <a:r>
              <a:rPr sz="1700" spc="-2" dirty="0">
                <a:latin typeface="Times New Roman"/>
                <a:cs typeface="Times New Roman"/>
              </a:rPr>
              <a:t>in</a:t>
            </a:r>
            <a:r>
              <a:rPr sz="1700" spc="22" dirty="0">
                <a:latin typeface="Times New Roman"/>
                <a:cs typeface="Times New Roman"/>
              </a:rPr>
              <a:t> </a:t>
            </a:r>
            <a:r>
              <a:rPr sz="1700" spc="-2" dirty="0">
                <a:latin typeface="Times New Roman"/>
                <a:cs typeface="Times New Roman"/>
              </a:rPr>
              <a:t>ea</a:t>
            </a:r>
            <a:r>
              <a:rPr sz="1700" spc="-7" dirty="0">
                <a:latin typeface="Times New Roman"/>
                <a:cs typeface="Times New Roman"/>
              </a:rPr>
              <a:t>c</a:t>
            </a:r>
            <a:r>
              <a:rPr sz="1700" dirty="0">
                <a:latin typeface="Times New Roman"/>
                <a:cs typeface="Times New Roman"/>
              </a:rPr>
              <a:t>h</a:t>
            </a:r>
            <a:r>
              <a:rPr sz="1700" spc="22" dirty="0">
                <a:latin typeface="Times New Roman"/>
                <a:cs typeface="Times New Roman"/>
              </a:rPr>
              <a:t> </a:t>
            </a:r>
            <a:r>
              <a:rPr sz="1700" spc="-5" dirty="0">
                <a:latin typeface="Times New Roman"/>
                <a:cs typeface="Times New Roman"/>
              </a:rPr>
              <a:t>multiplex</a:t>
            </a:r>
            <a:r>
              <a:rPr sz="1700" spc="-10" dirty="0">
                <a:latin typeface="Times New Roman"/>
                <a:cs typeface="Times New Roman"/>
              </a:rPr>
              <a:t>e</a:t>
            </a:r>
            <a:r>
              <a:rPr sz="1700" dirty="0">
                <a:latin typeface="Times New Roman"/>
                <a:cs typeface="Times New Roman"/>
              </a:rPr>
              <a:t>r</a:t>
            </a:r>
            <a:r>
              <a:rPr sz="1700" spc="19" dirty="0">
                <a:latin typeface="Times New Roman"/>
                <a:cs typeface="Times New Roman"/>
              </a:rPr>
              <a:t> </a:t>
            </a:r>
            <a:r>
              <a:rPr sz="1700" spc="-2" dirty="0">
                <a:latin typeface="Times New Roman"/>
                <a:cs typeface="Times New Roman"/>
              </a:rPr>
              <a:t>se</a:t>
            </a:r>
            <a:r>
              <a:rPr sz="1700" dirty="0">
                <a:latin typeface="Times New Roman"/>
                <a:cs typeface="Times New Roman"/>
              </a:rPr>
              <a:t>l</a:t>
            </a:r>
            <a:r>
              <a:rPr sz="1700" spc="-7" dirty="0">
                <a:latin typeface="Times New Roman"/>
                <a:cs typeface="Times New Roman"/>
              </a:rPr>
              <a:t>ec</a:t>
            </a:r>
            <a:r>
              <a:rPr sz="1700" spc="-2" dirty="0">
                <a:latin typeface="Times New Roman"/>
                <a:cs typeface="Times New Roman"/>
              </a:rPr>
              <a:t>t</a:t>
            </a:r>
            <a:r>
              <a:rPr sz="1700" spc="22" dirty="0">
                <a:latin typeface="Times New Roman"/>
                <a:cs typeface="Times New Roman"/>
              </a:rPr>
              <a:t> </a:t>
            </a:r>
            <a:r>
              <a:rPr sz="1700" spc="-2" dirty="0">
                <a:latin typeface="Times New Roman"/>
                <a:cs typeface="Times New Roman"/>
              </a:rPr>
              <a:t>the</a:t>
            </a:r>
            <a:r>
              <a:rPr sz="1700" spc="31" dirty="0">
                <a:latin typeface="Times New Roman"/>
                <a:cs typeface="Times New Roman"/>
              </a:rPr>
              <a:t> </a:t>
            </a:r>
            <a:r>
              <a:rPr sz="1700" spc="-2" dirty="0">
                <a:latin typeface="Times New Roman"/>
                <a:cs typeface="Times New Roman"/>
              </a:rPr>
              <a:t>input</a:t>
            </a:r>
            <a:r>
              <a:rPr sz="1700" spc="24"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spc="19" dirty="0">
                <a:latin typeface="Times New Roman"/>
                <a:cs typeface="Times New Roman"/>
              </a:rPr>
              <a:t> </a:t>
            </a:r>
            <a:r>
              <a:rPr sz="1700" dirty="0">
                <a:latin typeface="Times New Roman"/>
                <a:cs typeface="Times New Roman"/>
              </a:rPr>
              <a:t>for</a:t>
            </a:r>
            <a:r>
              <a:rPr sz="1700" spc="24" dirty="0">
                <a:latin typeface="Times New Roman"/>
                <a:cs typeface="Times New Roman"/>
              </a:rPr>
              <a:t> </a:t>
            </a:r>
            <a:r>
              <a:rPr sz="1700" spc="-2" dirty="0">
                <a:latin typeface="Times New Roman"/>
                <a:cs typeface="Times New Roman"/>
              </a:rPr>
              <a:t>the</a:t>
            </a:r>
            <a:r>
              <a:rPr sz="1700" spc="19" dirty="0">
                <a:latin typeface="Times New Roman"/>
                <a:cs typeface="Times New Roman"/>
              </a:rPr>
              <a:t> </a:t>
            </a:r>
            <a:r>
              <a:rPr sz="1700" spc="5" dirty="0">
                <a:latin typeface="Times New Roman"/>
                <a:cs typeface="Times New Roman"/>
              </a:rPr>
              <a:t>p</a:t>
            </a:r>
            <a:r>
              <a:rPr sz="1700" spc="-7" dirty="0">
                <a:latin typeface="Times New Roman"/>
                <a:cs typeface="Times New Roman"/>
              </a:rPr>
              <a:t>a</a:t>
            </a:r>
            <a:r>
              <a:rPr sz="1700" spc="-2" dirty="0">
                <a:latin typeface="Times New Roman"/>
                <a:cs typeface="Times New Roman"/>
              </a:rPr>
              <a:t>rti</a:t>
            </a:r>
            <a:r>
              <a:rPr sz="1700" spc="-7" dirty="0">
                <a:latin typeface="Times New Roman"/>
                <a:cs typeface="Times New Roman"/>
              </a:rPr>
              <a:t>c</a:t>
            </a:r>
            <a:r>
              <a:rPr sz="1700" spc="5" dirty="0">
                <a:latin typeface="Times New Roman"/>
                <a:cs typeface="Times New Roman"/>
              </a:rPr>
              <a:t>u</a:t>
            </a:r>
            <a:r>
              <a:rPr sz="1700" spc="-2" dirty="0">
                <a:latin typeface="Times New Roman"/>
                <a:cs typeface="Times New Roman"/>
              </a:rPr>
              <a:t>lar</a:t>
            </a:r>
            <a:r>
              <a:rPr sz="1700" spc="19" dirty="0">
                <a:latin typeface="Times New Roman"/>
                <a:cs typeface="Times New Roman"/>
              </a:rPr>
              <a:t> </a:t>
            </a:r>
            <a:r>
              <a:rPr sz="1700" dirty="0">
                <a:latin typeface="Times New Roman"/>
                <a:cs typeface="Times New Roman"/>
              </a:rPr>
              <a:t>bus. </a:t>
            </a:r>
            <a:r>
              <a:rPr sz="1700" spc="-5" dirty="0">
                <a:latin typeface="Times New Roman"/>
                <a:cs typeface="Times New Roman"/>
              </a:rPr>
              <a:t>The </a:t>
            </a:r>
            <a:r>
              <a:rPr sz="1700" dirty="0">
                <a:latin typeface="Times New Roman"/>
                <a:cs typeface="Times New Roman"/>
              </a:rPr>
              <a:t>A</a:t>
            </a:r>
            <a:r>
              <a:rPr sz="1700" spc="-2" dirty="0">
                <a:latin typeface="Times New Roman"/>
                <a:cs typeface="Times New Roman"/>
              </a:rPr>
              <a:t> </a:t>
            </a:r>
            <a:r>
              <a:rPr sz="1700" spc="-10" dirty="0">
                <a:latin typeface="Times New Roman"/>
                <a:cs typeface="Times New Roman"/>
              </a:rPr>
              <a:t>a</a:t>
            </a:r>
            <a:r>
              <a:rPr sz="1700" dirty="0">
                <a:latin typeface="Times New Roman"/>
                <a:cs typeface="Times New Roman"/>
              </a:rPr>
              <a:t>nd </a:t>
            </a:r>
            <a:r>
              <a:rPr sz="1700" spc="-5" dirty="0">
                <a:latin typeface="Times New Roman"/>
                <a:cs typeface="Times New Roman"/>
              </a:rPr>
              <a:t>B</a:t>
            </a:r>
            <a:r>
              <a:rPr sz="1700" dirty="0">
                <a:latin typeface="Times New Roman"/>
                <a:cs typeface="Times New Roman"/>
              </a:rPr>
              <a:t> bus</a:t>
            </a:r>
            <a:r>
              <a:rPr sz="1700" spc="-2" dirty="0">
                <a:latin typeface="Times New Roman"/>
                <a:cs typeface="Times New Roman"/>
              </a:rPr>
              <a:t>e</a:t>
            </a:r>
            <a:r>
              <a:rPr sz="1700" dirty="0">
                <a:latin typeface="Times New Roman"/>
                <a:cs typeface="Times New Roman"/>
              </a:rPr>
              <a:t>s</a:t>
            </a:r>
            <a:r>
              <a:rPr sz="1700" spc="-2" dirty="0">
                <a:latin typeface="Times New Roman"/>
                <a:cs typeface="Times New Roman"/>
              </a:rPr>
              <a:t> </a:t>
            </a:r>
            <a:r>
              <a:rPr sz="1700" dirty="0">
                <a:latin typeface="Times New Roman"/>
                <a:cs typeface="Times New Roman"/>
              </a:rPr>
              <a:t>f</a:t>
            </a:r>
            <a:r>
              <a:rPr sz="1700" spc="2" dirty="0">
                <a:latin typeface="Times New Roman"/>
                <a:cs typeface="Times New Roman"/>
              </a:rPr>
              <a:t>o</a:t>
            </a:r>
            <a:r>
              <a:rPr sz="1700" spc="-5" dirty="0">
                <a:latin typeface="Times New Roman"/>
                <a:cs typeface="Times New Roman"/>
              </a:rPr>
              <a:t>rm</a:t>
            </a:r>
            <a:r>
              <a:rPr sz="1700" dirty="0">
                <a:latin typeface="Times New Roman"/>
                <a:cs typeface="Times New Roman"/>
              </a:rPr>
              <a:t> </a:t>
            </a:r>
            <a:r>
              <a:rPr sz="1700" spc="-2" dirty="0">
                <a:latin typeface="Times New Roman"/>
                <a:cs typeface="Times New Roman"/>
              </a:rPr>
              <a:t>the </a:t>
            </a:r>
            <a:r>
              <a:rPr sz="1700" dirty="0">
                <a:latin typeface="Times New Roman"/>
                <a:cs typeface="Times New Roman"/>
              </a:rPr>
              <a:t>two</a:t>
            </a:r>
            <a:r>
              <a:rPr sz="1700" spc="-2" dirty="0">
                <a:latin typeface="Times New Roman"/>
                <a:cs typeface="Times New Roman"/>
              </a:rPr>
              <a:t> input</a:t>
            </a:r>
            <a:r>
              <a:rPr sz="1700" dirty="0">
                <a:latin typeface="Times New Roman"/>
                <a:cs typeface="Times New Roman"/>
              </a:rPr>
              <a:t>s</a:t>
            </a:r>
            <a:r>
              <a:rPr sz="1700" spc="-2" dirty="0">
                <a:latin typeface="Times New Roman"/>
                <a:cs typeface="Times New Roman"/>
              </a:rPr>
              <a:t> </a:t>
            </a:r>
            <a:r>
              <a:rPr sz="1700" dirty="0">
                <a:latin typeface="Times New Roman"/>
                <a:cs typeface="Times New Roman"/>
              </a:rPr>
              <a:t>of </a:t>
            </a:r>
            <a:r>
              <a:rPr sz="1700" spc="-10" dirty="0">
                <a:latin typeface="Times New Roman"/>
                <a:cs typeface="Times New Roman"/>
              </a:rPr>
              <a:t>a</a:t>
            </a:r>
            <a:r>
              <a:rPr sz="1700" dirty="0">
                <a:latin typeface="Times New Roman"/>
                <a:cs typeface="Times New Roman"/>
              </a:rPr>
              <a:t>n </a:t>
            </a:r>
            <a:r>
              <a:rPr sz="1700" spc="-2" dirty="0">
                <a:latin typeface="Times New Roman"/>
                <a:cs typeface="Times New Roman"/>
              </a:rPr>
              <a:t>A</a:t>
            </a:r>
            <a:r>
              <a:rPr sz="1700" spc="2" dirty="0">
                <a:latin typeface="Times New Roman"/>
                <a:cs typeface="Times New Roman"/>
              </a:rPr>
              <a:t>L</a:t>
            </a:r>
            <a:r>
              <a:rPr sz="1700" spc="-2" dirty="0">
                <a:latin typeface="Times New Roman"/>
                <a:cs typeface="Times New Roman"/>
              </a:rPr>
              <a:t>U.</a:t>
            </a:r>
            <a:endParaRPr sz="1700" dirty="0">
              <a:latin typeface="Times New Roman"/>
              <a:cs typeface="Times New Roman"/>
            </a:endParaRPr>
          </a:p>
          <a:p>
            <a:pPr marL="225716" lvl="1" indent="-109957">
              <a:buFont typeface="Symbol"/>
              <a:buChar char=""/>
              <a:tabLst>
                <a:tab pos="226022" algn="l"/>
              </a:tabLst>
            </a:pPr>
            <a:r>
              <a:rPr sz="1700" spc="-5" dirty="0">
                <a:latin typeface="Times New Roman"/>
                <a:cs typeface="Times New Roman"/>
              </a:rPr>
              <a:t>The op</a:t>
            </a:r>
            <a:r>
              <a:rPr sz="1700" spc="-7" dirty="0">
                <a:latin typeface="Times New Roman"/>
                <a:cs typeface="Times New Roman"/>
              </a:rPr>
              <a:t>e</a:t>
            </a:r>
            <a:r>
              <a:rPr sz="1700" spc="2" dirty="0">
                <a:latin typeface="Times New Roman"/>
                <a:cs typeface="Times New Roman"/>
              </a:rPr>
              <a:t>r</a:t>
            </a:r>
            <a:r>
              <a:rPr sz="1700" spc="-7" dirty="0">
                <a:latin typeface="Times New Roman"/>
                <a:cs typeface="Times New Roman"/>
              </a:rPr>
              <a:t>a</a:t>
            </a:r>
            <a:r>
              <a:rPr sz="1700" spc="-2" dirty="0">
                <a:latin typeface="Times New Roman"/>
                <a:cs typeface="Times New Roman"/>
              </a:rPr>
              <a:t>ti</a:t>
            </a:r>
            <a:r>
              <a:rPr sz="1700" dirty="0">
                <a:latin typeface="Times New Roman"/>
                <a:cs typeface="Times New Roman"/>
              </a:rPr>
              <a:t>on</a:t>
            </a:r>
            <a:r>
              <a:rPr sz="1700" spc="2" dirty="0">
                <a:latin typeface="Times New Roman"/>
                <a:cs typeface="Times New Roman"/>
              </a:rPr>
              <a:t> </a:t>
            </a:r>
            <a:r>
              <a:rPr sz="1700" b="1" spc="-2" dirty="0">
                <a:latin typeface="Times New Roman"/>
                <a:cs typeface="Times New Roman"/>
              </a:rPr>
              <a:t>sele</a:t>
            </a:r>
            <a:r>
              <a:rPr sz="1700" b="1" spc="-10" dirty="0">
                <a:latin typeface="Times New Roman"/>
                <a:cs typeface="Times New Roman"/>
              </a:rPr>
              <a:t>c</a:t>
            </a:r>
            <a:r>
              <a:rPr sz="1700" b="1" dirty="0">
                <a:latin typeface="Times New Roman"/>
                <a:cs typeface="Times New Roman"/>
              </a:rPr>
              <a:t>t</a:t>
            </a:r>
            <a:r>
              <a:rPr sz="1700" b="1" spc="-2" dirty="0">
                <a:latin typeface="Times New Roman"/>
                <a:cs typeface="Times New Roman"/>
              </a:rPr>
              <a:t> </a:t>
            </a:r>
            <a:r>
              <a:rPr sz="1700" spc="-2" dirty="0">
                <a:latin typeface="Times New Roman"/>
                <a:cs typeface="Times New Roman"/>
              </a:rPr>
              <a:t>line</a:t>
            </a:r>
            <a:r>
              <a:rPr sz="1700" dirty="0">
                <a:latin typeface="Times New Roman"/>
                <a:cs typeface="Times New Roman"/>
              </a:rPr>
              <a:t>s</a:t>
            </a:r>
            <a:r>
              <a:rPr sz="1700" spc="-2" dirty="0">
                <a:latin typeface="Times New Roman"/>
                <a:cs typeface="Times New Roman"/>
              </a:rPr>
              <a:t> </a:t>
            </a:r>
            <a:r>
              <a:rPr sz="1700" spc="-5" dirty="0">
                <a:latin typeface="Times New Roman"/>
                <a:cs typeface="Times New Roman"/>
              </a:rPr>
              <a:t>d</a:t>
            </a:r>
            <a:r>
              <a:rPr sz="1700" spc="-7" dirty="0">
                <a:latin typeface="Times New Roman"/>
                <a:cs typeface="Times New Roman"/>
              </a:rPr>
              <a:t>ec</a:t>
            </a:r>
            <a:r>
              <a:rPr sz="1700" spc="-2" dirty="0">
                <a:latin typeface="Times New Roman"/>
                <a:cs typeface="Times New Roman"/>
              </a:rPr>
              <a:t>ide the </a:t>
            </a:r>
            <a:r>
              <a:rPr sz="1700" spc="-5" dirty="0">
                <a:latin typeface="Times New Roman"/>
                <a:cs typeface="Times New Roman"/>
              </a:rPr>
              <a:t>mi</a:t>
            </a:r>
            <a:r>
              <a:rPr sz="1700" spc="-7" dirty="0">
                <a:latin typeface="Times New Roman"/>
                <a:cs typeface="Times New Roman"/>
              </a:rPr>
              <a:t>c</a:t>
            </a:r>
            <a:r>
              <a:rPr sz="1700" dirty="0">
                <a:latin typeface="Times New Roman"/>
                <a:cs typeface="Times New Roman"/>
              </a:rPr>
              <a:t>ro</a:t>
            </a:r>
            <a:r>
              <a:rPr lang="en-US" sz="1700" dirty="0">
                <a:latin typeface="Times New Roman"/>
                <a:cs typeface="Times New Roman"/>
              </a:rPr>
              <a:t>-</a:t>
            </a:r>
            <a:r>
              <a:rPr sz="1700" dirty="0">
                <a:latin typeface="Times New Roman"/>
                <a:cs typeface="Times New Roman"/>
              </a:rPr>
              <a:t>o</a:t>
            </a:r>
            <a:r>
              <a:rPr sz="1700" spc="2" dirty="0">
                <a:latin typeface="Times New Roman"/>
                <a:cs typeface="Times New Roman"/>
              </a:rPr>
              <a:t>p</a:t>
            </a:r>
            <a:r>
              <a:rPr sz="1700" spc="-7" dirty="0">
                <a:latin typeface="Times New Roman"/>
                <a:cs typeface="Times New Roman"/>
              </a:rPr>
              <a:t>e</a:t>
            </a:r>
            <a:r>
              <a:rPr sz="1700" spc="-2" dirty="0">
                <a:latin typeface="Times New Roman"/>
                <a:cs typeface="Times New Roman"/>
              </a:rPr>
              <a:t>r</a:t>
            </a:r>
            <a:r>
              <a:rPr sz="1700" spc="-10" dirty="0">
                <a:latin typeface="Times New Roman"/>
                <a:cs typeface="Times New Roman"/>
              </a:rPr>
              <a:t>a</a:t>
            </a:r>
            <a:r>
              <a:rPr sz="1700" dirty="0">
                <a:latin typeface="Times New Roman"/>
                <a:cs typeface="Times New Roman"/>
              </a:rPr>
              <a:t>t</a:t>
            </a:r>
            <a:r>
              <a:rPr sz="1700" spc="-5" dirty="0">
                <a:latin typeface="Times New Roman"/>
                <a:cs typeface="Times New Roman"/>
              </a:rPr>
              <a:t>ion</a:t>
            </a:r>
            <a:r>
              <a:rPr sz="1700" spc="-2" dirty="0">
                <a:latin typeface="Times New Roman"/>
                <a:cs typeface="Times New Roman"/>
              </a:rPr>
              <a:t> t</a:t>
            </a:r>
            <a:r>
              <a:rPr sz="1700" dirty="0">
                <a:latin typeface="Times New Roman"/>
                <a:cs typeface="Times New Roman"/>
              </a:rPr>
              <a:t>o </a:t>
            </a:r>
            <a:r>
              <a:rPr sz="1700" spc="-5" dirty="0">
                <a:latin typeface="Times New Roman"/>
                <a:cs typeface="Times New Roman"/>
              </a:rPr>
              <a:t>be</a:t>
            </a:r>
            <a:r>
              <a:rPr sz="1700" spc="-2" dirty="0">
                <a:latin typeface="Times New Roman"/>
                <a:cs typeface="Times New Roman"/>
              </a:rPr>
              <a:t> </a:t>
            </a:r>
            <a:r>
              <a:rPr sz="1700" spc="-5" dirty="0">
                <a:latin typeface="Times New Roman"/>
                <a:cs typeface="Times New Roman"/>
              </a:rPr>
              <a:t>p</a:t>
            </a:r>
            <a:r>
              <a:rPr sz="1700" spc="-7" dirty="0">
                <a:latin typeface="Times New Roman"/>
                <a:cs typeface="Times New Roman"/>
              </a:rPr>
              <a:t>e</a:t>
            </a:r>
            <a:r>
              <a:rPr sz="1700" dirty="0">
                <a:latin typeface="Times New Roman"/>
                <a:cs typeface="Times New Roman"/>
              </a:rPr>
              <a:t>r</a:t>
            </a:r>
            <a:r>
              <a:rPr sz="1700" spc="-5" dirty="0">
                <a:latin typeface="Times New Roman"/>
                <a:cs typeface="Times New Roman"/>
              </a:rPr>
              <a:t>form</a:t>
            </a:r>
            <a:r>
              <a:rPr sz="1700" spc="-10" dirty="0">
                <a:latin typeface="Times New Roman"/>
                <a:cs typeface="Times New Roman"/>
              </a:rPr>
              <a:t>e</a:t>
            </a:r>
            <a:r>
              <a:rPr sz="1700" dirty="0">
                <a:latin typeface="Times New Roman"/>
                <a:cs typeface="Times New Roman"/>
              </a:rPr>
              <a:t>d by</a:t>
            </a:r>
            <a:r>
              <a:rPr sz="1700" spc="5" dirty="0">
                <a:latin typeface="Times New Roman"/>
                <a:cs typeface="Times New Roman"/>
              </a:rPr>
              <a:t> </a:t>
            </a:r>
            <a:r>
              <a:rPr sz="1700" spc="2" dirty="0">
                <a:latin typeface="Times New Roman"/>
                <a:cs typeface="Times New Roman"/>
              </a:rPr>
              <a:t>A</a:t>
            </a:r>
            <a:r>
              <a:rPr sz="1700" dirty="0">
                <a:latin typeface="Times New Roman"/>
                <a:cs typeface="Times New Roman"/>
              </a:rPr>
              <a:t>L</a:t>
            </a:r>
            <a:r>
              <a:rPr sz="1700" spc="-2" dirty="0">
                <a:latin typeface="Times New Roman"/>
                <a:cs typeface="Times New Roman"/>
              </a:rPr>
              <a:t>U</a:t>
            </a:r>
            <a:r>
              <a:rPr sz="1700" dirty="0">
                <a:latin typeface="Times New Roman"/>
                <a:cs typeface="Times New Roman"/>
              </a:rPr>
              <a:t>.</a:t>
            </a:r>
          </a:p>
          <a:p>
            <a:pPr marL="225716" marR="3360" lvl="1" indent="-109957" algn="just">
              <a:spcBef>
                <a:spcPts val="58"/>
              </a:spcBef>
              <a:buFont typeface="Symbol"/>
              <a:buChar char=""/>
              <a:tabLst>
                <a:tab pos="226022" algn="l"/>
              </a:tabLst>
            </a:pPr>
            <a:r>
              <a:rPr sz="1700" spc="-5" dirty="0">
                <a:latin typeface="Times New Roman"/>
                <a:cs typeface="Times New Roman"/>
              </a:rPr>
              <a:t>The</a:t>
            </a:r>
            <a:r>
              <a:rPr sz="1700" spc="70"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5" dirty="0">
                <a:latin typeface="Times New Roman"/>
                <a:cs typeface="Times New Roman"/>
              </a:rPr>
              <a:t>sul</a:t>
            </a:r>
            <a:r>
              <a:rPr sz="1700" spc="-2" dirty="0">
                <a:latin typeface="Times New Roman"/>
                <a:cs typeface="Times New Roman"/>
              </a:rPr>
              <a:t>t</a:t>
            </a:r>
            <a:r>
              <a:rPr sz="1700" dirty="0">
                <a:latin typeface="Times New Roman"/>
                <a:cs typeface="Times New Roman"/>
              </a:rPr>
              <a:t> </a:t>
            </a:r>
            <a:r>
              <a:rPr sz="1700" spc="-67" dirty="0">
                <a:latin typeface="Times New Roman"/>
                <a:cs typeface="Times New Roman"/>
              </a:rPr>
              <a:t> </a:t>
            </a:r>
            <a:r>
              <a:rPr sz="1700" dirty="0">
                <a:latin typeface="Times New Roman"/>
                <a:cs typeface="Times New Roman"/>
              </a:rPr>
              <a:t>of </a:t>
            </a:r>
            <a:r>
              <a:rPr sz="1700" spc="-72" dirty="0">
                <a:latin typeface="Times New Roman"/>
                <a:cs typeface="Times New Roman"/>
              </a:rPr>
              <a:t> </a:t>
            </a:r>
            <a:r>
              <a:rPr sz="1700" spc="-2" dirty="0">
                <a:latin typeface="Times New Roman"/>
                <a:cs typeface="Times New Roman"/>
              </a:rPr>
              <a:t>the</a:t>
            </a:r>
            <a:r>
              <a:rPr sz="1700" dirty="0">
                <a:latin typeface="Times New Roman"/>
                <a:cs typeface="Times New Roman"/>
              </a:rPr>
              <a:t> </a:t>
            </a:r>
            <a:r>
              <a:rPr sz="1700" spc="-72" dirty="0">
                <a:latin typeface="Times New Roman"/>
                <a:cs typeface="Times New Roman"/>
              </a:rPr>
              <a:t> </a:t>
            </a:r>
            <a:r>
              <a:rPr sz="1700" spc="-5" dirty="0">
                <a:latin typeface="Times New Roman"/>
                <a:cs typeface="Times New Roman"/>
              </a:rPr>
              <a:t>mi</a:t>
            </a:r>
            <a:r>
              <a:rPr sz="1700" spc="-7" dirty="0">
                <a:latin typeface="Times New Roman"/>
                <a:cs typeface="Times New Roman"/>
              </a:rPr>
              <a:t>c</a:t>
            </a:r>
            <a:r>
              <a:rPr sz="1700" dirty="0">
                <a:latin typeface="Times New Roman"/>
                <a:cs typeface="Times New Roman"/>
              </a:rPr>
              <a:t>r</a:t>
            </a:r>
            <a:r>
              <a:rPr sz="1700" spc="2" dirty="0">
                <a:latin typeface="Times New Roman"/>
                <a:cs typeface="Times New Roman"/>
              </a:rPr>
              <a:t>o-</a:t>
            </a:r>
            <a:r>
              <a:rPr sz="1700" spc="-5" dirty="0">
                <a:latin typeface="Times New Roman"/>
                <a:cs typeface="Times New Roman"/>
              </a:rPr>
              <a:t>op</a:t>
            </a:r>
            <a:r>
              <a:rPr sz="1700" spc="-7" dirty="0">
                <a:latin typeface="Times New Roman"/>
                <a:cs typeface="Times New Roman"/>
              </a:rPr>
              <a:t>e</a:t>
            </a:r>
            <a:r>
              <a:rPr sz="1700" spc="-2" dirty="0">
                <a:latin typeface="Times New Roman"/>
                <a:cs typeface="Times New Roman"/>
              </a:rPr>
              <a:t>r</a:t>
            </a:r>
            <a:r>
              <a:rPr sz="1700" spc="-10" dirty="0">
                <a:latin typeface="Times New Roman"/>
                <a:cs typeface="Times New Roman"/>
              </a:rPr>
              <a:t>a</a:t>
            </a:r>
            <a:r>
              <a:rPr sz="1700" spc="-2" dirty="0">
                <a:latin typeface="Times New Roman"/>
                <a:cs typeface="Times New Roman"/>
              </a:rPr>
              <a:t>ti</a:t>
            </a:r>
            <a:r>
              <a:rPr sz="1700" dirty="0">
                <a:latin typeface="Times New Roman"/>
                <a:cs typeface="Times New Roman"/>
              </a:rPr>
              <a:t>on </a:t>
            </a:r>
            <a:r>
              <a:rPr sz="1700" spc="-72" dirty="0">
                <a:latin typeface="Times New Roman"/>
                <a:cs typeface="Times New Roman"/>
              </a:rPr>
              <a:t> </a:t>
            </a:r>
            <a:r>
              <a:rPr sz="1700" spc="-2" dirty="0">
                <a:latin typeface="Times New Roman"/>
                <a:cs typeface="Times New Roman"/>
              </a:rPr>
              <a:t>is</a:t>
            </a:r>
            <a:r>
              <a:rPr sz="1700" dirty="0">
                <a:latin typeface="Times New Roman"/>
                <a:cs typeface="Times New Roman"/>
              </a:rPr>
              <a:t> </a:t>
            </a:r>
            <a:r>
              <a:rPr sz="1700" spc="-70" dirty="0">
                <a:latin typeface="Times New Roman"/>
                <a:cs typeface="Times New Roman"/>
              </a:rPr>
              <a:t> </a:t>
            </a:r>
            <a:r>
              <a:rPr sz="1700" spc="-7" dirty="0">
                <a:latin typeface="Times New Roman"/>
                <a:cs typeface="Times New Roman"/>
              </a:rPr>
              <a:t>a</a:t>
            </a:r>
            <a:r>
              <a:rPr sz="1700" spc="-5" dirty="0">
                <a:latin typeface="Times New Roman"/>
                <a:cs typeface="Times New Roman"/>
              </a:rPr>
              <a:t>v</a:t>
            </a:r>
            <a:r>
              <a:rPr sz="1700" spc="-7" dirty="0">
                <a:latin typeface="Times New Roman"/>
                <a:cs typeface="Times New Roman"/>
              </a:rPr>
              <a:t>a</a:t>
            </a:r>
            <a:r>
              <a:rPr sz="1700" spc="-2" dirty="0">
                <a:latin typeface="Times New Roman"/>
                <a:cs typeface="Times New Roman"/>
              </a:rPr>
              <a:t>il</a:t>
            </a:r>
            <a:r>
              <a:rPr sz="1700" spc="-7" dirty="0">
                <a:latin typeface="Times New Roman"/>
                <a:cs typeface="Times New Roman"/>
              </a:rPr>
              <a:t>a</a:t>
            </a:r>
            <a:r>
              <a:rPr sz="1700" spc="-2" dirty="0">
                <a:latin typeface="Times New Roman"/>
                <a:cs typeface="Times New Roman"/>
              </a:rPr>
              <a:t>ble</a:t>
            </a:r>
            <a:r>
              <a:rPr sz="1700" dirty="0">
                <a:latin typeface="Times New Roman"/>
                <a:cs typeface="Times New Roman"/>
              </a:rPr>
              <a:t> </a:t>
            </a:r>
            <a:r>
              <a:rPr sz="1700" spc="-72" dirty="0">
                <a:latin typeface="Times New Roman"/>
                <a:cs typeface="Times New Roman"/>
              </a:rPr>
              <a:t> </a:t>
            </a:r>
            <a:r>
              <a:rPr sz="1700" spc="-7" dirty="0">
                <a:latin typeface="Times New Roman"/>
                <a:cs typeface="Times New Roman"/>
              </a:rPr>
              <a:t>a</a:t>
            </a:r>
            <a:r>
              <a:rPr sz="1700" spc="-2" dirty="0">
                <a:latin typeface="Times New Roman"/>
                <a:cs typeface="Times New Roman"/>
              </a:rPr>
              <a:t>t</a:t>
            </a:r>
            <a:r>
              <a:rPr sz="1700" dirty="0">
                <a:latin typeface="Times New Roman"/>
                <a:cs typeface="Times New Roman"/>
              </a:rPr>
              <a:t> </a:t>
            </a:r>
            <a:r>
              <a:rPr sz="1700" spc="-65" dirty="0">
                <a:latin typeface="Times New Roman"/>
                <a:cs typeface="Times New Roman"/>
              </a:rPr>
              <a:t> </a:t>
            </a:r>
            <a:r>
              <a:rPr sz="1700" spc="-2" dirty="0">
                <a:latin typeface="Times New Roman"/>
                <a:cs typeface="Times New Roman"/>
              </a:rPr>
              <a:t>the</a:t>
            </a:r>
            <a:r>
              <a:rPr sz="1700" dirty="0">
                <a:latin typeface="Times New Roman"/>
                <a:cs typeface="Times New Roman"/>
              </a:rPr>
              <a:t> </a:t>
            </a:r>
            <a:r>
              <a:rPr sz="1700" spc="-72" dirty="0">
                <a:latin typeface="Times New Roman"/>
                <a:cs typeface="Times New Roman"/>
              </a:rPr>
              <a:t> </a:t>
            </a:r>
            <a:r>
              <a:rPr sz="1700" spc="-5" dirty="0">
                <a:latin typeface="Times New Roman"/>
                <a:cs typeface="Times New Roman"/>
              </a:rPr>
              <a:t>output</a:t>
            </a:r>
            <a:r>
              <a:rPr sz="1700" dirty="0">
                <a:latin typeface="Times New Roman"/>
                <a:cs typeface="Times New Roman"/>
              </a:rPr>
              <a:t> </a:t>
            </a:r>
            <a:r>
              <a:rPr sz="1700" spc="-70" dirty="0">
                <a:latin typeface="Times New Roman"/>
                <a:cs typeface="Times New Roman"/>
              </a:rPr>
              <a:t> </a:t>
            </a:r>
            <a:r>
              <a:rPr sz="1700" dirty="0">
                <a:latin typeface="Times New Roman"/>
                <a:cs typeface="Times New Roman"/>
              </a:rPr>
              <a:t>bus. </a:t>
            </a:r>
            <a:r>
              <a:rPr sz="1700" spc="-70" dirty="0">
                <a:latin typeface="Times New Roman"/>
                <a:cs typeface="Times New Roman"/>
              </a:rPr>
              <a:t> </a:t>
            </a:r>
            <a:r>
              <a:rPr sz="1700" spc="-5" dirty="0">
                <a:latin typeface="Times New Roman"/>
                <a:cs typeface="Times New Roman"/>
              </a:rPr>
              <a:t>The</a:t>
            </a:r>
            <a:r>
              <a:rPr sz="1700" spc="70" dirty="0">
                <a:latin typeface="Times New Roman"/>
                <a:cs typeface="Times New Roman"/>
              </a:rPr>
              <a:t> </a:t>
            </a:r>
            <a:r>
              <a:rPr sz="1700" spc="-5" dirty="0">
                <a:latin typeface="Times New Roman"/>
                <a:cs typeface="Times New Roman"/>
              </a:rPr>
              <a:t>ou</a:t>
            </a:r>
            <a:r>
              <a:rPr sz="1700" spc="-7" dirty="0">
                <a:latin typeface="Times New Roman"/>
                <a:cs typeface="Times New Roman"/>
              </a:rPr>
              <a:t>t</a:t>
            </a:r>
            <a:r>
              <a:rPr sz="1700" spc="-5" dirty="0">
                <a:latin typeface="Times New Roman"/>
                <a:cs typeface="Times New Roman"/>
              </a:rPr>
              <a:t>put</a:t>
            </a:r>
            <a:r>
              <a:rPr sz="1700" dirty="0">
                <a:latin typeface="Times New Roman"/>
                <a:cs typeface="Times New Roman"/>
              </a:rPr>
              <a:t> </a:t>
            </a:r>
            <a:r>
              <a:rPr sz="1700" spc="-70" dirty="0">
                <a:latin typeface="Times New Roman"/>
                <a:cs typeface="Times New Roman"/>
              </a:rPr>
              <a:t> </a:t>
            </a:r>
            <a:r>
              <a:rPr sz="1700" dirty="0">
                <a:latin typeface="Times New Roman"/>
                <a:cs typeface="Times New Roman"/>
              </a:rPr>
              <a:t>bus </a:t>
            </a:r>
            <a:r>
              <a:rPr sz="1700" spc="-7" dirty="0">
                <a:latin typeface="Times New Roman"/>
                <a:cs typeface="Times New Roman"/>
              </a:rPr>
              <a:t>c</a:t>
            </a:r>
            <a:r>
              <a:rPr sz="1700" spc="-5" dirty="0">
                <a:latin typeface="Times New Roman"/>
                <a:cs typeface="Times New Roman"/>
              </a:rPr>
              <a:t>onn</a:t>
            </a:r>
            <a:r>
              <a:rPr sz="1700" spc="-7" dirty="0">
                <a:latin typeface="Times New Roman"/>
                <a:cs typeface="Times New Roman"/>
              </a:rPr>
              <a:t>ec</a:t>
            </a:r>
            <a:r>
              <a:rPr sz="1700" spc="-2" dirty="0">
                <a:latin typeface="Times New Roman"/>
                <a:cs typeface="Times New Roman"/>
              </a:rPr>
              <a:t>ted</a:t>
            </a:r>
            <a:r>
              <a:rPr sz="1700" spc="14" dirty="0">
                <a:latin typeface="Times New Roman"/>
                <a:cs typeface="Times New Roman"/>
              </a:rPr>
              <a:t> </a:t>
            </a:r>
            <a:r>
              <a:rPr sz="1700" spc="-2" dirty="0">
                <a:latin typeface="Times New Roman"/>
                <a:cs typeface="Times New Roman"/>
              </a:rPr>
              <a:t>to</a:t>
            </a:r>
            <a:r>
              <a:rPr sz="1700" spc="17" dirty="0">
                <a:latin typeface="Times New Roman"/>
                <a:cs typeface="Times New Roman"/>
              </a:rPr>
              <a:t> </a:t>
            </a:r>
            <a:r>
              <a:rPr sz="1700" spc="-2" dirty="0">
                <a:latin typeface="Times New Roman"/>
                <a:cs typeface="Times New Roman"/>
              </a:rPr>
              <a:t>the</a:t>
            </a:r>
            <a:r>
              <a:rPr sz="1700" spc="14" dirty="0">
                <a:latin typeface="Times New Roman"/>
                <a:cs typeface="Times New Roman"/>
              </a:rPr>
              <a:t> </a:t>
            </a:r>
            <a:r>
              <a:rPr sz="1700" spc="-2" dirty="0">
                <a:latin typeface="Times New Roman"/>
                <a:cs typeface="Times New Roman"/>
              </a:rPr>
              <a:t>input</a:t>
            </a:r>
            <a:r>
              <a:rPr sz="1700" dirty="0">
                <a:latin typeface="Times New Roman"/>
                <a:cs typeface="Times New Roman"/>
              </a:rPr>
              <a:t>s</a:t>
            </a:r>
            <a:r>
              <a:rPr sz="1700" spc="17" dirty="0">
                <a:latin typeface="Times New Roman"/>
                <a:cs typeface="Times New Roman"/>
              </a:rPr>
              <a:t> </a:t>
            </a:r>
            <a:r>
              <a:rPr sz="1700" spc="-7" dirty="0">
                <a:latin typeface="Times New Roman"/>
                <a:cs typeface="Times New Roman"/>
              </a:rPr>
              <a:t>o</a:t>
            </a:r>
            <a:r>
              <a:rPr sz="1700" dirty="0">
                <a:latin typeface="Times New Roman"/>
                <a:cs typeface="Times New Roman"/>
              </a:rPr>
              <a:t>f</a:t>
            </a:r>
            <a:r>
              <a:rPr sz="1700" spc="14" dirty="0">
                <a:latin typeface="Times New Roman"/>
                <a:cs typeface="Times New Roman"/>
              </a:rPr>
              <a:t> </a:t>
            </a:r>
            <a:r>
              <a:rPr sz="1700" spc="-7" dirty="0">
                <a:latin typeface="Times New Roman"/>
                <a:cs typeface="Times New Roman"/>
              </a:rPr>
              <a:t>a</a:t>
            </a:r>
            <a:r>
              <a:rPr sz="1700" spc="-2" dirty="0">
                <a:latin typeface="Times New Roman"/>
                <a:cs typeface="Times New Roman"/>
              </a:rPr>
              <a:t>ll</a:t>
            </a:r>
            <a:r>
              <a:rPr sz="1700" spc="17"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2" dirty="0">
                <a:latin typeface="Times New Roman"/>
                <a:cs typeface="Times New Roman"/>
              </a:rPr>
              <a:t>gis</a:t>
            </a:r>
            <a:r>
              <a:rPr sz="1700" dirty="0">
                <a:latin typeface="Times New Roman"/>
                <a:cs typeface="Times New Roman"/>
              </a:rPr>
              <a:t>t</a:t>
            </a:r>
            <a:r>
              <a:rPr sz="1700" spc="-7" dirty="0">
                <a:latin typeface="Times New Roman"/>
                <a:cs typeface="Times New Roman"/>
              </a:rPr>
              <a:t>e</a:t>
            </a:r>
            <a:r>
              <a:rPr sz="1700" dirty="0">
                <a:latin typeface="Times New Roman"/>
                <a:cs typeface="Times New Roman"/>
              </a:rPr>
              <a:t>rs,</a:t>
            </a:r>
            <a:r>
              <a:rPr sz="1700" spc="14" dirty="0">
                <a:latin typeface="Times New Roman"/>
                <a:cs typeface="Times New Roman"/>
              </a:rPr>
              <a:t> </a:t>
            </a:r>
            <a:r>
              <a:rPr sz="1700" spc="-2" dirty="0">
                <a:latin typeface="Times New Roman"/>
                <a:cs typeface="Times New Roman"/>
              </a:rPr>
              <a:t>thus</a:t>
            </a:r>
            <a:r>
              <a:rPr sz="1700" spc="17" dirty="0">
                <a:latin typeface="Times New Roman"/>
                <a:cs typeface="Times New Roman"/>
              </a:rPr>
              <a:t> </a:t>
            </a:r>
            <a:r>
              <a:rPr sz="1700" dirty="0">
                <a:latin typeface="Times New Roman"/>
                <a:cs typeface="Times New Roman"/>
              </a:rPr>
              <a:t>by</a:t>
            </a:r>
            <a:r>
              <a:rPr sz="1700" spc="14" dirty="0">
                <a:latin typeface="Times New Roman"/>
                <a:cs typeface="Times New Roman"/>
              </a:rPr>
              <a:t> </a:t>
            </a:r>
            <a:r>
              <a:rPr sz="1700" spc="-2" dirty="0">
                <a:latin typeface="Times New Roman"/>
                <a:cs typeface="Times New Roman"/>
              </a:rPr>
              <a:t>se</a:t>
            </a:r>
            <a:r>
              <a:rPr sz="1700" spc="-7" dirty="0">
                <a:latin typeface="Times New Roman"/>
                <a:cs typeface="Times New Roman"/>
              </a:rPr>
              <a:t>lec</a:t>
            </a:r>
            <a:r>
              <a:rPr sz="1700" spc="-2" dirty="0">
                <a:latin typeface="Times New Roman"/>
                <a:cs typeface="Times New Roman"/>
              </a:rPr>
              <a:t>ti</a:t>
            </a:r>
            <a:r>
              <a:rPr sz="1700" dirty="0">
                <a:latin typeface="Times New Roman"/>
                <a:cs typeface="Times New Roman"/>
              </a:rPr>
              <a:t>ng</a:t>
            </a:r>
            <a:r>
              <a:rPr sz="1700" spc="14" dirty="0">
                <a:latin typeface="Times New Roman"/>
                <a:cs typeface="Times New Roman"/>
              </a:rPr>
              <a:t> </a:t>
            </a:r>
            <a:r>
              <a:rPr sz="1700" spc="-5" dirty="0">
                <a:latin typeface="Times New Roman"/>
                <a:cs typeface="Times New Roman"/>
              </a:rPr>
              <a:t>a</a:t>
            </a:r>
            <a:r>
              <a:rPr sz="1700" spc="14" dirty="0">
                <a:latin typeface="Times New Roman"/>
                <a:cs typeface="Times New Roman"/>
              </a:rPr>
              <a:t> </a:t>
            </a:r>
            <a:r>
              <a:rPr sz="1700" spc="-5" dirty="0">
                <a:latin typeface="Times New Roman"/>
                <a:cs typeface="Times New Roman"/>
              </a:rPr>
              <a:t>dest</a:t>
            </a:r>
            <a:r>
              <a:rPr sz="1700" dirty="0">
                <a:latin typeface="Times New Roman"/>
                <a:cs typeface="Times New Roman"/>
              </a:rPr>
              <a:t>i</a:t>
            </a:r>
            <a:r>
              <a:rPr sz="1700" spc="-5" dirty="0">
                <a:latin typeface="Times New Roman"/>
                <a:cs typeface="Times New Roman"/>
              </a:rPr>
              <a:t>n</a:t>
            </a:r>
            <a:r>
              <a:rPr sz="1700" spc="-7" dirty="0">
                <a:latin typeface="Times New Roman"/>
                <a:cs typeface="Times New Roman"/>
              </a:rPr>
              <a:t>a</a:t>
            </a:r>
            <a:r>
              <a:rPr sz="1700" spc="-2" dirty="0">
                <a:latin typeface="Times New Roman"/>
                <a:cs typeface="Times New Roman"/>
              </a:rPr>
              <a:t>ti</a:t>
            </a:r>
            <a:r>
              <a:rPr sz="1700" dirty="0">
                <a:latin typeface="Times New Roman"/>
                <a:cs typeface="Times New Roman"/>
              </a:rPr>
              <a:t>on</a:t>
            </a:r>
            <a:r>
              <a:rPr sz="1700" spc="14"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2" dirty="0">
                <a:latin typeface="Times New Roman"/>
                <a:cs typeface="Times New Roman"/>
              </a:rPr>
              <a:t>gis</a:t>
            </a:r>
            <a:r>
              <a:rPr sz="1700" dirty="0">
                <a:latin typeface="Times New Roman"/>
                <a:cs typeface="Times New Roman"/>
              </a:rPr>
              <a:t>t</a:t>
            </a:r>
            <a:r>
              <a:rPr sz="1700" spc="-7" dirty="0">
                <a:latin typeface="Times New Roman"/>
                <a:cs typeface="Times New Roman"/>
              </a:rPr>
              <a:t>e</a:t>
            </a:r>
            <a:r>
              <a:rPr sz="1700" dirty="0">
                <a:latin typeface="Times New Roman"/>
                <a:cs typeface="Times New Roman"/>
              </a:rPr>
              <a:t>r</a:t>
            </a:r>
            <a:r>
              <a:rPr sz="1700" spc="14" dirty="0">
                <a:latin typeface="Times New Roman"/>
                <a:cs typeface="Times New Roman"/>
              </a:rPr>
              <a:t> </a:t>
            </a:r>
            <a:r>
              <a:rPr sz="1700" spc="-2" dirty="0">
                <a:latin typeface="Times New Roman"/>
                <a:cs typeface="Times New Roman"/>
              </a:rPr>
              <a:t>it</a:t>
            </a:r>
            <a:r>
              <a:rPr sz="1700" spc="17" dirty="0">
                <a:latin typeface="Times New Roman"/>
                <a:cs typeface="Times New Roman"/>
              </a:rPr>
              <a:t> </a:t>
            </a:r>
            <a:r>
              <a:rPr sz="1700" spc="-2" dirty="0">
                <a:latin typeface="Times New Roman"/>
                <a:cs typeface="Times New Roman"/>
              </a:rPr>
              <a:t>is </a:t>
            </a:r>
            <a:r>
              <a:rPr sz="1700" dirty="0">
                <a:latin typeface="Times New Roman"/>
                <a:cs typeface="Times New Roman"/>
              </a:rPr>
              <a:t>possi</a:t>
            </a:r>
            <a:r>
              <a:rPr sz="1700" spc="-2" dirty="0">
                <a:latin typeface="Times New Roman"/>
                <a:cs typeface="Times New Roman"/>
              </a:rPr>
              <a:t>ble</a:t>
            </a:r>
            <a:r>
              <a:rPr sz="1700" dirty="0">
                <a:latin typeface="Times New Roman"/>
                <a:cs typeface="Times New Roman"/>
              </a:rPr>
              <a:t> </a:t>
            </a:r>
            <a:r>
              <a:rPr sz="1700" spc="-2" dirty="0">
                <a:latin typeface="Times New Roman"/>
                <a:cs typeface="Times New Roman"/>
              </a:rPr>
              <a:t>to </a:t>
            </a:r>
            <a:r>
              <a:rPr sz="1700" spc="-5" dirty="0">
                <a:latin typeface="Times New Roman"/>
                <a:cs typeface="Times New Roman"/>
              </a:rPr>
              <a:t>s</a:t>
            </a:r>
            <a:r>
              <a:rPr sz="1700" spc="-2" dirty="0">
                <a:latin typeface="Times New Roman"/>
                <a:cs typeface="Times New Roman"/>
              </a:rPr>
              <a:t>tore</a:t>
            </a:r>
            <a:r>
              <a:rPr sz="1700" spc="-5" dirty="0">
                <a:latin typeface="Times New Roman"/>
                <a:cs typeface="Times New Roman"/>
              </a:rPr>
              <a:t> </a:t>
            </a:r>
            <a:r>
              <a:rPr sz="1700" spc="-2" dirty="0">
                <a:latin typeface="Times New Roman"/>
                <a:cs typeface="Times New Roman"/>
              </a:rPr>
              <a:t>the </a:t>
            </a:r>
            <a:r>
              <a:rPr sz="1700" spc="-5" dirty="0">
                <a:latin typeface="Times New Roman"/>
                <a:cs typeface="Times New Roman"/>
              </a:rPr>
              <a:t>r</a:t>
            </a:r>
            <a:r>
              <a:rPr sz="1700" spc="-7" dirty="0">
                <a:latin typeface="Times New Roman"/>
                <a:cs typeface="Times New Roman"/>
              </a:rPr>
              <a:t>esu</a:t>
            </a:r>
            <a:r>
              <a:rPr sz="1700" dirty="0">
                <a:latin typeface="Times New Roman"/>
                <a:cs typeface="Times New Roman"/>
              </a:rPr>
              <a:t>l</a:t>
            </a:r>
            <a:r>
              <a:rPr sz="1700" spc="-2" dirty="0">
                <a:latin typeface="Times New Roman"/>
                <a:cs typeface="Times New Roman"/>
              </a:rPr>
              <a:t>t</a:t>
            </a:r>
            <a:r>
              <a:rPr sz="1700" dirty="0">
                <a:latin typeface="Times New Roman"/>
                <a:cs typeface="Times New Roman"/>
              </a:rPr>
              <a:t> </a:t>
            </a:r>
            <a:r>
              <a:rPr sz="1700" spc="-2" dirty="0">
                <a:latin typeface="Times New Roman"/>
                <a:cs typeface="Times New Roman"/>
              </a:rPr>
              <a:t>i</a:t>
            </a:r>
            <a:r>
              <a:rPr sz="1700" dirty="0">
                <a:latin typeface="Times New Roman"/>
                <a:cs typeface="Times New Roman"/>
              </a:rPr>
              <a:t>n </a:t>
            </a:r>
            <a:r>
              <a:rPr sz="1700" spc="-2" dirty="0">
                <a:latin typeface="Times New Roman"/>
                <a:cs typeface="Times New Roman"/>
              </a:rPr>
              <a:t>it</a:t>
            </a:r>
            <a:r>
              <a:rPr sz="1700" dirty="0">
                <a:latin typeface="Times New Roman"/>
                <a:cs typeface="Times New Roman"/>
              </a:rPr>
              <a:t>.</a:t>
            </a:r>
          </a:p>
        </p:txBody>
      </p:sp>
    </p:spTree>
    <p:extLst>
      <p:ext uri="{BB962C8B-B14F-4D97-AF65-F5344CB8AC3E}">
        <p14:creationId xmlns:p14="http://schemas.microsoft.com/office/powerpoint/2010/main" val="19578363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BC33B-9BF8-4990-E053-E5C45E7C569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57FA1C6-1A8E-B87A-5D60-AE820C4E50A9}"/>
              </a:ext>
            </a:extLst>
          </p:cNvPr>
          <p:cNvPicPr>
            <a:picLocks noChangeAspect="1"/>
          </p:cNvPicPr>
          <p:nvPr/>
        </p:nvPicPr>
        <p:blipFill>
          <a:blip r:embed="rId2"/>
          <a:stretch>
            <a:fillRect/>
          </a:stretch>
        </p:blipFill>
        <p:spPr>
          <a:xfrm>
            <a:off x="100454" y="116065"/>
            <a:ext cx="476476" cy="806935"/>
          </a:xfrm>
          <a:prstGeom prst="rect">
            <a:avLst/>
          </a:prstGeom>
        </p:spPr>
      </p:pic>
      <p:pic>
        <p:nvPicPr>
          <p:cNvPr id="6" name="Picture 5">
            <a:extLst>
              <a:ext uri="{FF2B5EF4-FFF2-40B4-BE49-F238E27FC236}">
                <a16:creationId xmlns:a16="http://schemas.microsoft.com/office/drawing/2014/main" id="{679B07E0-9A3B-883A-FBF4-84F6C87D361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7" y="116065"/>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3BDC0CB8-73E0-67CB-700D-54C6EBB0C6A5}"/>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0728613C-7A56-2469-8594-25973795334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5" name="object 5"/>
          <p:cNvSpPr/>
          <p:nvPr/>
        </p:nvSpPr>
        <p:spPr>
          <a:xfrm>
            <a:off x="1524000" y="361950"/>
            <a:ext cx="3850676" cy="4265525"/>
          </a:xfrm>
          <a:prstGeom prst="rect">
            <a:avLst/>
          </a:prstGeom>
          <a:blipFill>
            <a:blip r:embed="rId6" cstate="print"/>
            <a:stretch>
              <a:fillRect/>
            </a:stretch>
          </a:blipFill>
        </p:spPr>
        <p:txBody>
          <a:bodyPr wrap="square" lIns="0" tIns="0" rIns="0" bIns="0" rtlCol="0"/>
          <a:lstStyle/>
          <a:p>
            <a:endParaRPr sz="866"/>
          </a:p>
        </p:txBody>
      </p:sp>
      <p:sp>
        <p:nvSpPr>
          <p:cNvPr id="4" name="TextBox 3">
            <a:extLst>
              <a:ext uri="{FF2B5EF4-FFF2-40B4-BE49-F238E27FC236}">
                <a16:creationId xmlns:a16="http://schemas.microsoft.com/office/drawing/2014/main" id="{6DEBF665-20E7-E5EC-7428-3063492BC02D}"/>
              </a:ext>
            </a:extLst>
          </p:cNvPr>
          <p:cNvSpPr txBox="1"/>
          <p:nvPr/>
        </p:nvSpPr>
        <p:spPr>
          <a:xfrm>
            <a:off x="5562600" y="2464028"/>
            <a:ext cx="1295400" cy="430887"/>
          </a:xfrm>
          <a:prstGeom prst="rect">
            <a:avLst/>
          </a:prstGeom>
          <a:noFill/>
        </p:spPr>
        <p:txBody>
          <a:bodyPr wrap="square">
            <a:spAutoFit/>
          </a:bodyPr>
          <a:lstStyle/>
          <a:p>
            <a:pPr marL="28711" algn="ctr"/>
            <a:r>
              <a:rPr lang="en-US" sz="1100" i="1" dirty="0">
                <a:latin typeface="Times New Roman"/>
                <a:cs typeface="Times New Roman"/>
              </a:rPr>
              <a:t>Regi</a:t>
            </a:r>
            <a:r>
              <a:rPr lang="en-US" sz="1100" i="1" spc="-7" dirty="0">
                <a:latin typeface="Times New Roman"/>
                <a:cs typeface="Times New Roman"/>
              </a:rPr>
              <a:t>s</a:t>
            </a:r>
            <a:r>
              <a:rPr lang="en-US" sz="1100" i="1" dirty="0">
                <a:latin typeface="Times New Roman"/>
                <a:cs typeface="Times New Roman"/>
              </a:rPr>
              <a:t>ter</a:t>
            </a:r>
            <a:r>
              <a:rPr lang="en-US" sz="1100" i="1" spc="-5" dirty="0">
                <a:latin typeface="Times New Roman"/>
                <a:cs typeface="Times New Roman"/>
              </a:rPr>
              <a:t> </a:t>
            </a:r>
            <a:r>
              <a:rPr lang="en-US" sz="1100" i="1" dirty="0">
                <a:latin typeface="Times New Roman"/>
                <a:cs typeface="Times New Roman"/>
              </a:rPr>
              <a:t>Bas</a:t>
            </a:r>
            <a:r>
              <a:rPr lang="en-US" sz="1100" i="1" spc="-7" dirty="0">
                <a:latin typeface="Times New Roman"/>
                <a:cs typeface="Times New Roman"/>
              </a:rPr>
              <a:t>e</a:t>
            </a:r>
            <a:r>
              <a:rPr lang="en-US" sz="1100" i="1" dirty="0">
                <a:latin typeface="Times New Roman"/>
                <a:cs typeface="Times New Roman"/>
              </a:rPr>
              <a:t>d </a:t>
            </a:r>
            <a:r>
              <a:rPr lang="en-US" sz="1100" i="1" spc="-5" dirty="0">
                <a:latin typeface="Times New Roman"/>
                <a:cs typeface="Times New Roman"/>
              </a:rPr>
              <a:t>O</a:t>
            </a:r>
            <a:r>
              <a:rPr lang="en-US" sz="1100" i="1" spc="-2" dirty="0">
                <a:latin typeface="Times New Roman"/>
                <a:cs typeface="Times New Roman"/>
              </a:rPr>
              <a:t>rga</a:t>
            </a:r>
            <a:r>
              <a:rPr lang="en-US" sz="1100" i="1" spc="-5" dirty="0">
                <a:latin typeface="Times New Roman"/>
                <a:cs typeface="Times New Roman"/>
              </a:rPr>
              <a:t>n</a:t>
            </a:r>
            <a:r>
              <a:rPr lang="en-US" sz="1100" i="1" dirty="0">
                <a:latin typeface="Times New Roman"/>
                <a:cs typeface="Times New Roman"/>
              </a:rPr>
              <a:t>i</a:t>
            </a:r>
            <a:r>
              <a:rPr lang="en-US" sz="1100" i="1" spc="-2" dirty="0">
                <a:latin typeface="Times New Roman"/>
                <a:cs typeface="Times New Roman"/>
              </a:rPr>
              <a:t>z</a:t>
            </a:r>
            <a:r>
              <a:rPr lang="en-US" sz="1100" i="1" spc="-5" dirty="0">
                <a:latin typeface="Times New Roman"/>
                <a:cs typeface="Times New Roman"/>
              </a:rPr>
              <a:t>a</a:t>
            </a:r>
            <a:r>
              <a:rPr lang="en-US" sz="1100" i="1" dirty="0">
                <a:latin typeface="Times New Roman"/>
                <a:cs typeface="Times New Roman"/>
              </a:rPr>
              <a:t>ti</a:t>
            </a:r>
            <a:r>
              <a:rPr lang="en-US" sz="1100" i="1" spc="-7" dirty="0">
                <a:latin typeface="Times New Roman"/>
                <a:cs typeface="Times New Roman"/>
              </a:rPr>
              <a:t>o</a:t>
            </a:r>
            <a:r>
              <a:rPr lang="en-US" sz="1100" i="1" dirty="0">
                <a:latin typeface="Times New Roman"/>
                <a:cs typeface="Times New Roman"/>
              </a:rPr>
              <a:t>n</a:t>
            </a:r>
            <a:endParaRPr lang="en-US" sz="1100" dirty="0">
              <a:latin typeface="Times New Roman"/>
              <a:cs typeface="Times New Roman"/>
            </a:endParaRPr>
          </a:p>
        </p:txBody>
      </p:sp>
    </p:spTree>
    <p:extLst>
      <p:ext uri="{BB962C8B-B14F-4D97-AF65-F5344CB8AC3E}">
        <p14:creationId xmlns:p14="http://schemas.microsoft.com/office/powerpoint/2010/main" val="28251001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73BA6-91CB-F0DF-4CE0-BFFC0C7FD24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E0BAD4C-E789-F079-504E-F7C3A3B6FE8F}"/>
              </a:ext>
            </a:extLst>
          </p:cNvPr>
          <p:cNvPicPr>
            <a:picLocks noChangeAspect="1"/>
          </p:cNvPicPr>
          <p:nvPr/>
        </p:nvPicPr>
        <p:blipFill>
          <a:blip r:embed="rId2"/>
          <a:stretch>
            <a:fillRect/>
          </a:stretch>
        </p:blipFill>
        <p:spPr>
          <a:xfrm>
            <a:off x="100454" y="116065"/>
            <a:ext cx="476476" cy="806935"/>
          </a:xfrm>
          <a:prstGeom prst="rect">
            <a:avLst/>
          </a:prstGeom>
        </p:spPr>
      </p:pic>
      <p:pic>
        <p:nvPicPr>
          <p:cNvPr id="6" name="Picture 5">
            <a:extLst>
              <a:ext uri="{FF2B5EF4-FFF2-40B4-BE49-F238E27FC236}">
                <a16:creationId xmlns:a16="http://schemas.microsoft.com/office/drawing/2014/main" id="{9ABD25E4-07EA-920C-4834-76C61448D00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7" y="116065"/>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23B36C33-FCB4-BE84-6790-B84F5AEEB14C}"/>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AF81F3D9-EF58-1F10-00D6-9CB51279A66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p:cNvSpPr txBox="1"/>
          <p:nvPr/>
        </p:nvSpPr>
        <p:spPr>
          <a:xfrm>
            <a:off x="838200" y="689684"/>
            <a:ext cx="7391400" cy="3139321"/>
          </a:xfrm>
          <a:prstGeom prst="rect">
            <a:avLst/>
          </a:prstGeom>
        </p:spPr>
        <p:txBody>
          <a:bodyPr vert="horz" wrap="square" lIns="0" tIns="0" rIns="0" bIns="0" rtlCol="0">
            <a:spAutoFit/>
          </a:bodyPr>
          <a:lstStyle/>
          <a:p>
            <a:pPr marL="6109"/>
            <a:r>
              <a:rPr sz="1700" dirty="0">
                <a:latin typeface="Times New Roman"/>
                <a:cs typeface="Times New Roman"/>
              </a:rPr>
              <a:t>Ex</a:t>
            </a:r>
            <a:r>
              <a:rPr sz="1700" spc="-5" dirty="0">
                <a:latin typeface="Times New Roman"/>
                <a:cs typeface="Times New Roman"/>
              </a:rPr>
              <a:t>a</a:t>
            </a:r>
            <a:r>
              <a:rPr sz="1700" dirty="0">
                <a:latin typeface="Times New Roman"/>
                <a:cs typeface="Times New Roman"/>
              </a:rPr>
              <a:t>mpl</a:t>
            </a:r>
            <a:r>
              <a:rPr sz="1700" spc="-2" dirty="0">
                <a:latin typeface="Times New Roman"/>
                <a:cs typeface="Times New Roman"/>
              </a:rPr>
              <a:t>e</a:t>
            </a:r>
            <a:r>
              <a:rPr sz="1700" dirty="0">
                <a:latin typeface="Times New Roman"/>
                <a:cs typeface="Times New Roman"/>
              </a:rPr>
              <a:t>, L</a:t>
            </a:r>
            <a:r>
              <a:rPr sz="1700" spc="-5" dirty="0">
                <a:latin typeface="Times New Roman"/>
                <a:cs typeface="Times New Roman"/>
              </a:rPr>
              <a:t>e</a:t>
            </a:r>
            <a:r>
              <a:rPr sz="1700" dirty="0">
                <a:latin typeface="Times New Roman"/>
                <a:cs typeface="Times New Roman"/>
              </a:rPr>
              <a:t>t we</a:t>
            </a:r>
            <a:r>
              <a:rPr sz="1700" spc="2" dirty="0">
                <a:latin typeface="Times New Roman"/>
                <a:cs typeface="Times New Roman"/>
              </a:rPr>
              <a:t> </a:t>
            </a:r>
            <a:r>
              <a:rPr sz="1700" dirty="0">
                <a:latin typeface="Times New Roman"/>
                <a:cs typeface="Times New Roman"/>
              </a:rPr>
              <a:t>w</a:t>
            </a:r>
            <a:r>
              <a:rPr sz="1700" spc="-5" dirty="0">
                <a:latin typeface="Times New Roman"/>
                <a:cs typeface="Times New Roman"/>
              </a:rPr>
              <a:t>a</a:t>
            </a:r>
            <a:r>
              <a:rPr sz="1700" dirty="0">
                <a:latin typeface="Times New Roman"/>
                <a:cs typeface="Times New Roman"/>
              </a:rPr>
              <a:t>nt to</a:t>
            </a:r>
            <a:r>
              <a:rPr sz="1700" spc="5" dirty="0">
                <a:latin typeface="Times New Roman"/>
                <a:cs typeface="Times New Roman"/>
              </a:rPr>
              <a:t> </a:t>
            </a:r>
            <a:r>
              <a:rPr sz="1700" dirty="0">
                <a:latin typeface="Times New Roman"/>
                <a:cs typeface="Times New Roman"/>
              </a:rPr>
              <a:t>p</a:t>
            </a:r>
            <a:r>
              <a:rPr sz="1700" spc="-2" dirty="0">
                <a:latin typeface="Times New Roman"/>
                <a:cs typeface="Times New Roman"/>
              </a:rPr>
              <a:t>e</a:t>
            </a:r>
            <a:r>
              <a:rPr sz="1700" dirty="0">
                <a:latin typeface="Times New Roman"/>
                <a:cs typeface="Times New Roman"/>
              </a:rPr>
              <a:t>r</a:t>
            </a:r>
            <a:r>
              <a:rPr sz="1700" spc="-5" dirty="0">
                <a:latin typeface="Times New Roman"/>
                <a:cs typeface="Times New Roman"/>
              </a:rPr>
              <a:t>f</a:t>
            </a:r>
            <a:r>
              <a:rPr sz="1700" dirty="0">
                <a:latin typeface="Times New Roman"/>
                <a:cs typeface="Times New Roman"/>
              </a:rPr>
              <a:t>orm the o</a:t>
            </a:r>
            <a:r>
              <a:rPr sz="1700" spc="2" dirty="0">
                <a:latin typeface="Times New Roman"/>
                <a:cs typeface="Times New Roman"/>
              </a:rPr>
              <a:t>p</a:t>
            </a:r>
            <a:r>
              <a:rPr sz="1700" spc="-2" dirty="0">
                <a:latin typeface="Times New Roman"/>
                <a:cs typeface="Times New Roman"/>
              </a:rPr>
              <a:t>e</a:t>
            </a:r>
            <a:r>
              <a:rPr sz="1700" dirty="0">
                <a:latin typeface="Times New Roman"/>
                <a:cs typeface="Times New Roman"/>
              </a:rPr>
              <a:t>r</a:t>
            </a:r>
            <a:r>
              <a:rPr sz="1700" spc="-5" dirty="0">
                <a:latin typeface="Times New Roman"/>
                <a:cs typeface="Times New Roman"/>
              </a:rPr>
              <a:t>a</a:t>
            </a:r>
            <a:r>
              <a:rPr sz="1700" dirty="0">
                <a:latin typeface="Times New Roman"/>
                <a:cs typeface="Times New Roman"/>
              </a:rPr>
              <a:t>tion </a:t>
            </a:r>
            <a:r>
              <a:rPr sz="1700" spc="5" dirty="0">
                <a:latin typeface="Times New Roman"/>
                <a:cs typeface="Times New Roman"/>
              </a:rPr>
              <a:t>R</a:t>
            </a:r>
            <a:r>
              <a:rPr sz="1700" dirty="0">
                <a:latin typeface="Times New Roman"/>
                <a:cs typeface="Times New Roman"/>
              </a:rPr>
              <a:t>1 ← R2 +</a:t>
            </a:r>
            <a:r>
              <a:rPr sz="1700" spc="-2" dirty="0">
                <a:latin typeface="Times New Roman"/>
                <a:cs typeface="Times New Roman"/>
              </a:rPr>
              <a:t> </a:t>
            </a:r>
            <a:r>
              <a:rPr sz="1700" dirty="0">
                <a:latin typeface="Times New Roman"/>
                <a:cs typeface="Times New Roman"/>
              </a:rPr>
              <a:t>R3</a:t>
            </a:r>
          </a:p>
          <a:p>
            <a:pPr marL="6109"/>
            <a:r>
              <a:rPr sz="1700" spc="-5" dirty="0">
                <a:latin typeface="Times New Roman"/>
                <a:cs typeface="Times New Roman"/>
              </a:rPr>
              <a:t>To</a:t>
            </a:r>
            <a:r>
              <a:rPr sz="1700" spc="-2" dirty="0">
                <a:latin typeface="Times New Roman"/>
                <a:cs typeface="Times New Roman"/>
              </a:rPr>
              <a:t> </a:t>
            </a:r>
            <a:r>
              <a:rPr sz="1700" dirty="0">
                <a:latin typeface="Times New Roman"/>
                <a:cs typeface="Times New Roman"/>
              </a:rPr>
              <a:t>do </a:t>
            </a:r>
            <a:r>
              <a:rPr sz="1700" spc="-2" dirty="0">
                <a:latin typeface="Times New Roman"/>
                <a:cs typeface="Times New Roman"/>
              </a:rPr>
              <a:t>thi</a:t>
            </a:r>
            <a:r>
              <a:rPr sz="1700" dirty="0">
                <a:latin typeface="Times New Roman"/>
                <a:cs typeface="Times New Roman"/>
              </a:rPr>
              <a:t>s</a:t>
            </a:r>
            <a:r>
              <a:rPr sz="1700" spc="-2" dirty="0">
                <a:latin typeface="Times New Roman"/>
                <a:cs typeface="Times New Roman"/>
              </a:rPr>
              <a:t> </a:t>
            </a:r>
            <a:r>
              <a:rPr sz="1700" spc="-5" dirty="0">
                <a:latin typeface="Times New Roman"/>
                <a:cs typeface="Times New Roman"/>
              </a:rPr>
              <a:t>op</a:t>
            </a:r>
            <a:r>
              <a:rPr sz="1700" spc="-7" dirty="0">
                <a:latin typeface="Times New Roman"/>
                <a:cs typeface="Times New Roman"/>
              </a:rPr>
              <a:t>e</a:t>
            </a:r>
            <a:r>
              <a:rPr sz="1700" spc="-2" dirty="0">
                <a:latin typeface="Times New Roman"/>
                <a:cs typeface="Times New Roman"/>
              </a:rPr>
              <a:t>r</a:t>
            </a:r>
            <a:r>
              <a:rPr sz="1700" spc="-10" dirty="0">
                <a:latin typeface="Times New Roman"/>
                <a:cs typeface="Times New Roman"/>
              </a:rPr>
              <a:t>a</a:t>
            </a:r>
            <a:r>
              <a:rPr sz="1700" spc="-2" dirty="0">
                <a:latin typeface="Times New Roman"/>
                <a:cs typeface="Times New Roman"/>
              </a:rPr>
              <a:t>ti</a:t>
            </a:r>
            <a:r>
              <a:rPr sz="1700" dirty="0">
                <a:latin typeface="Times New Roman"/>
                <a:cs typeface="Times New Roman"/>
              </a:rPr>
              <a:t>on, </a:t>
            </a:r>
            <a:r>
              <a:rPr sz="1700" spc="-5" dirty="0">
                <a:latin typeface="Times New Roman"/>
                <a:cs typeface="Times New Roman"/>
              </a:rPr>
              <a:t>Control</a:t>
            </a:r>
            <a:r>
              <a:rPr sz="1700" dirty="0">
                <a:latin typeface="Times New Roman"/>
                <a:cs typeface="Times New Roman"/>
              </a:rPr>
              <a:t> </a:t>
            </a:r>
            <a:r>
              <a:rPr sz="1700" spc="-7" dirty="0">
                <a:latin typeface="Times New Roman"/>
                <a:cs typeface="Times New Roman"/>
              </a:rPr>
              <a:t>Uni</a:t>
            </a:r>
            <a:r>
              <a:rPr sz="1700" spc="-2" dirty="0">
                <a:latin typeface="Times New Roman"/>
                <a:cs typeface="Times New Roman"/>
              </a:rPr>
              <a:t>t</a:t>
            </a:r>
            <a:r>
              <a:rPr sz="1700" spc="5" dirty="0">
                <a:latin typeface="Times New Roman"/>
                <a:cs typeface="Times New Roman"/>
              </a:rPr>
              <a:t> </a:t>
            </a:r>
            <a:r>
              <a:rPr sz="1700" spc="-5" dirty="0">
                <a:latin typeface="Times New Roman"/>
                <a:cs typeface="Times New Roman"/>
              </a:rPr>
              <a:t>g</a:t>
            </a:r>
            <a:r>
              <a:rPr sz="1700" spc="-7" dirty="0">
                <a:latin typeface="Times New Roman"/>
                <a:cs typeface="Times New Roman"/>
              </a:rPr>
              <a:t>e</a:t>
            </a:r>
            <a:r>
              <a:rPr sz="1700" spc="-5" dirty="0">
                <a:latin typeface="Times New Roman"/>
                <a:cs typeface="Times New Roman"/>
              </a:rPr>
              <a:t>n</a:t>
            </a:r>
            <a:r>
              <a:rPr sz="1700" spc="-7" dirty="0">
                <a:latin typeface="Times New Roman"/>
                <a:cs typeface="Times New Roman"/>
              </a:rPr>
              <a:t>e</a:t>
            </a:r>
            <a:r>
              <a:rPr sz="1700" spc="-2" dirty="0">
                <a:latin typeface="Times New Roman"/>
                <a:cs typeface="Times New Roman"/>
              </a:rPr>
              <a:t>r</a:t>
            </a:r>
            <a:r>
              <a:rPr sz="1700" spc="-10" dirty="0">
                <a:latin typeface="Times New Roman"/>
                <a:cs typeface="Times New Roman"/>
              </a:rPr>
              <a:t>a</a:t>
            </a:r>
            <a:r>
              <a:rPr sz="1700" spc="-2" dirty="0">
                <a:latin typeface="Times New Roman"/>
                <a:cs typeface="Times New Roman"/>
              </a:rPr>
              <a:t>tes</a:t>
            </a:r>
            <a:r>
              <a:rPr sz="1700" spc="2" dirty="0">
                <a:latin typeface="Times New Roman"/>
                <a:cs typeface="Times New Roman"/>
              </a:rPr>
              <a:t> </a:t>
            </a:r>
            <a:r>
              <a:rPr sz="1700" spc="-5" dirty="0">
                <a:latin typeface="Times New Roman"/>
                <a:cs typeface="Times New Roman"/>
              </a:rPr>
              <a:t>following</a:t>
            </a:r>
            <a:r>
              <a:rPr sz="1700" dirty="0">
                <a:latin typeface="Times New Roman"/>
                <a:cs typeface="Times New Roman"/>
              </a:rPr>
              <a:t> </a:t>
            </a:r>
            <a:r>
              <a:rPr sz="1700" spc="-5" dirty="0">
                <a:latin typeface="Times New Roman"/>
                <a:cs typeface="Times New Roman"/>
              </a:rPr>
              <a:t>s</a:t>
            </a:r>
            <a:r>
              <a:rPr sz="1700" spc="-2" dirty="0">
                <a:latin typeface="Times New Roman"/>
                <a:cs typeface="Times New Roman"/>
              </a:rPr>
              <a:t>i</a:t>
            </a:r>
            <a:r>
              <a:rPr sz="1700" spc="2" dirty="0">
                <a:latin typeface="Times New Roman"/>
                <a:cs typeface="Times New Roman"/>
              </a:rPr>
              <a:t>g</a:t>
            </a:r>
            <a:r>
              <a:rPr sz="1700" spc="-5" dirty="0">
                <a:latin typeface="Times New Roman"/>
                <a:cs typeface="Times New Roman"/>
              </a:rPr>
              <a:t>n</a:t>
            </a:r>
            <a:r>
              <a:rPr sz="1700" spc="-7" dirty="0">
                <a:latin typeface="Times New Roman"/>
                <a:cs typeface="Times New Roman"/>
              </a:rPr>
              <a:t>a</a:t>
            </a:r>
            <a:r>
              <a:rPr sz="1700" spc="-2" dirty="0">
                <a:latin typeface="Times New Roman"/>
                <a:cs typeface="Times New Roman"/>
              </a:rPr>
              <a:t>l</a:t>
            </a:r>
            <a:r>
              <a:rPr sz="1700" dirty="0">
                <a:latin typeface="Times New Roman"/>
                <a:cs typeface="Times New Roman"/>
              </a:rPr>
              <a:t> </a:t>
            </a:r>
            <a:r>
              <a:rPr sz="1700" spc="-2" dirty="0">
                <a:latin typeface="Times New Roman"/>
                <a:cs typeface="Times New Roman"/>
              </a:rPr>
              <a:t>(Control</a:t>
            </a:r>
            <a:r>
              <a:rPr sz="1700" dirty="0">
                <a:latin typeface="Times New Roman"/>
                <a:cs typeface="Times New Roman"/>
              </a:rPr>
              <a:t> </a:t>
            </a:r>
            <a:r>
              <a:rPr sz="1700" spc="-12" dirty="0">
                <a:latin typeface="Times New Roman"/>
                <a:cs typeface="Times New Roman"/>
              </a:rPr>
              <a:t>W</a:t>
            </a:r>
            <a:r>
              <a:rPr sz="1700" dirty="0">
                <a:latin typeface="Times New Roman"/>
                <a:cs typeface="Times New Roman"/>
              </a:rPr>
              <a:t>ord</a:t>
            </a:r>
            <a:r>
              <a:rPr sz="1700" spc="-5" dirty="0">
                <a:latin typeface="Times New Roman"/>
                <a:cs typeface="Times New Roman"/>
              </a:rPr>
              <a:t>)</a:t>
            </a:r>
            <a:r>
              <a:rPr sz="1700" dirty="0">
                <a:latin typeface="Times New Roman"/>
                <a:cs typeface="Times New Roman"/>
              </a:rPr>
              <a:t>.</a:t>
            </a:r>
            <a:endParaRPr lang="en-US" sz="1700" dirty="0">
              <a:latin typeface="Times New Roman"/>
              <a:cs typeface="Times New Roman"/>
            </a:endParaRPr>
          </a:p>
          <a:p>
            <a:pPr marL="6109"/>
            <a:endParaRPr lang="en-US" sz="1700" dirty="0">
              <a:latin typeface="Times New Roman"/>
              <a:cs typeface="Times New Roman"/>
            </a:endParaRPr>
          </a:p>
          <a:p>
            <a:pPr marL="6109"/>
            <a:endParaRPr lang="en-US" sz="1700" dirty="0">
              <a:latin typeface="Times New Roman"/>
              <a:cs typeface="Times New Roman"/>
            </a:endParaRPr>
          </a:p>
          <a:p>
            <a:pPr marL="6109"/>
            <a:endParaRPr lang="en-US" sz="1700" dirty="0">
              <a:latin typeface="Times New Roman"/>
              <a:cs typeface="Times New Roman"/>
            </a:endParaRPr>
          </a:p>
          <a:p>
            <a:pPr marL="6109"/>
            <a:endParaRPr lang="en-US" sz="1700" dirty="0">
              <a:latin typeface="Times New Roman"/>
              <a:cs typeface="Times New Roman"/>
            </a:endParaRPr>
          </a:p>
          <a:p>
            <a:pPr marL="6109"/>
            <a:endParaRPr lang="en-US" sz="1700" dirty="0">
              <a:latin typeface="Times New Roman"/>
              <a:cs typeface="Times New Roman"/>
            </a:endParaRPr>
          </a:p>
          <a:p>
            <a:pPr marL="6109"/>
            <a:endParaRPr lang="en-US" sz="1700" dirty="0">
              <a:latin typeface="Times New Roman"/>
              <a:cs typeface="Times New Roman"/>
            </a:endParaRPr>
          </a:p>
          <a:p>
            <a:pPr marL="6109"/>
            <a:r>
              <a:rPr lang="en-US" sz="1700" b="1" spc="-2" dirty="0">
                <a:latin typeface="Times New Roman"/>
                <a:cs typeface="Times New Roman"/>
              </a:rPr>
              <a:t>Cont</a:t>
            </a:r>
            <a:r>
              <a:rPr lang="en-US" sz="1700" b="1" spc="-5" dirty="0">
                <a:latin typeface="Times New Roman"/>
                <a:cs typeface="Times New Roman"/>
              </a:rPr>
              <a:t>r</a:t>
            </a:r>
            <a:r>
              <a:rPr lang="en-US" sz="1700" b="1" spc="-2" dirty="0">
                <a:latin typeface="Times New Roman"/>
                <a:cs typeface="Times New Roman"/>
              </a:rPr>
              <a:t>ol</a:t>
            </a:r>
            <a:r>
              <a:rPr lang="en-US" sz="1700" b="1" dirty="0">
                <a:latin typeface="Times New Roman"/>
                <a:cs typeface="Times New Roman"/>
              </a:rPr>
              <a:t> Word</a:t>
            </a:r>
            <a:endParaRPr lang="en-US" sz="1700" dirty="0">
              <a:latin typeface="Times New Roman"/>
              <a:cs typeface="Times New Roman"/>
            </a:endParaRPr>
          </a:p>
          <a:p>
            <a:pPr marL="116065" marR="2443" indent="-109957">
              <a:spcBef>
                <a:spcPts val="31"/>
              </a:spcBef>
              <a:buSzPct val="83333"/>
              <a:buFont typeface="Symbol"/>
              <a:buChar char=""/>
              <a:tabLst>
                <a:tab pos="116065" algn="l"/>
              </a:tabLst>
            </a:pPr>
            <a:r>
              <a:rPr lang="en-US" sz="1700" dirty="0">
                <a:latin typeface="Times New Roman"/>
                <a:cs typeface="Times New Roman"/>
              </a:rPr>
              <a:t>A</a:t>
            </a:r>
            <a:r>
              <a:rPr lang="en-US" sz="1700" spc="-31" dirty="0">
                <a:latin typeface="Times New Roman"/>
                <a:cs typeface="Times New Roman"/>
              </a:rPr>
              <a:t> </a:t>
            </a:r>
            <a:r>
              <a:rPr lang="en-US" sz="1700" spc="-7" dirty="0">
                <a:latin typeface="Times New Roman"/>
                <a:cs typeface="Times New Roman"/>
              </a:rPr>
              <a:t>c</a:t>
            </a:r>
            <a:r>
              <a:rPr lang="en-US" sz="1700" spc="-2" dirty="0">
                <a:latin typeface="Times New Roman"/>
                <a:cs typeface="Times New Roman"/>
              </a:rPr>
              <a:t>ontrol</a:t>
            </a:r>
            <a:r>
              <a:rPr lang="en-US" sz="1700" spc="-29" dirty="0">
                <a:latin typeface="Times New Roman"/>
                <a:cs typeface="Times New Roman"/>
              </a:rPr>
              <a:t> </a:t>
            </a:r>
            <a:r>
              <a:rPr lang="en-US" sz="1700" spc="-2" dirty="0">
                <a:latin typeface="Times New Roman"/>
                <a:cs typeface="Times New Roman"/>
              </a:rPr>
              <a:t>wo</a:t>
            </a:r>
            <a:r>
              <a:rPr lang="en-US" sz="1700" spc="-5" dirty="0">
                <a:latin typeface="Times New Roman"/>
                <a:cs typeface="Times New Roman"/>
              </a:rPr>
              <a:t>r</a:t>
            </a:r>
            <a:r>
              <a:rPr lang="en-US" sz="1700" dirty="0">
                <a:latin typeface="Times New Roman"/>
                <a:cs typeface="Times New Roman"/>
              </a:rPr>
              <a:t>d,</a:t>
            </a:r>
            <a:r>
              <a:rPr lang="en-US" sz="1700" spc="-29" dirty="0">
                <a:latin typeface="Times New Roman"/>
                <a:cs typeface="Times New Roman"/>
              </a:rPr>
              <a:t> </a:t>
            </a:r>
            <a:r>
              <a:rPr lang="en-US" sz="1700" spc="-5" dirty="0">
                <a:latin typeface="Times New Roman"/>
                <a:cs typeface="Times New Roman"/>
              </a:rPr>
              <a:t>d</a:t>
            </a:r>
            <a:r>
              <a:rPr lang="en-US" sz="1700" spc="-7" dirty="0">
                <a:latin typeface="Times New Roman"/>
                <a:cs typeface="Times New Roman"/>
              </a:rPr>
              <a:t>esigne</a:t>
            </a:r>
            <a:r>
              <a:rPr lang="en-US" sz="1700" spc="-5" dirty="0">
                <a:latin typeface="Times New Roman"/>
                <a:cs typeface="Times New Roman"/>
              </a:rPr>
              <a:t>d</a:t>
            </a:r>
            <a:r>
              <a:rPr lang="en-US" sz="1700" spc="-24" dirty="0">
                <a:latin typeface="Times New Roman"/>
                <a:cs typeface="Times New Roman"/>
              </a:rPr>
              <a:t> </a:t>
            </a:r>
            <a:r>
              <a:rPr lang="en-US" sz="1700" dirty="0">
                <a:latin typeface="Times New Roman"/>
                <a:cs typeface="Times New Roman"/>
              </a:rPr>
              <a:t>for</a:t>
            </a:r>
            <a:r>
              <a:rPr lang="en-US" sz="1700" spc="-34" dirty="0">
                <a:latin typeface="Times New Roman"/>
                <a:cs typeface="Times New Roman"/>
              </a:rPr>
              <a:t> </a:t>
            </a:r>
            <a:r>
              <a:rPr lang="en-US" sz="1700" spc="-2" dirty="0">
                <a:latin typeface="Times New Roman"/>
                <a:cs typeface="Times New Roman"/>
              </a:rPr>
              <a:t>the</a:t>
            </a:r>
            <a:r>
              <a:rPr lang="en-US" sz="1700" spc="-31" dirty="0">
                <a:latin typeface="Times New Roman"/>
                <a:cs typeface="Times New Roman"/>
              </a:rPr>
              <a:t> </a:t>
            </a:r>
            <a:r>
              <a:rPr lang="en-US" sz="1700" spc="-7" dirty="0">
                <a:latin typeface="Times New Roman"/>
                <a:cs typeface="Times New Roman"/>
              </a:rPr>
              <a:t>a</a:t>
            </a:r>
            <a:r>
              <a:rPr lang="en-US" sz="1700" dirty="0">
                <a:latin typeface="Times New Roman"/>
                <a:cs typeface="Times New Roman"/>
              </a:rPr>
              <a:t>for</a:t>
            </a:r>
            <a:r>
              <a:rPr lang="en-US" sz="1700" spc="-7" dirty="0">
                <a:latin typeface="Times New Roman"/>
                <a:cs typeface="Times New Roman"/>
              </a:rPr>
              <a:t>e</a:t>
            </a:r>
            <a:r>
              <a:rPr lang="en-US" sz="1700" spc="-5" dirty="0">
                <a:latin typeface="Times New Roman"/>
                <a:cs typeface="Times New Roman"/>
              </a:rPr>
              <a:t>mentioned</a:t>
            </a:r>
            <a:r>
              <a:rPr lang="en-US" sz="1700" spc="-31" dirty="0">
                <a:latin typeface="Times New Roman"/>
                <a:cs typeface="Times New Roman"/>
              </a:rPr>
              <a:t> </a:t>
            </a:r>
            <a:r>
              <a:rPr lang="en-US" sz="1700" spc="-5" dirty="0">
                <a:latin typeface="Times New Roman"/>
                <a:cs typeface="Times New Roman"/>
              </a:rPr>
              <a:t>C</a:t>
            </a:r>
            <a:r>
              <a:rPr lang="en-US" sz="1700" dirty="0">
                <a:latin typeface="Times New Roman"/>
                <a:cs typeface="Times New Roman"/>
              </a:rPr>
              <a:t>PU</a:t>
            </a:r>
            <a:r>
              <a:rPr lang="en-US" sz="1700" spc="-31" dirty="0">
                <a:latin typeface="Times New Roman"/>
                <a:cs typeface="Times New Roman"/>
              </a:rPr>
              <a:t> </a:t>
            </a:r>
            <a:r>
              <a:rPr lang="en-US" sz="1700" spc="-5" dirty="0">
                <a:latin typeface="Times New Roman"/>
                <a:cs typeface="Times New Roman"/>
              </a:rPr>
              <a:t>org</a:t>
            </a:r>
            <a:r>
              <a:rPr lang="en-US" sz="1700" spc="-10" dirty="0">
                <a:latin typeface="Times New Roman"/>
                <a:cs typeface="Times New Roman"/>
              </a:rPr>
              <a:t>a</a:t>
            </a:r>
            <a:r>
              <a:rPr lang="en-US" sz="1700" spc="-2" dirty="0">
                <a:latin typeface="Times New Roman"/>
                <a:cs typeface="Times New Roman"/>
              </a:rPr>
              <a:t>niz</a:t>
            </a:r>
            <a:r>
              <a:rPr lang="en-US" sz="1700" spc="-10" dirty="0">
                <a:latin typeface="Times New Roman"/>
                <a:cs typeface="Times New Roman"/>
              </a:rPr>
              <a:t>a</a:t>
            </a:r>
            <a:r>
              <a:rPr lang="en-US" sz="1700" spc="-2" dirty="0">
                <a:latin typeface="Times New Roman"/>
                <a:cs typeface="Times New Roman"/>
              </a:rPr>
              <a:t>ti</a:t>
            </a:r>
            <a:r>
              <a:rPr lang="en-US" sz="1700" dirty="0">
                <a:latin typeface="Times New Roman"/>
                <a:cs typeface="Times New Roman"/>
              </a:rPr>
              <a:t>on,</a:t>
            </a:r>
            <a:r>
              <a:rPr lang="en-US" sz="1700" spc="-29" dirty="0">
                <a:latin typeface="Times New Roman"/>
                <a:cs typeface="Times New Roman"/>
              </a:rPr>
              <a:t> </a:t>
            </a:r>
            <a:r>
              <a:rPr lang="en-US" sz="1700" spc="-7" dirty="0">
                <a:latin typeface="Times New Roman"/>
                <a:cs typeface="Times New Roman"/>
              </a:rPr>
              <a:t>c</a:t>
            </a:r>
            <a:r>
              <a:rPr lang="en-US" sz="1700" spc="-2" dirty="0">
                <a:latin typeface="Times New Roman"/>
                <a:cs typeface="Times New Roman"/>
              </a:rPr>
              <a:t>onsist</a:t>
            </a:r>
            <a:r>
              <a:rPr lang="en-US" sz="1700" dirty="0">
                <a:latin typeface="Times New Roman"/>
                <a:cs typeface="Times New Roman"/>
              </a:rPr>
              <a:t>s</a:t>
            </a:r>
            <a:r>
              <a:rPr lang="en-US" sz="1700" spc="-29" dirty="0">
                <a:latin typeface="Times New Roman"/>
                <a:cs typeface="Times New Roman"/>
              </a:rPr>
              <a:t> </a:t>
            </a:r>
            <a:r>
              <a:rPr lang="en-US" sz="1700" dirty="0">
                <a:latin typeface="Times New Roman"/>
                <a:cs typeface="Times New Roman"/>
              </a:rPr>
              <a:t>of</a:t>
            </a:r>
            <a:r>
              <a:rPr lang="en-US" sz="1700" spc="-31" dirty="0">
                <a:latin typeface="Times New Roman"/>
                <a:cs typeface="Times New Roman"/>
              </a:rPr>
              <a:t> </a:t>
            </a:r>
            <a:r>
              <a:rPr lang="en-US" sz="1700" dirty="0">
                <a:latin typeface="Times New Roman"/>
                <a:cs typeface="Times New Roman"/>
              </a:rPr>
              <a:t>four </a:t>
            </a:r>
            <a:r>
              <a:rPr lang="en-US" sz="1700" spc="-2" dirty="0">
                <a:latin typeface="Times New Roman"/>
                <a:cs typeface="Times New Roman"/>
              </a:rPr>
              <a:t>fi</a:t>
            </a:r>
            <a:r>
              <a:rPr lang="en-US" sz="1700" spc="-10" dirty="0">
                <a:latin typeface="Times New Roman"/>
                <a:cs typeface="Times New Roman"/>
              </a:rPr>
              <a:t>e</a:t>
            </a:r>
            <a:r>
              <a:rPr lang="en-US" sz="1700" spc="-2" dirty="0">
                <a:latin typeface="Times New Roman"/>
                <a:cs typeface="Times New Roman"/>
              </a:rPr>
              <a:t>lds </a:t>
            </a:r>
            <a:r>
              <a:rPr lang="en-US" sz="1700" dirty="0">
                <a:latin typeface="Times New Roman"/>
                <a:cs typeface="Times New Roman"/>
              </a:rPr>
              <a:t>as</a:t>
            </a:r>
            <a:r>
              <a:rPr lang="en-US" sz="1700" spc="-2" dirty="0">
                <a:latin typeface="Times New Roman"/>
                <a:cs typeface="Times New Roman"/>
              </a:rPr>
              <a:t> illustr</a:t>
            </a:r>
            <a:r>
              <a:rPr lang="en-US" sz="1700" spc="-10" dirty="0">
                <a:latin typeface="Times New Roman"/>
                <a:cs typeface="Times New Roman"/>
              </a:rPr>
              <a:t>a</a:t>
            </a:r>
            <a:r>
              <a:rPr lang="en-US" sz="1700" spc="-2" dirty="0">
                <a:latin typeface="Times New Roman"/>
                <a:cs typeface="Times New Roman"/>
              </a:rPr>
              <a:t>ted </a:t>
            </a:r>
            <a:r>
              <a:rPr lang="en-US" sz="1700" spc="-5" dirty="0">
                <a:latin typeface="Times New Roman"/>
                <a:cs typeface="Times New Roman"/>
              </a:rPr>
              <a:t>b</a:t>
            </a:r>
            <a:r>
              <a:rPr lang="en-US" sz="1700" spc="-10" dirty="0">
                <a:latin typeface="Times New Roman"/>
                <a:cs typeface="Times New Roman"/>
              </a:rPr>
              <a:t>e</a:t>
            </a:r>
            <a:r>
              <a:rPr lang="en-US" sz="1700" spc="-2" dirty="0">
                <a:latin typeface="Times New Roman"/>
                <a:cs typeface="Times New Roman"/>
              </a:rPr>
              <a:t>l</a:t>
            </a:r>
            <a:r>
              <a:rPr lang="en-US" sz="1700" dirty="0">
                <a:latin typeface="Times New Roman"/>
                <a:cs typeface="Times New Roman"/>
              </a:rPr>
              <a:t>o</a:t>
            </a:r>
            <a:r>
              <a:rPr lang="en-US" sz="1700" spc="-2" dirty="0">
                <a:latin typeface="Times New Roman"/>
                <a:cs typeface="Times New Roman"/>
              </a:rPr>
              <a:t>w:</a:t>
            </a:r>
            <a:endParaRPr lang="en-US" sz="1700" dirty="0">
              <a:latin typeface="Times New Roman"/>
              <a:cs typeface="Times New Roman"/>
            </a:endParaRPr>
          </a:p>
          <a:p>
            <a:pPr marL="6109"/>
            <a:endParaRPr sz="1700" dirty="0">
              <a:latin typeface="Times New Roman"/>
              <a:cs typeface="Times New Roman"/>
            </a:endParaRPr>
          </a:p>
        </p:txBody>
      </p:sp>
      <p:sp>
        <p:nvSpPr>
          <p:cNvPr id="4" name="object 6"/>
          <p:cNvSpPr/>
          <p:nvPr/>
        </p:nvSpPr>
        <p:spPr>
          <a:xfrm>
            <a:off x="2209800" y="1377285"/>
            <a:ext cx="3733800" cy="1194465"/>
          </a:xfrm>
          <a:prstGeom prst="rect">
            <a:avLst/>
          </a:prstGeom>
          <a:blipFill>
            <a:blip r:embed="rId6" cstate="print"/>
            <a:stretch>
              <a:fillRect/>
            </a:stretch>
          </a:blipFill>
        </p:spPr>
        <p:txBody>
          <a:bodyPr wrap="square" lIns="0" tIns="0" rIns="0" bIns="0" rtlCol="0"/>
          <a:lstStyle/>
          <a:p>
            <a:endParaRPr sz="866"/>
          </a:p>
        </p:txBody>
      </p:sp>
      <p:sp>
        <p:nvSpPr>
          <p:cNvPr id="7" name="object 7"/>
          <p:cNvSpPr/>
          <p:nvPr/>
        </p:nvSpPr>
        <p:spPr>
          <a:xfrm>
            <a:off x="3048000" y="3623793"/>
            <a:ext cx="2133600" cy="892813"/>
          </a:xfrm>
          <a:prstGeom prst="rect">
            <a:avLst/>
          </a:prstGeom>
          <a:blipFill>
            <a:blip r:embed="rId7" cstate="print"/>
            <a:stretch>
              <a:fillRect/>
            </a:stretch>
          </a:blipFill>
        </p:spPr>
        <p:txBody>
          <a:bodyPr wrap="square" lIns="0" tIns="0" rIns="0" bIns="0" rtlCol="0"/>
          <a:lstStyle/>
          <a:p>
            <a:endParaRPr sz="866"/>
          </a:p>
        </p:txBody>
      </p:sp>
    </p:spTree>
    <p:extLst>
      <p:ext uri="{BB962C8B-B14F-4D97-AF65-F5344CB8AC3E}">
        <p14:creationId xmlns:p14="http://schemas.microsoft.com/office/powerpoint/2010/main" val="31258888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6F5BE-E442-0931-D948-12393B2A739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309E37B-96CF-ED11-6B0D-069ACFAB07C0}"/>
              </a:ext>
            </a:extLst>
          </p:cNvPr>
          <p:cNvPicPr>
            <a:picLocks noChangeAspect="1"/>
          </p:cNvPicPr>
          <p:nvPr/>
        </p:nvPicPr>
        <p:blipFill>
          <a:blip r:embed="rId2"/>
          <a:stretch>
            <a:fillRect/>
          </a:stretch>
        </p:blipFill>
        <p:spPr>
          <a:xfrm>
            <a:off x="100454" y="116065"/>
            <a:ext cx="476476" cy="806935"/>
          </a:xfrm>
          <a:prstGeom prst="rect">
            <a:avLst/>
          </a:prstGeom>
        </p:spPr>
      </p:pic>
      <p:pic>
        <p:nvPicPr>
          <p:cNvPr id="6" name="Picture 5">
            <a:extLst>
              <a:ext uri="{FF2B5EF4-FFF2-40B4-BE49-F238E27FC236}">
                <a16:creationId xmlns:a16="http://schemas.microsoft.com/office/drawing/2014/main" id="{BFDAB221-DE16-0178-B6CD-D8F344415A1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7" y="116065"/>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0E11DB50-A719-0BD0-E7E8-0492BD05E9CF}"/>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98902B78-A87A-E55B-9ED0-0586F19B763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5" name="object 4"/>
          <p:cNvSpPr txBox="1"/>
          <p:nvPr/>
        </p:nvSpPr>
        <p:spPr>
          <a:xfrm>
            <a:off x="838200" y="742950"/>
            <a:ext cx="4390098" cy="3662541"/>
          </a:xfrm>
          <a:prstGeom prst="rect">
            <a:avLst/>
          </a:prstGeom>
        </p:spPr>
        <p:txBody>
          <a:bodyPr vert="horz" wrap="square" lIns="0" tIns="0" rIns="0" bIns="0" rtlCol="0">
            <a:spAutoFit/>
          </a:bodyPr>
          <a:lstStyle/>
          <a:p>
            <a:pPr marL="116065" marR="2443" indent="-109957" algn="just">
              <a:buSzPct val="83333"/>
              <a:buFont typeface="Symbol"/>
              <a:buChar char=""/>
              <a:tabLst>
                <a:tab pos="116065" algn="l"/>
              </a:tabLst>
            </a:pPr>
            <a:r>
              <a:rPr sz="1700" spc="-5" dirty="0">
                <a:latin typeface="Times New Roman"/>
                <a:cs typeface="Times New Roman"/>
              </a:rPr>
              <a:t>The </a:t>
            </a:r>
            <a:r>
              <a:rPr sz="1700" spc="-2" dirty="0">
                <a:latin typeface="Times New Roman"/>
                <a:cs typeface="Times New Roman"/>
              </a:rPr>
              <a:t>thr</a:t>
            </a:r>
            <a:r>
              <a:rPr sz="1700" spc="-10" dirty="0">
                <a:latin typeface="Times New Roman"/>
                <a:cs typeface="Times New Roman"/>
              </a:rPr>
              <a:t>e</a:t>
            </a:r>
            <a:r>
              <a:rPr sz="1700" spc="-5" dirty="0">
                <a:latin typeface="Times New Roman"/>
                <a:cs typeface="Times New Roman"/>
              </a:rPr>
              <a:t>e</a:t>
            </a:r>
            <a:r>
              <a:rPr sz="1700" spc="2" dirty="0">
                <a:latin typeface="Times New Roman"/>
                <a:cs typeface="Times New Roman"/>
              </a:rPr>
              <a:t> </a:t>
            </a:r>
            <a:r>
              <a:rPr sz="1700" spc="-2" dirty="0">
                <a:latin typeface="Times New Roman"/>
                <a:cs typeface="Times New Roman"/>
              </a:rPr>
              <a:t>bit</a:t>
            </a:r>
            <a:r>
              <a:rPr sz="1700" dirty="0">
                <a:latin typeface="Times New Roman"/>
                <a:cs typeface="Times New Roman"/>
              </a:rPr>
              <a:t>s</a:t>
            </a:r>
            <a:r>
              <a:rPr sz="1700" spc="5" dirty="0">
                <a:latin typeface="Times New Roman"/>
                <a:cs typeface="Times New Roman"/>
              </a:rPr>
              <a:t> </a:t>
            </a:r>
            <a:r>
              <a:rPr sz="1700" dirty="0">
                <a:latin typeface="Times New Roman"/>
                <a:cs typeface="Times New Roman"/>
              </a:rPr>
              <a:t>of</a:t>
            </a:r>
            <a:r>
              <a:rPr sz="1700" spc="2" dirty="0">
                <a:latin typeface="Times New Roman"/>
                <a:cs typeface="Times New Roman"/>
              </a:rPr>
              <a:t> </a:t>
            </a:r>
            <a:r>
              <a:rPr sz="1700" dirty="0">
                <a:latin typeface="Times New Roman"/>
                <a:cs typeface="Times New Roman"/>
              </a:rPr>
              <a:t>S</a:t>
            </a:r>
            <a:r>
              <a:rPr sz="1700" spc="-5" dirty="0">
                <a:latin typeface="Times New Roman"/>
                <a:cs typeface="Times New Roman"/>
              </a:rPr>
              <a:t>EL</a:t>
            </a:r>
            <a:r>
              <a:rPr sz="1700" spc="2" dirty="0">
                <a:latin typeface="Times New Roman"/>
                <a:cs typeface="Times New Roman"/>
              </a:rPr>
              <a:t> </a:t>
            </a:r>
            <a:r>
              <a:rPr sz="1700" dirty="0">
                <a:latin typeface="Times New Roman"/>
                <a:cs typeface="Times New Roman"/>
              </a:rPr>
              <a:t>A</a:t>
            </a:r>
            <a:r>
              <a:rPr sz="1700" spc="10" dirty="0">
                <a:latin typeface="Times New Roman"/>
                <a:cs typeface="Times New Roman"/>
              </a:rPr>
              <a:t> </a:t>
            </a:r>
            <a:r>
              <a:rPr sz="1700" spc="-7" dirty="0">
                <a:latin typeface="Times New Roman"/>
                <a:cs typeface="Times New Roman"/>
              </a:rPr>
              <a:t>a</a:t>
            </a:r>
            <a:r>
              <a:rPr sz="1700" spc="-2" dirty="0">
                <a:latin typeface="Times New Roman"/>
                <a:cs typeface="Times New Roman"/>
              </a:rPr>
              <a:t>re</a:t>
            </a:r>
            <a:r>
              <a:rPr sz="1700" dirty="0">
                <a:latin typeface="Times New Roman"/>
                <a:cs typeface="Times New Roman"/>
              </a:rPr>
              <a:t> </a:t>
            </a:r>
            <a:r>
              <a:rPr sz="1700" spc="-5" dirty="0">
                <a:latin typeface="Times New Roman"/>
                <a:cs typeface="Times New Roman"/>
              </a:rPr>
              <a:t>d</a:t>
            </a:r>
            <a:r>
              <a:rPr sz="1700" spc="-7" dirty="0">
                <a:latin typeface="Times New Roman"/>
                <a:cs typeface="Times New Roman"/>
              </a:rPr>
              <a:t>e</a:t>
            </a:r>
            <a:r>
              <a:rPr sz="1700" spc="-5" dirty="0">
                <a:latin typeface="Times New Roman"/>
                <a:cs typeface="Times New Roman"/>
              </a:rPr>
              <a:t>d</a:t>
            </a:r>
            <a:r>
              <a:rPr sz="1700" dirty="0">
                <a:latin typeface="Times New Roman"/>
                <a:cs typeface="Times New Roman"/>
              </a:rPr>
              <a:t>i</a:t>
            </a:r>
            <a:r>
              <a:rPr sz="1700" spc="-7" dirty="0">
                <a:latin typeface="Times New Roman"/>
                <a:cs typeface="Times New Roman"/>
              </a:rPr>
              <a:t>ca</a:t>
            </a:r>
            <a:r>
              <a:rPr sz="1700" spc="-2" dirty="0">
                <a:latin typeface="Times New Roman"/>
                <a:cs typeface="Times New Roman"/>
              </a:rPr>
              <a:t>ted</a:t>
            </a:r>
            <a:r>
              <a:rPr sz="1700" spc="2" dirty="0">
                <a:latin typeface="Times New Roman"/>
                <a:cs typeface="Times New Roman"/>
              </a:rPr>
              <a:t> </a:t>
            </a:r>
            <a:r>
              <a:rPr sz="1700" spc="-2" dirty="0">
                <a:latin typeface="Times New Roman"/>
                <a:cs typeface="Times New Roman"/>
              </a:rPr>
              <a:t>to</a:t>
            </a:r>
            <a:r>
              <a:rPr sz="1700" spc="5" dirty="0">
                <a:latin typeface="Times New Roman"/>
                <a:cs typeface="Times New Roman"/>
              </a:rPr>
              <a:t> </a:t>
            </a:r>
            <a:r>
              <a:rPr sz="1700" spc="-2" dirty="0">
                <a:latin typeface="Times New Roman"/>
                <a:cs typeface="Times New Roman"/>
              </a:rPr>
              <a:t>tr</a:t>
            </a:r>
            <a:r>
              <a:rPr sz="1700" spc="-10" dirty="0">
                <a:latin typeface="Times New Roman"/>
                <a:cs typeface="Times New Roman"/>
              </a:rPr>
              <a:t>a</a:t>
            </a:r>
            <a:r>
              <a:rPr sz="1700" dirty="0">
                <a:latin typeface="Times New Roman"/>
                <a:cs typeface="Times New Roman"/>
              </a:rPr>
              <a:t>n</a:t>
            </a:r>
            <a:r>
              <a:rPr sz="1700" spc="5" dirty="0">
                <a:latin typeface="Times New Roman"/>
                <a:cs typeface="Times New Roman"/>
              </a:rPr>
              <a:t>s</a:t>
            </a:r>
            <a:r>
              <a:rPr sz="1700" spc="-2" dirty="0">
                <a:latin typeface="Times New Roman"/>
                <a:cs typeface="Times New Roman"/>
              </a:rPr>
              <a:t>f</a:t>
            </a:r>
            <a:r>
              <a:rPr sz="1700" spc="-10" dirty="0">
                <a:latin typeface="Times New Roman"/>
                <a:cs typeface="Times New Roman"/>
              </a:rPr>
              <a:t>e</a:t>
            </a:r>
            <a:r>
              <a:rPr sz="1700" spc="2" dirty="0">
                <a:latin typeface="Times New Roman"/>
                <a:cs typeface="Times New Roman"/>
              </a:rPr>
              <a:t>rr</a:t>
            </a:r>
            <a:r>
              <a:rPr sz="1700" spc="-5" dirty="0">
                <a:latin typeface="Times New Roman"/>
                <a:cs typeface="Times New Roman"/>
              </a:rPr>
              <a:t>ing</a:t>
            </a:r>
            <a:r>
              <a:rPr sz="1700" spc="5" dirty="0">
                <a:latin typeface="Times New Roman"/>
                <a:cs typeface="Times New Roman"/>
              </a:rPr>
              <a:t> </a:t>
            </a:r>
            <a:r>
              <a:rPr sz="1700" spc="-2" dirty="0">
                <a:latin typeface="Times New Roman"/>
                <a:cs typeface="Times New Roman"/>
              </a:rPr>
              <a:t>the</a:t>
            </a:r>
            <a:r>
              <a:rPr sz="1700" spc="2" dirty="0">
                <a:latin typeface="Times New Roman"/>
                <a:cs typeface="Times New Roman"/>
              </a:rPr>
              <a:t> </a:t>
            </a:r>
            <a:r>
              <a:rPr sz="1700" spc="-7" dirty="0">
                <a:latin typeface="Times New Roman"/>
                <a:cs typeface="Times New Roman"/>
              </a:rPr>
              <a:t>c</a:t>
            </a:r>
            <a:r>
              <a:rPr sz="1700" spc="-2" dirty="0">
                <a:latin typeface="Times New Roman"/>
                <a:cs typeface="Times New Roman"/>
              </a:rPr>
              <a:t>ontents</a:t>
            </a:r>
            <a:r>
              <a:rPr sz="1700" spc="5" dirty="0">
                <a:latin typeface="Times New Roman"/>
                <a:cs typeface="Times New Roman"/>
              </a:rPr>
              <a:t> </a:t>
            </a:r>
            <a:r>
              <a:rPr sz="1700" dirty="0">
                <a:latin typeface="Times New Roman"/>
                <a:cs typeface="Times New Roman"/>
              </a:rPr>
              <a:t>of</a:t>
            </a:r>
            <a:r>
              <a:rPr sz="1700" spc="2" dirty="0">
                <a:latin typeface="Times New Roman"/>
                <a:cs typeface="Times New Roman"/>
              </a:rPr>
              <a:t> </a:t>
            </a:r>
            <a:r>
              <a:rPr sz="1700" spc="-5" dirty="0">
                <a:latin typeface="Times New Roman"/>
                <a:cs typeface="Times New Roman"/>
              </a:rPr>
              <a:t>a</a:t>
            </a:r>
            <a:r>
              <a:rPr sz="1700" spc="17" dirty="0">
                <a:latin typeface="Times New Roman"/>
                <a:cs typeface="Times New Roman"/>
              </a:rPr>
              <a:t> </a:t>
            </a:r>
            <a:r>
              <a:rPr sz="1700" spc="2" dirty="0">
                <a:latin typeface="Times New Roman"/>
                <a:cs typeface="Times New Roman"/>
              </a:rPr>
              <a:t>r</a:t>
            </a:r>
            <a:r>
              <a:rPr sz="1700" spc="-7" dirty="0">
                <a:latin typeface="Times New Roman"/>
                <a:cs typeface="Times New Roman"/>
              </a:rPr>
              <a:t>e</a:t>
            </a:r>
            <a:r>
              <a:rPr sz="1700" spc="-2" dirty="0">
                <a:latin typeface="Times New Roman"/>
                <a:cs typeface="Times New Roman"/>
              </a:rPr>
              <a:t>gis</a:t>
            </a:r>
            <a:r>
              <a:rPr sz="1700" dirty="0">
                <a:latin typeface="Times New Roman"/>
                <a:cs typeface="Times New Roman"/>
              </a:rPr>
              <a:t>t</a:t>
            </a:r>
            <a:r>
              <a:rPr sz="1700" spc="-7" dirty="0">
                <a:latin typeface="Times New Roman"/>
                <a:cs typeface="Times New Roman"/>
              </a:rPr>
              <a:t>e</a:t>
            </a:r>
            <a:r>
              <a:rPr sz="1700" dirty="0">
                <a:latin typeface="Times New Roman"/>
                <a:cs typeface="Times New Roman"/>
              </a:rPr>
              <a:t>r</a:t>
            </a:r>
            <a:r>
              <a:rPr sz="1700" spc="2" dirty="0">
                <a:latin typeface="Times New Roman"/>
                <a:cs typeface="Times New Roman"/>
              </a:rPr>
              <a:t> </a:t>
            </a:r>
            <a:r>
              <a:rPr sz="1700" spc="-2" dirty="0">
                <a:latin typeface="Times New Roman"/>
                <a:cs typeface="Times New Roman"/>
              </a:rPr>
              <a:t>int</a:t>
            </a:r>
            <a:r>
              <a:rPr sz="1700" dirty="0">
                <a:latin typeface="Times New Roman"/>
                <a:cs typeface="Times New Roman"/>
              </a:rPr>
              <a:t>o </a:t>
            </a:r>
            <a:r>
              <a:rPr sz="1700" spc="-5" dirty="0">
                <a:latin typeface="Times New Roman"/>
                <a:cs typeface="Times New Roman"/>
              </a:rPr>
              <a:t>B</a:t>
            </a:r>
            <a:r>
              <a:rPr sz="1700" spc="-2" dirty="0">
                <a:latin typeface="Times New Roman"/>
                <a:cs typeface="Times New Roman"/>
              </a:rPr>
              <a:t>U</a:t>
            </a:r>
            <a:r>
              <a:rPr sz="1700" dirty="0">
                <a:latin typeface="Times New Roman"/>
                <a:cs typeface="Times New Roman"/>
              </a:rPr>
              <a:t>S </a:t>
            </a:r>
            <a:r>
              <a:rPr sz="1700" spc="-2" dirty="0">
                <a:latin typeface="Times New Roman"/>
                <a:cs typeface="Times New Roman"/>
              </a:rPr>
              <a:t>A.</a:t>
            </a:r>
            <a:endParaRPr lang="en-US" sz="1700" spc="-2" dirty="0">
              <a:latin typeface="Times New Roman"/>
              <a:cs typeface="Times New Roman"/>
            </a:endParaRPr>
          </a:p>
          <a:p>
            <a:pPr marL="116065" marR="3360" indent="-109957" algn="just">
              <a:buSzPct val="83333"/>
              <a:buFont typeface="Symbol"/>
              <a:buChar char=""/>
              <a:tabLst>
                <a:tab pos="116065" algn="l"/>
              </a:tabLst>
            </a:pPr>
            <a:r>
              <a:rPr lang="en-US" sz="1700" spc="-5" dirty="0">
                <a:latin typeface="Times New Roman"/>
                <a:cs typeface="Times New Roman"/>
              </a:rPr>
              <a:t>The</a:t>
            </a:r>
            <a:r>
              <a:rPr lang="en-US" sz="1700" spc="19" dirty="0">
                <a:latin typeface="Times New Roman"/>
                <a:cs typeface="Times New Roman"/>
              </a:rPr>
              <a:t> </a:t>
            </a:r>
            <a:r>
              <a:rPr lang="en-US" sz="1700" spc="-2" dirty="0">
                <a:latin typeface="Times New Roman"/>
                <a:cs typeface="Times New Roman"/>
              </a:rPr>
              <a:t>thr</a:t>
            </a:r>
            <a:r>
              <a:rPr lang="en-US" sz="1700" spc="-10" dirty="0">
                <a:latin typeface="Times New Roman"/>
                <a:cs typeface="Times New Roman"/>
              </a:rPr>
              <a:t>e</a:t>
            </a:r>
            <a:r>
              <a:rPr lang="en-US" sz="1700" spc="-5" dirty="0">
                <a:latin typeface="Times New Roman"/>
                <a:cs typeface="Times New Roman"/>
              </a:rPr>
              <a:t>e</a:t>
            </a:r>
            <a:r>
              <a:rPr lang="en-US" sz="1700" spc="19" dirty="0">
                <a:latin typeface="Times New Roman"/>
                <a:cs typeface="Times New Roman"/>
              </a:rPr>
              <a:t> </a:t>
            </a:r>
            <a:r>
              <a:rPr lang="en-US" sz="1700" spc="-2" dirty="0">
                <a:latin typeface="Times New Roman"/>
                <a:cs typeface="Times New Roman"/>
              </a:rPr>
              <a:t>bit</a:t>
            </a:r>
            <a:r>
              <a:rPr lang="en-US" sz="1700" dirty="0">
                <a:latin typeface="Times New Roman"/>
                <a:cs typeface="Times New Roman"/>
              </a:rPr>
              <a:t>s</a:t>
            </a:r>
            <a:r>
              <a:rPr lang="en-US" sz="1700" spc="22" dirty="0">
                <a:latin typeface="Times New Roman"/>
                <a:cs typeface="Times New Roman"/>
              </a:rPr>
              <a:t> </a:t>
            </a:r>
            <a:r>
              <a:rPr lang="en-US" sz="1700" dirty="0">
                <a:latin typeface="Times New Roman"/>
                <a:cs typeface="Times New Roman"/>
              </a:rPr>
              <a:t>of</a:t>
            </a:r>
            <a:r>
              <a:rPr lang="en-US" sz="1700" spc="19" dirty="0">
                <a:latin typeface="Times New Roman"/>
                <a:cs typeface="Times New Roman"/>
              </a:rPr>
              <a:t> </a:t>
            </a:r>
            <a:r>
              <a:rPr lang="en-US" sz="1700" dirty="0">
                <a:latin typeface="Times New Roman"/>
                <a:cs typeface="Times New Roman"/>
              </a:rPr>
              <a:t>S</a:t>
            </a:r>
            <a:r>
              <a:rPr lang="en-US" sz="1700" spc="-5" dirty="0">
                <a:latin typeface="Times New Roman"/>
                <a:cs typeface="Times New Roman"/>
              </a:rPr>
              <a:t>EL</a:t>
            </a:r>
            <a:r>
              <a:rPr lang="en-US" sz="1700" spc="19" dirty="0">
                <a:latin typeface="Times New Roman"/>
                <a:cs typeface="Times New Roman"/>
              </a:rPr>
              <a:t> </a:t>
            </a:r>
            <a:r>
              <a:rPr lang="en-US" sz="1700" spc="-5" dirty="0">
                <a:latin typeface="Times New Roman"/>
                <a:cs typeface="Times New Roman"/>
              </a:rPr>
              <a:t>B</a:t>
            </a:r>
            <a:r>
              <a:rPr lang="en-US" sz="1700" spc="22" dirty="0">
                <a:latin typeface="Times New Roman"/>
                <a:cs typeface="Times New Roman"/>
              </a:rPr>
              <a:t> </a:t>
            </a:r>
            <a:r>
              <a:rPr lang="en-US" sz="1700" spc="-7" dirty="0">
                <a:latin typeface="Times New Roman"/>
                <a:cs typeface="Times New Roman"/>
              </a:rPr>
              <a:t>a</a:t>
            </a:r>
            <a:r>
              <a:rPr lang="en-US" sz="1700" spc="-2" dirty="0">
                <a:latin typeface="Times New Roman"/>
                <a:cs typeface="Times New Roman"/>
              </a:rPr>
              <a:t>re</a:t>
            </a:r>
            <a:r>
              <a:rPr lang="en-US" sz="1700" spc="17" dirty="0">
                <a:latin typeface="Times New Roman"/>
                <a:cs typeface="Times New Roman"/>
              </a:rPr>
              <a:t> </a:t>
            </a:r>
            <a:r>
              <a:rPr lang="en-US" sz="1700" spc="-7" dirty="0">
                <a:latin typeface="Times New Roman"/>
                <a:cs typeface="Times New Roman"/>
              </a:rPr>
              <a:t>a</a:t>
            </a:r>
            <a:r>
              <a:rPr lang="en-US" sz="1700" spc="-2" dirty="0">
                <a:latin typeface="Times New Roman"/>
                <a:cs typeface="Times New Roman"/>
              </a:rPr>
              <a:t>ss</a:t>
            </a:r>
            <a:r>
              <a:rPr lang="en-US" sz="1700" dirty="0">
                <a:latin typeface="Times New Roman"/>
                <a:cs typeface="Times New Roman"/>
              </a:rPr>
              <a:t>i</a:t>
            </a:r>
            <a:r>
              <a:rPr lang="en-US" sz="1700" spc="-5" dirty="0">
                <a:latin typeface="Times New Roman"/>
                <a:cs typeface="Times New Roman"/>
              </a:rPr>
              <a:t>gn</a:t>
            </a:r>
            <a:r>
              <a:rPr lang="en-US" sz="1700" spc="-7" dirty="0">
                <a:latin typeface="Times New Roman"/>
                <a:cs typeface="Times New Roman"/>
              </a:rPr>
              <a:t>e</a:t>
            </a:r>
            <a:r>
              <a:rPr lang="en-US" sz="1700" dirty="0">
                <a:latin typeface="Times New Roman"/>
                <a:cs typeface="Times New Roman"/>
              </a:rPr>
              <a:t>d</a:t>
            </a:r>
            <a:r>
              <a:rPr lang="en-US" sz="1700" spc="22" dirty="0">
                <a:latin typeface="Times New Roman"/>
                <a:cs typeface="Times New Roman"/>
              </a:rPr>
              <a:t> </a:t>
            </a:r>
            <a:r>
              <a:rPr lang="en-US" sz="1700" spc="-2" dirty="0">
                <a:latin typeface="Times New Roman"/>
                <a:cs typeface="Times New Roman"/>
              </a:rPr>
              <a:t>to</a:t>
            </a:r>
            <a:r>
              <a:rPr lang="en-US" sz="1700" spc="22" dirty="0">
                <a:latin typeface="Times New Roman"/>
                <a:cs typeface="Times New Roman"/>
              </a:rPr>
              <a:t> </a:t>
            </a:r>
            <a:r>
              <a:rPr lang="en-US" sz="1700" spc="-2" dirty="0">
                <a:latin typeface="Times New Roman"/>
                <a:cs typeface="Times New Roman"/>
              </a:rPr>
              <a:t>t</a:t>
            </a:r>
            <a:r>
              <a:rPr lang="en-US" sz="1700" dirty="0">
                <a:latin typeface="Times New Roman"/>
                <a:cs typeface="Times New Roman"/>
              </a:rPr>
              <a:t>r</a:t>
            </a:r>
            <a:r>
              <a:rPr lang="en-US" sz="1700" spc="-7" dirty="0">
                <a:latin typeface="Times New Roman"/>
                <a:cs typeface="Times New Roman"/>
              </a:rPr>
              <a:t>a</a:t>
            </a:r>
            <a:r>
              <a:rPr lang="en-US" sz="1700" dirty="0">
                <a:latin typeface="Times New Roman"/>
                <a:cs typeface="Times New Roman"/>
              </a:rPr>
              <a:t>nsf</a:t>
            </a:r>
            <a:r>
              <a:rPr lang="en-US" sz="1700" spc="-5" dirty="0">
                <a:latin typeface="Times New Roman"/>
                <a:cs typeface="Times New Roman"/>
              </a:rPr>
              <a:t>e</a:t>
            </a:r>
            <a:r>
              <a:rPr lang="en-US" sz="1700" spc="2" dirty="0">
                <a:latin typeface="Times New Roman"/>
                <a:cs typeface="Times New Roman"/>
              </a:rPr>
              <a:t>r</a:t>
            </a:r>
            <a:r>
              <a:rPr lang="en-US" sz="1700" spc="-2" dirty="0">
                <a:latin typeface="Times New Roman"/>
                <a:cs typeface="Times New Roman"/>
              </a:rPr>
              <a:t>r</a:t>
            </a:r>
            <a:r>
              <a:rPr lang="en-US" sz="1700" dirty="0">
                <a:latin typeface="Times New Roman"/>
                <a:cs typeface="Times New Roman"/>
              </a:rPr>
              <a:t>ing</a:t>
            </a:r>
            <a:r>
              <a:rPr lang="en-US" sz="1700" spc="22" dirty="0">
                <a:latin typeface="Times New Roman"/>
                <a:cs typeface="Times New Roman"/>
              </a:rPr>
              <a:t> </a:t>
            </a:r>
            <a:r>
              <a:rPr lang="en-US" sz="1700" spc="-2" dirty="0">
                <a:latin typeface="Times New Roman"/>
                <a:cs typeface="Times New Roman"/>
              </a:rPr>
              <a:t>the</a:t>
            </a:r>
            <a:r>
              <a:rPr lang="en-US" sz="1700" spc="19" dirty="0">
                <a:latin typeface="Times New Roman"/>
                <a:cs typeface="Times New Roman"/>
              </a:rPr>
              <a:t> </a:t>
            </a:r>
            <a:r>
              <a:rPr lang="en-US" sz="1700" spc="-7" dirty="0">
                <a:latin typeface="Times New Roman"/>
                <a:cs typeface="Times New Roman"/>
              </a:rPr>
              <a:t>c</a:t>
            </a:r>
            <a:r>
              <a:rPr lang="en-US" sz="1700" spc="-2" dirty="0">
                <a:latin typeface="Times New Roman"/>
                <a:cs typeface="Times New Roman"/>
              </a:rPr>
              <a:t>ontents</a:t>
            </a:r>
            <a:r>
              <a:rPr lang="en-US" sz="1700" spc="22" dirty="0">
                <a:latin typeface="Times New Roman"/>
                <a:cs typeface="Times New Roman"/>
              </a:rPr>
              <a:t> </a:t>
            </a:r>
            <a:r>
              <a:rPr lang="en-US" sz="1700" dirty="0">
                <a:latin typeface="Times New Roman"/>
                <a:cs typeface="Times New Roman"/>
              </a:rPr>
              <a:t>of</a:t>
            </a:r>
            <a:r>
              <a:rPr lang="en-US" sz="1700" spc="19" dirty="0">
                <a:latin typeface="Times New Roman"/>
                <a:cs typeface="Times New Roman"/>
              </a:rPr>
              <a:t> </a:t>
            </a:r>
            <a:r>
              <a:rPr lang="en-US" sz="1700" spc="-5" dirty="0">
                <a:latin typeface="Times New Roman"/>
                <a:cs typeface="Times New Roman"/>
              </a:rPr>
              <a:t>a</a:t>
            </a:r>
            <a:r>
              <a:rPr lang="en-US" sz="1700" spc="19" dirty="0">
                <a:latin typeface="Times New Roman"/>
                <a:cs typeface="Times New Roman"/>
              </a:rPr>
              <a:t> </a:t>
            </a:r>
            <a:r>
              <a:rPr lang="en-US" sz="1700" spc="2" dirty="0">
                <a:latin typeface="Times New Roman"/>
                <a:cs typeface="Times New Roman"/>
              </a:rPr>
              <a:t>r</a:t>
            </a:r>
            <a:r>
              <a:rPr lang="en-US" sz="1700" spc="-7" dirty="0">
                <a:latin typeface="Times New Roman"/>
                <a:cs typeface="Times New Roman"/>
              </a:rPr>
              <a:t>e</a:t>
            </a:r>
            <a:r>
              <a:rPr lang="en-US" sz="1700" spc="-2" dirty="0">
                <a:latin typeface="Times New Roman"/>
                <a:cs typeface="Times New Roman"/>
              </a:rPr>
              <a:t>gis</a:t>
            </a:r>
            <a:r>
              <a:rPr lang="en-US" sz="1700" dirty="0">
                <a:latin typeface="Times New Roman"/>
                <a:cs typeface="Times New Roman"/>
              </a:rPr>
              <a:t>t</a:t>
            </a:r>
            <a:r>
              <a:rPr lang="en-US" sz="1700" spc="-7" dirty="0">
                <a:latin typeface="Times New Roman"/>
                <a:cs typeface="Times New Roman"/>
              </a:rPr>
              <a:t>e</a:t>
            </a:r>
            <a:r>
              <a:rPr lang="en-US" sz="1700" dirty="0">
                <a:latin typeface="Times New Roman"/>
                <a:cs typeface="Times New Roman"/>
              </a:rPr>
              <a:t>r</a:t>
            </a:r>
            <a:r>
              <a:rPr lang="en-US" sz="1700" spc="19" dirty="0">
                <a:latin typeface="Times New Roman"/>
                <a:cs typeface="Times New Roman"/>
              </a:rPr>
              <a:t> </a:t>
            </a:r>
            <a:r>
              <a:rPr lang="en-US" sz="1700" spc="-2" dirty="0">
                <a:latin typeface="Times New Roman"/>
                <a:cs typeface="Times New Roman"/>
              </a:rPr>
              <a:t>int</a:t>
            </a:r>
            <a:r>
              <a:rPr lang="en-US" sz="1700" dirty="0">
                <a:latin typeface="Times New Roman"/>
                <a:cs typeface="Times New Roman"/>
              </a:rPr>
              <a:t>o </a:t>
            </a:r>
            <a:r>
              <a:rPr lang="en-US" sz="1700" spc="-5" dirty="0">
                <a:latin typeface="Times New Roman"/>
                <a:cs typeface="Times New Roman"/>
              </a:rPr>
              <a:t>B</a:t>
            </a:r>
            <a:r>
              <a:rPr lang="en-US" sz="1700" spc="-2" dirty="0">
                <a:latin typeface="Times New Roman"/>
                <a:cs typeface="Times New Roman"/>
              </a:rPr>
              <a:t>U</a:t>
            </a:r>
            <a:r>
              <a:rPr lang="en-US" sz="1700" dirty="0">
                <a:latin typeface="Times New Roman"/>
                <a:cs typeface="Times New Roman"/>
              </a:rPr>
              <a:t>S </a:t>
            </a:r>
            <a:r>
              <a:rPr lang="en-US" sz="1700" spc="-5" dirty="0">
                <a:latin typeface="Times New Roman"/>
                <a:cs typeface="Times New Roman"/>
              </a:rPr>
              <a:t>B</a:t>
            </a:r>
            <a:r>
              <a:rPr lang="en-US" sz="1700" dirty="0">
                <a:latin typeface="Times New Roman"/>
                <a:cs typeface="Times New Roman"/>
              </a:rPr>
              <a:t>.</a:t>
            </a:r>
          </a:p>
          <a:p>
            <a:pPr marL="116065" marR="2749" indent="-109957" algn="just">
              <a:buSzPct val="83333"/>
              <a:buFont typeface="Symbol"/>
              <a:buChar char=""/>
              <a:tabLst>
                <a:tab pos="116065" algn="l"/>
              </a:tabLst>
            </a:pPr>
            <a:r>
              <a:rPr lang="en-US" sz="1700" spc="-5" dirty="0">
                <a:latin typeface="Times New Roman"/>
                <a:cs typeface="Times New Roman"/>
              </a:rPr>
              <a:t>The</a:t>
            </a:r>
            <a:r>
              <a:rPr lang="en-US" sz="1700" dirty="0">
                <a:latin typeface="Times New Roman"/>
                <a:cs typeface="Times New Roman"/>
              </a:rPr>
              <a:t> </a:t>
            </a:r>
            <a:r>
              <a:rPr lang="en-US" sz="1700" spc="-5" dirty="0">
                <a:latin typeface="Times New Roman"/>
                <a:cs typeface="Times New Roman"/>
              </a:rPr>
              <a:t> </a:t>
            </a:r>
            <a:r>
              <a:rPr lang="en-US" sz="1700" spc="-2" dirty="0">
                <a:latin typeface="Times New Roman"/>
                <a:cs typeface="Times New Roman"/>
              </a:rPr>
              <a:t>thr</a:t>
            </a:r>
            <a:r>
              <a:rPr lang="en-US" sz="1700" spc="-10" dirty="0">
                <a:latin typeface="Times New Roman"/>
                <a:cs typeface="Times New Roman"/>
              </a:rPr>
              <a:t>e</a:t>
            </a:r>
            <a:r>
              <a:rPr lang="en-US" sz="1700" spc="-5" dirty="0">
                <a:latin typeface="Times New Roman"/>
                <a:cs typeface="Times New Roman"/>
              </a:rPr>
              <a:t>e</a:t>
            </a:r>
            <a:r>
              <a:rPr lang="en-US" sz="1700" dirty="0">
                <a:latin typeface="Times New Roman"/>
                <a:cs typeface="Times New Roman"/>
              </a:rPr>
              <a:t> </a:t>
            </a:r>
            <a:r>
              <a:rPr lang="en-US" sz="1700" spc="-5" dirty="0">
                <a:latin typeface="Times New Roman"/>
                <a:cs typeface="Times New Roman"/>
              </a:rPr>
              <a:t> </a:t>
            </a:r>
            <a:r>
              <a:rPr lang="en-US" sz="1700" spc="-2" dirty="0">
                <a:latin typeface="Times New Roman"/>
                <a:cs typeface="Times New Roman"/>
              </a:rPr>
              <a:t>bit</a:t>
            </a:r>
            <a:r>
              <a:rPr lang="en-US" sz="1700" dirty="0">
                <a:latin typeface="Times New Roman"/>
                <a:cs typeface="Times New Roman"/>
              </a:rPr>
              <a:t>s </a:t>
            </a:r>
            <a:r>
              <a:rPr lang="en-US" sz="1700" spc="-2" dirty="0">
                <a:latin typeface="Times New Roman"/>
                <a:cs typeface="Times New Roman"/>
              </a:rPr>
              <a:t> </a:t>
            </a:r>
            <a:r>
              <a:rPr lang="en-US" sz="1700" dirty="0">
                <a:latin typeface="Times New Roman"/>
                <a:cs typeface="Times New Roman"/>
              </a:rPr>
              <a:t>of </a:t>
            </a:r>
            <a:r>
              <a:rPr lang="en-US" sz="1700" spc="-2" dirty="0">
                <a:latin typeface="Times New Roman"/>
                <a:cs typeface="Times New Roman"/>
              </a:rPr>
              <a:t> </a:t>
            </a:r>
            <a:r>
              <a:rPr lang="en-US" sz="1700" dirty="0">
                <a:latin typeface="Times New Roman"/>
                <a:cs typeface="Times New Roman"/>
              </a:rPr>
              <a:t>S</a:t>
            </a:r>
            <a:r>
              <a:rPr lang="en-US" sz="1700" spc="-5" dirty="0">
                <a:latin typeface="Times New Roman"/>
                <a:cs typeface="Times New Roman"/>
              </a:rPr>
              <a:t>ELD</a:t>
            </a:r>
            <a:r>
              <a:rPr lang="en-US" sz="1700" dirty="0">
                <a:latin typeface="Times New Roman"/>
                <a:cs typeface="Times New Roman"/>
              </a:rPr>
              <a:t> </a:t>
            </a:r>
            <a:r>
              <a:rPr lang="en-US" sz="1700" spc="-5" dirty="0">
                <a:latin typeface="Times New Roman"/>
                <a:cs typeface="Times New Roman"/>
              </a:rPr>
              <a:t> </a:t>
            </a:r>
            <a:r>
              <a:rPr lang="en-US" sz="1700" spc="-7" dirty="0">
                <a:latin typeface="Times New Roman"/>
                <a:cs typeface="Times New Roman"/>
              </a:rPr>
              <a:t>a</a:t>
            </a:r>
            <a:r>
              <a:rPr lang="en-US" sz="1700" spc="-2" dirty="0">
                <a:latin typeface="Times New Roman"/>
                <a:cs typeface="Times New Roman"/>
              </a:rPr>
              <a:t>re</a:t>
            </a:r>
            <a:r>
              <a:rPr lang="en-US" sz="1700" dirty="0">
                <a:latin typeface="Times New Roman"/>
                <a:cs typeface="Times New Roman"/>
              </a:rPr>
              <a:t> </a:t>
            </a:r>
            <a:r>
              <a:rPr lang="en-US" sz="1700" spc="-5" dirty="0">
                <a:latin typeface="Times New Roman"/>
                <a:cs typeface="Times New Roman"/>
              </a:rPr>
              <a:t> </a:t>
            </a:r>
            <a:r>
              <a:rPr lang="en-US" sz="1700" spc="-2" dirty="0">
                <a:latin typeface="Times New Roman"/>
                <a:cs typeface="Times New Roman"/>
              </a:rPr>
              <a:t>utili</a:t>
            </a:r>
            <a:r>
              <a:rPr lang="en-US" sz="1700" spc="-7" dirty="0">
                <a:latin typeface="Times New Roman"/>
                <a:cs typeface="Times New Roman"/>
              </a:rPr>
              <a:t>ze</a:t>
            </a:r>
            <a:r>
              <a:rPr lang="en-US" sz="1700" dirty="0">
                <a:latin typeface="Times New Roman"/>
                <a:cs typeface="Times New Roman"/>
              </a:rPr>
              <a:t>d </a:t>
            </a:r>
            <a:r>
              <a:rPr lang="en-US" sz="1700" spc="-2" dirty="0">
                <a:latin typeface="Times New Roman"/>
                <a:cs typeface="Times New Roman"/>
              </a:rPr>
              <a:t> </a:t>
            </a:r>
            <a:r>
              <a:rPr lang="en-US" sz="1700" dirty="0">
                <a:latin typeface="Times New Roman"/>
                <a:cs typeface="Times New Roman"/>
              </a:rPr>
              <a:t>for </a:t>
            </a:r>
            <a:r>
              <a:rPr lang="en-US" sz="1700" spc="-5" dirty="0">
                <a:latin typeface="Times New Roman"/>
                <a:cs typeface="Times New Roman"/>
              </a:rPr>
              <a:t> </a:t>
            </a:r>
            <a:r>
              <a:rPr lang="en-US" sz="1700" spc="-2" dirty="0">
                <a:latin typeface="Times New Roman"/>
                <a:cs typeface="Times New Roman"/>
              </a:rPr>
              <a:t>se</a:t>
            </a:r>
            <a:r>
              <a:rPr lang="en-US" sz="1700" dirty="0">
                <a:latin typeface="Times New Roman"/>
                <a:cs typeface="Times New Roman"/>
              </a:rPr>
              <a:t>l</a:t>
            </a:r>
            <a:r>
              <a:rPr lang="en-US" sz="1700" spc="-7" dirty="0">
                <a:latin typeface="Times New Roman"/>
                <a:cs typeface="Times New Roman"/>
              </a:rPr>
              <a:t>e</a:t>
            </a:r>
            <a:r>
              <a:rPr lang="en-US" sz="1700" spc="-2" dirty="0">
                <a:latin typeface="Times New Roman"/>
                <a:cs typeface="Times New Roman"/>
              </a:rPr>
              <a:t>cti</a:t>
            </a:r>
            <a:r>
              <a:rPr lang="en-US" sz="1700" dirty="0">
                <a:latin typeface="Times New Roman"/>
                <a:cs typeface="Times New Roman"/>
              </a:rPr>
              <a:t>ng </a:t>
            </a:r>
            <a:r>
              <a:rPr lang="en-US" sz="1700" spc="-2" dirty="0">
                <a:latin typeface="Times New Roman"/>
                <a:cs typeface="Times New Roman"/>
              </a:rPr>
              <a:t> </a:t>
            </a:r>
            <a:r>
              <a:rPr lang="en-US" sz="1700" spc="-5" dirty="0">
                <a:latin typeface="Times New Roman"/>
                <a:cs typeface="Times New Roman"/>
              </a:rPr>
              <a:t>a</a:t>
            </a:r>
            <a:r>
              <a:rPr lang="en-US" sz="1700" dirty="0">
                <a:latin typeface="Times New Roman"/>
                <a:cs typeface="Times New Roman"/>
              </a:rPr>
              <a:t> </a:t>
            </a:r>
            <a:r>
              <a:rPr lang="en-US" sz="1700" spc="-5" dirty="0">
                <a:latin typeface="Times New Roman"/>
                <a:cs typeface="Times New Roman"/>
              </a:rPr>
              <a:t> dest</a:t>
            </a:r>
            <a:r>
              <a:rPr lang="en-US" sz="1700" dirty="0">
                <a:latin typeface="Times New Roman"/>
                <a:cs typeface="Times New Roman"/>
              </a:rPr>
              <a:t>i</a:t>
            </a:r>
            <a:r>
              <a:rPr lang="en-US" sz="1700" spc="-5" dirty="0">
                <a:latin typeface="Times New Roman"/>
                <a:cs typeface="Times New Roman"/>
              </a:rPr>
              <a:t>n</a:t>
            </a:r>
            <a:r>
              <a:rPr lang="en-US" sz="1700" spc="-7" dirty="0">
                <a:latin typeface="Times New Roman"/>
                <a:cs typeface="Times New Roman"/>
              </a:rPr>
              <a:t>a</a:t>
            </a:r>
            <a:r>
              <a:rPr lang="en-US" sz="1700" spc="-2" dirty="0">
                <a:latin typeface="Times New Roman"/>
                <a:cs typeface="Times New Roman"/>
              </a:rPr>
              <a:t>ti</a:t>
            </a:r>
            <a:r>
              <a:rPr lang="en-US" sz="1700" dirty="0">
                <a:latin typeface="Times New Roman"/>
                <a:cs typeface="Times New Roman"/>
              </a:rPr>
              <a:t>on </a:t>
            </a:r>
            <a:r>
              <a:rPr lang="en-US" sz="1700" spc="-2" dirty="0">
                <a:latin typeface="Times New Roman"/>
                <a:cs typeface="Times New Roman"/>
              </a:rPr>
              <a:t> r</a:t>
            </a:r>
            <a:r>
              <a:rPr lang="en-US" sz="1700" spc="-10" dirty="0">
                <a:latin typeface="Times New Roman"/>
                <a:cs typeface="Times New Roman"/>
              </a:rPr>
              <a:t>e</a:t>
            </a:r>
            <a:r>
              <a:rPr lang="en-US" sz="1700" spc="-2" dirty="0">
                <a:latin typeface="Times New Roman"/>
                <a:cs typeface="Times New Roman"/>
              </a:rPr>
              <a:t>gis</a:t>
            </a:r>
            <a:r>
              <a:rPr lang="en-US" sz="1700" spc="-7" dirty="0">
                <a:latin typeface="Times New Roman"/>
                <a:cs typeface="Times New Roman"/>
              </a:rPr>
              <a:t>te</a:t>
            </a:r>
            <a:r>
              <a:rPr lang="en-US" sz="1700" dirty="0">
                <a:latin typeface="Times New Roman"/>
                <a:cs typeface="Times New Roman"/>
              </a:rPr>
              <a:t>r. </a:t>
            </a:r>
            <a:r>
              <a:rPr lang="en-US" sz="1700" spc="-2" dirty="0">
                <a:latin typeface="Times New Roman"/>
                <a:cs typeface="Times New Roman"/>
              </a:rPr>
              <a:t> </a:t>
            </a:r>
            <a:r>
              <a:rPr lang="en-US" sz="1700" spc="-5" dirty="0">
                <a:latin typeface="Times New Roman"/>
                <a:cs typeface="Times New Roman"/>
              </a:rPr>
              <a:t>This</a:t>
            </a:r>
            <a:r>
              <a:rPr lang="en-US" sz="1700" spc="-2" dirty="0">
                <a:latin typeface="Times New Roman"/>
                <a:cs typeface="Times New Roman"/>
              </a:rPr>
              <a:t> f</a:t>
            </a:r>
            <a:r>
              <a:rPr lang="en-US" sz="1700" spc="-10" dirty="0">
                <a:latin typeface="Times New Roman"/>
                <a:cs typeface="Times New Roman"/>
              </a:rPr>
              <a:t>a</a:t>
            </a:r>
            <a:r>
              <a:rPr lang="en-US" sz="1700" spc="-7" dirty="0">
                <a:latin typeface="Times New Roman"/>
                <a:cs typeface="Times New Roman"/>
              </a:rPr>
              <a:t>c</a:t>
            </a:r>
            <a:r>
              <a:rPr lang="en-US" sz="1700" spc="-2" dirty="0">
                <a:latin typeface="Times New Roman"/>
                <a:cs typeface="Times New Roman"/>
              </a:rPr>
              <a:t>ilit</a:t>
            </a:r>
            <a:r>
              <a:rPr lang="en-US" sz="1700" spc="-7" dirty="0">
                <a:latin typeface="Times New Roman"/>
                <a:cs typeface="Times New Roman"/>
              </a:rPr>
              <a:t>a</a:t>
            </a:r>
            <a:r>
              <a:rPr lang="en-US" sz="1700" spc="-2" dirty="0">
                <a:latin typeface="Times New Roman"/>
                <a:cs typeface="Times New Roman"/>
              </a:rPr>
              <a:t>tes</a:t>
            </a:r>
            <a:r>
              <a:rPr lang="en-US" sz="1700" spc="38" dirty="0">
                <a:latin typeface="Times New Roman"/>
                <a:cs typeface="Times New Roman"/>
              </a:rPr>
              <a:t> </a:t>
            </a:r>
            <a:r>
              <a:rPr lang="en-US" sz="1700" spc="-2" dirty="0">
                <a:latin typeface="Times New Roman"/>
                <a:cs typeface="Times New Roman"/>
              </a:rPr>
              <a:t>the</a:t>
            </a:r>
            <a:r>
              <a:rPr lang="en-US" sz="1700" spc="38" dirty="0">
                <a:latin typeface="Times New Roman"/>
                <a:cs typeface="Times New Roman"/>
              </a:rPr>
              <a:t> </a:t>
            </a:r>
            <a:r>
              <a:rPr lang="en-US" sz="1700" spc="-5" dirty="0">
                <a:latin typeface="Times New Roman"/>
                <a:cs typeface="Times New Roman"/>
              </a:rPr>
              <a:t>d</a:t>
            </a:r>
            <a:r>
              <a:rPr lang="en-US" sz="1700" spc="-7" dirty="0">
                <a:latin typeface="Times New Roman"/>
                <a:cs typeface="Times New Roman"/>
              </a:rPr>
              <a:t>ec</a:t>
            </a:r>
            <a:r>
              <a:rPr lang="en-US" sz="1700" spc="-2" dirty="0">
                <a:latin typeface="Times New Roman"/>
                <a:cs typeface="Times New Roman"/>
              </a:rPr>
              <a:t>isi</a:t>
            </a:r>
            <a:r>
              <a:rPr lang="en-US" sz="1700" dirty="0">
                <a:latin typeface="Times New Roman"/>
                <a:cs typeface="Times New Roman"/>
              </a:rPr>
              <a:t>on</a:t>
            </a:r>
            <a:r>
              <a:rPr lang="en-US" sz="1700" spc="38" dirty="0">
                <a:latin typeface="Times New Roman"/>
                <a:cs typeface="Times New Roman"/>
              </a:rPr>
              <a:t> </a:t>
            </a:r>
            <a:r>
              <a:rPr lang="en-US" sz="1700" dirty="0">
                <a:latin typeface="Times New Roman"/>
                <a:cs typeface="Times New Roman"/>
              </a:rPr>
              <a:t>of</a:t>
            </a:r>
            <a:r>
              <a:rPr lang="en-US" sz="1700" spc="43" dirty="0">
                <a:latin typeface="Times New Roman"/>
                <a:cs typeface="Times New Roman"/>
              </a:rPr>
              <a:t> </a:t>
            </a:r>
            <a:r>
              <a:rPr lang="en-US" sz="1700" spc="-2" dirty="0">
                <a:latin typeface="Times New Roman"/>
                <a:cs typeface="Times New Roman"/>
              </a:rPr>
              <a:t>wh</a:t>
            </a:r>
            <a:r>
              <a:rPr lang="en-US" sz="1700" spc="-5" dirty="0">
                <a:latin typeface="Times New Roman"/>
                <a:cs typeface="Times New Roman"/>
              </a:rPr>
              <a:t>e</a:t>
            </a:r>
            <a:r>
              <a:rPr lang="en-US" sz="1700" spc="-2" dirty="0">
                <a:latin typeface="Times New Roman"/>
                <a:cs typeface="Times New Roman"/>
              </a:rPr>
              <a:t>ther</a:t>
            </a:r>
            <a:r>
              <a:rPr lang="en-US" sz="1700" spc="36" dirty="0">
                <a:latin typeface="Times New Roman"/>
                <a:cs typeface="Times New Roman"/>
              </a:rPr>
              <a:t> </a:t>
            </a:r>
            <a:r>
              <a:rPr lang="en-US" sz="1700" spc="-2" dirty="0">
                <a:latin typeface="Times New Roman"/>
                <a:cs typeface="Times New Roman"/>
              </a:rPr>
              <a:t>to</a:t>
            </a:r>
            <a:r>
              <a:rPr lang="en-US" sz="1700" spc="41" dirty="0">
                <a:latin typeface="Times New Roman"/>
                <a:cs typeface="Times New Roman"/>
              </a:rPr>
              <a:t> </a:t>
            </a:r>
            <a:r>
              <a:rPr lang="en-US" sz="1700" spc="-5" dirty="0">
                <a:latin typeface="Times New Roman"/>
                <a:cs typeface="Times New Roman"/>
              </a:rPr>
              <a:t>store</a:t>
            </a:r>
            <a:r>
              <a:rPr lang="en-US" sz="1700" spc="36" dirty="0">
                <a:latin typeface="Times New Roman"/>
                <a:cs typeface="Times New Roman"/>
              </a:rPr>
              <a:t> </a:t>
            </a:r>
            <a:r>
              <a:rPr lang="en-US" sz="1700" spc="-2" dirty="0">
                <a:latin typeface="Times New Roman"/>
                <a:cs typeface="Times New Roman"/>
              </a:rPr>
              <a:t>the</a:t>
            </a:r>
            <a:r>
              <a:rPr lang="en-US" sz="1700" spc="38" dirty="0">
                <a:latin typeface="Times New Roman"/>
                <a:cs typeface="Times New Roman"/>
              </a:rPr>
              <a:t> </a:t>
            </a:r>
            <a:r>
              <a:rPr lang="en-US" sz="1700" spc="2" dirty="0">
                <a:latin typeface="Times New Roman"/>
                <a:cs typeface="Times New Roman"/>
              </a:rPr>
              <a:t>r</a:t>
            </a:r>
            <a:r>
              <a:rPr lang="en-US" sz="1700" spc="-7" dirty="0">
                <a:latin typeface="Times New Roman"/>
                <a:cs typeface="Times New Roman"/>
              </a:rPr>
              <a:t>e</a:t>
            </a:r>
            <a:r>
              <a:rPr lang="en-US" sz="1700" spc="5" dirty="0">
                <a:latin typeface="Times New Roman"/>
                <a:cs typeface="Times New Roman"/>
              </a:rPr>
              <a:t>s</a:t>
            </a:r>
            <a:r>
              <a:rPr lang="en-US" sz="1700" spc="-2" dirty="0">
                <a:latin typeface="Times New Roman"/>
                <a:cs typeface="Times New Roman"/>
              </a:rPr>
              <a:t>ult</a:t>
            </a:r>
            <a:r>
              <a:rPr lang="en-US" sz="1700" spc="41" dirty="0">
                <a:latin typeface="Times New Roman"/>
                <a:cs typeface="Times New Roman"/>
              </a:rPr>
              <a:t> </a:t>
            </a:r>
            <a:r>
              <a:rPr lang="en-US" sz="1700" spc="-2" dirty="0">
                <a:latin typeface="Times New Roman"/>
                <a:cs typeface="Times New Roman"/>
              </a:rPr>
              <a:t>in</a:t>
            </a:r>
            <a:r>
              <a:rPr lang="en-US" sz="1700" spc="41" dirty="0">
                <a:latin typeface="Times New Roman"/>
                <a:cs typeface="Times New Roman"/>
              </a:rPr>
              <a:t> </a:t>
            </a:r>
            <a:r>
              <a:rPr lang="en-US" sz="1700" spc="-5" dirty="0">
                <a:latin typeface="Times New Roman"/>
                <a:cs typeface="Times New Roman"/>
              </a:rPr>
              <a:t>a</a:t>
            </a:r>
            <a:r>
              <a:rPr lang="en-US" sz="1700" spc="36" dirty="0">
                <a:latin typeface="Times New Roman"/>
                <a:cs typeface="Times New Roman"/>
              </a:rPr>
              <a:t> </a:t>
            </a:r>
            <a:r>
              <a:rPr lang="en-US" sz="1700" spc="-2" dirty="0">
                <a:latin typeface="Times New Roman"/>
                <a:cs typeface="Times New Roman"/>
              </a:rPr>
              <a:t>r</a:t>
            </a:r>
            <a:r>
              <a:rPr lang="en-US" sz="1700" spc="-10" dirty="0">
                <a:latin typeface="Times New Roman"/>
                <a:cs typeface="Times New Roman"/>
              </a:rPr>
              <a:t>e</a:t>
            </a:r>
            <a:r>
              <a:rPr lang="en-US" sz="1700" spc="-2" dirty="0">
                <a:latin typeface="Times New Roman"/>
                <a:cs typeface="Times New Roman"/>
              </a:rPr>
              <a:t>gis</a:t>
            </a:r>
            <a:r>
              <a:rPr lang="en-US" sz="1700" dirty="0">
                <a:latin typeface="Times New Roman"/>
                <a:cs typeface="Times New Roman"/>
              </a:rPr>
              <a:t>t</a:t>
            </a:r>
            <a:r>
              <a:rPr lang="en-US" sz="1700" spc="-7" dirty="0">
                <a:latin typeface="Times New Roman"/>
                <a:cs typeface="Times New Roman"/>
              </a:rPr>
              <a:t>e</a:t>
            </a:r>
            <a:r>
              <a:rPr lang="en-US" sz="1700" dirty="0">
                <a:latin typeface="Times New Roman"/>
                <a:cs typeface="Times New Roman"/>
              </a:rPr>
              <a:t>r</a:t>
            </a:r>
            <a:r>
              <a:rPr lang="en-US" sz="1700" spc="36" dirty="0">
                <a:latin typeface="Times New Roman"/>
                <a:cs typeface="Times New Roman"/>
              </a:rPr>
              <a:t> </a:t>
            </a:r>
            <a:r>
              <a:rPr lang="en-US" sz="1700" dirty="0">
                <a:latin typeface="Times New Roman"/>
                <a:cs typeface="Times New Roman"/>
              </a:rPr>
              <a:t>or</a:t>
            </a:r>
            <a:r>
              <a:rPr lang="en-US" sz="1700" spc="36" dirty="0">
                <a:latin typeface="Times New Roman"/>
                <a:cs typeface="Times New Roman"/>
              </a:rPr>
              <a:t> </a:t>
            </a:r>
            <a:r>
              <a:rPr lang="en-US" sz="1700" spc="-2" dirty="0">
                <a:latin typeface="Times New Roman"/>
                <a:cs typeface="Times New Roman"/>
              </a:rPr>
              <a:t>to</a:t>
            </a:r>
            <a:r>
              <a:rPr lang="en-US" sz="1700" spc="41" dirty="0">
                <a:latin typeface="Times New Roman"/>
                <a:cs typeface="Times New Roman"/>
              </a:rPr>
              <a:t> </a:t>
            </a:r>
            <a:r>
              <a:rPr lang="en-US" sz="1700" spc="-5" dirty="0">
                <a:latin typeface="Times New Roman"/>
                <a:cs typeface="Times New Roman"/>
              </a:rPr>
              <a:t>transm</a:t>
            </a:r>
            <a:r>
              <a:rPr lang="en-US" sz="1700" dirty="0">
                <a:latin typeface="Times New Roman"/>
                <a:cs typeface="Times New Roman"/>
              </a:rPr>
              <a:t>i</a:t>
            </a:r>
            <a:r>
              <a:rPr lang="en-US" sz="1700" spc="-2" dirty="0">
                <a:latin typeface="Times New Roman"/>
                <a:cs typeface="Times New Roman"/>
              </a:rPr>
              <a:t>t</a:t>
            </a:r>
            <a:r>
              <a:rPr lang="en-US" sz="1700" spc="41" dirty="0">
                <a:latin typeface="Times New Roman"/>
                <a:cs typeface="Times New Roman"/>
              </a:rPr>
              <a:t> </a:t>
            </a:r>
            <a:r>
              <a:rPr lang="en-US" sz="1700" spc="-7" dirty="0">
                <a:latin typeface="Times New Roman"/>
                <a:cs typeface="Times New Roman"/>
              </a:rPr>
              <a:t>i</a:t>
            </a:r>
            <a:r>
              <a:rPr lang="en-US" sz="1700" spc="-2" dirty="0">
                <a:latin typeface="Times New Roman"/>
                <a:cs typeface="Times New Roman"/>
              </a:rPr>
              <a:t>t outs</a:t>
            </a:r>
            <a:r>
              <a:rPr lang="en-US" sz="1700" dirty="0">
                <a:latin typeface="Times New Roman"/>
                <a:cs typeface="Times New Roman"/>
              </a:rPr>
              <a:t>i</a:t>
            </a:r>
            <a:r>
              <a:rPr lang="en-US" sz="1700" spc="-5" dirty="0">
                <a:latin typeface="Times New Roman"/>
                <a:cs typeface="Times New Roman"/>
              </a:rPr>
              <a:t>de</a:t>
            </a:r>
            <a:r>
              <a:rPr lang="en-US" sz="1700" spc="-2" dirty="0">
                <a:latin typeface="Times New Roman"/>
                <a:cs typeface="Times New Roman"/>
              </a:rPr>
              <a:t> the A</a:t>
            </a:r>
            <a:r>
              <a:rPr lang="en-US" sz="1700" dirty="0">
                <a:latin typeface="Times New Roman"/>
                <a:cs typeface="Times New Roman"/>
              </a:rPr>
              <a:t>L</a:t>
            </a:r>
            <a:r>
              <a:rPr lang="en-US" sz="1700" spc="-2" dirty="0">
                <a:latin typeface="Times New Roman"/>
                <a:cs typeface="Times New Roman"/>
              </a:rPr>
              <a:t>U</a:t>
            </a:r>
            <a:r>
              <a:rPr lang="en-US" sz="1700" dirty="0">
                <a:latin typeface="Times New Roman"/>
                <a:cs typeface="Times New Roman"/>
              </a:rPr>
              <a:t>.</a:t>
            </a:r>
          </a:p>
          <a:p>
            <a:pPr marL="116065" marR="2443" indent="-109957" algn="just">
              <a:buSzPct val="83333"/>
              <a:buFont typeface="Symbol"/>
              <a:buChar char=""/>
              <a:tabLst>
                <a:tab pos="116065" algn="l"/>
              </a:tabLst>
            </a:pPr>
            <a:r>
              <a:rPr lang="en-US" sz="1700" spc="-5" dirty="0">
                <a:latin typeface="Times New Roman"/>
                <a:cs typeface="Times New Roman"/>
              </a:rPr>
              <a:t>The</a:t>
            </a:r>
            <a:r>
              <a:rPr lang="en-US" sz="1700" spc="-22" dirty="0">
                <a:latin typeface="Times New Roman"/>
                <a:cs typeface="Times New Roman"/>
              </a:rPr>
              <a:t> </a:t>
            </a:r>
            <a:r>
              <a:rPr lang="en-US" sz="1700" spc="-2" dirty="0">
                <a:latin typeface="Times New Roman"/>
                <a:cs typeface="Times New Roman"/>
              </a:rPr>
              <a:t>five</a:t>
            </a:r>
            <a:r>
              <a:rPr lang="en-US" sz="1700" spc="-22" dirty="0">
                <a:latin typeface="Times New Roman"/>
                <a:cs typeface="Times New Roman"/>
              </a:rPr>
              <a:t> </a:t>
            </a:r>
            <a:r>
              <a:rPr lang="en-US" sz="1700" spc="-2" dirty="0">
                <a:latin typeface="Times New Roman"/>
                <a:cs typeface="Times New Roman"/>
              </a:rPr>
              <a:t>bit</a:t>
            </a:r>
            <a:r>
              <a:rPr lang="en-US" sz="1700" dirty="0">
                <a:latin typeface="Times New Roman"/>
                <a:cs typeface="Times New Roman"/>
              </a:rPr>
              <a:t>s</a:t>
            </a:r>
            <a:r>
              <a:rPr lang="en-US" sz="1700" spc="-17" dirty="0">
                <a:latin typeface="Times New Roman"/>
                <a:cs typeface="Times New Roman"/>
              </a:rPr>
              <a:t> </a:t>
            </a:r>
            <a:r>
              <a:rPr lang="en-US" sz="1700" dirty="0">
                <a:latin typeface="Times New Roman"/>
                <a:cs typeface="Times New Roman"/>
              </a:rPr>
              <a:t>of</a:t>
            </a:r>
            <a:r>
              <a:rPr lang="en-US" sz="1700" spc="-19" dirty="0">
                <a:latin typeface="Times New Roman"/>
                <a:cs typeface="Times New Roman"/>
              </a:rPr>
              <a:t> </a:t>
            </a:r>
            <a:r>
              <a:rPr lang="en-US" sz="1700" spc="-2" dirty="0">
                <a:latin typeface="Times New Roman"/>
                <a:cs typeface="Times New Roman"/>
              </a:rPr>
              <a:t>OP</a:t>
            </a:r>
            <a:r>
              <a:rPr lang="en-US" sz="1700" dirty="0">
                <a:latin typeface="Times New Roman"/>
                <a:cs typeface="Times New Roman"/>
              </a:rPr>
              <a:t>R</a:t>
            </a:r>
            <a:r>
              <a:rPr lang="en-US" sz="1700" spc="-17" dirty="0">
                <a:latin typeface="Times New Roman"/>
                <a:cs typeface="Times New Roman"/>
              </a:rPr>
              <a:t> </a:t>
            </a:r>
            <a:r>
              <a:rPr lang="en-US" sz="1700" spc="-5" dirty="0">
                <a:latin typeface="Times New Roman"/>
                <a:cs typeface="Times New Roman"/>
              </a:rPr>
              <a:t>d</a:t>
            </a:r>
            <a:r>
              <a:rPr lang="en-US" sz="1700" spc="-7" dirty="0">
                <a:latin typeface="Times New Roman"/>
                <a:cs typeface="Times New Roman"/>
              </a:rPr>
              <a:t>e</a:t>
            </a:r>
            <a:r>
              <a:rPr lang="en-US" sz="1700" spc="-2" dirty="0">
                <a:latin typeface="Times New Roman"/>
                <a:cs typeface="Times New Roman"/>
              </a:rPr>
              <a:t>f</a:t>
            </a:r>
            <a:r>
              <a:rPr lang="en-US" sz="1700" dirty="0">
                <a:latin typeface="Times New Roman"/>
                <a:cs typeface="Times New Roman"/>
              </a:rPr>
              <a:t>i</a:t>
            </a:r>
            <a:r>
              <a:rPr lang="en-US" sz="1700" spc="-5" dirty="0">
                <a:latin typeface="Times New Roman"/>
                <a:cs typeface="Times New Roman"/>
              </a:rPr>
              <a:t>ne</a:t>
            </a:r>
            <a:r>
              <a:rPr lang="en-US" sz="1700" spc="-22" dirty="0">
                <a:latin typeface="Times New Roman"/>
                <a:cs typeface="Times New Roman"/>
              </a:rPr>
              <a:t> </a:t>
            </a:r>
            <a:r>
              <a:rPr lang="en-US" sz="1700" spc="-2" dirty="0">
                <a:latin typeface="Times New Roman"/>
                <a:cs typeface="Times New Roman"/>
              </a:rPr>
              <a:t>the</a:t>
            </a:r>
            <a:r>
              <a:rPr lang="en-US" sz="1700" spc="-19" dirty="0">
                <a:latin typeface="Times New Roman"/>
                <a:cs typeface="Times New Roman"/>
              </a:rPr>
              <a:t> </a:t>
            </a:r>
            <a:r>
              <a:rPr lang="en-US" sz="1700" spc="-5" dirty="0">
                <a:latin typeface="Times New Roman"/>
                <a:cs typeface="Times New Roman"/>
              </a:rPr>
              <a:t>type</a:t>
            </a:r>
            <a:r>
              <a:rPr lang="en-US" sz="1700" spc="-19" dirty="0">
                <a:latin typeface="Times New Roman"/>
                <a:cs typeface="Times New Roman"/>
              </a:rPr>
              <a:t> </a:t>
            </a:r>
            <a:r>
              <a:rPr lang="en-US" sz="1700" dirty="0">
                <a:latin typeface="Times New Roman"/>
                <a:cs typeface="Times New Roman"/>
              </a:rPr>
              <a:t>of</a:t>
            </a:r>
            <a:r>
              <a:rPr lang="en-US" sz="1700" spc="-19" dirty="0">
                <a:latin typeface="Times New Roman"/>
                <a:cs typeface="Times New Roman"/>
              </a:rPr>
              <a:t> </a:t>
            </a:r>
            <a:r>
              <a:rPr lang="en-US" sz="1700" dirty="0">
                <a:latin typeface="Times New Roman"/>
                <a:cs typeface="Times New Roman"/>
              </a:rPr>
              <a:t>o</a:t>
            </a:r>
            <a:r>
              <a:rPr lang="en-US" sz="1700" spc="5" dirty="0">
                <a:latin typeface="Times New Roman"/>
                <a:cs typeface="Times New Roman"/>
              </a:rPr>
              <a:t>p</a:t>
            </a:r>
            <a:r>
              <a:rPr lang="en-US" sz="1700" spc="-7" dirty="0">
                <a:latin typeface="Times New Roman"/>
                <a:cs typeface="Times New Roman"/>
              </a:rPr>
              <a:t>e</a:t>
            </a:r>
            <a:r>
              <a:rPr lang="en-US" sz="1700" spc="-2" dirty="0">
                <a:latin typeface="Times New Roman"/>
                <a:cs typeface="Times New Roman"/>
              </a:rPr>
              <a:t>r</a:t>
            </a:r>
            <a:r>
              <a:rPr lang="en-US" sz="1700" spc="-10" dirty="0">
                <a:latin typeface="Times New Roman"/>
                <a:cs typeface="Times New Roman"/>
              </a:rPr>
              <a:t>a</a:t>
            </a:r>
            <a:r>
              <a:rPr lang="en-US" sz="1700" spc="-2" dirty="0">
                <a:latin typeface="Times New Roman"/>
                <a:cs typeface="Times New Roman"/>
              </a:rPr>
              <a:t>ti</a:t>
            </a:r>
            <a:r>
              <a:rPr lang="en-US" sz="1700" dirty="0">
                <a:latin typeface="Times New Roman"/>
                <a:cs typeface="Times New Roman"/>
              </a:rPr>
              <a:t>on</a:t>
            </a:r>
            <a:r>
              <a:rPr lang="en-US" sz="1700" spc="-19" dirty="0">
                <a:latin typeface="Times New Roman"/>
                <a:cs typeface="Times New Roman"/>
              </a:rPr>
              <a:t> </a:t>
            </a:r>
            <a:r>
              <a:rPr lang="en-US" sz="1700" dirty="0">
                <a:latin typeface="Times New Roman"/>
                <a:cs typeface="Times New Roman"/>
              </a:rPr>
              <a:t>to</a:t>
            </a:r>
            <a:r>
              <a:rPr lang="en-US" sz="1700" spc="-19" dirty="0">
                <a:latin typeface="Times New Roman"/>
                <a:cs typeface="Times New Roman"/>
              </a:rPr>
              <a:t> </a:t>
            </a:r>
            <a:r>
              <a:rPr lang="en-US" sz="1700" spc="-5" dirty="0">
                <a:latin typeface="Times New Roman"/>
                <a:cs typeface="Times New Roman"/>
              </a:rPr>
              <a:t>be</a:t>
            </a:r>
            <a:r>
              <a:rPr lang="en-US" sz="1700" spc="-22" dirty="0">
                <a:latin typeface="Times New Roman"/>
                <a:cs typeface="Times New Roman"/>
              </a:rPr>
              <a:t> </a:t>
            </a:r>
            <a:r>
              <a:rPr lang="en-US" sz="1700" spc="-5" dirty="0">
                <a:latin typeface="Times New Roman"/>
                <a:cs typeface="Times New Roman"/>
              </a:rPr>
              <a:t>p</a:t>
            </a:r>
            <a:r>
              <a:rPr lang="en-US" sz="1700" spc="-7" dirty="0">
                <a:latin typeface="Times New Roman"/>
                <a:cs typeface="Times New Roman"/>
              </a:rPr>
              <a:t>e</a:t>
            </a:r>
            <a:r>
              <a:rPr lang="en-US" sz="1700" spc="2" dirty="0">
                <a:latin typeface="Times New Roman"/>
                <a:cs typeface="Times New Roman"/>
              </a:rPr>
              <a:t>r</a:t>
            </a:r>
            <a:r>
              <a:rPr lang="en-US" sz="1700" dirty="0">
                <a:latin typeface="Times New Roman"/>
                <a:cs typeface="Times New Roman"/>
              </a:rPr>
              <a:t>fo</a:t>
            </a:r>
            <a:r>
              <a:rPr lang="en-US" sz="1700" spc="-5" dirty="0">
                <a:latin typeface="Times New Roman"/>
                <a:cs typeface="Times New Roman"/>
              </a:rPr>
              <a:t>rmed</a:t>
            </a:r>
            <a:r>
              <a:rPr lang="en-US" sz="1700" spc="-19" dirty="0">
                <a:latin typeface="Times New Roman"/>
                <a:cs typeface="Times New Roman"/>
              </a:rPr>
              <a:t> </a:t>
            </a:r>
            <a:r>
              <a:rPr lang="en-US" sz="1700" dirty="0">
                <a:latin typeface="Times New Roman"/>
                <a:cs typeface="Times New Roman"/>
              </a:rPr>
              <a:t>by</a:t>
            </a:r>
            <a:r>
              <a:rPr lang="en-US" sz="1700" spc="-19" dirty="0">
                <a:latin typeface="Times New Roman"/>
                <a:cs typeface="Times New Roman"/>
              </a:rPr>
              <a:t> </a:t>
            </a:r>
            <a:r>
              <a:rPr lang="en-US" sz="1700" spc="-2" dirty="0">
                <a:latin typeface="Times New Roman"/>
                <a:cs typeface="Times New Roman"/>
              </a:rPr>
              <a:t>the</a:t>
            </a:r>
            <a:r>
              <a:rPr lang="en-US" sz="1700" spc="-14" dirty="0">
                <a:latin typeface="Times New Roman"/>
                <a:cs typeface="Times New Roman"/>
              </a:rPr>
              <a:t> </a:t>
            </a:r>
            <a:r>
              <a:rPr lang="en-US" sz="1700" spc="2" dirty="0">
                <a:latin typeface="Times New Roman"/>
                <a:cs typeface="Times New Roman"/>
              </a:rPr>
              <a:t>A</a:t>
            </a:r>
            <a:r>
              <a:rPr lang="en-US" sz="1700" dirty="0">
                <a:latin typeface="Times New Roman"/>
                <a:cs typeface="Times New Roman"/>
              </a:rPr>
              <a:t>L</a:t>
            </a:r>
            <a:r>
              <a:rPr lang="en-US" sz="1700" spc="-2" dirty="0">
                <a:latin typeface="Times New Roman"/>
                <a:cs typeface="Times New Roman"/>
              </a:rPr>
              <a:t>U</a:t>
            </a:r>
            <a:r>
              <a:rPr lang="en-US" sz="1700" dirty="0">
                <a:latin typeface="Times New Roman"/>
                <a:cs typeface="Times New Roman"/>
              </a:rPr>
              <a:t>.</a:t>
            </a:r>
            <a:r>
              <a:rPr lang="en-US" sz="1700" spc="-19" dirty="0">
                <a:latin typeface="Times New Roman"/>
                <a:cs typeface="Times New Roman"/>
              </a:rPr>
              <a:t> </a:t>
            </a:r>
            <a:r>
              <a:rPr lang="en-US" sz="1700" spc="-5" dirty="0">
                <a:latin typeface="Times New Roman"/>
                <a:cs typeface="Times New Roman"/>
              </a:rPr>
              <a:t>This</a:t>
            </a:r>
            <a:r>
              <a:rPr lang="en-US" sz="1700" spc="-2" dirty="0">
                <a:latin typeface="Times New Roman"/>
                <a:cs typeface="Times New Roman"/>
              </a:rPr>
              <a:t> fi</a:t>
            </a:r>
            <a:r>
              <a:rPr lang="en-US" sz="1700" spc="-10" dirty="0">
                <a:latin typeface="Times New Roman"/>
                <a:cs typeface="Times New Roman"/>
              </a:rPr>
              <a:t>e</a:t>
            </a:r>
            <a:r>
              <a:rPr lang="en-US" sz="1700" spc="-2" dirty="0">
                <a:latin typeface="Times New Roman"/>
                <a:cs typeface="Times New Roman"/>
              </a:rPr>
              <a:t>ld</a:t>
            </a:r>
            <a:r>
              <a:rPr lang="en-US" sz="1700" spc="-5" dirty="0">
                <a:latin typeface="Times New Roman"/>
                <a:cs typeface="Times New Roman"/>
              </a:rPr>
              <a:t> gov</a:t>
            </a:r>
            <a:r>
              <a:rPr lang="en-US" sz="1700" spc="-7" dirty="0">
                <a:latin typeface="Times New Roman"/>
                <a:cs typeface="Times New Roman"/>
              </a:rPr>
              <a:t>e</a:t>
            </a:r>
            <a:r>
              <a:rPr lang="en-US" sz="1700" dirty="0">
                <a:latin typeface="Times New Roman"/>
                <a:cs typeface="Times New Roman"/>
              </a:rPr>
              <a:t>rns</a:t>
            </a:r>
            <a:r>
              <a:rPr lang="en-US" sz="1700" spc="-2" dirty="0">
                <a:latin typeface="Times New Roman"/>
                <a:cs typeface="Times New Roman"/>
              </a:rPr>
              <a:t> the </a:t>
            </a:r>
            <a:r>
              <a:rPr lang="en-US" sz="1700" spc="-10" dirty="0">
                <a:latin typeface="Times New Roman"/>
                <a:cs typeface="Times New Roman"/>
              </a:rPr>
              <a:t>a</a:t>
            </a:r>
            <a:r>
              <a:rPr lang="en-US" sz="1700" spc="-5" dirty="0">
                <a:latin typeface="Times New Roman"/>
                <a:cs typeface="Times New Roman"/>
              </a:rPr>
              <a:t>rithm</a:t>
            </a:r>
            <a:r>
              <a:rPr lang="en-US" sz="1700" spc="-2" dirty="0">
                <a:latin typeface="Times New Roman"/>
                <a:cs typeface="Times New Roman"/>
              </a:rPr>
              <a:t>etic</a:t>
            </a:r>
            <a:r>
              <a:rPr lang="en-US" sz="1700" spc="-10" dirty="0">
                <a:latin typeface="Times New Roman"/>
                <a:cs typeface="Times New Roman"/>
              </a:rPr>
              <a:t> </a:t>
            </a:r>
            <a:r>
              <a:rPr lang="en-US" sz="1700" dirty="0">
                <a:latin typeface="Times New Roman"/>
                <a:cs typeface="Times New Roman"/>
              </a:rPr>
              <a:t>or</a:t>
            </a:r>
            <a:r>
              <a:rPr lang="en-US" sz="1700" spc="-10" dirty="0">
                <a:latin typeface="Times New Roman"/>
                <a:cs typeface="Times New Roman"/>
              </a:rPr>
              <a:t> </a:t>
            </a:r>
            <a:r>
              <a:rPr lang="en-US" sz="1700" spc="-2" dirty="0">
                <a:latin typeface="Times New Roman"/>
                <a:cs typeface="Times New Roman"/>
              </a:rPr>
              <a:t>logi</a:t>
            </a:r>
            <a:r>
              <a:rPr lang="en-US" sz="1700" spc="-7" dirty="0">
                <a:latin typeface="Times New Roman"/>
                <a:cs typeface="Times New Roman"/>
              </a:rPr>
              <a:t>ca</a:t>
            </a:r>
            <a:r>
              <a:rPr lang="en-US" sz="1700" spc="-2" dirty="0">
                <a:latin typeface="Times New Roman"/>
                <a:cs typeface="Times New Roman"/>
              </a:rPr>
              <a:t>l</a:t>
            </a:r>
            <a:r>
              <a:rPr lang="en-US" sz="1700" dirty="0">
                <a:latin typeface="Times New Roman"/>
                <a:cs typeface="Times New Roman"/>
              </a:rPr>
              <a:t> </a:t>
            </a:r>
            <a:r>
              <a:rPr lang="en-US" sz="1700" spc="-5" dirty="0">
                <a:latin typeface="Times New Roman"/>
                <a:cs typeface="Times New Roman"/>
              </a:rPr>
              <a:t>op</a:t>
            </a:r>
            <a:r>
              <a:rPr lang="en-US" sz="1700" spc="-7" dirty="0">
                <a:latin typeface="Times New Roman"/>
                <a:cs typeface="Times New Roman"/>
              </a:rPr>
              <a:t>e</a:t>
            </a:r>
            <a:r>
              <a:rPr lang="en-US" sz="1700" spc="2" dirty="0">
                <a:latin typeface="Times New Roman"/>
                <a:cs typeface="Times New Roman"/>
              </a:rPr>
              <a:t>r</a:t>
            </a:r>
            <a:r>
              <a:rPr lang="en-US" sz="1700" spc="-7" dirty="0">
                <a:latin typeface="Times New Roman"/>
                <a:cs typeface="Times New Roman"/>
              </a:rPr>
              <a:t>a</a:t>
            </a:r>
            <a:r>
              <a:rPr lang="en-US" sz="1700" spc="-2" dirty="0">
                <a:latin typeface="Times New Roman"/>
                <a:cs typeface="Times New Roman"/>
              </a:rPr>
              <a:t>ti</a:t>
            </a:r>
            <a:r>
              <a:rPr lang="en-US" sz="1700" dirty="0">
                <a:latin typeface="Times New Roman"/>
                <a:cs typeface="Times New Roman"/>
              </a:rPr>
              <a:t>on</a:t>
            </a:r>
            <a:r>
              <a:rPr lang="en-US" sz="1700" spc="-7" dirty="0">
                <a:latin typeface="Times New Roman"/>
                <a:cs typeface="Times New Roman"/>
              </a:rPr>
              <a:t> </a:t>
            </a:r>
            <a:r>
              <a:rPr lang="en-US" sz="1700" spc="-2" dirty="0">
                <a:latin typeface="Times New Roman"/>
                <a:cs typeface="Times New Roman"/>
              </a:rPr>
              <a:t>e</a:t>
            </a:r>
            <a:r>
              <a:rPr lang="en-US" sz="1700" spc="-5" dirty="0">
                <a:latin typeface="Times New Roman"/>
                <a:cs typeface="Times New Roman"/>
              </a:rPr>
              <a:t>x</a:t>
            </a:r>
            <a:r>
              <a:rPr lang="en-US" sz="1700" spc="-7" dirty="0">
                <a:latin typeface="Times New Roman"/>
                <a:cs typeface="Times New Roman"/>
              </a:rPr>
              <a:t>ec</a:t>
            </a:r>
            <a:r>
              <a:rPr lang="en-US" sz="1700" spc="-5" dirty="0">
                <a:latin typeface="Times New Roman"/>
                <a:cs typeface="Times New Roman"/>
              </a:rPr>
              <a:t>uted</a:t>
            </a:r>
            <a:r>
              <a:rPr lang="en-US" sz="1700" spc="-7" dirty="0">
                <a:latin typeface="Times New Roman"/>
                <a:cs typeface="Times New Roman"/>
              </a:rPr>
              <a:t> </a:t>
            </a:r>
            <a:r>
              <a:rPr lang="en-US" sz="1700" dirty="0">
                <a:latin typeface="Times New Roman"/>
                <a:cs typeface="Times New Roman"/>
              </a:rPr>
              <a:t>by</a:t>
            </a:r>
            <a:r>
              <a:rPr lang="en-US" sz="1700" spc="-2" dirty="0">
                <a:latin typeface="Times New Roman"/>
                <a:cs typeface="Times New Roman"/>
              </a:rPr>
              <a:t> the A</a:t>
            </a:r>
            <a:r>
              <a:rPr lang="en-US" sz="1700" dirty="0">
                <a:latin typeface="Times New Roman"/>
                <a:cs typeface="Times New Roman"/>
              </a:rPr>
              <a:t>LU</a:t>
            </a:r>
            <a:r>
              <a:rPr lang="en-US" sz="1700" spc="-10" dirty="0">
                <a:latin typeface="Times New Roman"/>
                <a:cs typeface="Times New Roman"/>
              </a:rPr>
              <a:t> </a:t>
            </a:r>
            <a:r>
              <a:rPr lang="en-US" sz="1700" spc="5" dirty="0">
                <a:latin typeface="Times New Roman"/>
                <a:cs typeface="Times New Roman"/>
              </a:rPr>
              <a:t>b</a:t>
            </a:r>
            <a:r>
              <a:rPr lang="en-US" sz="1700" spc="-7" dirty="0">
                <a:latin typeface="Times New Roman"/>
                <a:cs typeface="Times New Roman"/>
              </a:rPr>
              <a:t>a</a:t>
            </a:r>
            <a:r>
              <a:rPr lang="en-US" sz="1700" spc="-2" dirty="0">
                <a:latin typeface="Times New Roman"/>
                <a:cs typeface="Times New Roman"/>
              </a:rPr>
              <a:t>s</a:t>
            </a:r>
            <a:r>
              <a:rPr lang="en-US" sz="1700" spc="2" dirty="0">
                <a:latin typeface="Times New Roman"/>
                <a:cs typeface="Times New Roman"/>
              </a:rPr>
              <a:t>e</a:t>
            </a:r>
            <a:r>
              <a:rPr lang="en-US" sz="1700" dirty="0">
                <a:latin typeface="Times New Roman"/>
                <a:cs typeface="Times New Roman"/>
              </a:rPr>
              <a:t>d</a:t>
            </a:r>
            <a:r>
              <a:rPr lang="en-US" sz="1700" spc="-7" dirty="0">
                <a:latin typeface="Times New Roman"/>
                <a:cs typeface="Times New Roman"/>
              </a:rPr>
              <a:t> </a:t>
            </a:r>
            <a:r>
              <a:rPr lang="en-US" sz="1700" dirty="0">
                <a:latin typeface="Times New Roman"/>
                <a:cs typeface="Times New Roman"/>
              </a:rPr>
              <a:t>on</a:t>
            </a:r>
            <a:r>
              <a:rPr lang="en-US" sz="1700" spc="-7" dirty="0">
                <a:latin typeface="Times New Roman"/>
                <a:cs typeface="Times New Roman"/>
              </a:rPr>
              <a:t> </a:t>
            </a:r>
            <a:r>
              <a:rPr lang="en-US" sz="1700" spc="-2" dirty="0">
                <a:latin typeface="Times New Roman"/>
                <a:cs typeface="Times New Roman"/>
              </a:rPr>
              <a:t>the spe</a:t>
            </a:r>
            <a:r>
              <a:rPr lang="en-US" sz="1700" spc="-7" dirty="0">
                <a:latin typeface="Times New Roman"/>
                <a:cs typeface="Times New Roman"/>
              </a:rPr>
              <a:t>c</a:t>
            </a:r>
            <a:r>
              <a:rPr lang="en-US" sz="1700" spc="-2" dirty="0">
                <a:latin typeface="Times New Roman"/>
                <a:cs typeface="Times New Roman"/>
              </a:rPr>
              <a:t>ifi</a:t>
            </a:r>
            <a:r>
              <a:rPr lang="en-US" sz="1700" spc="-7" dirty="0">
                <a:latin typeface="Times New Roman"/>
                <a:cs typeface="Times New Roman"/>
              </a:rPr>
              <a:t>e</a:t>
            </a:r>
            <a:r>
              <a:rPr lang="en-US" sz="1700" dirty="0">
                <a:latin typeface="Times New Roman"/>
                <a:cs typeface="Times New Roman"/>
              </a:rPr>
              <a:t>d </a:t>
            </a:r>
            <a:r>
              <a:rPr lang="en-US" sz="1700" spc="-5" dirty="0">
                <a:latin typeface="Times New Roman"/>
                <a:cs typeface="Times New Roman"/>
              </a:rPr>
              <a:t>op</a:t>
            </a:r>
            <a:r>
              <a:rPr lang="en-US" sz="1700" spc="-7" dirty="0">
                <a:latin typeface="Times New Roman"/>
                <a:cs typeface="Times New Roman"/>
              </a:rPr>
              <a:t>c</a:t>
            </a:r>
            <a:r>
              <a:rPr lang="en-US" sz="1700" dirty="0">
                <a:latin typeface="Times New Roman"/>
                <a:cs typeface="Times New Roman"/>
              </a:rPr>
              <a:t>o</a:t>
            </a:r>
            <a:r>
              <a:rPr lang="en-US" sz="1700" spc="5" dirty="0">
                <a:latin typeface="Times New Roman"/>
                <a:cs typeface="Times New Roman"/>
              </a:rPr>
              <a:t>d</a:t>
            </a:r>
            <a:r>
              <a:rPr lang="en-US" sz="1700" spc="-7" dirty="0">
                <a:latin typeface="Times New Roman"/>
                <a:cs typeface="Times New Roman"/>
              </a:rPr>
              <a:t>e</a:t>
            </a:r>
            <a:r>
              <a:rPr lang="en-US" sz="1700" dirty="0">
                <a:latin typeface="Times New Roman"/>
                <a:cs typeface="Times New Roman"/>
              </a:rPr>
              <a:t>.</a:t>
            </a:r>
          </a:p>
        </p:txBody>
      </p:sp>
      <p:graphicFrame>
        <p:nvGraphicFramePr>
          <p:cNvPr id="2" name="object 3"/>
          <p:cNvGraphicFramePr>
            <a:graphicFrameLocks noGrp="1"/>
          </p:cNvGraphicFramePr>
          <p:nvPr>
            <p:extLst>
              <p:ext uri="{D42A27DB-BD31-4B8C-83A1-F6EECF244321}">
                <p14:modId xmlns:p14="http://schemas.microsoft.com/office/powerpoint/2010/main" val="3472439564"/>
              </p:ext>
            </p:extLst>
          </p:nvPr>
        </p:nvGraphicFramePr>
        <p:xfrm>
          <a:off x="5638800" y="1114428"/>
          <a:ext cx="3003270" cy="2438400"/>
        </p:xfrm>
        <a:graphic>
          <a:graphicData uri="http://schemas.openxmlformats.org/drawingml/2006/table">
            <a:tbl>
              <a:tblPr firstRow="1" bandRow="1">
                <a:tableStyleId>{2D5ABB26-0587-4C30-8999-92F81FD0307C}</a:tableStyleId>
              </a:tblPr>
              <a:tblGrid>
                <a:gridCol w="841967">
                  <a:extLst>
                    <a:ext uri="{9D8B030D-6E8A-4147-A177-3AD203B41FA5}">
                      <a16:colId xmlns:a16="http://schemas.microsoft.com/office/drawing/2014/main" val="20000"/>
                    </a:ext>
                  </a:extLst>
                </a:gridCol>
                <a:gridCol w="765424">
                  <a:extLst>
                    <a:ext uri="{9D8B030D-6E8A-4147-A177-3AD203B41FA5}">
                      <a16:colId xmlns:a16="http://schemas.microsoft.com/office/drawing/2014/main" val="20001"/>
                    </a:ext>
                  </a:extLst>
                </a:gridCol>
                <a:gridCol w="680378">
                  <a:extLst>
                    <a:ext uri="{9D8B030D-6E8A-4147-A177-3AD203B41FA5}">
                      <a16:colId xmlns:a16="http://schemas.microsoft.com/office/drawing/2014/main" val="20002"/>
                    </a:ext>
                  </a:extLst>
                </a:gridCol>
                <a:gridCol w="715501">
                  <a:extLst>
                    <a:ext uri="{9D8B030D-6E8A-4147-A177-3AD203B41FA5}">
                      <a16:colId xmlns:a16="http://schemas.microsoft.com/office/drawing/2014/main" val="20003"/>
                    </a:ext>
                  </a:extLst>
                </a:gridCol>
              </a:tblGrid>
              <a:tr h="87965">
                <a:tc>
                  <a:txBody>
                    <a:bodyPr/>
                    <a:lstStyle/>
                    <a:p>
                      <a:pPr marL="145415">
                        <a:lnSpc>
                          <a:spcPct val="100000"/>
                        </a:lnSpc>
                      </a:pPr>
                      <a:r>
                        <a:rPr sz="1600" b="1" dirty="0">
                          <a:latin typeface="Times New Roman"/>
                          <a:cs typeface="Times New Roman"/>
                        </a:rPr>
                        <a:t>Bi</a:t>
                      </a:r>
                      <a:r>
                        <a:rPr sz="1600" b="1" spc="5" dirty="0">
                          <a:latin typeface="Times New Roman"/>
                          <a:cs typeface="Times New Roman"/>
                        </a:rPr>
                        <a:t>n</a:t>
                      </a:r>
                      <a:r>
                        <a:rPr sz="1600" b="1" dirty="0">
                          <a:latin typeface="Times New Roman"/>
                          <a:cs typeface="Times New Roman"/>
                        </a:rPr>
                        <a:t>a</a:t>
                      </a:r>
                      <a:r>
                        <a:rPr sz="1600" b="1" spc="-5" dirty="0">
                          <a:latin typeface="Times New Roman"/>
                          <a:cs typeface="Times New Roman"/>
                        </a:rPr>
                        <a:t>r</a:t>
                      </a:r>
                      <a:r>
                        <a:rPr sz="1600" b="1" dirty="0">
                          <a:latin typeface="Times New Roman"/>
                          <a:cs typeface="Times New Roman"/>
                        </a:rPr>
                        <a:t>y </a:t>
                      </a:r>
                      <a:r>
                        <a:rPr sz="1600" b="1" spc="-5" dirty="0">
                          <a:latin typeface="Times New Roman"/>
                          <a:cs typeface="Times New Roman"/>
                        </a:rPr>
                        <a:t>c</a:t>
                      </a:r>
                      <a:r>
                        <a:rPr sz="1600" b="1" dirty="0">
                          <a:latin typeface="Times New Roman"/>
                          <a:cs typeface="Times New Roman"/>
                        </a:rPr>
                        <a:t>ode</a:t>
                      </a:r>
                      <a:endParaRPr sz="160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tc>
                  <a:txBody>
                    <a:bodyPr/>
                    <a:lstStyle/>
                    <a:p>
                      <a:pPr marL="81280">
                        <a:lnSpc>
                          <a:spcPct val="100000"/>
                        </a:lnSpc>
                      </a:pPr>
                      <a:r>
                        <a:rPr sz="1600" b="1" dirty="0">
                          <a:latin typeface="Times New Roman"/>
                          <a:cs typeface="Times New Roman"/>
                        </a:rPr>
                        <a:t>SELA</a:t>
                      </a:r>
                      <a:endParaRPr sz="160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tc>
                  <a:txBody>
                    <a:bodyPr/>
                    <a:lstStyle/>
                    <a:p>
                      <a:pPr marL="84455">
                        <a:lnSpc>
                          <a:spcPct val="100000"/>
                        </a:lnSpc>
                      </a:pPr>
                      <a:r>
                        <a:rPr sz="1600" b="1" dirty="0">
                          <a:latin typeface="Times New Roman"/>
                          <a:cs typeface="Times New Roman"/>
                        </a:rPr>
                        <a:t>SELB</a:t>
                      </a:r>
                      <a:endParaRPr sz="160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tc>
                  <a:txBody>
                    <a:bodyPr/>
                    <a:lstStyle/>
                    <a:p>
                      <a:pPr marL="81280">
                        <a:lnSpc>
                          <a:spcPct val="100000"/>
                        </a:lnSpc>
                      </a:pPr>
                      <a:r>
                        <a:rPr sz="1600" b="1" dirty="0">
                          <a:latin typeface="Times New Roman"/>
                          <a:cs typeface="Times New Roman"/>
                        </a:rPr>
                        <a:t>SELD</a:t>
                      </a:r>
                      <a:endParaRPr sz="160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extLst>
                  <a:ext uri="{0D108BD9-81ED-4DB2-BD59-A6C34878D82A}">
                    <a16:rowId xmlns:a16="http://schemas.microsoft.com/office/drawing/2014/main" val="10000"/>
                  </a:ext>
                </a:extLst>
              </a:tr>
              <a:tr h="87965">
                <a:tc>
                  <a:txBody>
                    <a:bodyPr/>
                    <a:lstStyle/>
                    <a:p>
                      <a:pPr algn="ctr">
                        <a:lnSpc>
                          <a:spcPct val="100000"/>
                        </a:lnSpc>
                      </a:pPr>
                      <a:r>
                        <a:rPr sz="1600" dirty="0">
                          <a:latin typeface="Times New Roman"/>
                          <a:cs typeface="Times New Roman"/>
                        </a:rPr>
                        <a:t>000</a:t>
                      </a: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tc>
                  <a:txBody>
                    <a:bodyPr/>
                    <a:lstStyle/>
                    <a:p>
                      <a:pPr marL="119380">
                        <a:lnSpc>
                          <a:spcPct val="100000"/>
                        </a:lnSpc>
                      </a:pPr>
                      <a:r>
                        <a:rPr sz="1600" spc="-20" dirty="0">
                          <a:latin typeface="Times New Roman"/>
                          <a:cs typeface="Times New Roman"/>
                        </a:rPr>
                        <a:t>I</a:t>
                      </a:r>
                      <a:r>
                        <a:rPr sz="1600" dirty="0">
                          <a:latin typeface="Times New Roman"/>
                          <a:cs typeface="Times New Roman"/>
                        </a:rPr>
                        <a:t>nput</a:t>
                      </a:r>
                      <a:endParaRPr sz="160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tc>
                  <a:txBody>
                    <a:bodyPr/>
                    <a:lstStyle/>
                    <a:p>
                      <a:pPr marL="119380">
                        <a:lnSpc>
                          <a:spcPct val="100000"/>
                        </a:lnSpc>
                      </a:pPr>
                      <a:r>
                        <a:rPr sz="1600" spc="-20" dirty="0">
                          <a:latin typeface="Times New Roman"/>
                          <a:cs typeface="Times New Roman"/>
                        </a:rPr>
                        <a:t>I</a:t>
                      </a:r>
                      <a:r>
                        <a:rPr sz="1600" dirty="0">
                          <a:latin typeface="Times New Roman"/>
                          <a:cs typeface="Times New Roman"/>
                        </a:rPr>
                        <a:t>nput</a:t>
                      </a:r>
                      <a:endParaRPr sz="160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tc>
                  <a:txBody>
                    <a:bodyPr/>
                    <a:lstStyle/>
                    <a:p>
                      <a:pPr marL="115570">
                        <a:lnSpc>
                          <a:spcPct val="100000"/>
                        </a:lnSpc>
                      </a:pPr>
                      <a:r>
                        <a:rPr sz="1600" spc="-5" dirty="0">
                          <a:latin typeface="Times New Roman"/>
                          <a:cs typeface="Times New Roman"/>
                        </a:rPr>
                        <a:t>None</a:t>
                      </a:r>
                      <a:endParaRPr sz="160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extLst>
                  <a:ext uri="{0D108BD9-81ED-4DB2-BD59-A6C34878D82A}">
                    <a16:rowId xmlns:a16="http://schemas.microsoft.com/office/drawing/2014/main" val="10001"/>
                  </a:ext>
                </a:extLst>
              </a:tr>
              <a:tr h="87965">
                <a:tc>
                  <a:txBody>
                    <a:bodyPr/>
                    <a:lstStyle/>
                    <a:p>
                      <a:pPr algn="ctr">
                        <a:lnSpc>
                          <a:spcPct val="100000"/>
                        </a:lnSpc>
                      </a:pPr>
                      <a:r>
                        <a:rPr sz="1600" dirty="0">
                          <a:latin typeface="Times New Roman"/>
                          <a:cs typeface="Times New Roman"/>
                        </a:rPr>
                        <a:t>001</a:t>
                      </a: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tc>
                  <a:txBody>
                    <a:bodyPr/>
                    <a:lstStyle/>
                    <a:p>
                      <a:pPr algn="ctr">
                        <a:lnSpc>
                          <a:spcPct val="100000"/>
                        </a:lnSpc>
                      </a:pPr>
                      <a:r>
                        <a:rPr sz="1600" dirty="0">
                          <a:latin typeface="Times New Roman"/>
                          <a:cs typeface="Times New Roman"/>
                        </a:rPr>
                        <a:t>R1</a:t>
                      </a:r>
                      <a:endParaRPr sz="160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tc>
                  <a:txBody>
                    <a:bodyPr/>
                    <a:lstStyle/>
                    <a:p>
                      <a:pPr algn="ctr">
                        <a:lnSpc>
                          <a:spcPct val="100000"/>
                        </a:lnSpc>
                      </a:pPr>
                      <a:r>
                        <a:rPr sz="1600" dirty="0">
                          <a:latin typeface="Times New Roman"/>
                          <a:cs typeface="Times New Roman"/>
                        </a:rPr>
                        <a:t>R1</a:t>
                      </a: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tc>
                  <a:txBody>
                    <a:bodyPr/>
                    <a:lstStyle/>
                    <a:p>
                      <a:pPr algn="ctr">
                        <a:lnSpc>
                          <a:spcPct val="100000"/>
                        </a:lnSpc>
                      </a:pPr>
                      <a:r>
                        <a:rPr sz="1600" dirty="0">
                          <a:latin typeface="Times New Roman"/>
                          <a:cs typeface="Times New Roman"/>
                        </a:rPr>
                        <a:t>R1</a:t>
                      </a:r>
                      <a:endParaRPr sz="160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extLst>
                  <a:ext uri="{0D108BD9-81ED-4DB2-BD59-A6C34878D82A}">
                    <a16:rowId xmlns:a16="http://schemas.microsoft.com/office/drawing/2014/main" val="10002"/>
                  </a:ext>
                </a:extLst>
              </a:tr>
              <a:tr h="88155">
                <a:tc>
                  <a:txBody>
                    <a:bodyPr/>
                    <a:lstStyle/>
                    <a:p>
                      <a:pPr algn="ctr">
                        <a:lnSpc>
                          <a:spcPct val="100000"/>
                        </a:lnSpc>
                      </a:pPr>
                      <a:r>
                        <a:rPr sz="1600" dirty="0">
                          <a:latin typeface="Times New Roman"/>
                          <a:cs typeface="Times New Roman"/>
                        </a:rPr>
                        <a:t>010</a:t>
                      </a:r>
                      <a:endParaRPr sz="160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tc>
                  <a:txBody>
                    <a:bodyPr/>
                    <a:lstStyle/>
                    <a:p>
                      <a:pPr algn="ctr">
                        <a:lnSpc>
                          <a:spcPct val="100000"/>
                        </a:lnSpc>
                      </a:pPr>
                      <a:r>
                        <a:rPr sz="1600" dirty="0">
                          <a:latin typeface="Times New Roman"/>
                          <a:cs typeface="Times New Roman"/>
                        </a:rPr>
                        <a:t>R2</a:t>
                      </a:r>
                      <a:endParaRPr sz="160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tc>
                  <a:txBody>
                    <a:bodyPr/>
                    <a:lstStyle/>
                    <a:p>
                      <a:pPr algn="ctr">
                        <a:lnSpc>
                          <a:spcPct val="100000"/>
                        </a:lnSpc>
                      </a:pPr>
                      <a:r>
                        <a:rPr sz="1600" dirty="0">
                          <a:latin typeface="Times New Roman"/>
                          <a:cs typeface="Times New Roman"/>
                        </a:rPr>
                        <a:t>R2</a:t>
                      </a:r>
                      <a:endParaRPr sz="160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tc>
                  <a:txBody>
                    <a:bodyPr/>
                    <a:lstStyle/>
                    <a:p>
                      <a:pPr algn="ctr">
                        <a:lnSpc>
                          <a:spcPct val="100000"/>
                        </a:lnSpc>
                      </a:pPr>
                      <a:r>
                        <a:rPr sz="1600" dirty="0">
                          <a:latin typeface="Times New Roman"/>
                          <a:cs typeface="Times New Roman"/>
                        </a:rPr>
                        <a:t>R2</a:t>
                      </a:r>
                      <a:endParaRPr sz="160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extLst>
                  <a:ext uri="{0D108BD9-81ED-4DB2-BD59-A6C34878D82A}">
                    <a16:rowId xmlns:a16="http://schemas.microsoft.com/office/drawing/2014/main" val="10003"/>
                  </a:ext>
                </a:extLst>
              </a:tr>
              <a:tr h="87965">
                <a:tc>
                  <a:txBody>
                    <a:bodyPr/>
                    <a:lstStyle/>
                    <a:p>
                      <a:pPr algn="ctr">
                        <a:lnSpc>
                          <a:spcPct val="100000"/>
                        </a:lnSpc>
                      </a:pPr>
                      <a:r>
                        <a:rPr sz="1600" dirty="0">
                          <a:latin typeface="Times New Roman"/>
                          <a:cs typeface="Times New Roman"/>
                        </a:rPr>
                        <a:t>011</a:t>
                      </a:r>
                      <a:endParaRPr sz="160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tc>
                  <a:txBody>
                    <a:bodyPr/>
                    <a:lstStyle/>
                    <a:p>
                      <a:pPr algn="ctr">
                        <a:lnSpc>
                          <a:spcPct val="100000"/>
                        </a:lnSpc>
                      </a:pPr>
                      <a:r>
                        <a:rPr sz="1600" dirty="0">
                          <a:latin typeface="Times New Roman"/>
                          <a:cs typeface="Times New Roman"/>
                        </a:rPr>
                        <a:t>R3</a:t>
                      </a:r>
                      <a:endParaRPr sz="160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tc>
                  <a:txBody>
                    <a:bodyPr/>
                    <a:lstStyle/>
                    <a:p>
                      <a:pPr algn="ctr">
                        <a:lnSpc>
                          <a:spcPct val="100000"/>
                        </a:lnSpc>
                      </a:pPr>
                      <a:r>
                        <a:rPr sz="1600" dirty="0">
                          <a:latin typeface="Times New Roman"/>
                          <a:cs typeface="Times New Roman"/>
                        </a:rPr>
                        <a:t>R3</a:t>
                      </a:r>
                      <a:endParaRPr sz="160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tc>
                  <a:txBody>
                    <a:bodyPr/>
                    <a:lstStyle/>
                    <a:p>
                      <a:pPr algn="ctr">
                        <a:lnSpc>
                          <a:spcPct val="100000"/>
                        </a:lnSpc>
                      </a:pPr>
                      <a:r>
                        <a:rPr sz="1600" dirty="0">
                          <a:latin typeface="Times New Roman"/>
                          <a:cs typeface="Times New Roman"/>
                        </a:rPr>
                        <a:t>R3</a:t>
                      </a:r>
                      <a:endParaRPr sz="160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extLst>
                  <a:ext uri="{0D108BD9-81ED-4DB2-BD59-A6C34878D82A}">
                    <a16:rowId xmlns:a16="http://schemas.microsoft.com/office/drawing/2014/main" val="10004"/>
                  </a:ext>
                </a:extLst>
              </a:tr>
              <a:tr h="87965">
                <a:tc>
                  <a:txBody>
                    <a:bodyPr/>
                    <a:lstStyle/>
                    <a:p>
                      <a:pPr algn="ctr">
                        <a:lnSpc>
                          <a:spcPct val="100000"/>
                        </a:lnSpc>
                      </a:pPr>
                      <a:r>
                        <a:rPr sz="1600" dirty="0">
                          <a:latin typeface="Times New Roman"/>
                          <a:cs typeface="Times New Roman"/>
                        </a:rPr>
                        <a:t>100</a:t>
                      </a:r>
                      <a:endParaRPr sz="160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tc>
                  <a:txBody>
                    <a:bodyPr/>
                    <a:lstStyle/>
                    <a:p>
                      <a:pPr algn="ctr">
                        <a:lnSpc>
                          <a:spcPct val="100000"/>
                        </a:lnSpc>
                      </a:pPr>
                      <a:r>
                        <a:rPr sz="1600" dirty="0">
                          <a:latin typeface="Times New Roman"/>
                          <a:cs typeface="Times New Roman"/>
                        </a:rPr>
                        <a:t>R4</a:t>
                      </a:r>
                      <a:endParaRPr sz="160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tc>
                  <a:txBody>
                    <a:bodyPr/>
                    <a:lstStyle/>
                    <a:p>
                      <a:pPr algn="ctr">
                        <a:lnSpc>
                          <a:spcPct val="100000"/>
                        </a:lnSpc>
                      </a:pPr>
                      <a:r>
                        <a:rPr sz="1600" dirty="0">
                          <a:latin typeface="Times New Roman"/>
                          <a:cs typeface="Times New Roman"/>
                        </a:rPr>
                        <a:t>R4</a:t>
                      </a:r>
                      <a:endParaRPr sz="160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tc>
                  <a:txBody>
                    <a:bodyPr/>
                    <a:lstStyle/>
                    <a:p>
                      <a:pPr algn="ctr">
                        <a:lnSpc>
                          <a:spcPct val="100000"/>
                        </a:lnSpc>
                      </a:pPr>
                      <a:r>
                        <a:rPr sz="1600" dirty="0">
                          <a:latin typeface="Times New Roman"/>
                          <a:cs typeface="Times New Roman"/>
                        </a:rPr>
                        <a:t>R4</a:t>
                      </a:r>
                      <a:endParaRPr sz="160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extLst>
                  <a:ext uri="{0D108BD9-81ED-4DB2-BD59-A6C34878D82A}">
                    <a16:rowId xmlns:a16="http://schemas.microsoft.com/office/drawing/2014/main" val="10005"/>
                  </a:ext>
                </a:extLst>
              </a:tr>
              <a:tr h="87965">
                <a:tc>
                  <a:txBody>
                    <a:bodyPr/>
                    <a:lstStyle/>
                    <a:p>
                      <a:pPr algn="ctr">
                        <a:lnSpc>
                          <a:spcPct val="100000"/>
                        </a:lnSpc>
                      </a:pPr>
                      <a:r>
                        <a:rPr sz="1600" dirty="0">
                          <a:latin typeface="Times New Roman"/>
                          <a:cs typeface="Times New Roman"/>
                        </a:rPr>
                        <a:t>101</a:t>
                      </a: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tc>
                  <a:txBody>
                    <a:bodyPr/>
                    <a:lstStyle/>
                    <a:p>
                      <a:pPr algn="ctr">
                        <a:lnSpc>
                          <a:spcPct val="100000"/>
                        </a:lnSpc>
                      </a:pPr>
                      <a:r>
                        <a:rPr sz="1600" dirty="0">
                          <a:latin typeface="Times New Roman"/>
                          <a:cs typeface="Times New Roman"/>
                        </a:rPr>
                        <a:t>R5</a:t>
                      </a:r>
                      <a:endParaRPr sz="160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tc>
                  <a:txBody>
                    <a:bodyPr/>
                    <a:lstStyle/>
                    <a:p>
                      <a:pPr algn="ctr">
                        <a:lnSpc>
                          <a:spcPct val="100000"/>
                        </a:lnSpc>
                      </a:pPr>
                      <a:r>
                        <a:rPr sz="1600" dirty="0">
                          <a:latin typeface="Times New Roman"/>
                          <a:cs typeface="Times New Roman"/>
                        </a:rPr>
                        <a:t>R5</a:t>
                      </a:r>
                      <a:endParaRPr sz="160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tc>
                  <a:txBody>
                    <a:bodyPr/>
                    <a:lstStyle/>
                    <a:p>
                      <a:pPr algn="ctr">
                        <a:lnSpc>
                          <a:spcPct val="100000"/>
                        </a:lnSpc>
                      </a:pPr>
                      <a:r>
                        <a:rPr sz="1600" dirty="0">
                          <a:latin typeface="Times New Roman"/>
                          <a:cs typeface="Times New Roman"/>
                        </a:rPr>
                        <a:t>R5</a:t>
                      </a:r>
                      <a:endParaRPr sz="160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extLst>
                  <a:ext uri="{0D108BD9-81ED-4DB2-BD59-A6C34878D82A}">
                    <a16:rowId xmlns:a16="http://schemas.microsoft.com/office/drawing/2014/main" val="10006"/>
                  </a:ext>
                </a:extLst>
              </a:tr>
              <a:tr h="87965">
                <a:tc>
                  <a:txBody>
                    <a:bodyPr/>
                    <a:lstStyle/>
                    <a:p>
                      <a:pPr algn="ctr">
                        <a:lnSpc>
                          <a:spcPct val="100000"/>
                        </a:lnSpc>
                      </a:pPr>
                      <a:r>
                        <a:rPr sz="1600" dirty="0">
                          <a:latin typeface="Times New Roman"/>
                          <a:cs typeface="Times New Roman"/>
                        </a:rPr>
                        <a:t>110</a:t>
                      </a:r>
                      <a:endParaRPr sz="160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tc>
                  <a:txBody>
                    <a:bodyPr/>
                    <a:lstStyle/>
                    <a:p>
                      <a:pPr algn="ctr">
                        <a:lnSpc>
                          <a:spcPct val="100000"/>
                        </a:lnSpc>
                      </a:pPr>
                      <a:r>
                        <a:rPr sz="1600" dirty="0">
                          <a:latin typeface="Times New Roman"/>
                          <a:cs typeface="Times New Roman"/>
                        </a:rPr>
                        <a:t>R6</a:t>
                      </a:r>
                      <a:endParaRPr sz="160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tc>
                  <a:txBody>
                    <a:bodyPr/>
                    <a:lstStyle/>
                    <a:p>
                      <a:pPr algn="ctr">
                        <a:lnSpc>
                          <a:spcPct val="100000"/>
                        </a:lnSpc>
                      </a:pPr>
                      <a:r>
                        <a:rPr sz="1600" dirty="0">
                          <a:latin typeface="Times New Roman"/>
                          <a:cs typeface="Times New Roman"/>
                        </a:rPr>
                        <a:t>R6</a:t>
                      </a:r>
                      <a:endParaRPr sz="160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tc>
                  <a:txBody>
                    <a:bodyPr/>
                    <a:lstStyle/>
                    <a:p>
                      <a:pPr algn="ctr">
                        <a:lnSpc>
                          <a:spcPct val="100000"/>
                        </a:lnSpc>
                      </a:pPr>
                      <a:r>
                        <a:rPr sz="1600" dirty="0">
                          <a:latin typeface="Times New Roman"/>
                          <a:cs typeface="Times New Roman"/>
                        </a:rPr>
                        <a:t>R6</a:t>
                      </a:r>
                      <a:endParaRPr sz="160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extLst>
                  <a:ext uri="{0D108BD9-81ED-4DB2-BD59-A6C34878D82A}">
                    <a16:rowId xmlns:a16="http://schemas.microsoft.com/office/drawing/2014/main" val="10007"/>
                  </a:ext>
                </a:extLst>
              </a:tr>
              <a:tr h="87965">
                <a:tc>
                  <a:txBody>
                    <a:bodyPr/>
                    <a:lstStyle/>
                    <a:p>
                      <a:pPr algn="ctr">
                        <a:lnSpc>
                          <a:spcPct val="100000"/>
                        </a:lnSpc>
                      </a:pPr>
                      <a:r>
                        <a:rPr sz="1600" dirty="0">
                          <a:latin typeface="Times New Roman"/>
                          <a:cs typeface="Times New Roman"/>
                        </a:rPr>
                        <a:t>111</a:t>
                      </a:r>
                      <a:endParaRPr sz="160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tc>
                  <a:txBody>
                    <a:bodyPr/>
                    <a:lstStyle/>
                    <a:p>
                      <a:pPr algn="ctr">
                        <a:lnSpc>
                          <a:spcPct val="100000"/>
                        </a:lnSpc>
                      </a:pPr>
                      <a:r>
                        <a:rPr sz="1600" dirty="0">
                          <a:latin typeface="Times New Roman"/>
                          <a:cs typeface="Times New Roman"/>
                        </a:rPr>
                        <a:t>R7</a:t>
                      </a:r>
                      <a:endParaRPr sz="160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tc>
                  <a:txBody>
                    <a:bodyPr/>
                    <a:lstStyle/>
                    <a:p>
                      <a:pPr algn="ctr">
                        <a:lnSpc>
                          <a:spcPct val="100000"/>
                        </a:lnSpc>
                      </a:pPr>
                      <a:r>
                        <a:rPr sz="1600" dirty="0">
                          <a:latin typeface="Times New Roman"/>
                          <a:cs typeface="Times New Roman"/>
                        </a:rPr>
                        <a:t>R7</a:t>
                      </a:r>
                      <a:endParaRPr sz="160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tc>
                  <a:txBody>
                    <a:bodyPr/>
                    <a:lstStyle/>
                    <a:p>
                      <a:pPr algn="ctr">
                        <a:lnSpc>
                          <a:spcPct val="100000"/>
                        </a:lnSpc>
                      </a:pPr>
                      <a:r>
                        <a:rPr sz="1600" dirty="0">
                          <a:latin typeface="Times New Roman"/>
                          <a:cs typeface="Times New Roman"/>
                        </a:rPr>
                        <a:t>R7</a:t>
                      </a: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extLst>
                  <a:ext uri="{0D108BD9-81ED-4DB2-BD59-A6C34878D82A}">
                    <a16:rowId xmlns:a16="http://schemas.microsoft.com/office/drawing/2014/main" val="10008"/>
                  </a:ext>
                </a:extLst>
              </a:tr>
            </a:tbl>
          </a:graphicData>
        </a:graphic>
      </p:graphicFrame>
      <p:sp>
        <p:nvSpPr>
          <p:cNvPr id="4" name="object 4"/>
          <p:cNvSpPr txBox="1"/>
          <p:nvPr/>
        </p:nvSpPr>
        <p:spPr>
          <a:xfrm>
            <a:off x="5943600" y="4171950"/>
            <a:ext cx="2690850" cy="169277"/>
          </a:xfrm>
          <a:prstGeom prst="rect">
            <a:avLst/>
          </a:prstGeom>
        </p:spPr>
        <p:txBody>
          <a:bodyPr vert="horz" wrap="square" lIns="0" tIns="0" rIns="0" bIns="0" rtlCol="0">
            <a:spAutoFit/>
          </a:bodyPr>
          <a:lstStyle/>
          <a:p>
            <a:pPr marL="6109"/>
            <a:r>
              <a:rPr lang="en-US" sz="1100" i="1" dirty="0">
                <a:latin typeface="Times New Roman"/>
                <a:cs typeface="Times New Roman"/>
              </a:rPr>
              <a:t>Regi</a:t>
            </a:r>
            <a:r>
              <a:rPr lang="en-US" sz="1100" i="1" spc="-7" dirty="0">
                <a:latin typeface="Times New Roman"/>
                <a:cs typeface="Times New Roman"/>
              </a:rPr>
              <a:t>s</a:t>
            </a:r>
            <a:r>
              <a:rPr lang="en-US" sz="1100" i="1" dirty="0">
                <a:latin typeface="Times New Roman"/>
                <a:cs typeface="Times New Roman"/>
              </a:rPr>
              <a:t>ter</a:t>
            </a:r>
            <a:r>
              <a:rPr lang="en-US" sz="1100" i="1" spc="-5" dirty="0">
                <a:latin typeface="Times New Roman"/>
                <a:cs typeface="Times New Roman"/>
              </a:rPr>
              <a:t> </a:t>
            </a:r>
            <a:r>
              <a:rPr lang="en-US" sz="1100" i="1" dirty="0">
                <a:latin typeface="Times New Roman"/>
                <a:cs typeface="Times New Roman"/>
              </a:rPr>
              <a:t>and </a:t>
            </a:r>
            <a:r>
              <a:rPr lang="en-US" sz="1100" i="1" spc="-5" dirty="0">
                <a:latin typeface="Times New Roman"/>
                <a:cs typeface="Times New Roman"/>
              </a:rPr>
              <a:t>m</a:t>
            </a:r>
            <a:r>
              <a:rPr lang="en-US" sz="1100" i="1" spc="-7" dirty="0">
                <a:latin typeface="Times New Roman"/>
                <a:cs typeface="Times New Roman"/>
              </a:rPr>
              <a:t>u</a:t>
            </a:r>
            <a:r>
              <a:rPr lang="en-US" sz="1100" i="1" dirty="0">
                <a:latin typeface="Times New Roman"/>
                <a:cs typeface="Times New Roman"/>
              </a:rPr>
              <a:t>l</a:t>
            </a:r>
            <a:r>
              <a:rPr lang="en-US" sz="1100" i="1" spc="-5" dirty="0">
                <a:latin typeface="Times New Roman"/>
                <a:cs typeface="Times New Roman"/>
              </a:rPr>
              <a:t>t</a:t>
            </a:r>
            <a:r>
              <a:rPr lang="en-US" sz="1100" i="1" dirty="0">
                <a:latin typeface="Times New Roman"/>
                <a:cs typeface="Times New Roman"/>
              </a:rPr>
              <a:t>ip</a:t>
            </a:r>
            <a:r>
              <a:rPr lang="en-US" sz="1100" i="1" spc="-5" dirty="0">
                <a:latin typeface="Times New Roman"/>
                <a:cs typeface="Times New Roman"/>
              </a:rPr>
              <a:t>l</a:t>
            </a:r>
            <a:r>
              <a:rPr lang="en-US" sz="1100" i="1" dirty="0">
                <a:latin typeface="Times New Roman"/>
                <a:cs typeface="Times New Roman"/>
              </a:rPr>
              <a:t>ex</a:t>
            </a:r>
            <a:r>
              <a:rPr lang="en-US" sz="1100" i="1" spc="-5" dirty="0">
                <a:latin typeface="Times New Roman"/>
                <a:cs typeface="Times New Roman"/>
              </a:rPr>
              <a:t>e</a:t>
            </a:r>
            <a:r>
              <a:rPr lang="en-US" sz="1100" i="1" dirty="0">
                <a:latin typeface="Times New Roman"/>
                <a:cs typeface="Times New Roman"/>
              </a:rPr>
              <a:t>r </a:t>
            </a:r>
            <a:r>
              <a:rPr lang="en-US" sz="1100" i="1" spc="2" dirty="0">
                <a:latin typeface="Times New Roman"/>
                <a:cs typeface="Times New Roman"/>
              </a:rPr>
              <a:t>i</a:t>
            </a:r>
            <a:r>
              <a:rPr lang="en-US" sz="1100" i="1" spc="-7" dirty="0">
                <a:latin typeface="Times New Roman"/>
                <a:cs typeface="Times New Roman"/>
              </a:rPr>
              <a:t>n</a:t>
            </a:r>
            <a:r>
              <a:rPr lang="en-US" sz="1100" i="1" dirty="0">
                <a:latin typeface="Times New Roman"/>
                <a:cs typeface="Times New Roman"/>
              </a:rPr>
              <a:t>put</a:t>
            </a:r>
            <a:r>
              <a:rPr lang="en-US" sz="1100" i="1" spc="2" dirty="0">
                <a:latin typeface="Times New Roman"/>
                <a:cs typeface="Times New Roman"/>
              </a:rPr>
              <a:t> </a:t>
            </a:r>
            <a:r>
              <a:rPr lang="en-US" sz="1100" i="1" spc="-7" dirty="0">
                <a:latin typeface="Times New Roman"/>
                <a:cs typeface="Times New Roman"/>
              </a:rPr>
              <a:t>s</a:t>
            </a:r>
            <a:r>
              <a:rPr lang="en-US" sz="1100" i="1" dirty="0">
                <a:latin typeface="Times New Roman"/>
                <a:cs typeface="Times New Roman"/>
              </a:rPr>
              <a:t>e</a:t>
            </a:r>
            <a:r>
              <a:rPr lang="en-US" sz="1100" i="1" spc="2" dirty="0">
                <a:latin typeface="Times New Roman"/>
                <a:cs typeface="Times New Roman"/>
              </a:rPr>
              <a:t>l</a:t>
            </a:r>
            <a:r>
              <a:rPr lang="en-US" sz="1100" i="1" spc="-5" dirty="0">
                <a:latin typeface="Times New Roman"/>
                <a:cs typeface="Times New Roman"/>
              </a:rPr>
              <a:t>e</a:t>
            </a:r>
            <a:r>
              <a:rPr lang="en-US" sz="1100" i="1" dirty="0">
                <a:latin typeface="Times New Roman"/>
                <a:cs typeface="Times New Roman"/>
              </a:rPr>
              <a:t>c</a:t>
            </a:r>
            <a:r>
              <a:rPr lang="en-US" sz="1100" i="1" spc="-5" dirty="0">
                <a:latin typeface="Times New Roman"/>
                <a:cs typeface="Times New Roman"/>
              </a:rPr>
              <a:t>t</a:t>
            </a:r>
            <a:r>
              <a:rPr lang="en-US" sz="1100" i="1" dirty="0">
                <a:latin typeface="Times New Roman"/>
                <a:cs typeface="Times New Roman"/>
              </a:rPr>
              <a:t>ion</a:t>
            </a:r>
            <a:r>
              <a:rPr lang="en-US" sz="1100" i="1" spc="-7" dirty="0">
                <a:latin typeface="Times New Roman"/>
                <a:cs typeface="Times New Roman"/>
              </a:rPr>
              <a:t> </a:t>
            </a:r>
            <a:r>
              <a:rPr lang="en-US" sz="1100" i="1" dirty="0">
                <a:latin typeface="Times New Roman"/>
                <a:cs typeface="Times New Roman"/>
              </a:rPr>
              <a:t>code</a:t>
            </a:r>
            <a:endParaRPr sz="1100" dirty="0">
              <a:latin typeface="Times New Roman"/>
              <a:cs typeface="Times New Roman"/>
            </a:endParaRPr>
          </a:p>
        </p:txBody>
      </p:sp>
    </p:spTree>
    <p:extLst>
      <p:ext uri="{BB962C8B-B14F-4D97-AF65-F5344CB8AC3E}">
        <p14:creationId xmlns:p14="http://schemas.microsoft.com/office/powerpoint/2010/main" val="9417259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79ABA-C4BB-3102-9EFF-2354CEA117B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C4CAB00-C50A-45A3-50BB-E18307636941}"/>
              </a:ext>
            </a:extLst>
          </p:cNvPr>
          <p:cNvPicPr>
            <a:picLocks noChangeAspect="1"/>
          </p:cNvPicPr>
          <p:nvPr/>
        </p:nvPicPr>
        <p:blipFill>
          <a:blip r:embed="rId2"/>
          <a:stretch>
            <a:fillRect/>
          </a:stretch>
        </p:blipFill>
        <p:spPr>
          <a:xfrm>
            <a:off x="100454" y="116065"/>
            <a:ext cx="476476" cy="806935"/>
          </a:xfrm>
          <a:prstGeom prst="rect">
            <a:avLst/>
          </a:prstGeom>
        </p:spPr>
      </p:pic>
      <p:pic>
        <p:nvPicPr>
          <p:cNvPr id="6" name="Picture 5">
            <a:extLst>
              <a:ext uri="{FF2B5EF4-FFF2-40B4-BE49-F238E27FC236}">
                <a16:creationId xmlns:a16="http://schemas.microsoft.com/office/drawing/2014/main" id="{DED9F91A-DDE4-0851-78DE-1377BC4C481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7" y="116065"/>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49A34030-2E5A-57D8-4D0B-73DC2D3CABE1}"/>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5CB8907A-D2D8-CC43-9F7E-DA39BE0E9B0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graphicFrame>
        <p:nvGraphicFramePr>
          <p:cNvPr id="5" name="object 5"/>
          <p:cNvGraphicFramePr>
            <a:graphicFrameLocks noGrp="1"/>
          </p:cNvGraphicFramePr>
          <p:nvPr>
            <p:extLst>
              <p:ext uri="{D42A27DB-BD31-4B8C-83A1-F6EECF244321}">
                <p14:modId xmlns:p14="http://schemas.microsoft.com/office/powerpoint/2010/main" val="2047238308"/>
              </p:ext>
            </p:extLst>
          </p:nvPr>
        </p:nvGraphicFramePr>
        <p:xfrm>
          <a:off x="1939662" y="971550"/>
          <a:ext cx="4648200" cy="2926080"/>
        </p:xfrm>
        <a:graphic>
          <a:graphicData uri="http://schemas.openxmlformats.org/drawingml/2006/table">
            <a:tbl>
              <a:tblPr firstRow="1" bandRow="1">
                <a:tableStyleId>{2D5ABB26-0587-4C30-8999-92F81FD0307C}</a:tableStyleId>
              </a:tblPr>
              <a:tblGrid>
                <a:gridCol w="23622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tblGrid>
              <a:tr h="193276">
                <a:tc>
                  <a:txBody>
                    <a:bodyPr/>
                    <a:lstStyle/>
                    <a:p>
                      <a:pPr marL="102870">
                        <a:lnSpc>
                          <a:spcPct val="100000"/>
                        </a:lnSpc>
                      </a:pPr>
                      <a:r>
                        <a:rPr sz="1600" b="1" dirty="0">
                          <a:latin typeface="Times New Roman"/>
                          <a:cs typeface="Times New Roman"/>
                        </a:rPr>
                        <a:t>O</a:t>
                      </a:r>
                      <a:r>
                        <a:rPr sz="1600" b="1" spc="5" dirty="0">
                          <a:latin typeface="Times New Roman"/>
                          <a:cs typeface="Times New Roman"/>
                        </a:rPr>
                        <a:t>p</a:t>
                      </a:r>
                      <a:r>
                        <a:rPr sz="1600" b="1" spc="-5" dirty="0">
                          <a:latin typeface="Times New Roman"/>
                          <a:cs typeface="Times New Roman"/>
                        </a:rPr>
                        <a:t>er</a:t>
                      </a:r>
                      <a:r>
                        <a:rPr sz="1600" b="1" dirty="0">
                          <a:latin typeface="Times New Roman"/>
                          <a:cs typeface="Times New Roman"/>
                        </a:rPr>
                        <a:t>ation S</a:t>
                      </a:r>
                      <a:r>
                        <a:rPr sz="1600" b="1" spc="-5" dirty="0">
                          <a:latin typeface="Times New Roman"/>
                          <a:cs typeface="Times New Roman"/>
                        </a:rPr>
                        <a:t>e</a:t>
                      </a:r>
                      <a:r>
                        <a:rPr sz="1600" b="1" dirty="0">
                          <a:latin typeface="Times New Roman"/>
                          <a:cs typeface="Times New Roman"/>
                        </a:rPr>
                        <a:t>le</a:t>
                      </a:r>
                      <a:r>
                        <a:rPr sz="1600" b="1" spc="-10" dirty="0">
                          <a:latin typeface="Times New Roman"/>
                          <a:cs typeface="Times New Roman"/>
                        </a:rPr>
                        <a:t>c</a:t>
                      </a:r>
                      <a:r>
                        <a:rPr sz="1600" b="1" dirty="0">
                          <a:latin typeface="Times New Roman"/>
                          <a:cs typeface="Times New Roman"/>
                        </a:rPr>
                        <a:t>tion </a:t>
                      </a:r>
                      <a:r>
                        <a:rPr sz="1600" b="1" spc="-5" dirty="0">
                          <a:latin typeface="Times New Roman"/>
                          <a:cs typeface="Times New Roman"/>
                        </a:rPr>
                        <a:t>Code</a:t>
                      </a:r>
                      <a:endParaRPr sz="1600" dirty="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tc>
                  <a:txBody>
                    <a:bodyPr/>
                    <a:lstStyle/>
                    <a:p>
                      <a:pPr marL="230504">
                        <a:lnSpc>
                          <a:spcPct val="100000"/>
                        </a:lnSpc>
                      </a:pPr>
                      <a:r>
                        <a:rPr sz="1600" b="1" dirty="0">
                          <a:latin typeface="Times New Roman"/>
                          <a:cs typeface="Times New Roman"/>
                        </a:rPr>
                        <a:t>O</a:t>
                      </a:r>
                      <a:r>
                        <a:rPr sz="1600" b="1" spc="5" dirty="0">
                          <a:latin typeface="Times New Roman"/>
                          <a:cs typeface="Times New Roman"/>
                        </a:rPr>
                        <a:t>p</a:t>
                      </a:r>
                      <a:r>
                        <a:rPr sz="1600" b="1" spc="-5" dirty="0">
                          <a:latin typeface="Times New Roman"/>
                          <a:cs typeface="Times New Roman"/>
                        </a:rPr>
                        <a:t>er</a:t>
                      </a:r>
                      <a:r>
                        <a:rPr sz="1600" b="1" dirty="0">
                          <a:latin typeface="Times New Roman"/>
                          <a:cs typeface="Times New Roman"/>
                        </a:rPr>
                        <a:t>ation</a:t>
                      </a:r>
                      <a:endParaRPr sz="160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tc>
                  <a:txBody>
                    <a:bodyPr/>
                    <a:lstStyle/>
                    <a:p>
                      <a:pPr marL="119380">
                        <a:lnSpc>
                          <a:spcPct val="100000"/>
                        </a:lnSpc>
                      </a:pPr>
                      <a:r>
                        <a:rPr sz="1600" b="1" dirty="0">
                          <a:latin typeface="Times New Roman"/>
                          <a:cs typeface="Times New Roman"/>
                        </a:rPr>
                        <a:t>Sy</a:t>
                      </a:r>
                      <a:r>
                        <a:rPr sz="1600" b="1" spc="5" dirty="0">
                          <a:latin typeface="Times New Roman"/>
                          <a:cs typeface="Times New Roman"/>
                        </a:rPr>
                        <a:t>m</a:t>
                      </a:r>
                      <a:r>
                        <a:rPr sz="1600" b="1" dirty="0">
                          <a:latin typeface="Times New Roman"/>
                          <a:cs typeface="Times New Roman"/>
                        </a:rPr>
                        <a:t>b</a:t>
                      </a:r>
                      <a:r>
                        <a:rPr sz="1600" b="1" spc="-15" dirty="0">
                          <a:latin typeface="Times New Roman"/>
                          <a:cs typeface="Times New Roman"/>
                        </a:rPr>
                        <a:t>o</a:t>
                      </a:r>
                      <a:r>
                        <a:rPr sz="1600" b="1" dirty="0">
                          <a:latin typeface="Times New Roman"/>
                          <a:cs typeface="Times New Roman"/>
                        </a:rPr>
                        <a:t>l</a:t>
                      </a:r>
                      <a:endParaRPr sz="160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extLst>
                  <a:ext uri="{0D108BD9-81ED-4DB2-BD59-A6C34878D82A}">
                    <a16:rowId xmlns:a16="http://schemas.microsoft.com/office/drawing/2014/main" val="10000"/>
                  </a:ext>
                </a:extLst>
              </a:tr>
              <a:tr h="193276">
                <a:tc>
                  <a:txBody>
                    <a:bodyPr/>
                    <a:lstStyle/>
                    <a:p>
                      <a:pPr algn="ctr">
                        <a:lnSpc>
                          <a:spcPct val="100000"/>
                        </a:lnSpc>
                      </a:pPr>
                      <a:r>
                        <a:rPr sz="1600" dirty="0">
                          <a:latin typeface="Times New Roman"/>
                          <a:cs typeface="Times New Roman"/>
                        </a:rPr>
                        <a:t>00000</a:t>
                      </a: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tc>
                  <a:txBody>
                    <a:bodyPr/>
                    <a:lstStyle/>
                    <a:p>
                      <a:pPr marL="233679">
                        <a:lnSpc>
                          <a:spcPct val="100000"/>
                        </a:lnSpc>
                      </a:pPr>
                      <a:r>
                        <a:rPr sz="1600" dirty="0">
                          <a:latin typeface="Times New Roman"/>
                          <a:cs typeface="Times New Roman"/>
                        </a:rPr>
                        <a:t>T</a:t>
                      </a:r>
                      <a:r>
                        <a:rPr sz="1600" spc="-5" dirty="0">
                          <a:latin typeface="Times New Roman"/>
                          <a:cs typeface="Times New Roman"/>
                        </a:rPr>
                        <a:t>ra</a:t>
                      </a:r>
                      <a:r>
                        <a:rPr sz="1600" dirty="0">
                          <a:latin typeface="Times New Roman"/>
                          <a:cs typeface="Times New Roman"/>
                        </a:rPr>
                        <a:t>nsfer A</a:t>
                      </a:r>
                      <a:endParaRPr sz="160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tc>
                  <a:txBody>
                    <a:bodyPr/>
                    <a:lstStyle/>
                    <a:p>
                      <a:pPr marL="233679">
                        <a:lnSpc>
                          <a:spcPct val="100000"/>
                        </a:lnSpc>
                      </a:pPr>
                      <a:r>
                        <a:rPr sz="1600" dirty="0">
                          <a:latin typeface="Times New Roman"/>
                          <a:cs typeface="Times New Roman"/>
                        </a:rPr>
                        <a:t>TSF</a:t>
                      </a:r>
                      <a:endParaRPr sz="160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extLst>
                  <a:ext uri="{0D108BD9-81ED-4DB2-BD59-A6C34878D82A}">
                    <a16:rowId xmlns:a16="http://schemas.microsoft.com/office/drawing/2014/main" val="10001"/>
                  </a:ext>
                </a:extLst>
              </a:tr>
              <a:tr h="193276">
                <a:tc>
                  <a:txBody>
                    <a:bodyPr/>
                    <a:lstStyle/>
                    <a:p>
                      <a:pPr algn="ctr">
                        <a:lnSpc>
                          <a:spcPct val="100000"/>
                        </a:lnSpc>
                      </a:pPr>
                      <a:r>
                        <a:rPr sz="1600" dirty="0">
                          <a:latin typeface="Times New Roman"/>
                          <a:cs typeface="Times New Roman"/>
                        </a:rPr>
                        <a:t>00001</a:t>
                      </a:r>
                      <a:endParaRPr sz="160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tc>
                  <a:txBody>
                    <a:bodyPr/>
                    <a:lstStyle/>
                    <a:p>
                      <a:pPr marL="182245">
                        <a:lnSpc>
                          <a:spcPct val="100000"/>
                        </a:lnSpc>
                      </a:pPr>
                      <a:r>
                        <a:rPr sz="1600" spc="-20" dirty="0">
                          <a:latin typeface="Times New Roman"/>
                          <a:cs typeface="Times New Roman"/>
                        </a:rPr>
                        <a:t>I</a:t>
                      </a:r>
                      <a:r>
                        <a:rPr sz="1600" spc="10" dirty="0">
                          <a:latin typeface="Times New Roman"/>
                          <a:cs typeface="Times New Roman"/>
                        </a:rPr>
                        <a:t>n</a:t>
                      </a:r>
                      <a:r>
                        <a:rPr sz="1600" spc="-5" dirty="0">
                          <a:latin typeface="Times New Roman"/>
                          <a:cs typeface="Times New Roman"/>
                        </a:rPr>
                        <a:t>c</a:t>
                      </a:r>
                      <a:r>
                        <a:rPr sz="1600" dirty="0">
                          <a:latin typeface="Times New Roman"/>
                          <a:cs typeface="Times New Roman"/>
                        </a:rPr>
                        <a:t>r</a:t>
                      </a:r>
                      <a:r>
                        <a:rPr sz="1600" spc="-10" dirty="0">
                          <a:latin typeface="Times New Roman"/>
                          <a:cs typeface="Times New Roman"/>
                        </a:rPr>
                        <a:t>e</a:t>
                      </a:r>
                      <a:r>
                        <a:rPr sz="1600" spc="10" dirty="0">
                          <a:latin typeface="Times New Roman"/>
                          <a:cs typeface="Times New Roman"/>
                        </a:rPr>
                        <a:t>m</a:t>
                      </a:r>
                      <a:r>
                        <a:rPr sz="1600" spc="-5" dirty="0">
                          <a:latin typeface="Times New Roman"/>
                          <a:cs typeface="Times New Roman"/>
                        </a:rPr>
                        <a:t>e</a:t>
                      </a:r>
                      <a:r>
                        <a:rPr sz="1600" dirty="0">
                          <a:latin typeface="Times New Roman"/>
                          <a:cs typeface="Times New Roman"/>
                        </a:rPr>
                        <a:t>nt A</a:t>
                      </a:r>
                      <a:endParaRPr sz="160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tc>
                  <a:txBody>
                    <a:bodyPr/>
                    <a:lstStyle/>
                    <a:p>
                      <a:pPr marL="233679">
                        <a:lnSpc>
                          <a:spcPct val="100000"/>
                        </a:lnSpc>
                      </a:pPr>
                      <a:r>
                        <a:rPr sz="1600" dirty="0">
                          <a:latin typeface="Times New Roman"/>
                          <a:cs typeface="Times New Roman"/>
                        </a:rPr>
                        <a:t>I</a:t>
                      </a:r>
                      <a:r>
                        <a:rPr sz="1600" spc="-10" dirty="0">
                          <a:latin typeface="Times New Roman"/>
                          <a:cs typeface="Times New Roman"/>
                        </a:rPr>
                        <a:t>N</a:t>
                      </a:r>
                      <a:r>
                        <a:rPr sz="1600" dirty="0">
                          <a:latin typeface="Times New Roman"/>
                          <a:cs typeface="Times New Roman"/>
                        </a:rPr>
                        <a:t>C</a:t>
                      </a:r>
                      <a:endParaRPr sz="160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extLst>
                  <a:ext uri="{0D108BD9-81ED-4DB2-BD59-A6C34878D82A}">
                    <a16:rowId xmlns:a16="http://schemas.microsoft.com/office/drawing/2014/main" val="10002"/>
                  </a:ext>
                </a:extLst>
              </a:tr>
              <a:tr h="193276">
                <a:tc>
                  <a:txBody>
                    <a:bodyPr/>
                    <a:lstStyle/>
                    <a:p>
                      <a:pPr algn="ctr">
                        <a:lnSpc>
                          <a:spcPct val="100000"/>
                        </a:lnSpc>
                      </a:pPr>
                      <a:r>
                        <a:rPr sz="1600" dirty="0">
                          <a:latin typeface="Times New Roman"/>
                          <a:cs typeface="Times New Roman"/>
                        </a:rPr>
                        <a:t>00010</a:t>
                      </a:r>
                      <a:endParaRPr sz="160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tc>
                  <a:txBody>
                    <a:bodyPr/>
                    <a:lstStyle/>
                    <a:p>
                      <a:pPr algn="ctr">
                        <a:lnSpc>
                          <a:spcPct val="100000"/>
                        </a:lnSpc>
                      </a:pPr>
                      <a:r>
                        <a:rPr sz="1600" spc="-5" dirty="0">
                          <a:latin typeface="Times New Roman"/>
                          <a:cs typeface="Times New Roman"/>
                        </a:rPr>
                        <a:t>A</a:t>
                      </a:r>
                      <a:r>
                        <a:rPr sz="1600" spc="-10" dirty="0">
                          <a:latin typeface="Times New Roman"/>
                          <a:cs typeface="Times New Roman"/>
                        </a:rPr>
                        <a:t>+</a:t>
                      </a:r>
                      <a:r>
                        <a:rPr sz="1600" dirty="0">
                          <a:latin typeface="Times New Roman"/>
                          <a:cs typeface="Times New Roman"/>
                        </a:rPr>
                        <a:t>B</a:t>
                      </a:r>
                      <a:endParaRPr sz="160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tc>
                  <a:txBody>
                    <a:bodyPr/>
                    <a:lstStyle/>
                    <a:p>
                      <a:pPr marL="200025">
                        <a:lnSpc>
                          <a:spcPct val="100000"/>
                        </a:lnSpc>
                      </a:pPr>
                      <a:r>
                        <a:rPr sz="1600" spc="-5" dirty="0">
                          <a:latin typeface="Times New Roman"/>
                          <a:cs typeface="Times New Roman"/>
                        </a:rPr>
                        <a:t>ADD</a:t>
                      </a:r>
                      <a:endParaRPr sz="160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extLst>
                  <a:ext uri="{0D108BD9-81ED-4DB2-BD59-A6C34878D82A}">
                    <a16:rowId xmlns:a16="http://schemas.microsoft.com/office/drawing/2014/main" val="10003"/>
                  </a:ext>
                </a:extLst>
              </a:tr>
              <a:tr h="193276">
                <a:tc>
                  <a:txBody>
                    <a:bodyPr/>
                    <a:lstStyle/>
                    <a:p>
                      <a:pPr algn="ctr">
                        <a:lnSpc>
                          <a:spcPct val="100000"/>
                        </a:lnSpc>
                      </a:pPr>
                      <a:r>
                        <a:rPr sz="1600" dirty="0">
                          <a:latin typeface="Times New Roman"/>
                          <a:cs typeface="Times New Roman"/>
                        </a:rPr>
                        <a:t>00101</a:t>
                      </a:r>
                      <a:endParaRPr sz="160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tc>
                  <a:txBody>
                    <a:bodyPr/>
                    <a:lstStyle/>
                    <a:p>
                      <a:pPr algn="ctr">
                        <a:lnSpc>
                          <a:spcPct val="100000"/>
                        </a:lnSpc>
                      </a:pPr>
                      <a:r>
                        <a:rPr sz="1600" spc="-5" dirty="0">
                          <a:latin typeface="Times New Roman"/>
                          <a:cs typeface="Times New Roman"/>
                        </a:rPr>
                        <a:t>A-</a:t>
                      </a:r>
                      <a:r>
                        <a:rPr sz="1600" dirty="0">
                          <a:latin typeface="Times New Roman"/>
                          <a:cs typeface="Times New Roman"/>
                        </a:rPr>
                        <a:t>B</a:t>
                      </a: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tc>
                  <a:txBody>
                    <a:bodyPr/>
                    <a:lstStyle/>
                    <a:p>
                      <a:pPr marL="217170">
                        <a:lnSpc>
                          <a:spcPct val="100000"/>
                        </a:lnSpc>
                      </a:pPr>
                      <a:r>
                        <a:rPr sz="1600" dirty="0">
                          <a:latin typeface="Times New Roman"/>
                          <a:cs typeface="Times New Roman"/>
                        </a:rPr>
                        <a:t>S</a:t>
                      </a:r>
                      <a:r>
                        <a:rPr sz="1600" spc="-5" dirty="0">
                          <a:latin typeface="Times New Roman"/>
                          <a:cs typeface="Times New Roman"/>
                        </a:rPr>
                        <a:t>UB</a:t>
                      </a:r>
                      <a:endParaRPr sz="160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extLst>
                  <a:ext uri="{0D108BD9-81ED-4DB2-BD59-A6C34878D82A}">
                    <a16:rowId xmlns:a16="http://schemas.microsoft.com/office/drawing/2014/main" val="10004"/>
                  </a:ext>
                </a:extLst>
              </a:tr>
              <a:tr h="193276">
                <a:tc>
                  <a:txBody>
                    <a:bodyPr/>
                    <a:lstStyle/>
                    <a:p>
                      <a:pPr algn="ctr">
                        <a:lnSpc>
                          <a:spcPct val="100000"/>
                        </a:lnSpc>
                      </a:pPr>
                      <a:r>
                        <a:rPr sz="1600" dirty="0">
                          <a:latin typeface="Times New Roman"/>
                          <a:cs typeface="Times New Roman"/>
                        </a:rPr>
                        <a:t>00110</a:t>
                      </a:r>
                      <a:endParaRPr sz="160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tc>
                  <a:txBody>
                    <a:bodyPr/>
                    <a:lstStyle/>
                    <a:p>
                      <a:pPr marL="157480">
                        <a:lnSpc>
                          <a:spcPct val="100000"/>
                        </a:lnSpc>
                      </a:pPr>
                      <a:r>
                        <a:rPr sz="1600" spc="-5" dirty="0">
                          <a:latin typeface="Times New Roman"/>
                          <a:cs typeface="Times New Roman"/>
                        </a:rPr>
                        <a:t>D</a:t>
                      </a:r>
                      <a:r>
                        <a:rPr sz="1600" spc="-10" dirty="0">
                          <a:latin typeface="Times New Roman"/>
                          <a:cs typeface="Times New Roman"/>
                        </a:rPr>
                        <a:t>e</a:t>
                      </a:r>
                      <a:r>
                        <a:rPr sz="1600" spc="-5" dirty="0">
                          <a:latin typeface="Times New Roman"/>
                          <a:cs typeface="Times New Roman"/>
                        </a:rPr>
                        <a:t>c</a:t>
                      </a:r>
                      <a:r>
                        <a:rPr sz="1600" spc="5" dirty="0">
                          <a:latin typeface="Times New Roman"/>
                          <a:cs typeface="Times New Roman"/>
                        </a:rPr>
                        <a:t>r</a:t>
                      </a:r>
                      <a:r>
                        <a:rPr sz="1600" spc="-5" dirty="0">
                          <a:latin typeface="Times New Roman"/>
                          <a:cs typeface="Times New Roman"/>
                        </a:rPr>
                        <a:t>e</a:t>
                      </a:r>
                      <a:r>
                        <a:rPr sz="1600" dirty="0">
                          <a:latin typeface="Times New Roman"/>
                          <a:cs typeface="Times New Roman"/>
                        </a:rPr>
                        <a:t>ment</a:t>
                      </a:r>
                      <a:r>
                        <a:rPr sz="1600" spc="-5" dirty="0">
                          <a:latin typeface="Times New Roman"/>
                          <a:cs typeface="Times New Roman"/>
                        </a:rPr>
                        <a:t> </a:t>
                      </a:r>
                      <a:r>
                        <a:rPr sz="1600" dirty="0">
                          <a:latin typeface="Times New Roman"/>
                          <a:cs typeface="Times New Roman"/>
                        </a:rPr>
                        <a:t>A</a:t>
                      </a:r>
                      <a:endParaRPr sz="160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tc>
                  <a:txBody>
                    <a:bodyPr/>
                    <a:lstStyle/>
                    <a:p>
                      <a:pPr marL="212090">
                        <a:lnSpc>
                          <a:spcPct val="100000"/>
                        </a:lnSpc>
                      </a:pPr>
                      <a:r>
                        <a:rPr sz="1600" spc="-5" dirty="0">
                          <a:latin typeface="Times New Roman"/>
                          <a:cs typeface="Times New Roman"/>
                        </a:rPr>
                        <a:t>DE</a:t>
                      </a:r>
                      <a:r>
                        <a:rPr sz="1600" dirty="0">
                          <a:latin typeface="Times New Roman"/>
                          <a:cs typeface="Times New Roman"/>
                        </a:rPr>
                        <a:t>C</a:t>
                      </a:r>
                      <a:endParaRPr sz="160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extLst>
                  <a:ext uri="{0D108BD9-81ED-4DB2-BD59-A6C34878D82A}">
                    <a16:rowId xmlns:a16="http://schemas.microsoft.com/office/drawing/2014/main" val="10005"/>
                  </a:ext>
                </a:extLst>
              </a:tr>
              <a:tr h="193276">
                <a:tc>
                  <a:txBody>
                    <a:bodyPr/>
                    <a:lstStyle/>
                    <a:p>
                      <a:pPr algn="ctr">
                        <a:lnSpc>
                          <a:spcPct val="100000"/>
                        </a:lnSpc>
                      </a:pPr>
                      <a:r>
                        <a:rPr sz="1600" dirty="0">
                          <a:latin typeface="Times New Roman"/>
                          <a:cs typeface="Times New Roman"/>
                        </a:rPr>
                        <a:t>01000</a:t>
                      </a:r>
                      <a:endParaRPr sz="160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tc>
                  <a:txBody>
                    <a:bodyPr/>
                    <a:lstStyle/>
                    <a:p>
                      <a:pPr marL="256540">
                        <a:lnSpc>
                          <a:spcPct val="100000"/>
                        </a:lnSpc>
                      </a:pPr>
                      <a:r>
                        <a:rPr sz="1600" dirty="0">
                          <a:latin typeface="Times New Roman"/>
                          <a:cs typeface="Times New Roman"/>
                        </a:rPr>
                        <a:t>A</a:t>
                      </a:r>
                      <a:r>
                        <a:rPr sz="1600" spc="-5" dirty="0">
                          <a:latin typeface="Times New Roman"/>
                          <a:cs typeface="Times New Roman"/>
                        </a:rPr>
                        <a:t> AN</a:t>
                      </a:r>
                      <a:r>
                        <a:rPr sz="1600" dirty="0">
                          <a:latin typeface="Times New Roman"/>
                          <a:cs typeface="Times New Roman"/>
                        </a:rPr>
                        <a:t>D</a:t>
                      </a:r>
                      <a:r>
                        <a:rPr sz="1600" spc="-5" dirty="0">
                          <a:latin typeface="Times New Roman"/>
                          <a:cs typeface="Times New Roman"/>
                        </a:rPr>
                        <a:t> </a:t>
                      </a:r>
                      <a:r>
                        <a:rPr sz="1600" dirty="0">
                          <a:latin typeface="Times New Roman"/>
                          <a:cs typeface="Times New Roman"/>
                        </a:rPr>
                        <a:t>B</a:t>
                      </a:r>
                      <a:endParaRPr sz="160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tc>
                  <a:txBody>
                    <a:bodyPr/>
                    <a:lstStyle/>
                    <a:p>
                      <a:pPr marL="200025">
                        <a:lnSpc>
                          <a:spcPct val="100000"/>
                        </a:lnSpc>
                      </a:pPr>
                      <a:r>
                        <a:rPr sz="1600" spc="-5" dirty="0">
                          <a:latin typeface="Times New Roman"/>
                          <a:cs typeface="Times New Roman"/>
                        </a:rPr>
                        <a:t>AND</a:t>
                      </a:r>
                      <a:endParaRPr sz="160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extLst>
                  <a:ext uri="{0D108BD9-81ED-4DB2-BD59-A6C34878D82A}">
                    <a16:rowId xmlns:a16="http://schemas.microsoft.com/office/drawing/2014/main" val="10006"/>
                  </a:ext>
                </a:extLst>
              </a:tr>
              <a:tr h="193276">
                <a:tc>
                  <a:txBody>
                    <a:bodyPr/>
                    <a:lstStyle/>
                    <a:p>
                      <a:pPr algn="ctr">
                        <a:lnSpc>
                          <a:spcPct val="100000"/>
                        </a:lnSpc>
                      </a:pPr>
                      <a:r>
                        <a:rPr sz="1600" dirty="0">
                          <a:latin typeface="Times New Roman"/>
                          <a:cs typeface="Times New Roman"/>
                        </a:rPr>
                        <a:t>01010</a:t>
                      </a:r>
                      <a:endParaRPr sz="160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tc>
                  <a:txBody>
                    <a:bodyPr/>
                    <a:lstStyle/>
                    <a:p>
                      <a:pPr marL="316230">
                        <a:lnSpc>
                          <a:spcPct val="100000"/>
                        </a:lnSpc>
                      </a:pPr>
                      <a:r>
                        <a:rPr sz="1600" dirty="0">
                          <a:latin typeface="Times New Roman"/>
                          <a:cs typeface="Times New Roman"/>
                        </a:rPr>
                        <a:t>A</a:t>
                      </a:r>
                      <a:r>
                        <a:rPr sz="1600" spc="-5" dirty="0">
                          <a:latin typeface="Times New Roman"/>
                          <a:cs typeface="Times New Roman"/>
                        </a:rPr>
                        <a:t> O</a:t>
                      </a:r>
                      <a:r>
                        <a:rPr sz="1600" dirty="0">
                          <a:latin typeface="Times New Roman"/>
                          <a:cs typeface="Times New Roman"/>
                        </a:rPr>
                        <a:t>R B</a:t>
                      </a:r>
                      <a:endParaRPr sz="160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tc>
                  <a:txBody>
                    <a:bodyPr/>
                    <a:lstStyle/>
                    <a:p>
                      <a:pPr algn="ctr">
                        <a:lnSpc>
                          <a:spcPct val="100000"/>
                        </a:lnSpc>
                      </a:pPr>
                      <a:r>
                        <a:rPr sz="1600" spc="-5" dirty="0">
                          <a:latin typeface="Times New Roman"/>
                          <a:cs typeface="Times New Roman"/>
                        </a:rPr>
                        <a:t>OR</a:t>
                      </a:r>
                      <a:endParaRPr sz="160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extLst>
                  <a:ext uri="{0D108BD9-81ED-4DB2-BD59-A6C34878D82A}">
                    <a16:rowId xmlns:a16="http://schemas.microsoft.com/office/drawing/2014/main" val="10007"/>
                  </a:ext>
                </a:extLst>
              </a:tr>
              <a:tr h="193276">
                <a:tc>
                  <a:txBody>
                    <a:bodyPr/>
                    <a:lstStyle/>
                    <a:p>
                      <a:pPr algn="ctr">
                        <a:lnSpc>
                          <a:spcPct val="100000"/>
                        </a:lnSpc>
                      </a:pPr>
                      <a:r>
                        <a:rPr sz="1600" dirty="0">
                          <a:latin typeface="Times New Roman"/>
                          <a:cs typeface="Times New Roman"/>
                        </a:rPr>
                        <a:t>01100</a:t>
                      </a:r>
                      <a:endParaRPr sz="160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tc>
                  <a:txBody>
                    <a:bodyPr/>
                    <a:lstStyle/>
                    <a:p>
                      <a:pPr marL="260985">
                        <a:lnSpc>
                          <a:spcPct val="100000"/>
                        </a:lnSpc>
                      </a:pPr>
                      <a:r>
                        <a:rPr sz="1600" dirty="0">
                          <a:latin typeface="Times New Roman"/>
                          <a:cs typeface="Times New Roman"/>
                        </a:rPr>
                        <a:t>A</a:t>
                      </a:r>
                      <a:r>
                        <a:rPr sz="1600" spc="-5" dirty="0">
                          <a:latin typeface="Times New Roman"/>
                          <a:cs typeface="Times New Roman"/>
                        </a:rPr>
                        <a:t> XO</a:t>
                      </a:r>
                      <a:r>
                        <a:rPr sz="1600" dirty="0">
                          <a:latin typeface="Times New Roman"/>
                          <a:cs typeface="Times New Roman"/>
                        </a:rPr>
                        <a:t>R B</a:t>
                      </a:r>
                      <a:endParaRPr sz="160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tc>
                  <a:txBody>
                    <a:bodyPr/>
                    <a:lstStyle/>
                    <a:p>
                      <a:pPr marL="204470">
                        <a:lnSpc>
                          <a:spcPct val="100000"/>
                        </a:lnSpc>
                      </a:pPr>
                      <a:r>
                        <a:rPr sz="1600" spc="-5" dirty="0">
                          <a:latin typeface="Times New Roman"/>
                          <a:cs typeface="Times New Roman"/>
                        </a:rPr>
                        <a:t>XOR</a:t>
                      </a:r>
                      <a:endParaRPr sz="160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extLst>
                  <a:ext uri="{0D108BD9-81ED-4DB2-BD59-A6C34878D82A}">
                    <a16:rowId xmlns:a16="http://schemas.microsoft.com/office/drawing/2014/main" val="10008"/>
                  </a:ext>
                </a:extLst>
              </a:tr>
              <a:tr h="193276">
                <a:tc>
                  <a:txBody>
                    <a:bodyPr/>
                    <a:lstStyle/>
                    <a:p>
                      <a:pPr algn="ctr">
                        <a:lnSpc>
                          <a:spcPct val="100000"/>
                        </a:lnSpc>
                      </a:pPr>
                      <a:r>
                        <a:rPr sz="1600" dirty="0">
                          <a:latin typeface="Times New Roman"/>
                          <a:cs typeface="Times New Roman"/>
                        </a:rPr>
                        <a:t>01110</a:t>
                      </a:r>
                      <a:endParaRPr sz="160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tc>
                  <a:txBody>
                    <a:bodyPr/>
                    <a:lstStyle/>
                    <a:p>
                      <a:pPr marL="98425">
                        <a:lnSpc>
                          <a:spcPct val="100000"/>
                        </a:lnSpc>
                      </a:pPr>
                      <a:r>
                        <a:rPr sz="1600" dirty="0">
                          <a:latin typeface="Times New Roman"/>
                          <a:cs typeface="Times New Roman"/>
                        </a:rPr>
                        <a:t>Compl</a:t>
                      </a:r>
                      <a:r>
                        <a:rPr sz="1600" spc="-5" dirty="0">
                          <a:latin typeface="Times New Roman"/>
                          <a:cs typeface="Times New Roman"/>
                        </a:rPr>
                        <a:t>e</a:t>
                      </a:r>
                      <a:r>
                        <a:rPr sz="1600" dirty="0">
                          <a:latin typeface="Times New Roman"/>
                          <a:cs typeface="Times New Roman"/>
                        </a:rPr>
                        <a:t>ment</a:t>
                      </a:r>
                      <a:r>
                        <a:rPr sz="1600" spc="-5" dirty="0">
                          <a:latin typeface="Times New Roman"/>
                          <a:cs typeface="Times New Roman"/>
                        </a:rPr>
                        <a:t> </a:t>
                      </a:r>
                      <a:r>
                        <a:rPr sz="1600" dirty="0">
                          <a:latin typeface="Times New Roman"/>
                          <a:cs typeface="Times New Roman"/>
                        </a:rPr>
                        <a:t>A</a:t>
                      </a:r>
                      <a:endParaRPr sz="160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tc>
                  <a:txBody>
                    <a:bodyPr/>
                    <a:lstStyle/>
                    <a:p>
                      <a:pPr marL="191135">
                        <a:lnSpc>
                          <a:spcPct val="100000"/>
                        </a:lnSpc>
                      </a:pPr>
                      <a:r>
                        <a:rPr sz="1600" dirty="0">
                          <a:latin typeface="Times New Roman"/>
                          <a:cs typeface="Times New Roman"/>
                        </a:rPr>
                        <a:t>C</a:t>
                      </a:r>
                      <a:r>
                        <a:rPr sz="1600" spc="-5" dirty="0">
                          <a:latin typeface="Times New Roman"/>
                          <a:cs typeface="Times New Roman"/>
                        </a:rPr>
                        <a:t>OM</a:t>
                      </a:r>
                      <a:endParaRPr sz="160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extLst>
                  <a:ext uri="{0D108BD9-81ED-4DB2-BD59-A6C34878D82A}">
                    <a16:rowId xmlns:a16="http://schemas.microsoft.com/office/drawing/2014/main" val="10009"/>
                  </a:ext>
                </a:extLst>
              </a:tr>
              <a:tr h="193276">
                <a:tc>
                  <a:txBody>
                    <a:bodyPr/>
                    <a:lstStyle/>
                    <a:p>
                      <a:pPr algn="ctr">
                        <a:lnSpc>
                          <a:spcPct val="100000"/>
                        </a:lnSpc>
                      </a:pPr>
                      <a:r>
                        <a:rPr sz="1600" dirty="0">
                          <a:latin typeface="Times New Roman"/>
                          <a:cs typeface="Times New Roman"/>
                        </a:rPr>
                        <a:t>10000</a:t>
                      </a: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tc>
                  <a:txBody>
                    <a:bodyPr/>
                    <a:lstStyle/>
                    <a:p>
                      <a:pPr marL="154305">
                        <a:lnSpc>
                          <a:spcPct val="100000"/>
                        </a:lnSpc>
                      </a:pPr>
                      <a:r>
                        <a:rPr sz="1600" dirty="0">
                          <a:latin typeface="Times New Roman"/>
                          <a:cs typeface="Times New Roman"/>
                        </a:rPr>
                        <a:t>Shift Right A</a:t>
                      </a:r>
                      <a:endParaRPr sz="160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tc>
                  <a:txBody>
                    <a:bodyPr/>
                    <a:lstStyle/>
                    <a:p>
                      <a:pPr marL="217170">
                        <a:lnSpc>
                          <a:spcPct val="100000"/>
                        </a:lnSpc>
                      </a:pPr>
                      <a:r>
                        <a:rPr sz="1600" dirty="0">
                          <a:latin typeface="Times New Roman"/>
                          <a:cs typeface="Times New Roman"/>
                        </a:rPr>
                        <a:t>S</a:t>
                      </a:r>
                      <a:r>
                        <a:rPr sz="1600" spc="-5" dirty="0">
                          <a:latin typeface="Times New Roman"/>
                          <a:cs typeface="Times New Roman"/>
                        </a:rPr>
                        <a:t>HR</a:t>
                      </a:r>
                      <a:endParaRPr sz="160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extLst>
                  <a:ext uri="{0D108BD9-81ED-4DB2-BD59-A6C34878D82A}">
                    <a16:rowId xmlns:a16="http://schemas.microsoft.com/office/drawing/2014/main" val="10010"/>
                  </a:ext>
                </a:extLst>
              </a:tr>
              <a:tr h="193276">
                <a:tc>
                  <a:txBody>
                    <a:bodyPr/>
                    <a:lstStyle/>
                    <a:p>
                      <a:pPr algn="ctr">
                        <a:lnSpc>
                          <a:spcPct val="100000"/>
                        </a:lnSpc>
                      </a:pPr>
                      <a:r>
                        <a:rPr sz="1600" dirty="0">
                          <a:latin typeface="Times New Roman"/>
                          <a:cs typeface="Times New Roman"/>
                        </a:rPr>
                        <a:t>11000</a:t>
                      </a: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tc>
                  <a:txBody>
                    <a:bodyPr/>
                    <a:lstStyle/>
                    <a:p>
                      <a:pPr marL="197485">
                        <a:lnSpc>
                          <a:spcPct val="100000"/>
                        </a:lnSpc>
                      </a:pPr>
                      <a:r>
                        <a:rPr sz="1600" dirty="0">
                          <a:latin typeface="Times New Roman"/>
                          <a:cs typeface="Times New Roman"/>
                        </a:rPr>
                        <a:t>Shift L</a:t>
                      </a:r>
                      <a:r>
                        <a:rPr sz="1600" spc="-5" dirty="0">
                          <a:latin typeface="Times New Roman"/>
                          <a:cs typeface="Times New Roman"/>
                        </a:rPr>
                        <a:t>e</a:t>
                      </a:r>
                      <a:r>
                        <a:rPr sz="1600" dirty="0">
                          <a:latin typeface="Times New Roman"/>
                          <a:cs typeface="Times New Roman"/>
                        </a:rPr>
                        <a:t>ft A</a:t>
                      </a:r>
                      <a:endParaRPr sz="160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tc>
                  <a:txBody>
                    <a:bodyPr/>
                    <a:lstStyle/>
                    <a:p>
                      <a:pPr marL="221615">
                        <a:lnSpc>
                          <a:spcPct val="100000"/>
                        </a:lnSpc>
                      </a:pPr>
                      <a:r>
                        <a:rPr sz="1600" dirty="0">
                          <a:latin typeface="Times New Roman"/>
                          <a:cs typeface="Times New Roman"/>
                        </a:rPr>
                        <a:t>S</a:t>
                      </a:r>
                      <a:r>
                        <a:rPr sz="1600" spc="-5" dirty="0">
                          <a:latin typeface="Times New Roman"/>
                          <a:cs typeface="Times New Roman"/>
                        </a:rPr>
                        <a:t>HL</a:t>
                      </a:r>
                      <a:endParaRPr sz="1600" dirty="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extLst>
                  <a:ext uri="{0D108BD9-81ED-4DB2-BD59-A6C34878D82A}">
                    <a16:rowId xmlns:a16="http://schemas.microsoft.com/office/drawing/2014/main" val="10011"/>
                  </a:ext>
                </a:extLst>
              </a:tr>
            </a:tbl>
          </a:graphicData>
        </a:graphic>
      </p:graphicFrame>
      <p:sp>
        <p:nvSpPr>
          <p:cNvPr id="4" name="TextBox 3">
            <a:extLst>
              <a:ext uri="{FF2B5EF4-FFF2-40B4-BE49-F238E27FC236}">
                <a16:creationId xmlns:a16="http://schemas.microsoft.com/office/drawing/2014/main" id="{C33D29D3-2526-E19E-28A8-3ECAF1A8ACC1}"/>
              </a:ext>
            </a:extLst>
          </p:cNvPr>
          <p:cNvSpPr txBox="1"/>
          <p:nvPr/>
        </p:nvSpPr>
        <p:spPr>
          <a:xfrm>
            <a:off x="2449513" y="4072531"/>
            <a:ext cx="4572000" cy="261610"/>
          </a:xfrm>
          <a:prstGeom prst="rect">
            <a:avLst/>
          </a:prstGeom>
          <a:noFill/>
        </p:spPr>
        <p:txBody>
          <a:bodyPr wrap="square">
            <a:spAutoFit/>
          </a:bodyPr>
          <a:lstStyle/>
          <a:p>
            <a:pPr marL="6109" indent="960593"/>
            <a:r>
              <a:rPr lang="en-US" sz="1100" i="1" spc="-5" dirty="0">
                <a:latin typeface="Times New Roman"/>
                <a:cs typeface="Times New Roman"/>
              </a:rPr>
              <a:t>O</a:t>
            </a:r>
            <a:r>
              <a:rPr lang="en-US" sz="1100" i="1" dirty="0">
                <a:latin typeface="Times New Roman"/>
                <a:cs typeface="Times New Roman"/>
              </a:rPr>
              <a:t>pera</a:t>
            </a:r>
            <a:r>
              <a:rPr lang="en-US" sz="1100" i="1" spc="-5" dirty="0">
                <a:latin typeface="Times New Roman"/>
                <a:cs typeface="Times New Roman"/>
              </a:rPr>
              <a:t>t</a:t>
            </a:r>
            <a:r>
              <a:rPr lang="en-US" sz="1100" i="1" dirty="0">
                <a:latin typeface="Times New Roman"/>
                <a:cs typeface="Times New Roman"/>
              </a:rPr>
              <a:t>ion </a:t>
            </a:r>
            <a:r>
              <a:rPr lang="en-US" sz="1100" i="1" spc="-10" dirty="0">
                <a:latin typeface="Times New Roman"/>
                <a:cs typeface="Times New Roman"/>
              </a:rPr>
              <a:t>w</a:t>
            </a:r>
            <a:r>
              <a:rPr lang="en-US" sz="1100" i="1" dirty="0">
                <a:latin typeface="Times New Roman"/>
                <a:cs typeface="Times New Roman"/>
              </a:rPr>
              <a:t>ith</a:t>
            </a:r>
            <a:r>
              <a:rPr lang="en-US" sz="1100" i="1" spc="-7" dirty="0">
                <a:latin typeface="Times New Roman"/>
                <a:cs typeface="Times New Roman"/>
              </a:rPr>
              <a:t> </a:t>
            </a:r>
            <a:r>
              <a:rPr lang="en-US" sz="1100" i="1" spc="-2" dirty="0">
                <a:latin typeface="Times New Roman"/>
                <a:cs typeface="Times New Roman"/>
              </a:rPr>
              <a:t>s</a:t>
            </a:r>
            <a:r>
              <a:rPr lang="en-US" sz="1100" i="1" dirty="0">
                <a:latin typeface="Times New Roman"/>
                <a:cs typeface="Times New Roman"/>
              </a:rPr>
              <a:t>y</a:t>
            </a:r>
            <a:r>
              <a:rPr lang="en-US" sz="1100" i="1" spc="-5" dirty="0">
                <a:latin typeface="Times New Roman"/>
                <a:cs typeface="Times New Roman"/>
              </a:rPr>
              <a:t>m</a:t>
            </a:r>
            <a:r>
              <a:rPr lang="en-US" sz="1100" i="1" dirty="0">
                <a:latin typeface="Times New Roman"/>
                <a:cs typeface="Times New Roman"/>
              </a:rPr>
              <a:t>b</a:t>
            </a:r>
            <a:r>
              <a:rPr lang="en-US" sz="1100" i="1" spc="-7" dirty="0">
                <a:latin typeface="Times New Roman"/>
                <a:cs typeface="Times New Roman"/>
              </a:rPr>
              <a:t>o</a:t>
            </a:r>
            <a:r>
              <a:rPr lang="en-US" sz="1100" i="1" dirty="0">
                <a:latin typeface="Times New Roman"/>
                <a:cs typeface="Times New Roman"/>
              </a:rPr>
              <a:t>l</a:t>
            </a:r>
            <a:endParaRPr lang="en-US" sz="1100" dirty="0">
              <a:latin typeface="Times New Roman"/>
              <a:cs typeface="Times New Roman"/>
            </a:endParaRPr>
          </a:p>
        </p:txBody>
      </p:sp>
    </p:spTree>
    <p:extLst>
      <p:ext uri="{BB962C8B-B14F-4D97-AF65-F5344CB8AC3E}">
        <p14:creationId xmlns:p14="http://schemas.microsoft.com/office/powerpoint/2010/main" val="21771061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4F144-4C3D-37EA-D020-8125AB98B7F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3F6815A-1642-4B9B-0D8C-DC3FA07A005C}"/>
              </a:ext>
            </a:extLst>
          </p:cNvPr>
          <p:cNvPicPr>
            <a:picLocks noChangeAspect="1"/>
          </p:cNvPicPr>
          <p:nvPr/>
        </p:nvPicPr>
        <p:blipFill>
          <a:blip r:embed="rId2"/>
          <a:stretch>
            <a:fillRect/>
          </a:stretch>
        </p:blipFill>
        <p:spPr>
          <a:xfrm>
            <a:off x="100454" y="116065"/>
            <a:ext cx="476476" cy="806935"/>
          </a:xfrm>
          <a:prstGeom prst="rect">
            <a:avLst/>
          </a:prstGeom>
        </p:spPr>
      </p:pic>
      <p:pic>
        <p:nvPicPr>
          <p:cNvPr id="6" name="Picture 5">
            <a:extLst>
              <a:ext uri="{FF2B5EF4-FFF2-40B4-BE49-F238E27FC236}">
                <a16:creationId xmlns:a16="http://schemas.microsoft.com/office/drawing/2014/main" id="{9B0FCDEA-2E7E-C519-4D61-225A2226E85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7" y="116065"/>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B2CACF2F-E527-5D9D-9EE4-2B13D88C9F6F}"/>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ADD4BFD5-4744-459C-A1A5-E5210E70750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6"/>
          <p:cNvSpPr txBox="1"/>
          <p:nvPr/>
        </p:nvSpPr>
        <p:spPr>
          <a:xfrm>
            <a:off x="914400" y="484336"/>
            <a:ext cx="7162800" cy="4249881"/>
          </a:xfrm>
          <a:prstGeom prst="rect">
            <a:avLst/>
          </a:prstGeom>
        </p:spPr>
        <p:txBody>
          <a:bodyPr vert="horz" wrap="square" lIns="0" tIns="0" rIns="0" bIns="0" rtlCol="0">
            <a:spAutoFit/>
          </a:bodyPr>
          <a:lstStyle/>
          <a:p>
            <a:pPr marL="6109"/>
            <a:r>
              <a:rPr sz="1700" b="1" spc="-2" dirty="0">
                <a:latin typeface="Times New Roman"/>
                <a:cs typeface="Times New Roman"/>
              </a:rPr>
              <a:t>A</a:t>
            </a:r>
            <a:r>
              <a:rPr sz="1700" b="1" dirty="0">
                <a:latin typeface="Times New Roman"/>
                <a:cs typeface="Times New Roman"/>
              </a:rPr>
              <a:t>dvan</a:t>
            </a:r>
            <a:r>
              <a:rPr sz="1700" b="1" spc="-5" dirty="0">
                <a:latin typeface="Times New Roman"/>
                <a:cs typeface="Times New Roman"/>
              </a:rPr>
              <a:t>tag</a:t>
            </a:r>
            <a:r>
              <a:rPr sz="1700" b="1" spc="-10" dirty="0">
                <a:latin typeface="Times New Roman"/>
                <a:cs typeface="Times New Roman"/>
              </a:rPr>
              <a:t>e</a:t>
            </a:r>
            <a:r>
              <a:rPr sz="1700" b="1" spc="2" dirty="0">
                <a:latin typeface="Times New Roman"/>
                <a:cs typeface="Times New Roman"/>
              </a:rPr>
              <a:t>s</a:t>
            </a:r>
            <a:r>
              <a:rPr sz="1700" b="1" dirty="0">
                <a:latin typeface="Times New Roman"/>
                <a:cs typeface="Times New Roman"/>
              </a:rPr>
              <a:t>:</a:t>
            </a:r>
            <a:endParaRPr lang="en-US" sz="1700" b="1" dirty="0">
              <a:latin typeface="Times New Roman"/>
              <a:cs typeface="Times New Roman"/>
            </a:endParaRPr>
          </a:p>
          <a:p>
            <a:pPr marL="6109"/>
            <a:endParaRPr sz="1700" dirty="0">
              <a:latin typeface="Times New Roman"/>
              <a:cs typeface="Times New Roman"/>
            </a:endParaRPr>
          </a:p>
          <a:p>
            <a:pPr marL="226022" marR="2443" indent="-109957">
              <a:spcBef>
                <a:spcPts val="58"/>
              </a:spcBef>
              <a:buFont typeface="Symbol"/>
              <a:buChar char=""/>
              <a:tabLst>
                <a:tab pos="226022" algn="l"/>
              </a:tabLst>
            </a:pPr>
            <a:r>
              <a:rPr sz="1700" spc="-5" dirty="0">
                <a:latin typeface="Times New Roman"/>
                <a:cs typeface="Times New Roman"/>
              </a:rPr>
              <a:t>Ef</a:t>
            </a:r>
            <a:r>
              <a:rPr sz="1700" spc="-2" dirty="0">
                <a:latin typeface="Times New Roman"/>
                <a:cs typeface="Times New Roman"/>
              </a:rPr>
              <a:t>fi</a:t>
            </a:r>
            <a:r>
              <a:rPr sz="1700" spc="-10" dirty="0">
                <a:latin typeface="Times New Roman"/>
                <a:cs typeface="Times New Roman"/>
              </a:rPr>
              <a:t>c</a:t>
            </a:r>
            <a:r>
              <a:rPr sz="1700" spc="-2" dirty="0">
                <a:latin typeface="Times New Roman"/>
                <a:cs typeface="Times New Roman"/>
              </a:rPr>
              <a:t>ien</a:t>
            </a:r>
            <a:r>
              <a:rPr sz="1700" spc="-10" dirty="0">
                <a:latin typeface="Times New Roman"/>
                <a:cs typeface="Times New Roman"/>
              </a:rPr>
              <a:t>c</a:t>
            </a:r>
            <a:r>
              <a:rPr sz="1700" dirty="0">
                <a:latin typeface="Times New Roman"/>
                <a:cs typeface="Times New Roman"/>
              </a:rPr>
              <a:t>y</a:t>
            </a:r>
            <a:r>
              <a:rPr sz="1700" spc="-12" dirty="0">
                <a:latin typeface="Times New Roman"/>
                <a:cs typeface="Times New Roman"/>
              </a:rPr>
              <a:t> </a:t>
            </a:r>
            <a:r>
              <a:rPr sz="1700" dirty="0">
                <a:latin typeface="Times New Roman"/>
                <a:cs typeface="Times New Roman"/>
              </a:rPr>
              <a:t>of</a:t>
            </a:r>
            <a:r>
              <a:rPr sz="1700" spc="-14" dirty="0">
                <a:latin typeface="Times New Roman"/>
                <a:cs typeface="Times New Roman"/>
              </a:rPr>
              <a:t> </a:t>
            </a:r>
            <a:r>
              <a:rPr sz="1700" spc="-5" dirty="0">
                <a:latin typeface="Times New Roman"/>
                <a:cs typeface="Times New Roman"/>
              </a:rPr>
              <a:t>C</a:t>
            </a:r>
            <a:r>
              <a:rPr sz="1700" dirty="0">
                <a:latin typeface="Times New Roman"/>
                <a:cs typeface="Times New Roman"/>
              </a:rPr>
              <a:t>PU</a:t>
            </a:r>
            <a:r>
              <a:rPr sz="1700" spc="-14" dirty="0">
                <a:latin typeface="Times New Roman"/>
                <a:cs typeface="Times New Roman"/>
              </a:rPr>
              <a:t> </a:t>
            </a:r>
            <a:r>
              <a:rPr sz="1700" spc="-2" dirty="0">
                <a:latin typeface="Times New Roman"/>
                <a:cs typeface="Times New Roman"/>
              </a:rPr>
              <a:t>inc</a:t>
            </a:r>
            <a:r>
              <a:rPr sz="1700" spc="-7" dirty="0">
                <a:latin typeface="Times New Roman"/>
                <a:cs typeface="Times New Roman"/>
              </a:rPr>
              <a:t>r</a:t>
            </a:r>
            <a:r>
              <a:rPr sz="1700" spc="-2" dirty="0">
                <a:latin typeface="Times New Roman"/>
                <a:cs typeface="Times New Roman"/>
              </a:rPr>
              <a:t>ease</a:t>
            </a:r>
            <a:r>
              <a:rPr sz="1700" dirty="0">
                <a:latin typeface="Times New Roman"/>
                <a:cs typeface="Times New Roman"/>
              </a:rPr>
              <a:t>s</a:t>
            </a:r>
            <a:r>
              <a:rPr sz="1700" spc="-12" dirty="0">
                <a:latin typeface="Times New Roman"/>
                <a:cs typeface="Times New Roman"/>
              </a:rPr>
              <a:t> </a:t>
            </a:r>
            <a:r>
              <a:rPr sz="1700" spc="-7" dirty="0">
                <a:latin typeface="Times New Roman"/>
                <a:cs typeface="Times New Roman"/>
              </a:rPr>
              <a:t>a</a:t>
            </a:r>
            <a:r>
              <a:rPr sz="1700" dirty="0">
                <a:latin typeface="Times New Roman"/>
                <a:cs typeface="Times New Roman"/>
              </a:rPr>
              <a:t>s</a:t>
            </a:r>
            <a:r>
              <a:rPr sz="1700" spc="-12" dirty="0">
                <a:latin typeface="Times New Roman"/>
                <a:cs typeface="Times New Roman"/>
              </a:rPr>
              <a:t> </a:t>
            </a:r>
            <a:r>
              <a:rPr sz="1700" spc="-2" dirty="0">
                <a:latin typeface="Times New Roman"/>
                <a:cs typeface="Times New Roman"/>
              </a:rPr>
              <a:t>the</a:t>
            </a:r>
            <a:r>
              <a:rPr sz="1700" spc="-7" dirty="0">
                <a:latin typeface="Times New Roman"/>
                <a:cs typeface="Times New Roman"/>
              </a:rPr>
              <a:t>r</a:t>
            </a:r>
            <a:r>
              <a:rPr sz="1700" spc="-5" dirty="0">
                <a:latin typeface="Times New Roman"/>
                <a:cs typeface="Times New Roman"/>
              </a:rPr>
              <a:t>e</a:t>
            </a:r>
            <a:r>
              <a:rPr sz="1700" spc="-10" dirty="0">
                <a:latin typeface="Times New Roman"/>
                <a:cs typeface="Times New Roman"/>
              </a:rPr>
              <a:t> </a:t>
            </a:r>
            <a:r>
              <a:rPr sz="1700" spc="-7" dirty="0">
                <a:latin typeface="Times New Roman"/>
                <a:cs typeface="Times New Roman"/>
              </a:rPr>
              <a:t>a</a:t>
            </a:r>
            <a:r>
              <a:rPr sz="1700" spc="2" dirty="0">
                <a:latin typeface="Times New Roman"/>
                <a:cs typeface="Times New Roman"/>
              </a:rPr>
              <a:t>r</a:t>
            </a:r>
            <a:r>
              <a:rPr sz="1700" spc="-5" dirty="0">
                <a:latin typeface="Times New Roman"/>
                <a:cs typeface="Times New Roman"/>
              </a:rPr>
              <a:t>e</a:t>
            </a:r>
            <a:r>
              <a:rPr sz="1700" spc="-14" dirty="0">
                <a:latin typeface="Times New Roman"/>
                <a:cs typeface="Times New Roman"/>
              </a:rPr>
              <a:t> </a:t>
            </a:r>
            <a:r>
              <a:rPr sz="1700" spc="-5" dirty="0">
                <a:latin typeface="Times New Roman"/>
                <a:cs typeface="Times New Roman"/>
              </a:rPr>
              <a:t>a</a:t>
            </a:r>
            <a:r>
              <a:rPr sz="1700" spc="-14" dirty="0">
                <a:latin typeface="Times New Roman"/>
                <a:cs typeface="Times New Roman"/>
              </a:rPr>
              <a:t> </a:t>
            </a:r>
            <a:r>
              <a:rPr sz="1700" spc="-2" dirty="0">
                <a:latin typeface="Times New Roman"/>
                <a:cs typeface="Times New Roman"/>
              </a:rPr>
              <a:t>la</a:t>
            </a:r>
            <a:r>
              <a:rPr sz="1700" spc="-7" dirty="0">
                <a:latin typeface="Times New Roman"/>
                <a:cs typeface="Times New Roman"/>
              </a:rPr>
              <a:t>r</a:t>
            </a:r>
            <a:r>
              <a:rPr sz="1700" spc="-5" dirty="0">
                <a:latin typeface="Times New Roman"/>
                <a:cs typeface="Times New Roman"/>
              </a:rPr>
              <a:t>ge</a:t>
            </a:r>
            <a:r>
              <a:rPr sz="1700" spc="-12" dirty="0">
                <a:latin typeface="Times New Roman"/>
                <a:cs typeface="Times New Roman"/>
              </a:rPr>
              <a:t> </a:t>
            </a:r>
            <a:r>
              <a:rPr sz="1700" dirty="0">
                <a:latin typeface="Times New Roman"/>
                <a:cs typeface="Times New Roman"/>
              </a:rPr>
              <a:t>n</a:t>
            </a:r>
            <a:r>
              <a:rPr sz="1700" spc="5" dirty="0">
                <a:latin typeface="Times New Roman"/>
                <a:cs typeface="Times New Roman"/>
              </a:rPr>
              <a:t>u</a:t>
            </a:r>
            <a:r>
              <a:rPr sz="1700" spc="-5" dirty="0">
                <a:latin typeface="Times New Roman"/>
                <a:cs typeface="Times New Roman"/>
              </a:rPr>
              <a:t>mber</a:t>
            </a:r>
            <a:r>
              <a:rPr sz="1700" spc="-17" dirty="0">
                <a:latin typeface="Times New Roman"/>
                <a:cs typeface="Times New Roman"/>
              </a:rPr>
              <a:t> </a:t>
            </a:r>
            <a:r>
              <a:rPr sz="1700" dirty="0">
                <a:latin typeface="Times New Roman"/>
                <a:cs typeface="Times New Roman"/>
              </a:rPr>
              <a:t>of</a:t>
            </a:r>
            <a:r>
              <a:rPr sz="1700" spc="-14"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2" dirty="0">
                <a:latin typeface="Times New Roman"/>
                <a:cs typeface="Times New Roman"/>
              </a:rPr>
              <a:t>gis</a:t>
            </a:r>
            <a:r>
              <a:rPr sz="1700" dirty="0">
                <a:latin typeface="Times New Roman"/>
                <a:cs typeface="Times New Roman"/>
              </a:rPr>
              <a:t>t</a:t>
            </a:r>
            <a:r>
              <a:rPr sz="1700" spc="-7" dirty="0">
                <a:latin typeface="Times New Roman"/>
                <a:cs typeface="Times New Roman"/>
              </a:rPr>
              <a:t>e</a:t>
            </a:r>
            <a:r>
              <a:rPr sz="1700" dirty="0">
                <a:latin typeface="Times New Roman"/>
                <a:cs typeface="Times New Roman"/>
              </a:rPr>
              <a:t>rs</a:t>
            </a:r>
            <a:r>
              <a:rPr sz="1700" spc="-14" dirty="0">
                <a:latin typeface="Times New Roman"/>
                <a:cs typeface="Times New Roman"/>
              </a:rPr>
              <a:t> </a:t>
            </a:r>
            <a:r>
              <a:rPr sz="1700" dirty="0">
                <a:latin typeface="Times New Roman"/>
                <a:cs typeface="Times New Roman"/>
              </a:rPr>
              <a:t>us</a:t>
            </a:r>
            <a:r>
              <a:rPr sz="1700" spc="-2" dirty="0">
                <a:latin typeface="Times New Roman"/>
                <a:cs typeface="Times New Roman"/>
              </a:rPr>
              <a:t>e</a:t>
            </a:r>
            <a:r>
              <a:rPr sz="1700" dirty="0">
                <a:latin typeface="Times New Roman"/>
                <a:cs typeface="Times New Roman"/>
              </a:rPr>
              <a:t>d</a:t>
            </a:r>
            <a:r>
              <a:rPr sz="1700" spc="-12" dirty="0">
                <a:latin typeface="Times New Roman"/>
                <a:cs typeface="Times New Roman"/>
              </a:rPr>
              <a:t> </a:t>
            </a:r>
            <a:r>
              <a:rPr sz="1700" spc="-2" dirty="0">
                <a:latin typeface="Times New Roman"/>
                <a:cs typeface="Times New Roman"/>
              </a:rPr>
              <a:t>in</a:t>
            </a:r>
            <a:r>
              <a:rPr sz="1700" spc="-12" dirty="0">
                <a:latin typeface="Times New Roman"/>
                <a:cs typeface="Times New Roman"/>
              </a:rPr>
              <a:t> </a:t>
            </a:r>
            <a:r>
              <a:rPr sz="1700" spc="-2" dirty="0">
                <a:latin typeface="Times New Roman"/>
                <a:cs typeface="Times New Roman"/>
              </a:rPr>
              <a:t>thi</a:t>
            </a:r>
            <a:r>
              <a:rPr sz="1700" dirty="0">
                <a:latin typeface="Times New Roman"/>
                <a:cs typeface="Times New Roman"/>
              </a:rPr>
              <a:t>s </a:t>
            </a:r>
            <a:r>
              <a:rPr sz="1700" spc="-5" dirty="0">
                <a:latin typeface="Times New Roman"/>
                <a:cs typeface="Times New Roman"/>
              </a:rPr>
              <a:t>org</a:t>
            </a:r>
            <a:r>
              <a:rPr sz="1700" spc="-10" dirty="0">
                <a:latin typeface="Times New Roman"/>
                <a:cs typeface="Times New Roman"/>
              </a:rPr>
              <a:t>a</a:t>
            </a:r>
            <a:r>
              <a:rPr sz="1700" spc="-2" dirty="0">
                <a:latin typeface="Times New Roman"/>
                <a:cs typeface="Times New Roman"/>
              </a:rPr>
              <a:t>niz</a:t>
            </a:r>
            <a:r>
              <a:rPr sz="1700" spc="-10" dirty="0">
                <a:latin typeface="Times New Roman"/>
                <a:cs typeface="Times New Roman"/>
              </a:rPr>
              <a:t>a</a:t>
            </a:r>
            <a:r>
              <a:rPr sz="1700" spc="-2" dirty="0">
                <a:latin typeface="Times New Roman"/>
                <a:cs typeface="Times New Roman"/>
              </a:rPr>
              <a:t>ti</a:t>
            </a:r>
            <a:r>
              <a:rPr sz="1700" dirty="0">
                <a:latin typeface="Times New Roman"/>
                <a:cs typeface="Times New Roman"/>
              </a:rPr>
              <a:t>on.</a:t>
            </a:r>
          </a:p>
          <a:p>
            <a:pPr marL="226022" marR="3971" indent="-109957">
              <a:spcBef>
                <a:spcPts val="36"/>
              </a:spcBef>
              <a:buFont typeface="Symbol"/>
              <a:buChar char=""/>
              <a:tabLst>
                <a:tab pos="226022" algn="l"/>
              </a:tabLst>
            </a:pPr>
            <a:r>
              <a:rPr sz="1700" spc="-5" dirty="0">
                <a:latin typeface="Times New Roman"/>
                <a:cs typeface="Times New Roman"/>
              </a:rPr>
              <a:t>L</a:t>
            </a:r>
            <a:r>
              <a:rPr sz="1700" spc="-10" dirty="0">
                <a:latin typeface="Times New Roman"/>
                <a:cs typeface="Times New Roman"/>
              </a:rPr>
              <a:t>e</a:t>
            </a:r>
            <a:r>
              <a:rPr sz="1700" spc="-2" dirty="0">
                <a:latin typeface="Times New Roman"/>
                <a:cs typeface="Times New Roman"/>
              </a:rPr>
              <a:t>s</a:t>
            </a:r>
            <a:r>
              <a:rPr sz="1700" dirty="0">
                <a:latin typeface="Times New Roman"/>
                <a:cs typeface="Times New Roman"/>
              </a:rPr>
              <a:t>s </a:t>
            </a:r>
            <a:r>
              <a:rPr sz="1700" spc="-36" dirty="0">
                <a:latin typeface="Times New Roman"/>
                <a:cs typeface="Times New Roman"/>
              </a:rPr>
              <a:t> </a:t>
            </a:r>
            <a:r>
              <a:rPr sz="1700" spc="-5" dirty="0">
                <a:latin typeface="Times New Roman"/>
                <a:cs typeface="Times New Roman"/>
              </a:rPr>
              <a:t>memor</a:t>
            </a:r>
            <a:r>
              <a:rPr sz="1700" dirty="0">
                <a:latin typeface="Times New Roman"/>
                <a:cs typeface="Times New Roman"/>
              </a:rPr>
              <a:t>y </a:t>
            </a:r>
            <a:r>
              <a:rPr sz="1700" spc="-36" dirty="0">
                <a:latin typeface="Times New Roman"/>
                <a:cs typeface="Times New Roman"/>
              </a:rPr>
              <a:t> </a:t>
            </a:r>
            <a:r>
              <a:rPr sz="1700" spc="-2" dirty="0">
                <a:latin typeface="Times New Roman"/>
                <a:cs typeface="Times New Roman"/>
              </a:rPr>
              <a:t>spa</a:t>
            </a:r>
            <a:r>
              <a:rPr sz="1700" spc="-7" dirty="0">
                <a:latin typeface="Times New Roman"/>
                <a:cs typeface="Times New Roman"/>
              </a:rPr>
              <a:t>c</a:t>
            </a:r>
            <a:r>
              <a:rPr sz="1700" spc="-5" dirty="0">
                <a:latin typeface="Times New Roman"/>
                <a:cs typeface="Times New Roman"/>
              </a:rPr>
              <a:t>e</a:t>
            </a:r>
            <a:r>
              <a:rPr sz="1700" dirty="0">
                <a:latin typeface="Times New Roman"/>
                <a:cs typeface="Times New Roman"/>
              </a:rPr>
              <a:t> </a:t>
            </a:r>
            <a:r>
              <a:rPr sz="1700" spc="-38" dirty="0">
                <a:latin typeface="Times New Roman"/>
                <a:cs typeface="Times New Roman"/>
              </a:rPr>
              <a:t> </a:t>
            </a:r>
            <a:r>
              <a:rPr sz="1700" spc="-2" dirty="0">
                <a:latin typeface="Times New Roman"/>
                <a:cs typeface="Times New Roman"/>
              </a:rPr>
              <a:t>is</a:t>
            </a:r>
            <a:r>
              <a:rPr sz="1700" dirty="0">
                <a:latin typeface="Times New Roman"/>
                <a:cs typeface="Times New Roman"/>
              </a:rPr>
              <a:t> </a:t>
            </a:r>
            <a:r>
              <a:rPr sz="1700" spc="-34" dirty="0">
                <a:latin typeface="Times New Roman"/>
                <a:cs typeface="Times New Roman"/>
              </a:rPr>
              <a:t> </a:t>
            </a:r>
            <a:r>
              <a:rPr sz="1700" dirty="0">
                <a:latin typeface="Times New Roman"/>
                <a:cs typeface="Times New Roman"/>
              </a:rPr>
              <a:t>us</a:t>
            </a:r>
            <a:r>
              <a:rPr sz="1700" spc="-2" dirty="0">
                <a:latin typeface="Times New Roman"/>
                <a:cs typeface="Times New Roman"/>
              </a:rPr>
              <a:t>e</a:t>
            </a:r>
            <a:r>
              <a:rPr sz="1700" dirty="0">
                <a:latin typeface="Times New Roman"/>
                <a:cs typeface="Times New Roman"/>
              </a:rPr>
              <a:t>d </a:t>
            </a:r>
            <a:r>
              <a:rPr sz="1700" spc="-36" dirty="0">
                <a:latin typeface="Times New Roman"/>
                <a:cs typeface="Times New Roman"/>
              </a:rPr>
              <a:t> </a:t>
            </a:r>
            <a:r>
              <a:rPr sz="1700" spc="-2" dirty="0">
                <a:latin typeface="Times New Roman"/>
                <a:cs typeface="Times New Roman"/>
              </a:rPr>
              <a:t>to</a:t>
            </a:r>
            <a:r>
              <a:rPr sz="1700" dirty="0">
                <a:latin typeface="Times New Roman"/>
                <a:cs typeface="Times New Roman"/>
              </a:rPr>
              <a:t> </a:t>
            </a:r>
            <a:r>
              <a:rPr sz="1700" spc="-36" dirty="0">
                <a:latin typeface="Times New Roman"/>
                <a:cs typeface="Times New Roman"/>
              </a:rPr>
              <a:t> </a:t>
            </a:r>
            <a:r>
              <a:rPr sz="1700" spc="-5" dirty="0">
                <a:latin typeface="Times New Roman"/>
                <a:cs typeface="Times New Roman"/>
              </a:rPr>
              <a:t>store</a:t>
            </a:r>
            <a:r>
              <a:rPr sz="1700" dirty="0">
                <a:latin typeface="Times New Roman"/>
                <a:cs typeface="Times New Roman"/>
              </a:rPr>
              <a:t> </a:t>
            </a:r>
            <a:r>
              <a:rPr sz="1700" spc="-38" dirty="0">
                <a:latin typeface="Times New Roman"/>
                <a:cs typeface="Times New Roman"/>
              </a:rPr>
              <a:t> </a:t>
            </a:r>
            <a:r>
              <a:rPr sz="1700" spc="-2" dirty="0">
                <a:latin typeface="Times New Roman"/>
                <a:cs typeface="Times New Roman"/>
              </a:rPr>
              <a:t>the</a:t>
            </a:r>
            <a:r>
              <a:rPr sz="1700" dirty="0">
                <a:latin typeface="Times New Roman"/>
                <a:cs typeface="Times New Roman"/>
              </a:rPr>
              <a:t> </a:t>
            </a:r>
            <a:r>
              <a:rPr sz="1700" spc="-38" dirty="0">
                <a:latin typeface="Times New Roman"/>
                <a:cs typeface="Times New Roman"/>
              </a:rPr>
              <a:t> </a:t>
            </a:r>
            <a:r>
              <a:rPr sz="1700" dirty="0">
                <a:latin typeface="Times New Roman"/>
                <a:cs typeface="Times New Roman"/>
              </a:rPr>
              <a:t>prog</a:t>
            </a:r>
            <a:r>
              <a:rPr sz="1700" spc="-5" dirty="0">
                <a:latin typeface="Times New Roman"/>
                <a:cs typeface="Times New Roman"/>
              </a:rPr>
              <a:t>r</a:t>
            </a:r>
            <a:r>
              <a:rPr sz="1700" spc="-7" dirty="0">
                <a:latin typeface="Times New Roman"/>
                <a:cs typeface="Times New Roman"/>
              </a:rPr>
              <a:t>a</a:t>
            </a:r>
            <a:r>
              <a:rPr sz="1700" spc="-5" dirty="0">
                <a:latin typeface="Times New Roman"/>
                <a:cs typeface="Times New Roman"/>
              </a:rPr>
              <a:t>m</a:t>
            </a:r>
            <a:r>
              <a:rPr sz="1700" dirty="0">
                <a:latin typeface="Times New Roman"/>
                <a:cs typeface="Times New Roman"/>
              </a:rPr>
              <a:t> </a:t>
            </a:r>
            <a:r>
              <a:rPr sz="1700" spc="-36" dirty="0">
                <a:latin typeface="Times New Roman"/>
                <a:cs typeface="Times New Roman"/>
              </a:rPr>
              <a:t> </a:t>
            </a:r>
            <a:r>
              <a:rPr sz="1700" spc="-5" dirty="0">
                <a:latin typeface="Times New Roman"/>
                <a:cs typeface="Times New Roman"/>
              </a:rPr>
              <a:t>since</a:t>
            </a:r>
            <a:r>
              <a:rPr sz="1700" dirty="0">
                <a:latin typeface="Times New Roman"/>
                <a:cs typeface="Times New Roman"/>
              </a:rPr>
              <a:t> </a:t>
            </a:r>
            <a:r>
              <a:rPr sz="1700" spc="-38" dirty="0">
                <a:latin typeface="Times New Roman"/>
                <a:cs typeface="Times New Roman"/>
              </a:rPr>
              <a:t> </a:t>
            </a:r>
            <a:r>
              <a:rPr sz="1700" spc="-2" dirty="0">
                <a:latin typeface="Times New Roman"/>
                <a:cs typeface="Times New Roman"/>
              </a:rPr>
              <a:t>the</a:t>
            </a:r>
            <a:r>
              <a:rPr sz="1700" dirty="0">
                <a:latin typeface="Times New Roman"/>
                <a:cs typeface="Times New Roman"/>
              </a:rPr>
              <a:t> </a:t>
            </a:r>
            <a:r>
              <a:rPr sz="1700" spc="-38" dirty="0">
                <a:latin typeface="Times New Roman"/>
                <a:cs typeface="Times New Roman"/>
              </a:rPr>
              <a:t> </a:t>
            </a:r>
            <a:r>
              <a:rPr sz="1700" spc="-2" dirty="0">
                <a:latin typeface="Times New Roman"/>
                <a:cs typeface="Times New Roman"/>
              </a:rPr>
              <a:t>instru</a:t>
            </a:r>
            <a:r>
              <a:rPr sz="1700" spc="-10" dirty="0">
                <a:latin typeface="Times New Roman"/>
                <a:cs typeface="Times New Roman"/>
              </a:rPr>
              <a:t>c</a:t>
            </a:r>
            <a:r>
              <a:rPr sz="1700" spc="-2" dirty="0">
                <a:latin typeface="Times New Roman"/>
                <a:cs typeface="Times New Roman"/>
              </a:rPr>
              <a:t>ti</a:t>
            </a:r>
            <a:r>
              <a:rPr sz="1700" dirty="0">
                <a:latin typeface="Times New Roman"/>
                <a:cs typeface="Times New Roman"/>
              </a:rPr>
              <a:t>ons </a:t>
            </a:r>
            <a:r>
              <a:rPr sz="1700" spc="-41" dirty="0">
                <a:latin typeface="Times New Roman"/>
                <a:cs typeface="Times New Roman"/>
              </a:rPr>
              <a:t> </a:t>
            </a:r>
            <a:r>
              <a:rPr sz="1700" spc="-7" dirty="0">
                <a:latin typeface="Times New Roman"/>
                <a:cs typeface="Times New Roman"/>
              </a:rPr>
              <a:t>a</a:t>
            </a:r>
            <a:r>
              <a:rPr sz="1700" spc="-2" dirty="0">
                <a:latin typeface="Times New Roman"/>
                <a:cs typeface="Times New Roman"/>
              </a:rPr>
              <a:t>re w</a:t>
            </a:r>
            <a:r>
              <a:rPr sz="1700" spc="-5" dirty="0">
                <a:latin typeface="Times New Roman"/>
                <a:cs typeface="Times New Roman"/>
              </a:rPr>
              <a:t>r</a:t>
            </a:r>
            <a:r>
              <a:rPr sz="1700" spc="-2" dirty="0">
                <a:latin typeface="Times New Roman"/>
                <a:cs typeface="Times New Roman"/>
              </a:rPr>
              <a:t>itten</a:t>
            </a:r>
            <a:r>
              <a:rPr sz="1700" dirty="0">
                <a:latin typeface="Times New Roman"/>
                <a:cs typeface="Times New Roman"/>
              </a:rPr>
              <a:t> </a:t>
            </a:r>
            <a:r>
              <a:rPr sz="1700" spc="-2" dirty="0">
                <a:latin typeface="Times New Roman"/>
                <a:cs typeface="Times New Roman"/>
              </a:rPr>
              <a:t>in </a:t>
            </a:r>
            <a:r>
              <a:rPr sz="1700" spc="-5" dirty="0">
                <a:latin typeface="Times New Roman"/>
                <a:cs typeface="Times New Roman"/>
              </a:rPr>
              <a:t>a</a:t>
            </a:r>
            <a:r>
              <a:rPr sz="1700" dirty="0">
                <a:latin typeface="Times New Roman"/>
                <a:cs typeface="Times New Roman"/>
              </a:rPr>
              <a:t> </a:t>
            </a:r>
            <a:r>
              <a:rPr sz="1700" spc="-10" dirty="0">
                <a:latin typeface="Times New Roman"/>
                <a:cs typeface="Times New Roman"/>
              </a:rPr>
              <a:t>c</a:t>
            </a:r>
            <a:r>
              <a:rPr sz="1700" spc="-5" dirty="0">
                <a:latin typeface="Times New Roman"/>
                <a:cs typeface="Times New Roman"/>
              </a:rPr>
              <a:t>ompa</a:t>
            </a:r>
            <a:r>
              <a:rPr sz="1700" spc="-10" dirty="0">
                <a:latin typeface="Times New Roman"/>
                <a:cs typeface="Times New Roman"/>
              </a:rPr>
              <a:t>c</a:t>
            </a:r>
            <a:r>
              <a:rPr sz="1700" spc="-2" dirty="0">
                <a:latin typeface="Times New Roman"/>
                <a:cs typeface="Times New Roman"/>
              </a:rPr>
              <a:t>t</a:t>
            </a:r>
            <a:r>
              <a:rPr sz="1700" dirty="0">
                <a:latin typeface="Times New Roman"/>
                <a:cs typeface="Times New Roman"/>
              </a:rPr>
              <a:t> </a:t>
            </a:r>
            <a:r>
              <a:rPr sz="1700" spc="2" dirty="0">
                <a:latin typeface="Times New Roman"/>
                <a:cs typeface="Times New Roman"/>
              </a:rPr>
              <a:t>w</a:t>
            </a:r>
            <a:r>
              <a:rPr sz="1700" spc="-7" dirty="0">
                <a:latin typeface="Times New Roman"/>
                <a:cs typeface="Times New Roman"/>
              </a:rPr>
              <a:t>a</a:t>
            </a:r>
            <a:r>
              <a:rPr sz="1700" spc="5" dirty="0">
                <a:latin typeface="Times New Roman"/>
                <a:cs typeface="Times New Roman"/>
              </a:rPr>
              <a:t>y</a:t>
            </a:r>
            <a:r>
              <a:rPr sz="1700" dirty="0">
                <a:latin typeface="Times New Roman"/>
                <a:cs typeface="Times New Roman"/>
              </a:rPr>
              <a:t>.</a:t>
            </a:r>
          </a:p>
          <a:p>
            <a:pPr marL="226022" indent="-109957">
              <a:buFont typeface="Symbol"/>
              <a:buChar char=""/>
              <a:tabLst>
                <a:tab pos="226022" algn="l"/>
              </a:tabLst>
            </a:pPr>
            <a:r>
              <a:rPr sz="1700" spc="-5" dirty="0">
                <a:latin typeface="Times New Roman"/>
                <a:cs typeface="Times New Roman"/>
              </a:rPr>
              <a:t>Faste</a:t>
            </a:r>
            <a:r>
              <a:rPr sz="1700" spc="-2" dirty="0">
                <a:latin typeface="Times New Roman"/>
                <a:cs typeface="Times New Roman"/>
              </a:rPr>
              <a:t>r</a:t>
            </a:r>
            <a:r>
              <a:rPr sz="1700" spc="2" dirty="0">
                <a:latin typeface="Times New Roman"/>
                <a:cs typeface="Times New Roman"/>
              </a:rPr>
              <a:t> </a:t>
            </a:r>
            <a:r>
              <a:rPr sz="1700" spc="-7" dirty="0">
                <a:latin typeface="Times New Roman"/>
                <a:cs typeface="Times New Roman"/>
              </a:rPr>
              <a:t>e</a:t>
            </a:r>
            <a:r>
              <a:rPr sz="1700" spc="-5" dirty="0">
                <a:latin typeface="Times New Roman"/>
                <a:cs typeface="Times New Roman"/>
              </a:rPr>
              <a:t>x</a:t>
            </a:r>
            <a:r>
              <a:rPr sz="1700" spc="-2" dirty="0">
                <a:latin typeface="Times New Roman"/>
                <a:cs typeface="Times New Roman"/>
              </a:rPr>
              <a:t>e</a:t>
            </a:r>
            <a:r>
              <a:rPr sz="1700" spc="-7" dirty="0">
                <a:latin typeface="Times New Roman"/>
                <a:cs typeface="Times New Roman"/>
              </a:rPr>
              <a:t>c</a:t>
            </a:r>
            <a:r>
              <a:rPr sz="1700" spc="-2" dirty="0">
                <a:latin typeface="Times New Roman"/>
                <a:cs typeface="Times New Roman"/>
              </a:rPr>
              <a:t>uti</a:t>
            </a:r>
            <a:r>
              <a:rPr sz="1700" dirty="0">
                <a:latin typeface="Times New Roman"/>
                <a:cs typeface="Times New Roman"/>
              </a:rPr>
              <a:t>on </a:t>
            </a:r>
            <a:r>
              <a:rPr sz="1700" spc="-7" dirty="0">
                <a:latin typeface="Times New Roman"/>
                <a:cs typeface="Times New Roman"/>
              </a:rPr>
              <a:t>a</a:t>
            </a:r>
            <a:r>
              <a:rPr sz="1700" dirty="0">
                <a:latin typeface="Times New Roman"/>
                <a:cs typeface="Times New Roman"/>
              </a:rPr>
              <a:t>s</a:t>
            </a:r>
            <a:r>
              <a:rPr sz="1700" spc="-2"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dirty="0">
                <a:latin typeface="Times New Roman"/>
                <a:cs typeface="Times New Roman"/>
              </a:rPr>
              <a:t> is</a:t>
            </a:r>
            <a:r>
              <a:rPr sz="1700" spc="-2" dirty="0">
                <a:latin typeface="Times New Roman"/>
                <a:cs typeface="Times New Roman"/>
              </a:rPr>
              <a:t> r</a:t>
            </a:r>
            <a:r>
              <a:rPr sz="1700" spc="-10" dirty="0">
                <a:latin typeface="Times New Roman"/>
                <a:cs typeface="Times New Roman"/>
              </a:rPr>
              <a:t>e</a:t>
            </a:r>
            <a:r>
              <a:rPr sz="1700" spc="-7" dirty="0">
                <a:latin typeface="Times New Roman"/>
                <a:cs typeface="Times New Roman"/>
              </a:rPr>
              <a:t>a</a:t>
            </a:r>
            <a:r>
              <a:rPr sz="1700" spc="-2" dirty="0">
                <a:latin typeface="Times New Roman"/>
                <a:cs typeface="Times New Roman"/>
              </a:rPr>
              <a:t>dil</a:t>
            </a:r>
            <a:r>
              <a:rPr sz="1700" dirty="0">
                <a:latin typeface="Times New Roman"/>
                <a:cs typeface="Times New Roman"/>
              </a:rPr>
              <a:t>y </a:t>
            </a:r>
            <a:r>
              <a:rPr sz="1700" spc="-7" dirty="0">
                <a:latin typeface="Times New Roman"/>
                <a:cs typeface="Times New Roman"/>
              </a:rPr>
              <a:t>a</a:t>
            </a:r>
            <a:r>
              <a:rPr sz="1700" spc="-5" dirty="0">
                <a:latin typeface="Times New Roman"/>
                <a:cs typeface="Times New Roman"/>
              </a:rPr>
              <a:t>v</a:t>
            </a:r>
            <a:r>
              <a:rPr sz="1700" spc="-7" dirty="0">
                <a:latin typeface="Times New Roman"/>
                <a:cs typeface="Times New Roman"/>
              </a:rPr>
              <a:t>a</a:t>
            </a:r>
            <a:r>
              <a:rPr sz="1700" spc="-2" dirty="0">
                <a:latin typeface="Times New Roman"/>
                <a:cs typeface="Times New Roman"/>
              </a:rPr>
              <a:t>il</a:t>
            </a:r>
            <a:r>
              <a:rPr sz="1700" spc="-7" dirty="0">
                <a:latin typeface="Times New Roman"/>
                <a:cs typeface="Times New Roman"/>
              </a:rPr>
              <a:t>a</a:t>
            </a:r>
            <a:r>
              <a:rPr sz="1700" spc="-2" dirty="0">
                <a:latin typeface="Times New Roman"/>
                <a:cs typeface="Times New Roman"/>
              </a:rPr>
              <a:t>ble</a:t>
            </a:r>
            <a:r>
              <a:rPr sz="1700" spc="2" dirty="0">
                <a:latin typeface="Times New Roman"/>
                <a:cs typeface="Times New Roman"/>
              </a:rPr>
              <a:t> </a:t>
            </a:r>
            <a:r>
              <a:rPr sz="1700" spc="-2" dirty="0">
                <a:latin typeface="Times New Roman"/>
                <a:cs typeface="Times New Roman"/>
              </a:rPr>
              <a:t>in</a:t>
            </a:r>
            <a:r>
              <a:rPr sz="1700" spc="7"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5" dirty="0">
                <a:latin typeface="Times New Roman"/>
                <a:cs typeface="Times New Roman"/>
              </a:rPr>
              <a:t>g</a:t>
            </a:r>
            <a:r>
              <a:rPr sz="1700" dirty="0">
                <a:latin typeface="Times New Roman"/>
                <a:cs typeface="Times New Roman"/>
              </a:rPr>
              <a:t>i</a:t>
            </a:r>
            <a:r>
              <a:rPr sz="1700" spc="-5" dirty="0">
                <a:latin typeface="Times New Roman"/>
                <a:cs typeface="Times New Roman"/>
              </a:rPr>
              <a:t>ster</a:t>
            </a:r>
            <a:r>
              <a:rPr sz="1700" spc="-2" dirty="0">
                <a:latin typeface="Times New Roman"/>
                <a:cs typeface="Times New Roman"/>
              </a:rPr>
              <a:t>s.</a:t>
            </a:r>
            <a:endParaRPr sz="1700" dirty="0">
              <a:latin typeface="Times New Roman"/>
              <a:cs typeface="Times New Roman"/>
            </a:endParaRPr>
          </a:p>
          <a:p>
            <a:pPr marL="226022" indent="-109957">
              <a:spcBef>
                <a:spcPts val="58"/>
              </a:spcBef>
              <a:buFont typeface="Symbol"/>
              <a:buChar char=""/>
              <a:tabLst>
                <a:tab pos="226022" algn="l"/>
              </a:tabLst>
            </a:pPr>
            <a:r>
              <a:rPr sz="1700" spc="-5" dirty="0">
                <a:latin typeface="Times New Roman"/>
                <a:cs typeface="Times New Roman"/>
              </a:rPr>
              <a:t>F</a:t>
            </a:r>
            <a:r>
              <a:rPr sz="1700" spc="-2" dirty="0">
                <a:latin typeface="Times New Roman"/>
                <a:cs typeface="Times New Roman"/>
              </a:rPr>
              <a:t>lexible </a:t>
            </a:r>
            <a:r>
              <a:rPr sz="1700" dirty="0">
                <a:latin typeface="Times New Roman"/>
                <a:cs typeface="Times New Roman"/>
              </a:rPr>
              <a:t>p</a:t>
            </a:r>
            <a:r>
              <a:rPr sz="1700" spc="-5" dirty="0">
                <a:latin typeface="Times New Roman"/>
                <a:cs typeface="Times New Roman"/>
              </a:rPr>
              <a:t>r</a:t>
            </a:r>
            <a:r>
              <a:rPr sz="1700" dirty="0">
                <a:latin typeface="Times New Roman"/>
                <a:cs typeface="Times New Roman"/>
              </a:rPr>
              <a:t>og</a:t>
            </a:r>
            <a:r>
              <a:rPr sz="1700" spc="2" dirty="0">
                <a:latin typeface="Times New Roman"/>
                <a:cs typeface="Times New Roman"/>
              </a:rPr>
              <a:t>r</a:t>
            </a:r>
            <a:r>
              <a:rPr sz="1700" spc="-7" dirty="0">
                <a:latin typeface="Times New Roman"/>
                <a:cs typeface="Times New Roman"/>
              </a:rPr>
              <a:t>a</a:t>
            </a:r>
            <a:r>
              <a:rPr sz="1700" spc="-5" dirty="0">
                <a:latin typeface="Times New Roman"/>
                <a:cs typeface="Times New Roman"/>
              </a:rPr>
              <a:t>mming</a:t>
            </a:r>
            <a:r>
              <a:rPr sz="1700" spc="-2" dirty="0">
                <a:latin typeface="Times New Roman"/>
                <a:cs typeface="Times New Roman"/>
              </a:rPr>
              <a:t> </a:t>
            </a:r>
            <a:r>
              <a:rPr sz="1700" spc="-5" dirty="0">
                <a:latin typeface="Times New Roman"/>
                <a:cs typeface="Times New Roman"/>
              </a:rPr>
              <a:t>due</a:t>
            </a:r>
            <a:r>
              <a:rPr sz="1700" dirty="0">
                <a:latin typeface="Times New Roman"/>
                <a:cs typeface="Times New Roman"/>
              </a:rPr>
              <a:t> </a:t>
            </a:r>
            <a:r>
              <a:rPr sz="1700" spc="-2" dirty="0">
                <a:latin typeface="Times New Roman"/>
                <a:cs typeface="Times New Roman"/>
              </a:rPr>
              <a:t>to multiple</a:t>
            </a:r>
            <a:r>
              <a:rPr sz="1700" dirty="0">
                <a:latin typeface="Times New Roman"/>
                <a:cs typeface="Times New Roman"/>
              </a:rPr>
              <a:t> </a:t>
            </a:r>
            <a:r>
              <a:rPr sz="1700" spc="-5" dirty="0">
                <a:latin typeface="Times New Roman"/>
                <a:cs typeface="Times New Roman"/>
              </a:rPr>
              <a:t>r</a:t>
            </a:r>
            <a:r>
              <a:rPr sz="1700" spc="-7" dirty="0">
                <a:latin typeface="Times New Roman"/>
                <a:cs typeface="Times New Roman"/>
              </a:rPr>
              <a:t>e</a:t>
            </a:r>
            <a:r>
              <a:rPr sz="1700" spc="-2" dirty="0">
                <a:latin typeface="Times New Roman"/>
                <a:cs typeface="Times New Roman"/>
              </a:rPr>
              <a:t>gis</a:t>
            </a:r>
            <a:r>
              <a:rPr sz="1700" dirty="0">
                <a:latin typeface="Times New Roman"/>
                <a:cs typeface="Times New Roman"/>
              </a:rPr>
              <a:t>t</a:t>
            </a:r>
            <a:r>
              <a:rPr sz="1700" spc="-7" dirty="0">
                <a:latin typeface="Times New Roman"/>
                <a:cs typeface="Times New Roman"/>
              </a:rPr>
              <a:t>e</a:t>
            </a:r>
            <a:r>
              <a:rPr sz="1700" dirty="0">
                <a:latin typeface="Times New Roman"/>
                <a:cs typeface="Times New Roman"/>
              </a:rPr>
              <a:t>rs.</a:t>
            </a:r>
          </a:p>
          <a:p>
            <a:pPr>
              <a:spcBef>
                <a:spcPts val="26"/>
              </a:spcBef>
              <a:buFont typeface="Symbol"/>
              <a:buChar char=""/>
            </a:pPr>
            <a:endParaRPr sz="1700" dirty="0">
              <a:latin typeface="Times New Roman"/>
              <a:cs typeface="Times New Roman"/>
            </a:endParaRPr>
          </a:p>
          <a:p>
            <a:pPr marL="6109"/>
            <a:r>
              <a:rPr sz="1700" b="1" spc="-2" dirty="0">
                <a:latin typeface="Times New Roman"/>
                <a:cs typeface="Times New Roman"/>
              </a:rPr>
              <a:t>D</a:t>
            </a:r>
            <a:r>
              <a:rPr sz="1700" b="1" dirty="0">
                <a:latin typeface="Times New Roman"/>
                <a:cs typeface="Times New Roman"/>
              </a:rPr>
              <a:t>isa</a:t>
            </a:r>
            <a:r>
              <a:rPr sz="1700" b="1" spc="2" dirty="0">
                <a:latin typeface="Times New Roman"/>
                <a:cs typeface="Times New Roman"/>
              </a:rPr>
              <a:t>d</a:t>
            </a:r>
            <a:r>
              <a:rPr sz="1700" b="1" dirty="0">
                <a:latin typeface="Times New Roman"/>
                <a:cs typeface="Times New Roman"/>
              </a:rPr>
              <a:t>van</a:t>
            </a:r>
            <a:r>
              <a:rPr sz="1700" b="1" spc="-5" dirty="0">
                <a:latin typeface="Times New Roman"/>
                <a:cs typeface="Times New Roman"/>
              </a:rPr>
              <a:t>tag</a:t>
            </a:r>
            <a:r>
              <a:rPr sz="1700" b="1" spc="-10" dirty="0">
                <a:latin typeface="Times New Roman"/>
                <a:cs typeface="Times New Roman"/>
              </a:rPr>
              <a:t>e</a:t>
            </a:r>
            <a:r>
              <a:rPr sz="1700" b="1" spc="2" dirty="0">
                <a:latin typeface="Times New Roman"/>
                <a:cs typeface="Times New Roman"/>
              </a:rPr>
              <a:t>s</a:t>
            </a:r>
            <a:r>
              <a:rPr sz="1700" b="1" dirty="0">
                <a:latin typeface="Times New Roman"/>
                <a:cs typeface="Times New Roman"/>
              </a:rPr>
              <a:t>:</a:t>
            </a:r>
            <a:endParaRPr lang="en-US" sz="1700" b="1" dirty="0">
              <a:latin typeface="Times New Roman"/>
              <a:cs typeface="Times New Roman"/>
            </a:endParaRPr>
          </a:p>
          <a:p>
            <a:pPr marL="6109"/>
            <a:endParaRPr sz="1700" dirty="0">
              <a:latin typeface="Times New Roman"/>
              <a:cs typeface="Times New Roman"/>
            </a:endParaRPr>
          </a:p>
          <a:p>
            <a:pPr marL="226022" marR="4887" indent="-109957">
              <a:spcBef>
                <a:spcPts val="58"/>
              </a:spcBef>
              <a:buFont typeface="Symbol"/>
              <a:buChar char=""/>
              <a:tabLst>
                <a:tab pos="226022" algn="l"/>
              </a:tabLst>
            </a:pPr>
            <a:r>
              <a:rPr sz="1700" spc="-5" dirty="0">
                <a:latin typeface="Times New Roman"/>
                <a:cs typeface="Times New Roman"/>
              </a:rPr>
              <a:t>C</a:t>
            </a:r>
            <a:r>
              <a:rPr sz="1700" spc="-7" dirty="0">
                <a:latin typeface="Times New Roman"/>
                <a:cs typeface="Times New Roman"/>
              </a:rPr>
              <a:t>a</a:t>
            </a:r>
            <a:r>
              <a:rPr sz="1700" spc="-2" dirty="0">
                <a:latin typeface="Times New Roman"/>
                <a:cs typeface="Times New Roman"/>
              </a:rPr>
              <a:t>re</a:t>
            </a:r>
            <a:r>
              <a:rPr sz="1700" spc="12" dirty="0">
                <a:latin typeface="Times New Roman"/>
                <a:cs typeface="Times New Roman"/>
              </a:rPr>
              <a:t> </a:t>
            </a:r>
            <a:r>
              <a:rPr sz="1700" spc="-7" dirty="0">
                <a:latin typeface="Times New Roman"/>
                <a:cs typeface="Times New Roman"/>
              </a:rPr>
              <a:t>shou</a:t>
            </a:r>
            <a:r>
              <a:rPr sz="1700" spc="-2" dirty="0">
                <a:latin typeface="Times New Roman"/>
                <a:cs typeface="Times New Roman"/>
              </a:rPr>
              <a:t>l</a:t>
            </a:r>
            <a:r>
              <a:rPr sz="1700" dirty="0">
                <a:latin typeface="Times New Roman"/>
                <a:cs typeface="Times New Roman"/>
              </a:rPr>
              <a:t>d</a:t>
            </a:r>
            <a:r>
              <a:rPr sz="1700" spc="14" dirty="0">
                <a:latin typeface="Times New Roman"/>
                <a:cs typeface="Times New Roman"/>
              </a:rPr>
              <a:t> </a:t>
            </a:r>
            <a:r>
              <a:rPr sz="1700" spc="5" dirty="0">
                <a:latin typeface="Times New Roman"/>
                <a:cs typeface="Times New Roman"/>
              </a:rPr>
              <a:t>b</a:t>
            </a:r>
            <a:r>
              <a:rPr sz="1700" spc="-5" dirty="0">
                <a:latin typeface="Times New Roman"/>
                <a:cs typeface="Times New Roman"/>
              </a:rPr>
              <a:t>e</a:t>
            </a:r>
            <a:r>
              <a:rPr sz="1700" spc="14" dirty="0">
                <a:latin typeface="Times New Roman"/>
                <a:cs typeface="Times New Roman"/>
              </a:rPr>
              <a:t> </a:t>
            </a:r>
            <a:r>
              <a:rPr sz="1700" spc="-2" dirty="0">
                <a:latin typeface="Times New Roman"/>
                <a:cs typeface="Times New Roman"/>
              </a:rPr>
              <a:t>tak</a:t>
            </a:r>
            <a:r>
              <a:rPr sz="1700" spc="-10" dirty="0">
                <a:latin typeface="Times New Roman"/>
                <a:cs typeface="Times New Roman"/>
              </a:rPr>
              <a:t>e</a:t>
            </a:r>
            <a:r>
              <a:rPr sz="1700" dirty="0">
                <a:latin typeface="Times New Roman"/>
                <a:cs typeface="Times New Roman"/>
              </a:rPr>
              <a:t>n</a:t>
            </a:r>
            <a:r>
              <a:rPr sz="1700" spc="22" dirty="0">
                <a:latin typeface="Times New Roman"/>
                <a:cs typeface="Times New Roman"/>
              </a:rPr>
              <a:t> </a:t>
            </a:r>
            <a:r>
              <a:rPr sz="1700" spc="-2" dirty="0">
                <a:latin typeface="Times New Roman"/>
                <a:cs typeface="Times New Roman"/>
              </a:rPr>
              <a:t>to</a:t>
            </a:r>
            <a:r>
              <a:rPr sz="1700" spc="22" dirty="0">
                <a:latin typeface="Times New Roman"/>
                <a:cs typeface="Times New Roman"/>
              </a:rPr>
              <a:t> </a:t>
            </a:r>
            <a:r>
              <a:rPr sz="1700" spc="-7" dirty="0">
                <a:latin typeface="Times New Roman"/>
                <a:cs typeface="Times New Roman"/>
              </a:rPr>
              <a:t>a</a:t>
            </a:r>
            <a:r>
              <a:rPr sz="1700" spc="-5" dirty="0">
                <a:latin typeface="Times New Roman"/>
                <a:cs typeface="Times New Roman"/>
              </a:rPr>
              <a:t>void</a:t>
            </a:r>
            <a:r>
              <a:rPr sz="1700" spc="17" dirty="0">
                <a:latin typeface="Times New Roman"/>
                <a:cs typeface="Times New Roman"/>
              </a:rPr>
              <a:t> </a:t>
            </a:r>
            <a:r>
              <a:rPr sz="1700" spc="-5" dirty="0">
                <a:latin typeface="Times New Roman"/>
                <a:cs typeface="Times New Roman"/>
              </a:rPr>
              <a:t>unn</a:t>
            </a:r>
            <a:r>
              <a:rPr sz="1700" spc="-7" dirty="0">
                <a:latin typeface="Times New Roman"/>
                <a:cs typeface="Times New Roman"/>
              </a:rPr>
              <a:t>e</a:t>
            </a:r>
            <a:r>
              <a:rPr sz="1700" spc="-2" dirty="0">
                <a:latin typeface="Times New Roman"/>
                <a:cs typeface="Times New Roman"/>
              </a:rPr>
              <a:t>c</a:t>
            </a:r>
            <a:r>
              <a:rPr sz="1700" spc="-7" dirty="0">
                <a:latin typeface="Times New Roman"/>
                <a:cs typeface="Times New Roman"/>
              </a:rPr>
              <a:t>e</a:t>
            </a:r>
            <a:r>
              <a:rPr sz="1700" spc="-2" dirty="0">
                <a:latin typeface="Times New Roman"/>
                <a:cs typeface="Times New Roman"/>
              </a:rPr>
              <a:t>ssa</a:t>
            </a:r>
            <a:r>
              <a:rPr sz="1700" spc="-5" dirty="0">
                <a:latin typeface="Times New Roman"/>
                <a:cs typeface="Times New Roman"/>
              </a:rPr>
              <a:t>r</a:t>
            </a:r>
            <a:r>
              <a:rPr sz="1700" dirty="0">
                <a:latin typeface="Times New Roman"/>
                <a:cs typeface="Times New Roman"/>
              </a:rPr>
              <a:t>y</a:t>
            </a:r>
            <a:r>
              <a:rPr sz="1700" spc="22" dirty="0">
                <a:latin typeface="Times New Roman"/>
                <a:cs typeface="Times New Roman"/>
              </a:rPr>
              <a:t> </a:t>
            </a:r>
            <a:r>
              <a:rPr sz="1700" dirty="0">
                <a:latin typeface="Times New Roman"/>
                <a:cs typeface="Times New Roman"/>
              </a:rPr>
              <a:t>us</a:t>
            </a:r>
            <a:r>
              <a:rPr sz="1700" spc="-2" dirty="0">
                <a:latin typeface="Times New Roman"/>
                <a:cs typeface="Times New Roman"/>
              </a:rPr>
              <a:t>a</a:t>
            </a:r>
            <a:r>
              <a:rPr sz="1700" spc="-5" dirty="0">
                <a:latin typeface="Times New Roman"/>
                <a:cs typeface="Times New Roman"/>
              </a:rPr>
              <a:t>ge</a:t>
            </a:r>
            <a:r>
              <a:rPr sz="1700" spc="19" dirty="0">
                <a:latin typeface="Times New Roman"/>
                <a:cs typeface="Times New Roman"/>
              </a:rPr>
              <a:t> </a:t>
            </a:r>
            <a:r>
              <a:rPr sz="1700" dirty="0">
                <a:latin typeface="Times New Roman"/>
                <a:cs typeface="Times New Roman"/>
              </a:rPr>
              <a:t>of</a:t>
            </a:r>
            <a:r>
              <a:rPr sz="1700" spc="14" dirty="0">
                <a:latin typeface="Times New Roman"/>
                <a:cs typeface="Times New Roman"/>
              </a:rPr>
              <a:t> </a:t>
            </a:r>
            <a:r>
              <a:rPr sz="1700" spc="2" dirty="0">
                <a:latin typeface="Times New Roman"/>
                <a:cs typeface="Times New Roman"/>
              </a:rPr>
              <a:t>r</a:t>
            </a:r>
            <a:r>
              <a:rPr sz="1700" spc="-7" dirty="0">
                <a:latin typeface="Times New Roman"/>
                <a:cs typeface="Times New Roman"/>
              </a:rPr>
              <a:t>e</a:t>
            </a:r>
            <a:r>
              <a:rPr sz="1700" spc="-2" dirty="0">
                <a:latin typeface="Times New Roman"/>
                <a:cs typeface="Times New Roman"/>
              </a:rPr>
              <a:t>gis</a:t>
            </a:r>
            <a:r>
              <a:rPr sz="1700" dirty="0">
                <a:latin typeface="Times New Roman"/>
                <a:cs typeface="Times New Roman"/>
              </a:rPr>
              <a:t>t</a:t>
            </a:r>
            <a:r>
              <a:rPr sz="1700" spc="-7" dirty="0">
                <a:latin typeface="Times New Roman"/>
                <a:cs typeface="Times New Roman"/>
              </a:rPr>
              <a:t>e</a:t>
            </a:r>
            <a:r>
              <a:rPr sz="1700" dirty="0">
                <a:latin typeface="Times New Roman"/>
                <a:cs typeface="Times New Roman"/>
              </a:rPr>
              <a:t>rs.</a:t>
            </a:r>
            <a:r>
              <a:rPr sz="1700" spc="14" dirty="0">
                <a:latin typeface="Times New Roman"/>
                <a:cs typeface="Times New Roman"/>
              </a:rPr>
              <a:t> </a:t>
            </a:r>
            <a:r>
              <a:rPr sz="1700" dirty="0">
                <a:latin typeface="Times New Roman"/>
                <a:cs typeface="Times New Roman"/>
              </a:rPr>
              <a:t>Thus,</a:t>
            </a:r>
            <a:r>
              <a:rPr sz="1700" spc="22" dirty="0">
                <a:latin typeface="Times New Roman"/>
                <a:cs typeface="Times New Roman"/>
              </a:rPr>
              <a:t> </a:t>
            </a:r>
            <a:r>
              <a:rPr sz="1700" spc="-7" dirty="0">
                <a:latin typeface="Times New Roman"/>
                <a:cs typeface="Times New Roman"/>
              </a:rPr>
              <a:t>c</a:t>
            </a:r>
            <a:r>
              <a:rPr sz="1700" spc="-5" dirty="0">
                <a:latin typeface="Times New Roman"/>
                <a:cs typeface="Times New Roman"/>
              </a:rPr>
              <a:t>om</a:t>
            </a:r>
            <a:r>
              <a:rPr sz="1700" dirty="0">
                <a:latin typeface="Times New Roman"/>
                <a:cs typeface="Times New Roman"/>
              </a:rPr>
              <a:t>p</a:t>
            </a:r>
            <a:r>
              <a:rPr sz="1700" spc="-2" dirty="0">
                <a:latin typeface="Times New Roman"/>
                <a:cs typeface="Times New Roman"/>
              </a:rPr>
              <a:t>il</a:t>
            </a:r>
            <a:r>
              <a:rPr sz="1700" spc="-7" dirty="0">
                <a:latin typeface="Times New Roman"/>
                <a:cs typeface="Times New Roman"/>
              </a:rPr>
              <a:t>e</a:t>
            </a:r>
            <a:r>
              <a:rPr sz="1700" dirty="0">
                <a:latin typeface="Times New Roman"/>
                <a:cs typeface="Times New Roman"/>
              </a:rPr>
              <a:t>rs </a:t>
            </a:r>
            <a:r>
              <a:rPr sz="1700" spc="-5" dirty="0">
                <a:latin typeface="Times New Roman"/>
                <a:cs typeface="Times New Roman"/>
              </a:rPr>
              <a:t>n</a:t>
            </a:r>
            <a:r>
              <a:rPr sz="1700" spc="-7" dirty="0">
                <a:latin typeface="Times New Roman"/>
                <a:cs typeface="Times New Roman"/>
              </a:rPr>
              <a:t>ee</a:t>
            </a:r>
            <a:r>
              <a:rPr sz="1700" dirty="0">
                <a:latin typeface="Times New Roman"/>
                <a:cs typeface="Times New Roman"/>
              </a:rPr>
              <a:t>d </a:t>
            </a:r>
            <a:r>
              <a:rPr sz="1700" spc="-2" dirty="0">
                <a:latin typeface="Times New Roman"/>
                <a:cs typeface="Times New Roman"/>
              </a:rPr>
              <a:t>to </a:t>
            </a:r>
            <a:r>
              <a:rPr sz="1700" spc="-5" dirty="0">
                <a:latin typeface="Times New Roman"/>
                <a:cs typeface="Times New Roman"/>
              </a:rPr>
              <a:t>be</a:t>
            </a:r>
            <a:r>
              <a:rPr sz="1700" dirty="0">
                <a:latin typeface="Times New Roman"/>
                <a:cs typeface="Times New Roman"/>
              </a:rPr>
              <a:t> </a:t>
            </a:r>
            <a:r>
              <a:rPr sz="1700" spc="-5" dirty="0">
                <a:latin typeface="Times New Roman"/>
                <a:cs typeface="Times New Roman"/>
              </a:rPr>
              <a:t>more</a:t>
            </a:r>
            <a:r>
              <a:rPr sz="1700" spc="-2" dirty="0">
                <a:latin typeface="Times New Roman"/>
                <a:cs typeface="Times New Roman"/>
              </a:rPr>
              <a:t> int</a:t>
            </a:r>
            <a:r>
              <a:rPr sz="1700" spc="-7" dirty="0">
                <a:latin typeface="Times New Roman"/>
                <a:cs typeface="Times New Roman"/>
              </a:rPr>
              <a:t>e</a:t>
            </a:r>
            <a:r>
              <a:rPr sz="1700" spc="-2" dirty="0">
                <a:latin typeface="Times New Roman"/>
                <a:cs typeface="Times New Roman"/>
              </a:rPr>
              <a:t>lligent</a:t>
            </a:r>
            <a:r>
              <a:rPr sz="1700" dirty="0">
                <a:latin typeface="Times New Roman"/>
                <a:cs typeface="Times New Roman"/>
              </a:rPr>
              <a:t> </a:t>
            </a:r>
            <a:r>
              <a:rPr sz="1700" spc="-2" dirty="0">
                <a:latin typeface="Times New Roman"/>
                <a:cs typeface="Times New Roman"/>
              </a:rPr>
              <a:t>i</a:t>
            </a:r>
            <a:r>
              <a:rPr sz="1700" dirty="0">
                <a:latin typeface="Times New Roman"/>
                <a:cs typeface="Times New Roman"/>
              </a:rPr>
              <a:t>n </a:t>
            </a:r>
            <a:r>
              <a:rPr sz="1700" spc="-2" dirty="0">
                <a:latin typeface="Times New Roman"/>
                <a:cs typeface="Times New Roman"/>
              </a:rPr>
              <a:t>thi</a:t>
            </a:r>
            <a:r>
              <a:rPr sz="1700" dirty="0">
                <a:latin typeface="Times New Roman"/>
                <a:cs typeface="Times New Roman"/>
              </a:rPr>
              <a:t>s</a:t>
            </a:r>
            <a:r>
              <a:rPr sz="1700" spc="-2" dirty="0">
                <a:latin typeface="Times New Roman"/>
                <a:cs typeface="Times New Roman"/>
              </a:rPr>
              <a:t> </a:t>
            </a:r>
            <a:r>
              <a:rPr sz="1700" spc="-7" dirty="0">
                <a:latin typeface="Times New Roman"/>
                <a:cs typeface="Times New Roman"/>
              </a:rPr>
              <a:t>a</a:t>
            </a:r>
            <a:r>
              <a:rPr sz="1700" spc="-2" dirty="0">
                <a:latin typeface="Times New Roman"/>
                <a:cs typeface="Times New Roman"/>
              </a:rPr>
              <a:t>spe</a:t>
            </a:r>
            <a:r>
              <a:rPr sz="1700" spc="-7" dirty="0">
                <a:latin typeface="Times New Roman"/>
                <a:cs typeface="Times New Roman"/>
              </a:rPr>
              <a:t>c</a:t>
            </a:r>
            <a:r>
              <a:rPr sz="1700" spc="-2" dirty="0">
                <a:latin typeface="Times New Roman"/>
                <a:cs typeface="Times New Roman"/>
              </a:rPr>
              <a:t>t.</a:t>
            </a:r>
            <a:endParaRPr lang="en-US" sz="1700" spc="-2" dirty="0">
              <a:latin typeface="Times New Roman"/>
              <a:cs typeface="Times New Roman"/>
            </a:endParaRPr>
          </a:p>
          <a:p>
            <a:pPr marL="226022" marR="4887" indent="-109957">
              <a:spcBef>
                <a:spcPts val="58"/>
              </a:spcBef>
              <a:buFont typeface="Symbol"/>
              <a:buChar char=""/>
              <a:tabLst>
                <a:tab pos="226022" algn="l"/>
              </a:tabLst>
            </a:pPr>
            <a:r>
              <a:rPr lang="en-US" sz="1700" dirty="0">
                <a:latin typeface="Times New Roman"/>
                <a:cs typeface="Times New Roman"/>
              </a:rPr>
              <a:t>S</a:t>
            </a:r>
            <a:r>
              <a:rPr lang="en-US" sz="1700" spc="-2" dirty="0">
                <a:latin typeface="Times New Roman"/>
                <a:cs typeface="Times New Roman"/>
              </a:rPr>
              <a:t>ince</a:t>
            </a:r>
            <a:r>
              <a:rPr lang="en-US" sz="1700" spc="70" dirty="0">
                <a:latin typeface="Times New Roman"/>
                <a:cs typeface="Times New Roman"/>
              </a:rPr>
              <a:t> </a:t>
            </a:r>
            <a:r>
              <a:rPr lang="en-US" sz="1700" spc="-2" dirty="0">
                <a:latin typeface="Times New Roman"/>
                <a:cs typeface="Times New Roman"/>
              </a:rPr>
              <a:t>la</a:t>
            </a:r>
            <a:r>
              <a:rPr lang="en-US" sz="1700" spc="-7" dirty="0">
                <a:latin typeface="Times New Roman"/>
                <a:cs typeface="Times New Roman"/>
              </a:rPr>
              <a:t>r</a:t>
            </a:r>
            <a:r>
              <a:rPr lang="en-US" sz="1700" spc="-5" dirty="0">
                <a:latin typeface="Times New Roman"/>
                <a:cs typeface="Times New Roman"/>
              </a:rPr>
              <a:t>ge</a:t>
            </a:r>
            <a:r>
              <a:rPr lang="en-US" sz="1700" dirty="0">
                <a:latin typeface="Times New Roman"/>
                <a:cs typeface="Times New Roman"/>
              </a:rPr>
              <a:t> </a:t>
            </a:r>
            <a:r>
              <a:rPr lang="en-US" sz="1700" spc="-72" dirty="0">
                <a:latin typeface="Times New Roman"/>
                <a:cs typeface="Times New Roman"/>
              </a:rPr>
              <a:t> </a:t>
            </a:r>
            <a:r>
              <a:rPr lang="en-US" sz="1700" spc="-5" dirty="0">
                <a:latin typeface="Times New Roman"/>
                <a:cs typeface="Times New Roman"/>
              </a:rPr>
              <a:t>numbe</a:t>
            </a:r>
            <a:r>
              <a:rPr lang="en-US" sz="1700" spc="-7" dirty="0">
                <a:latin typeface="Times New Roman"/>
                <a:cs typeface="Times New Roman"/>
              </a:rPr>
              <a:t>r</a:t>
            </a:r>
            <a:r>
              <a:rPr lang="en-US" sz="1700" dirty="0">
                <a:latin typeface="Times New Roman"/>
                <a:cs typeface="Times New Roman"/>
              </a:rPr>
              <a:t>s </a:t>
            </a:r>
            <a:r>
              <a:rPr lang="en-US" sz="1700" spc="-70" dirty="0">
                <a:latin typeface="Times New Roman"/>
                <a:cs typeface="Times New Roman"/>
              </a:rPr>
              <a:t> </a:t>
            </a:r>
            <a:r>
              <a:rPr lang="en-US" sz="1700" dirty="0">
                <a:latin typeface="Times New Roman"/>
                <a:cs typeface="Times New Roman"/>
              </a:rPr>
              <a:t>of </a:t>
            </a:r>
            <a:r>
              <a:rPr lang="en-US" sz="1700" spc="-67" dirty="0">
                <a:latin typeface="Times New Roman"/>
                <a:cs typeface="Times New Roman"/>
              </a:rPr>
              <a:t> </a:t>
            </a:r>
            <a:r>
              <a:rPr lang="en-US" sz="1700" spc="-2" dirty="0">
                <a:latin typeface="Times New Roman"/>
                <a:cs typeface="Times New Roman"/>
              </a:rPr>
              <a:t>r</a:t>
            </a:r>
            <a:r>
              <a:rPr lang="en-US" sz="1700" spc="-10" dirty="0">
                <a:latin typeface="Times New Roman"/>
                <a:cs typeface="Times New Roman"/>
              </a:rPr>
              <a:t>e</a:t>
            </a:r>
            <a:r>
              <a:rPr lang="en-US" sz="1700" spc="-2" dirty="0">
                <a:latin typeface="Times New Roman"/>
                <a:cs typeface="Times New Roman"/>
              </a:rPr>
              <a:t>gis</a:t>
            </a:r>
            <a:r>
              <a:rPr lang="en-US" sz="1700" dirty="0">
                <a:latin typeface="Times New Roman"/>
                <a:cs typeface="Times New Roman"/>
              </a:rPr>
              <a:t>t</a:t>
            </a:r>
            <a:r>
              <a:rPr lang="en-US" sz="1700" spc="-7" dirty="0">
                <a:latin typeface="Times New Roman"/>
                <a:cs typeface="Times New Roman"/>
              </a:rPr>
              <a:t>e</a:t>
            </a:r>
            <a:r>
              <a:rPr lang="en-US" sz="1700" dirty="0">
                <a:latin typeface="Times New Roman"/>
                <a:cs typeface="Times New Roman"/>
              </a:rPr>
              <a:t>rs </a:t>
            </a:r>
            <a:r>
              <a:rPr lang="en-US" sz="1700" spc="-72" dirty="0">
                <a:latin typeface="Times New Roman"/>
                <a:cs typeface="Times New Roman"/>
              </a:rPr>
              <a:t> </a:t>
            </a:r>
            <a:r>
              <a:rPr lang="en-US" sz="1700" spc="-7" dirty="0">
                <a:latin typeface="Times New Roman"/>
                <a:cs typeface="Times New Roman"/>
              </a:rPr>
              <a:t>a</a:t>
            </a:r>
            <a:r>
              <a:rPr lang="en-US" sz="1700" spc="2" dirty="0">
                <a:latin typeface="Times New Roman"/>
                <a:cs typeface="Times New Roman"/>
              </a:rPr>
              <a:t>r</a:t>
            </a:r>
            <a:r>
              <a:rPr lang="en-US" sz="1700" spc="-5" dirty="0">
                <a:latin typeface="Times New Roman"/>
                <a:cs typeface="Times New Roman"/>
              </a:rPr>
              <a:t>e</a:t>
            </a:r>
            <a:r>
              <a:rPr lang="en-US" sz="1700" dirty="0">
                <a:latin typeface="Times New Roman"/>
                <a:cs typeface="Times New Roman"/>
              </a:rPr>
              <a:t> </a:t>
            </a:r>
            <a:r>
              <a:rPr lang="en-US" sz="1700" spc="-72" dirty="0">
                <a:latin typeface="Times New Roman"/>
                <a:cs typeface="Times New Roman"/>
              </a:rPr>
              <a:t> </a:t>
            </a:r>
            <a:r>
              <a:rPr lang="en-US" sz="1700" dirty="0">
                <a:latin typeface="Times New Roman"/>
                <a:cs typeface="Times New Roman"/>
              </a:rPr>
              <a:t>us</a:t>
            </a:r>
            <a:r>
              <a:rPr lang="en-US" sz="1700" spc="-2" dirty="0">
                <a:latin typeface="Times New Roman"/>
                <a:cs typeface="Times New Roman"/>
              </a:rPr>
              <a:t>e</a:t>
            </a:r>
            <a:r>
              <a:rPr lang="en-US" sz="1700" dirty="0">
                <a:latin typeface="Times New Roman"/>
                <a:cs typeface="Times New Roman"/>
              </a:rPr>
              <a:t>d, </a:t>
            </a:r>
            <a:r>
              <a:rPr lang="en-US" sz="1700" spc="-72" dirty="0">
                <a:latin typeface="Times New Roman"/>
                <a:cs typeface="Times New Roman"/>
              </a:rPr>
              <a:t> </a:t>
            </a:r>
            <a:r>
              <a:rPr lang="en-US" sz="1700" spc="-2" dirty="0">
                <a:latin typeface="Times New Roman"/>
                <a:cs typeface="Times New Roman"/>
              </a:rPr>
              <a:t>thus</a:t>
            </a:r>
            <a:r>
              <a:rPr lang="en-US" sz="1700" dirty="0">
                <a:latin typeface="Times New Roman"/>
                <a:cs typeface="Times New Roman"/>
              </a:rPr>
              <a:t> </a:t>
            </a:r>
            <a:r>
              <a:rPr lang="en-US" sz="1700" spc="-70" dirty="0">
                <a:latin typeface="Times New Roman"/>
                <a:cs typeface="Times New Roman"/>
              </a:rPr>
              <a:t> </a:t>
            </a:r>
            <a:r>
              <a:rPr lang="en-US" sz="1700" spc="-7" dirty="0">
                <a:latin typeface="Times New Roman"/>
                <a:cs typeface="Times New Roman"/>
              </a:rPr>
              <a:t>e</a:t>
            </a:r>
            <a:r>
              <a:rPr lang="en-US" sz="1700" spc="-2" dirty="0">
                <a:latin typeface="Times New Roman"/>
                <a:cs typeface="Times New Roman"/>
              </a:rPr>
              <a:t>xtra</a:t>
            </a:r>
            <a:r>
              <a:rPr lang="en-US" sz="1700" dirty="0">
                <a:latin typeface="Times New Roman"/>
                <a:cs typeface="Times New Roman"/>
              </a:rPr>
              <a:t> </a:t>
            </a:r>
            <a:r>
              <a:rPr lang="en-US" sz="1700" spc="-63" dirty="0">
                <a:latin typeface="Times New Roman"/>
                <a:cs typeface="Times New Roman"/>
              </a:rPr>
              <a:t> </a:t>
            </a:r>
            <a:r>
              <a:rPr lang="en-US" sz="1700" spc="-7" dirty="0">
                <a:latin typeface="Times New Roman"/>
                <a:cs typeface="Times New Roman"/>
              </a:rPr>
              <a:t>c</a:t>
            </a:r>
            <a:r>
              <a:rPr lang="en-US" sz="1700" spc="-2" dirty="0">
                <a:latin typeface="Times New Roman"/>
                <a:cs typeface="Times New Roman"/>
              </a:rPr>
              <a:t>ost</a:t>
            </a:r>
            <a:r>
              <a:rPr lang="en-US" sz="1700" dirty="0">
                <a:latin typeface="Times New Roman"/>
                <a:cs typeface="Times New Roman"/>
              </a:rPr>
              <a:t> </a:t>
            </a:r>
            <a:r>
              <a:rPr lang="en-US" sz="1700" spc="-70" dirty="0">
                <a:latin typeface="Times New Roman"/>
                <a:cs typeface="Times New Roman"/>
              </a:rPr>
              <a:t> </a:t>
            </a:r>
            <a:r>
              <a:rPr lang="en-US" sz="1700" spc="-2" dirty="0">
                <a:latin typeface="Times New Roman"/>
                <a:cs typeface="Times New Roman"/>
              </a:rPr>
              <a:t>is</a:t>
            </a:r>
            <a:r>
              <a:rPr lang="en-US" sz="1700" dirty="0">
                <a:latin typeface="Times New Roman"/>
                <a:cs typeface="Times New Roman"/>
              </a:rPr>
              <a:t> </a:t>
            </a:r>
            <a:r>
              <a:rPr lang="en-US" sz="1700" spc="-70" dirty="0">
                <a:latin typeface="Times New Roman"/>
                <a:cs typeface="Times New Roman"/>
              </a:rPr>
              <a:t> </a:t>
            </a:r>
            <a:r>
              <a:rPr lang="en-US" sz="1700" spc="-2" dirty="0">
                <a:latin typeface="Times New Roman"/>
                <a:cs typeface="Times New Roman"/>
              </a:rPr>
              <a:t>r</a:t>
            </a:r>
            <a:r>
              <a:rPr lang="en-US" sz="1700" spc="-10" dirty="0">
                <a:latin typeface="Times New Roman"/>
                <a:cs typeface="Times New Roman"/>
              </a:rPr>
              <a:t>e</a:t>
            </a:r>
            <a:r>
              <a:rPr lang="en-US" sz="1700" spc="-2" dirty="0">
                <a:latin typeface="Times New Roman"/>
                <a:cs typeface="Times New Roman"/>
              </a:rPr>
              <a:t>quir</a:t>
            </a:r>
            <a:r>
              <a:rPr lang="en-US" sz="1700" spc="-10" dirty="0">
                <a:latin typeface="Times New Roman"/>
                <a:cs typeface="Times New Roman"/>
              </a:rPr>
              <a:t>e</a:t>
            </a:r>
            <a:r>
              <a:rPr lang="en-US" sz="1700" dirty="0">
                <a:latin typeface="Times New Roman"/>
                <a:cs typeface="Times New Roman"/>
              </a:rPr>
              <a:t>d </a:t>
            </a:r>
            <a:r>
              <a:rPr lang="en-US" sz="1700" spc="-72" dirty="0">
                <a:latin typeface="Times New Roman"/>
                <a:cs typeface="Times New Roman"/>
              </a:rPr>
              <a:t> </a:t>
            </a:r>
            <a:r>
              <a:rPr lang="en-US" sz="1700" spc="-2" dirty="0">
                <a:latin typeface="Times New Roman"/>
                <a:cs typeface="Times New Roman"/>
              </a:rPr>
              <a:t>in</a:t>
            </a:r>
            <a:r>
              <a:rPr lang="en-US" sz="1700" dirty="0">
                <a:latin typeface="Times New Roman"/>
                <a:cs typeface="Times New Roman"/>
              </a:rPr>
              <a:t> </a:t>
            </a:r>
            <a:r>
              <a:rPr lang="en-US" sz="1700" spc="-65" dirty="0">
                <a:latin typeface="Times New Roman"/>
                <a:cs typeface="Times New Roman"/>
              </a:rPr>
              <a:t> </a:t>
            </a:r>
            <a:r>
              <a:rPr lang="en-US" sz="1700" spc="-2" dirty="0">
                <a:latin typeface="Times New Roman"/>
                <a:cs typeface="Times New Roman"/>
              </a:rPr>
              <a:t>thi</a:t>
            </a:r>
            <a:r>
              <a:rPr lang="en-US" sz="1700" dirty="0">
                <a:latin typeface="Times New Roman"/>
                <a:cs typeface="Times New Roman"/>
              </a:rPr>
              <a:t>s </a:t>
            </a:r>
            <a:r>
              <a:rPr lang="en-US" sz="1700" spc="-5" dirty="0">
                <a:latin typeface="Times New Roman"/>
                <a:cs typeface="Times New Roman"/>
              </a:rPr>
              <a:t>org</a:t>
            </a:r>
            <a:r>
              <a:rPr lang="en-US" sz="1700" spc="-10" dirty="0">
                <a:latin typeface="Times New Roman"/>
                <a:cs typeface="Times New Roman"/>
              </a:rPr>
              <a:t>a</a:t>
            </a:r>
            <a:r>
              <a:rPr lang="en-US" sz="1700" spc="-2" dirty="0">
                <a:latin typeface="Times New Roman"/>
                <a:cs typeface="Times New Roman"/>
              </a:rPr>
              <a:t>niz</a:t>
            </a:r>
            <a:r>
              <a:rPr lang="en-US" sz="1700" spc="-10" dirty="0">
                <a:latin typeface="Times New Roman"/>
                <a:cs typeface="Times New Roman"/>
              </a:rPr>
              <a:t>a</a:t>
            </a:r>
            <a:r>
              <a:rPr lang="en-US" sz="1700" spc="-2" dirty="0">
                <a:latin typeface="Times New Roman"/>
                <a:cs typeface="Times New Roman"/>
              </a:rPr>
              <a:t>ti</a:t>
            </a:r>
            <a:r>
              <a:rPr lang="en-US" sz="1700" dirty="0">
                <a:latin typeface="Times New Roman"/>
                <a:cs typeface="Times New Roman"/>
              </a:rPr>
              <a:t>on.</a:t>
            </a:r>
          </a:p>
          <a:p>
            <a:pPr marL="226022" marR="4887" indent="-109957">
              <a:spcBef>
                <a:spcPts val="58"/>
              </a:spcBef>
              <a:buFont typeface="Symbol"/>
              <a:buChar char=""/>
              <a:tabLst>
                <a:tab pos="226022" algn="l"/>
              </a:tabLst>
            </a:pPr>
            <a:r>
              <a:rPr lang="en-US" sz="1700" spc="-10" dirty="0">
                <a:latin typeface="Times New Roman"/>
                <a:cs typeface="Times New Roman"/>
              </a:rPr>
              <a:t>I</a:t>
            </a:r>
            <a:r>
              <a:rPr lang="en-US" sz="1700" spc="5" dirty="0">
                <a:latin typeface="Times New Roman"/>
                <a:cs typeface="Times New Roman"/>
              </a:rPr>
              <a:t>n</a:t>
            </a:r>
            <a:r>
              <a:rPr lang="en-US" sz="1700" spc="-7" dirty="0">
                <a:latin typeface="Times New Roman"/>
                <a:cs typeface="Times New Roman"/>
              </a:rPr>
              <a:t>c</a:t>
            </a:r>
            <a:r>
              <a:rPr lang="en-US" sz="1700" spc="-2" dirty="0">
                <a:latin typeface="Times New Roman"/>
                <a:cs typeface="Times New Roman"/>
              </a:rPr>
              <a:t>re</a:t>
            </a:r>
            <a:r>
              <a:rPr lang="en-US" sz="1700" spc="-7" dirty="0">
                <a:latin typeface="Times New Roman"/>
                <a:cs typeface="Times New Roman"/>
              </a:rPr>
              <a:t>a</a:t>
            </a:r>
            <a:r>
              <a:rPr lang="en-US" sz="1700" spc="-2" dirty="0">
                <a:latin typeface="Times New Roman"/>
                <a:cs typeface="Times New Roman"/>
              </a:rPr>
              <a:t>se</a:t>
            </a:r>
            <a:r>
              <a:rPr lang="en-US" sz="1700" dirty="0">
                <a:latin typeface="Times New Roman"/>
                <a:cs typeface="Times New Roman"/>
              </a:rPr>
              <a:t>d </a:t>
            </a:r>
            <a:r>
              <a:rPr lang="en-US" sz="1700" spc="-5" dirty="0">
                <a:latin typeface="Times New Roman"/>
                <a:cs typeface="Times New Roman"/>
              </a:rPr>
              <a:t>h</a:t>
            </a:r>
            <a:r>
              <a:rPr lang="en-US" sz="1700" spc="-2" dirty="0">
                <a:latin typeface="Times New Roman"/>
                <a:cs typeface="Times New Roman"/>
              </a:rPr>
              <a:t>a</a:t>
            </a:r>
            <a:r>
              <a:rPr lang="en-US" sz="1700" dirty="0">
                <a:latin typeface="Times New Roman"/>
                <a:cs typeface="Times New Roman"/>
              </a:rPr>
              <a:t>rd</a:t>
            </a:r>
            <a:r>
              <a:rPr lang="en-US" sz="1700" spc="-5" dirty="0">
                <a:latin typeface="Times New Roman"/>
                <a:cs typeface="Times New Roman"/>
              </a:rPr>
              <a:t>w</a:t>
            </a:r>
            <a:r>
              <a:rPr lang="en-US" sz="1700" spc="-2" dirty="0">
                <a:latin typeface="Times New Roman"/>
                <a:cs typeface="Times New Roman"/>
              </a:rPr>
              <a:t>are</a:t>
            </a:r>
            <a:r>
              <a:rPr lang="en-US" sz="1700" spc="-5" dirty="0">
                <a:latin typeface="Times New Roman"/>
                <a:cs typeface="Times New Roman"/>
              </a:rPr>
              <a:t> </a:t>
            </a:r>
            <a:r>
              <a:rPr lang="en-US" sz="1700" spc="-7" dirty="0">
                <a:latin typeface="Times New Roman"/>
                <a:cs typeface="Times New Roman"/>
              </a:rPr>
              <a:t>c</a:t>
            </a:r>
            <a:r>
              <a:rPr lang="en-US" sz="1700" spc="-5" dirty="0">
                <a:latin typeface="Times New Roman"/>
                <a:cs typeface="Times New Roman"/>
              </a:rPr>
              <a:t>o</a:t>
            </a:r>
            <a:r>
              <a:rPr lang="en-US" sz="1700" dirty="0">
                <a:latin typeface="Times New Roman"/>
                <a:cs typeface="Times New Roman"/>
              </a:rPr>
              <a:t>m</a:t>
            </a:r>
            <a:r>
              <a:rPr lang="en-US" sz="1700" spc="-2" dirty="0">
                <a:latin typeface="Times New Roman"/>
                <a:cs typeface="Times New Roman"/>
              </a:rPr>
              <a:t>plexity</a:t>
            </a:r>
            <a:r>
              <a:rPr lang="en-US" sz="1700" dirty="0">
                <a:latin typeface="Times New Roman"/>
                <a:cs typeface="Times New Roman"/>
              </a:rPr>
              <a:t> </a:t>
            </a:r>
            <a:r>
              <a:rPr lang="en-US" sz="1700" spc="-5" dirty="0">
                <a:latin typeface="Times New Roman"/>
                <a:cs typeface="Times New Roman"/>
              </a:rPr>
              <a:t>due</a:t>
            </a:r>
            <a:r>
              <a:rPr lang="en-US" sz="1700" dirty="0">
                <a:latin typeface="Times New Roman"/>
                <a:cs typeface="Times New Roman"/>
              </a:rPr>
              <a:t> </a:t>
            </a:r>
            <a:r>
              <a:rPr lang="en-US" sz="1700" spc="-2" dirty="0">
                <a:latin typeface="Times New Roman"/>
                <a:cs typeface="Times New Roman"/>
              </a:rPr>
              <a:t>to </a:t>
            </a:r>
            <a:r>
              <a:rPr lang="en-US" sz="1700" spc="-5" dirty="0">
                <a:latin typeface="Times New Roman"/>
                <a:cs typeface="Times New Roman"/>
              </a:rPr>
              <a:t>more </a:t>
            </a:r>
            <a:r>
              <a:rPr lang="en-US" sz="1700" spc="-2" dirty="0">
                <a:latin typeface="Times New Roman"/>
                <a:cs typeface="Times New Roman"/>
              </a:rPr>
              <a:t>r</a:t>
            </a:r>
            <a:r>
              <a:rPr lang="en-US" sz="1700" spc="-10" dirty="0">
                <a:latin typeface="Times New Roman"/>
                <a:cs typeface="Times New Roman"/>
              </a:rPr>
              <a:t>e</a:t>
            </a:r>
            <a:r>
              <a:rPr lang="en-US" sz="1700" spc="-2" dirty="0">
                <a:latin typeface="Times New Roman"/>
                <a:cs typeface="Times New Roman"/>
              </a:rPr>
              <a:t>gi</a:t>
            </a:r>
            <a:r>
              <a:rPr lang="en-US" sz="1700" dirty="0">
                <a:latin typeface="Times New Roman"/>
                <a:cs typeface="Times New Roman"/>
              </a:rPr>
              <a:t>s</a:t>
            </a:r>
            <a:r>
              <a:rPr lang="en-US" sz="1700" spc="-2" dirty="0">
                <a:latin typeface="Times New Roman"/>
                <a:cs typeface="Times New Roman"/>
              </a:rPr>
              <a:t>te</a:t>
            </a:r>
            <a:r>
              <a:rPr lang="en-US" sz="1700" spc="-7" dirty="0">
                <a:latin typeface="Times New Roman"/>
                <a:cs typeface="Times New Roman"/>
              </a:rPr>
              <a:t>r</a:t>
            </a:r>
            <a:r>
              <a:rPr lang="en-US" sz="1700" spc="-2" dirty="0">
                <a:latin typeface="Times New Roman"/>
                <a:cs typeface="Times New Roman"/>
              </a:rPr>
              <a:t>s.</a:t>
            </a:r>
            <a:endParaRPr lang="en-US" sz="1700" dirty="0">
              <a:latin typeface="Times New Roman"/>
              <a:cs typeface="Times New Roman"/>
            </a:endParaRPr>
          </a:p>
        </p:txBody>
      </p:sp>
    </p:spTree>
    <p:extLst>
      <p:ext uri="{BB962C8B-B14F-4D97-AF65-F5344CB8AC3E}">
        <p14:creationId xmlns:p14="http://schemas.microsoft.com/office/powerpoint/2010/main" val="40491791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3640F-9351-AE98-AD7A-D90E337B3BA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D6BA258-14A6-86B0-3F5C-D1F584C54B48}"/>
              </a:ext>
            </a:extLst>
          </p:cNvPr>
          <p:cNvPicPr>
            <a:picLocks noChangeAspect="1"/>
          </p:cNvPicPr>
          <p:nvPr/>
        </p:nvPicPr>
        <p:blipFill>
          <a:blip r:embed="rId2"/>
          <a:stretch>
            <a:fillRect/>
          </a:stretch>
        </p:blipFill>
        <p:spPr>
          <a:xfrm>
            <a:off x="100454" y="116065"/>
            <a:ext cx="476476" cy="806935"/>
          </a:xfrm>
          <a:prstGeom prst="rect">
            <a:avLst/>
          </a:prstGeom>
        </p:spPr>
      </p:pic>
      <p:pic>
        <p:nvPicPr>
          <p:cNvPr id="6" name="Picture 5">
            <a:extLst>
              <a:ext uri="{FF2B5EF4-FFF2-40B4-BE49-F238E27FC236}">
                <a16:creationId xmlns:a16="http://schemas.microsoft.com/office/drawing/2014/main" id="{ADD0651B-67E6-4389-7515-6D5B69DA07D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7" y="116065"/>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587F0D24-531C-BE8F-0D57-A9714CA70079}"/>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2B89736D-DE3E-888B-C5B3-8453BF985F5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p:cNvSpPr txBox="1"/>
          <p:nvPr/>
        </p:nvSpPr>
        <p:spPr>
          <a:xfrm>
            <a:off x="914400" y="819150"/>
            <a:ext cx="7315200" cy="3152145"/>
          </a:xfrm>
          <a:prstGeom prst="rect">
            <a:avLst/>
          </a:prstGeom>
        </p:spPr>
        <p:txBody>
          <a:bodyPr vert="horz" wrap="square" lIns="0" tIns="0" rIns="0" bIns="0" rtlCol="0">
            <a:spAutoFit/>
          </a:bodyPr>
          <a:lstStyle/>
          <a:p>
            <a:pPr marL="115760" indent="-109651">
              <a:buFont typeface="Times New Roman"/>
              <a:buAutoNum type="arabicPeriod" startAt="3"/>
              <a:tabLst>
                <a:tab pos="116065" algn="l"/>
              </a:tabLst>
            </a:pPr>
            <a:r>
              <a:rPr lang="en-US" sz="1700" b="1" dirty="0">
                <a:latin typeface="Times New Roman"/>
                <a:cs typeface="Times New Roman"/>
              </a:rPr>
              <a:t> </a:t>
            </a:r>
            <a:r>
              <a:rPr sz="1700" b="1" dirty="0">
                <a:latin typeface="Times New Roman"/>
                <a:cs typeface="Times New Roman"/>
              </a:rPr>
              <a:t>S</a:t>
            </a:r>
            <a:r>
              <a:rPr sz="1700" b="1" spc="-2" dirty="0">
                <a:latin typeface="Times New Roman"/>
                <a:cs typeface="Times New Roman"/>
              </a:rPr>
              <a:t>ta</a:t>
            </a:r>
            <a:r>
              <a:rPr sz="1700" b="1" spc="-10" dirty="0">
                <a:latin typeface="Times New Roman"/>
                <a:cs typeface="Times New Roman"/>
              </a:rPr>
              <a:t>c</a:t>
            </a:r>
            <a:r>
              <a:rPr sz="1700" b="1" dirty="0">
                <a:latin typeface="Times New Roman"/>
                <a:cs typeface="Times New Roman"/>
              </a:rPr>
              <a:t>k </a:t>
            </a:r>
            <a:r>
              <a:rPr sz="1700" b="1" spc="-5" dirty="0">
                <a:latin typeface="Times New Roman"/>
                <a:cs typeface="Times New Roman"/>
              </a:rPr>
              <a:t>Organi</a:t>
            </a:r>
            <a:r>
              <a:rPr sz="1700" b="1" spc="-7" dirty="0">
                <a:latin typeface="Times New Roman"/>
                <a:cs typeface="Times New Roman"/>
              </a:rPr>
              <a:t>z</a:t>
            </a:r>
            <a:r>
              <a:rPr sz="1700" b="1" spc="-5" dirty="0">
                <a:latin typeface="Times New Roman"/>
                <a:cs typeface="Times New Roman"/>
              </a:rPr>
              <a:t>ation</a:t>
            </a:r>
            <a:endParaRPr sz="1700" dirty="0">
              <a:latin typeface="Times New Roman"/>
              <a:cs typeface="Times New Roman"/>
            </a:endParaRPr>
          </a:p>
          <a:p>
            <a:pPr marL="225716" marR="2443" lvl="1" indent="-109957" algn="just">
              <a:spcBef>
                <a:spcPts val="58"/>
              </a:spcBef>
              <a:buFont typeface="Symbol"/>
              <a:buChar char=""/>
              <a:tabLst>
                <a:tab pos="226022" algn="l"/>
              </a:tabLst>
            </a:pPr>
            <a:r>
              <a:rPr sz="1700" spc="-5" dirty="0">
                <a:latin typeface="Times New Roman"/>
                <a:cs typeface="Times New Roman"/>
              </a:rPr>
              <a:t>The</a:t>
            </a:r>
            <a:r>
              <a:rPr sz="1700" spc="-34" dirty="0">
                <a:latin typeface="Times New Roman"/>
                <a:cs typeface="Times New Roman"/>
              </a:rPr>
              <a:t> </a:t>
            </a:r>
            <a:r>
              <a:rPr sz="1700" spc="-5" dirty="0">
                <a:latin typeface="Times New Roman"/>
                <a:cs typeface="Times New Roman"/>
              </a:rPr>
              <a:t>memor</a:t>
            </a:r>
            <a:r>
              <a:rPr sz="1700" dirty="0">
                <a:latin typeface="Times New Roman"/>
                <a:cs typeface="Times New Roman"/>
              </a:rPr>
              <a:t>y</a:t>
            </a:r>
            <a:r>
              <a:rPr sz="1700" spc="-29" dirty="0">
                <a:latin typeface="Times New Roman"/>
                <a:cs typeface="Times New Roman"/>
              </a:rPr>
              <a:t> </a:t>
            </a:r>
            <a:r>
              <a:rPr sz="1700" dirty="0">
                <a:latin typeface="Times New Roman"/>
                <a:cs typeface="Times New Roman"/>
              </a:rPr>
              <a:t>of</a:t>
            </a:r>
            <a:r>
              <a:rPr sz="1700" spc="-26" dirty="0">
                <a:latin typeface="Times New Roman"/>
                <a:cs typeface="Times New Roman"/>
              </a:rPr>
              <a:t> </a:t>
            </a:r>
            <a:r>
              <a:rPr sz="1700" spc="-5" dirty="0">
                <a:latin typeface="Times New Roman"/>
                <a:cs typeface="Times New Roman"/>
              </a:rPr>
              <a:t>a</a:t>
            </a:r>
            <a:r>
              <a:rPr sz="1700" spc="-31" dirty="0">
                <a:latin typeface="Times New Roman"/>
                <a:cs typeface="Times New Roman"/>
              </a:rPr>
              <a:t> </a:t>
            </a:r>
            <a:r>
              <a:rPr sz="1700" spc="-5" dirty="0">
                <a:latin typeface="Times New Roman"/>
                <a:cs typeface="Times New Roman"/>
              </a:rPr>
              <a:t>C</a:t>
            </a:r>
            <a:r>
              <a:rPr sz="1700" dirty="0">
                <a:latin typeface="Times New Roman"/>
                <a:cs typeface="Times New Roman"/>
              </a:rPr>
              <a:t>PU</a:t>
            </a:r>
            <a:r>
              <a:rPr sz="1700" spc="-31" dirty="0">
                <a:latin typeface="Times New Roman"/>
                <a:cs typeface="Times New Roman"/>
              </a:rPr>
              <a:t> </a:t>
            </a:r>
            <a:r>
              <a:rPr sz="1700" spc="-7" dirty="0">
                <a:latin typeface="Times New Roman"/>
                <a:cs typeface="Times New Roman"/>
              </a:rPr>
              <a:t>c</a:t>
            </a:r>
            <a:r>
              <a:rPr sz="1700" spc="-2" dirty="0">
                <a:latin typeface="Times New Roman"/>
                <a:cs typeface="Times New Roman"/>
              </a:rPr>
              <a:t>a</a:t>
            </a:r>
            <a:r>
              <a:rPr sz="1700" dirty="0">
                <a:latin typeface="Times New Roman"/>
                <a:cs typeface="Times New Roman"/>
              </a:rPr>
              <a:t>n</a:t>
            </a:r>
            <a:r>
              <a:rPr sz="1700" spc="-29" dirty="0">
                <a:latin typeface="Times New Roman"/>
                <a:cs typeface="Times New Roman"/>
              </a:rPr>
              <a:t> </a:t>
            </a:r>
            <a:r>
              <a:rPr sz="1700" spc="-5" dirty="0">
                <a:latin typeface="Times New Roman"/>
                <a:cs typeface="Times New Roman"/>
              </a:rPr>
              <a:t>be</a:t>
            </a:r>
            <a:r>
              <a:rPr sz="1700" spc="-31" dirty="0">
                <a:latin typeface="Times New Roman"/>
                <a:cs typeface="Times New Roman"/>
              </a:rPr>
              <a:t> </a:t>
            </a:r>
            <a:r>
              <a:rPr sz="1700" spc="-5" dirty="0">
                <a:latin typeface="Times New Roman"/>
                <a:cs typeface="Times New Roman"/>
              </a:rPr>
              <a:t>org</a:t>
            </a:r>
            <a:r>
              <a:rPr sz="1700" spc="-10" dirty="0">
                <a:latin typeface="Times New Roman"/>
                <a:cs typeface="Times New Roman"/>
              </a:rPr>
              <a:t>a</a:t>
            </a:r>
            <a:r>
              <a:rPr sz="1700" spc="-2" dirty="0">
                <a:latin typeface="Times New Roman"/>
                <a:cs typeface="Times New Roman"/>
              </a:rPr>
              <a:t>niz</a:t>
            </a:r>
            <a:r>
              <a:rPr sz="1700" spc="-7" dirty="0">
                <a:latin typeface="Times New Roman"/>
                <a:cs typeface="Times New Roman"/>
              </a:rPr>
              <a:t>e</a:t>
            </a:r>
            <a:r>
              <a:rPr sz="1700" dirty="0">
                <a:latin typeface="Times New Roman"/>
                <a:cs typeface="Times New Roman"/>
              </a:rPr>
              <a:t>d</a:t>
            </a:r>
            <a:r>
              <a:rPr sz="1700" spc="-29" dirty="0">
                <a:latin typeface="Times New Roman"/>
                <a:cs typeface="Times New Roman"/>
              </a:rPr>
              <a:t> </a:t>
            </a:r>
            <a:r>
              <a:rPr sz="1700" spc="-7" dirty="0">
                <a:latin typeface="Times New Roman"/>
                <a:cs typeface="Times New Roman"/>
              </a:rPr>
              <a:t>a</a:t>
            </a:r>
            <a:r>
              <a:rPr sz="1700" dirty="0">
                <a:latin typeface="Times New Roman"/>
                <a:cs typeface="Times New Roman"/>
              </a:rPr>
              <a:t>s</a:t>
            </a:r>
            <a:r>
              <a:rPr sz="1700" spc="-24" dirty="0">
                <a:latin typeface="Times New Roman"/>
                <a:cs typeface="Times New Roman"/>
              </a:rPr>
              <a:t> </a:t>
            </a:r>
            <a:r>
              <a:rPr sz="1700" spc="-5" dirty="0">
                <a:latin typeface="Times New Roman"/>
                <a:cs typeface="Times New Roman"/>
              </a:rPr>
              <a:t>a</a:t>
            </a:r>
            <a:r>
              <a:rPr sz="1700" spc="-31" dirty="0">
                <a:latin typeface="Times New Roman"/>
                <a:cs typeface="Times New Roman"/>
              </a:rPr>
              <a:t> </a:t>
            </a:r>
            <a:r>
              <a:rPr sz="1700" dirty="0">
                <a:latin typeface="Times New Roman"/>
                <a:cs typeface="Times New Roman"/>
              </a:rPr>
              <a:t>ST</a:t>
            </a:r>
            <a:r>
              <a:rPr sz="1700" spc="-2" dirty="0">
                <a:latin typeface="Times New Roman"/>
                <a:cs typeface="Times New Roman"/>
              </a:rPr>
              <a:t>A</a:t>
            </a:r>
            <a:r>
              <a:rPr sz="1700" spc="-5" dirty="0">
                <a:latin typeface="Times New Roman"/>
                <a:cs typeface="Times New Roman"/>
              </a:rPr>
              <a:t>C</a:t>
            </a:r>
            <a:r>
              <a:rPr sz="1700" spc="-2" dirty="0">
                <a:latin typeface="Times New Roman"/>
                <a:cs typeface="Times New Roman"/>
              </a:rPr>
              <a:t>K</a:t>
            </a:r>
            <a:r>
              <a:rPr sz="1700" dirty="0">
                <a:latin typeface="Times New Roman"/>
                <a:cs typeface="Times New Roman"/>
              </a:rPr>
              <a:t>,</a:t>
            </a:r>
            <a:r>
              <a:rPr sz="1700" spc="-31" dirty="0">
                <a:latin typeface="Times New Roman"/>
                <a:cs typeface="Times New Roman"/>
              </a:rPr>
              <a:t> </a:t>
            </a:r>
            <a:r>
              <a:rPr sz="1700" spc="-5" dirty="0">
                <a:latin typeface="Times New Roman"/>
                <a:cs typeface="Times New Roman"/>
              </a:rPr>
              <a:t>a</a:t>
            </a:r>
            <a:r>
              <a:rPr sz="1700" spc="-31" dirty="0">
                <a:latin typeface="Times New Roman"/>
                <a:cs typeface="Times New Roman"/>
              </a:rPr>
              <a:t> </a:t>
            </a:r>
            <a:r>
              <a:rPr sz="1700" spc="-5" dirty="0">
                <a:latin typeface="Times New Roman"/>
                <a:cs typeface="Times New Roman"/>
              </a:rPr>
              <a:t>struc</a:t>
            </a:r>
            <a:r>
              <a:rPr sz="1700" spc="-2" dirty="0">
                <a:latin typeface="Times New Roman"/>
                <a:cs typeface="Times New Roman"/>
              </a:rPr>
              <a:t>tu</a:t>
            </a:r>
            <a:r>
              <a:rPr sz="1700" dirty="0">
                <a:latin typeface="Times New Roman"/>
                <a:cs typeface="Times New Roman"/>
              </a:rPr>
              <a:t>r</a:t>
            </a:r>
            <a:r>
              <a:rPr sz="1700" spc="-5" dirty="0">
                <a:latin typeface="Times New Roman"/>
                <a:cs typeface="Times New Roman"/>
              </a:rPr>
              <a:t>e</a:t>
            </a:r>
            <a:r>
              <a:rPr sz="1700" spc="-31" dirty="0">
                <a:latin typeface="Times New Roman"/>
                <a:cs typeface="Times New Roman"/>
              </a:rPr>
              <a:t> </a:t>
            </a:r>
            <a:r>
              <a:rPr sz="1700" spc="-2" dirty="0">
                <a:latin typeface="Times New Roman"/>
                <a:cs typeface="Times New Roman"/>
              </a:rPr>
              <a:t>wh</a:t>
            </a:r>
            <a:r>
              <a:rPr sz="1700" dirty="0">
                <a:latin typeface="Times New Roman"/>
                <a:cs typeface="Times New Roman"/>
              </a:rPr>
              <a:t>e</a:t>
            </a:r>
            <a:r>
              <a:rPr sz="1700" spc="-2" dirty="0">
                <a:latin typeface="Times New Roman"/>
                <a:cs typeface="Times New Roman"/>
              </a:rPr>
              <a:t>re</a:t>
            </a:r>
            <a:r>
              <a:rPr sz="1700" spc="-34" dirty="0">
                <a:latin typeface="Times New Roman"/>
                <a:cs typeface="Times New Roman"/>
              </a:rPr>
              <a:t> </a:t>
            </a:r>
            <a:r>
              <a:rPr sz="1700" spc="-2" dirty="0">
                <a:latin typeface="Times New Roman"/>
                <a:cs typeface="Times New Roman"/>
              </a:rPr>
              <a:t>info</a:t>
            </a:r>
            <a:r>
              <a:rPr sz="1700" spc="2" dirty="0">
                <a:latin typeface="Times New Roman"/>
                <a:cs typeface="Times New Roman"/>
              </a:rPr>
              <a:t>r</a:t>
            </a:r>
            <a:r>
              <a:rPr sz="1700" spc="-5" dirty="0">
                <a:latin typeface="Times New Roman"/>
                <a:cs typeface="Times New Roman"/>
              </a:rPr>
              <a:t>mation</a:t>
            </a:r>
            <a:r>
              <a:rPr sz="1700" spc="-2" dirty="0">
                <a:latin typeface="Times New Roman"/>
                <a:cs typeface="Times New Roman"/>
              </a:rPr>
              <a:t> is</a:t>
            </a:r>
            <a:r>
              <a:rPr sz="1700" spc="-5" dirty="0">
                <a:latin typeface="Times New Roman"/>
                <a:cs typeface="Times New Roman"/>
              </a:rPr>
              <a:t> store</a:t>
            </a:r>
            <a:r>
              <a:rPr sz="1700" dirty="0">
                <a:latin typeface="Times New Roman"/>
                <a:cs typeface="Times New Roman"/>
              </a:rPr>
              <a:t>d</a:t>
            </a:r>
            <a:r>
              <a:rPr sz="1700" spc="-7" dirty="0">
                <a:latin typeface="Times New Roman"/>
                <a:cs typeface="Times New Roman"/>
              </a:rPr>
              <a:t> </a:t>
            </a:r>
            <a:r>
              <a:rPr sz="1700" spc="-2" dirty="0">
                <a:latin typeface="Times New Roman"/>
                <a:cs typeface="Times New Roman"/>
              </a:rPr>
              <a:t>in</a:t>
            </a:r>
            <a:r>
              <a:rPr sz="1700" spc="-5" dirty="0">
                <a:latin typeface="Times New Roman"/>
                <a:cs typeface="Times New Roman"/>
              </a:rPr>
              <a:t> a</a:t>
            </a:r>
            <a:r>
              <a:rPr sz="1700" spc="-10" dirty="0">
                <a:latin typeface="Times New Roman"/>
                <a:cs typeface="Times New Roman"/>
              </a:rPr>
              <a:t> </a:t>
            </a:r>
            <a:r>
              <a:rPr sz="1700" spc="-5" dirty="0">
                <a:latin typeface="Times New Roman"/>
                <a:cs typeface="Times New Roman"/>
              </a:rPr>
              <a:t>L</a:t>
            </a:r>
            <a:r>
              <a:rPr sz="1700" spc="-10" dirty="0">
                <a:latin typeface="Times New Roman"/>
                <a:cs typeface="Times New Roman"/>
              </a:rPr>
              <a:t>a</a:t>
            </a:r>
            <a:r>
              <a:rPr sz="1700" spc="-5" dirty="0">
                <a:latin typeface="Times New Roman"/>
                <a:cs typeface="Times New Roman"/>
              </a:rPr>
              <a:t>s</a:t>
            </a:r>
            <a:r>
              <a:rPr sz="1700" dirty="0">
                <a:latin typeface="Times New Roman"/>
                <a:cs typeface="Times New Roman"/>
              </a:rPr>
              <a:t>t</a:t>
            </a:r>
            <a:r>
              <a:rPr sz="1700" spc="-2" dirty="0">
                <a:latin typeface="Times New Roman"/>
                <a:cs typeface="Times New Roman"/>
              </a:rPr>
              <a:t>-</a:t>
            </a:r>
            <a:r>
              <a:rPr sz="1700" spc="-10" dirty="0">
                <a:latin typeface="Times New Roman"/>
                <a:cs typeface="Times New Roman"/>
              </a:rPr>
              <a:t>I</a:t>
            </a:r>
            <a:r>
              <a:rPr sz="1700" dirty="0">
                <a:latin typeface="Times New Roman"/>
                <a:cs typeface="Times New Roman"/>
              </a:rPr>
              <a:t>n</a:t>
            </a:r>
            <a:r>
              <a:rPr sz="1700" spc="2" dirty="0">
                <a:latin typeface="Times New Roman"/>
                <a:cs typeface="Times New Roman"/>
              </a:rPr>
              <a:t>-</a:t>
            </a:r>
            <a:r>
              <a:rPr sz="1700" spc="-5" dirty="0">
                <a:latin typeface="Times New Roman"/>
                <a:cs typeface="Times New Roman"/>
              </a:rPr>
              <a:t>F</a:t>
            </a:r>
            <a:r>
              <a:rPr sz="1700" dirty="0">
                <a:latin typeface="Times New Roman"/>
                <a:cs typeface="Times New Roman"/>
              </a:rPr>
              <a:t>ir</a:t>
            </a:r>
            <a:r>
              <a:rPr sz="1700" spc="5" dirty="0">
                <a:latin typeface="Times New Roman"/>
                <a:cs typeface="Times New Roman"/>
              </a:rPr>
              <a:t>s</a:t>
            </a:r>
            <a:r>
              <a:rPr sz="1700" spc="-2" dirty="0">
                <a:latin typeface="Times New Roman"/>
                <a:cs typeface="Times New Roman"/>
              </a:rPr>
              <a:t>t-Ou</a:t>
            </a:r>
            <a:r>
              <a:rPr sz="1700" dirty="0">
                <a:latin typeface="Times New Roman"/>
                <a:cs typeface="Times New Roman"/>
              </a:rPr>
              <a:t>t</a:t>
            </a:r>
            <a:r>
              <a:rPr sz="1700" spc="-7" dirty="0">
                <a:latin typeface="Times New Roman"/>
                <a:cs typeface="Times New Roman"/>
              </a:rPr>
              <a:t> </a:t>
            </a:r>
            <a:r>
              <a:rPr sz="1700" spc="-2" dirty="0">
                <a:latin typeface="Times New Roman"/>
                <a:cs typeface="Times New Roman"/>
              </a:rPr>
              <a:t>(L</a:t>
            </a:r>
            <a:r>
              <a:rPr sz="1700" spc="-10" dirty="0">
                <a:latin typeface="Times New Roman"/>
                <a:cs typeface="Times New Roman"/>
              </a:rPr>
              <a:t>I</a:t>
            </a:r>
            <a:r>
              <a:rPr sz="1700" spc="-5" dirty="0">
                <a:latin typeface="Times New Roman"/>
                <a:cs typeface="Times New Roman"/>
              </a:rPr>
              <a:t>F</a:t>
            </a:r>
            <a:r>
              <a:rPr sz="1700" spc="2" dirty="0">
                <a:latin typeface="Times New Roman"/>
                <a:cs typeface="Times New Roman"/>
              </a:rPr>
              <a:t>O</a:t>
            </a:r>
            <a:r>
              <a:rPr sz="1700" dirty="0">
                <a:latin typeface="Times New Roman"/>
                <a:cs typeface="Times New Roman"/>
              </a:rPr>
              <a:t>)</a:t>
            </a:r>
            <a:r>
              <a:rPr sz="1700" spc="-10" dirty="0">
                <a:latin typeface="Times New Roman"/>
                <a:cs typeface="Times New Roman"/>
              </a:rPr>
              <a:t> </a:t>
            </a:r>
            <a:r>
              <a:rPr sz="1700" spc="-5" dirty="0">
                <a:latin typeface="Times New Roman"/>
                <a:cs typeface="Times New Roman"/>
              </a:rPr>
              <a:t>mann</a:t>
            </a:r>
            <a:r>
              <a:rPr sz="1700" spc="-10" dirty="0">
                <a:latin typeface="Times New Roman"/>
                <a:cs typeface="Times New Roman"/>
              </a:rPr>
              <a:t>e</a:t>
            </a:r>
            <a:r>
              <a:rPr sz="1700" dirty="0">
                <a:latin typeface="Times New Roman"/>
                <a:cs typeface="Times New Roman"/>
              </a:rPr>
              <a:t>r.</a:t>
            </a:r>
            <a:r>
              <a:rPr sz="1700" spc="-10" dirty="0">
                <a:latin typeface="Times New Roman"/>
                <a:cs typeface="Times New Roman"/>
              </a:rPr>
              <a:t> </a:t>
            </a:r>
            <a:r>
              <a:rPr sz="1700" spc="-5" dirty="0">
                <a:latin typeface="Times New Roman"/>
                <a:cs typeface="Times New Roman"/>
              </a:rPr>
              <a:t>T</a:t>
            </a:r>
            <a:r>
              <a:rPr sz="1700" spc="-2" dirty="0">
                <a:latin typeface="Times New Roman"/>
                <a:cs typeface="Times New Roman"/>
              </a:rPr>
              <a:t>his</a:t>
            </a:r>
            <a:r>
              <a:rPr sz="1700" spc="-5" dirty="0">
                <a:latin typeface="Times New Roman"/>
                <a:cs typeface="Times New Roman"/>
              </a:rPr>
              <a:t> me</a:t>
            </a:r>
            <a:r>
              <a:rPr sz="1700" spc="-10" dirty="0">
                <a:latin typeface="Times New Roman"/>
                <a:cs typeface="Times New Roman"/>
              </a:rPr>
              <a:t>a</a:t>
            </a:r>
            <a:r>
              <a:rPr sz="1700" dirty="0">
                <a:latin typeface="Times New Roman"/>
                <a:cs typeface="Times New Roman"/>
              </a:rPr>
              <a:t>ns</a:t>
            </a:r>
            <a:r>
              <a:rPr sz="1700" spc="-7" dirty="0">
                <a:latin typeface="Times New Roman"/>
                <a:cs typeface="Times New Roman"/>
              </a:rPr>
              <a:t> </a:t>
            </a:r>
            <a:r>
              <a:rPr sz="1700" spc="-2" dirty="0">
                <a:latin typeface="Times New Roman"/>
                <a:cs typeface="Times New Roman"/>
              </a:rPr>
              <a:t>that</a:t>
            </a:r>
            <a:r>
              <a:rPr sz="1700" spc="-7" dirty="0">
                <a:latin typeface="Times New Roman"/>
                <a:cs typeface="Times New Roman"/>
              </a:rPr>
              <a:t> </a:t>
            </a:r>
            <a:r>
              <a:rPr sz="1700" spc="-2" dirty="0">
                <a:latin typeface="Times New Roman"/>
                <a:cs typeface="Times New Roman"/>
              </a:rPr>
              <a:t>the</a:t>
            </a:r>
            <a:r>
              <a:rPr sz="1700" spc="-7" dirty="0">
                <a:latin typeface="Times New Roman"/>
                <a:cs typeface="Times New Roman"/>
              </a:rPr>
              <a:t> </a:t>
            </a:r>
            <a:r>
              <a:rPr sz="1700" spc="-2" dirty="0">
                <a:latin typeface="Times New Roman"/>
                <a:cs typeface="Times New Roman"/>
              </a:rPr>
              <a:t>it</a:t>
            </a:r>
            <a:r>
              <a:rPr sz="1700" spc="-7" dirty="0">
                <a:latin typeface="Times New Roman"/>
                <a:cs typeface="Times New Roman"/>
              </a:rPr>
              <a:t>e</a:t>
            </a:r>
            <a:r>
              <a:rPr sz="1700" spc="-5" dirty="0">
                <a:latin typeface="Times New Roman"/>
                <a:cs typeface="Times New Roman"/>
              </a:rPr>
              <a:t>m </a:t>
            </a:r>
            <a:r>
              <a:rPr sz="1700" spc="-2" dirty="0">
                <a:latin typeface="Times New Roman"/>
                <a:cs typeface="Times New Roman"/>
              </a:rPr>
              <a:t>la</a:t>
            </a:r>
            <a:r>
              <a:rPr sz="1700" spc="-10" dirty="0">
                <a:latin typeface="Times New Roman"/>
                <a:cs typeface="Times New Roman"/>
              </a:rPr>
              <a:t>s</a:t>
            </a:r>
            <a:r>
              <a:rPr sz="1700" spc="-2" dirty="0">
                <a:latin typeface="Times New Roman"/>
                <a:cs typeface="Times New Roman"/>
              </a:rPr>
              <a:t>t</a:t>
            </a:r>
            <a:r>
              <a:rPr sz="1700" spc="-5" dirty="0">
                <a:latin typeface="Times New Roman"/>
                <a:cs typeface="Times New Roman"/>
              </a:rPr>
              <a:t> store</a:t>
            </a:r>
            <a:r>
              <a:rPr sz="1700" dirty="0">
                <a:latin typeface="Times New Roman"/>
                <a:cs typeface="Times New Roman"/>
              </a:rPr>
              <a:t>d </a:t>
            </a:r>
            <a:r>
              <a:rPr sz="1700" spc="-2" dirty="0">
                <a:latin typeface="Times New Roman"/>
                <a:cs typeface="Times New Roman"/>
              </a:rPr>
              <a:t>is </a:t>
            </a:r>
            <a:r>
              <a:rPr sz="1700" dirty="0">
                <a:latin typeface="Times New Roman"/>
                <a:cs typeface="Times New Roman"/>
              </a:rPr>
              <a:t>t</a:t>
            </a:r>
            <a:r>
              <a:rPr sz="1700" spc="-5" dirty="0">
                <a:latin typeface="Times New Roman"/>
                <a:cs typeface="Times New Roman"/>
              </a:rPr>
              <a:t>he</a:t>
            </a:r>
            <a:r>
              <a:rPr sz="1700" spc="-2" dirty="0">
                <a:latin typeface="Times New Roman"/>
                <a:cs typeface="Times New Roman"/>
              </a:rPr>
              <a:t> fi</a:t>
            </a:r>
            <a:r>
              <a:rPr sz="1700" spc="-5" dirty="0">
                <a:latin typeface="Times New Roman"/>
                <a:cs typeface="Times New Roman"/>
              </a:rPr>
              <a:t>rs</a:t>
            </a:r>
            <a:r>
              <a:rPr sz="1700" spc="-2" dirty="0">
                <a:latin typeface="Times New Roman"/>
                <a:cs typeface="Times New Roman"/>
              </a:rPr>
              <a:t>t</a:t>
            </a:r>
            <a:r>
              <a:rPr sz="1700" dirty="0">
                <a:latin typeface="Times New Roman"/>
                <a:cs typeface="Times New Roman"/>
              </a:rPr>
              <a:t> to </a:t>
            </a:r>
            <a:r>
              <a:rPr sz="1700" spc="-5" dirty="0">
                <a:latin typeface="Times New Roman"/>
                <a:cs typeface="Times New Roman"/>
              </a:rPr>
              <a:t>be</a:t>
            </a:r>
            <a:r>
              <a:rPr sz="1700" spc="-2" dirty="0">
                <a:latin typeface="Times New Roman"/>
                <a:cs typeface="Times New Roman"/>
              </a:rPr>
              <a:t> r</a:t>
            </a:r>
            <a:r>
              <a:rPr sz="1700" spc="-10" dirty="0">
                <a:latin typeface="Times New Roman"/>
                <a:cs typeface="Times New Roman"/>
              </a:rPr>
              <a:t>e</a:t>
            </a:r>
            <a:r>
              <a:rPr sz="1700" spc="-5" dirty="0">
                <a:latin typeface="Times New Roman"/>
                <a:cs typeface="Times New Roman"/>
              </a:rPr>
              <a:t>moved</a:t>
            </a:r>
            <a:r>
              <a:rPr sz="1700" spc="2" dirty="0">
                <a:latin typeface="Times New Roman"/>
                <a:cs typeface="Times New Roman"/>
              </a:rPr>
              <a:t> </a:t>
            </a:r>
            <a:r>
              <a:rPr sz="1700" dirty="0">
                <a:latin typeface="Times New Roman"/>
                <a:cs typeface="Times New Roman"/>
              </a:rPr>
              <a:t>or p</a:t>
            </a:r>
            <a:r>
              <a:rPr sz="1700" spc="-2" dirty="0">
                <a:latin typeface="Times New Roman"/>
                <a:cs typeface="Times New Roman"/>
              </a:rPr>
              <a:t>o</a:t>
            </a:r>
            <a:r>
              <a:rPr sz="1700" spc="-5" dirty="0">
                <a:latin typeface="Times New Roman"/>
                <a:cs typeface="Times New Roman"/>
              </a:rPr>
              <a:t>pp</a:t>
            </a:r>
            <a:r>
              <a:rPr sz="1700" spc="-7" dirty="0">
                <a:latin typeface="Times New Roman"/>
                <a:cs typeface="Times New Roman"/>
              </a:rPr>
              <a:t>e</a:t>
            </a:r>
            <a:r>
              <a:rPr sz="1700" dirty="0">
                <a:latin typeface="Times New Roman"/>
                <a:cs typeface="Times New Roman"/>
              </a:rPr>
              <a:t>d.</a:t>
            </a:r>
          </a:p>
          <a:p>
            <a:pPr marL="225716" marR="3665" lvl="1" indent="-109957" algn="just">
              <a:spcBef>
                <a:spcPts val="19"/>
              </a:spcBef>
              <a:buFont typeface="Symbol"/>
              <a:buChar char=""/>
              <a:tabLst>
                <a:tab pos="226022" algn="l"/>
              </a:tabLst>
            </a:pPr>
            <a:r>
              <a:rPr sz="1700" spc="-5" dirty="0">
                <a:latin typeface="Times New Roman"/>
                <a:cs typeface="Times New Roman"/>
              </a:rPr>
              <a:t>To</a:t>
            </a:r>
            <a:r>
              <a:rPr sz="1700" spc="26" dirty="0">
                <a:latin typeface="Times New Roman"/>
                <a:cs typeface="Times New Roman"/>
              </a:rPr>
              <a:t> </a:t>
            </a:r>
            <a:r>
              <a:rPr sz="1700" spc="-5" dirty="0">
                <a:latin typeface="Times New Roman"/>
                <a:cs typeface="Times New Roman"/>
              </a:rPr>
              <a:t>man</a:t>
            </a:r>
            <a:r>
              <a:rPr sz="1700" spc="-10" dirty="0">
                <a:latin typeface="Times New Roman"/>
                <a:cs typeface="Times New Roman"/>
              </a:rPr>
              <a:t>a</a:t>
            </a:r>
            <a:r>
              <a:rPr sz="1700" spc="-5" dirty="0">
                <a:latin typeface="Times New Roman"/>
                <a:cs typeface="Times New Roman"/>
              </a:rPr>
              <a:t>ge</a:t>
            </a:r>
            <a:r>
              <a:rPr sz="1700" spc="24" dirty="0">
                <a:latin typeface="Times New Roman"/>
                <a:cs typeface="Times New Roman"/>
              </a:rPr>
              <a:t> </a:t>
            </a:r>
            <a:r>
              <a:rPr sz="1700" spc="-2" dirty="0">
                <a:latin typeface="Times New Roman"/>
                <a:cs typeface="Times New Roman"/>
              </a:rPr>
              <a:t>t</a:t>
            </a:r>
            <a:r>
              <a:rPr sz="1700" dirty="0">
                <a:latin typeface="Times New Roman"/>
                <a:cs typeface="Times New Roman"/>
              </a:rPr>
              <a:t>h</a:t>
            </a:r>
            <a:r>
              <a:rPr sz="1700" spc="-5" dirty="0">
                <a:latin typeface="Times New Roman"/>
                <a:cs typeface="Times New Roman"/>
              </a:rPr>
              <a:t>e</a:t>
            </a:r>
            <a:r>
              <a:rPr sz="1700" spc="24" dirty="0">
                <a:latin typeface="Times New Roman"/>
                <a:cs typeface="Times New Roman"/>
              </a:rPr>
              <a:t> </a:t>
            </a:r>
            <a:r>
              <a:rPr sz="1700" spc="-2" dirty="0">
                <a:latin typeface="Times New Roman"/>
                <a:cs typeface="Times New Roman"/>
              </a:rPr>
              <a:t>it</a:t>
            </a:r>
            <a:r>
              <a:rPr sz="1700" spc="-7" dirty="0">
                <a:latin typeface="Times New Roman"/>
                <a:cs typeface="Times New Roman"/>
              </a:rPr>
              <a:t>e</a:t>
            </a:r>
            <a:r>
              <a:rPr sz="1700" spc="-5" dirty="0">
                <a:latin typeface="Times New Roman"/>
                <a:cs typeface="Times New Roman"/>
              </a:rPr>
              <a:t>ms,</a:t>
            </a:r>
            <a:r>
              <a:rPr sz="1700" spc="29" dirty="0">
                <a:latin typeface="Times New Roman"/>
                <a:cs typeface="Times New Roman"/>
              </a:rPr>
              <a:t> </a:t>
            </a:r>
            <a:r>
              <a:rPr sz="1700" spc="-5" dirty="0">
                <a:latin typeface="Times New Roman"/>
                <a:cs typeface="Times New Roman"/>
              </a:rPr>
              <a:t>a</a:t>
            </a:r>
            <a:r>
              <a:rPr sz="1700" spc="24" dirty="0">
                <a:latin typeface="Times New Roman"/>
                <a:cs typeface="Times New Roman"/>
              </a:rPr>
              <a:t> </a:t>
            </a:r>
            <a:r>
              <a:rPr sz="1700" spc="5" dirty="0">
                <a:latin typeface="Times New Roman"/>
                <a:cs typeface="Times New Roman"/>
              </a:rPr>
              <a:t>s</a:t>
            </a:r>
            <a:r>
              <a:rPr sz="1700" spc="-2" dirty="0">
                <a:latin typeface="Times New Roman"/>
                <a:cs typeface="Times New Roman"/>
              </a:rPr>
              <a:t>ta</a:t>
            </a:r>
            <a:r>
              <a:rPr sz="1700" spc="-10" dirty="0">
                <a:latin typeface="Times New Roman"/>
                <a:cs typeface="Times New Roman"/>
              </a:rPr>
              <a:t>c</a:t>
            </a:r>
            <a:r>
              <a:rPr sz="1700" dirty="0">
                <a:latin typeface="Times New Roman"/>
                <a:cs typeface="Times New Roman"/>
              </a:rPr>
              <a:t>k</a:t>
            </a:r>
            <a:r>
              <a:rPr sz="1700" spc="26" dirty="0">
                <a:latin typeface="Times New Roman"/>
                <a:cs typeface="Times New Roman"/>
              </a:rPr>
              <a:t> </a:t>
            </a:r>
            <a:r>
              <a:rPr sz="1700" dirty="0">
                <a:latin typeface="Times New Roman"/>
                <a:cs typeface="Times New Roman"/>
              </a:rPr>
              <a:t>us</a:t>
            </a:r>
            <a:r>
              <a:rPr sz="1700" spc="-2" dirty="0">
                <a:latin typeface="Times New Roman"/>
                <a:cs typeface="Times New Roman"/>
              </a:rPr>
              <a:t>e</a:t>
            </a:r>
            <a:r>
              <a:rPr sz="1700" dirty="0">
                <a:latin typeface="Times New Roman"/>
                <a:cs typeface="Times New Roman"/>
              </a:rPr>
              <a:t>s</a:t>
            </a:r>
            <a:r>
              <a:rPr sz="1700" spc="34" dirty="0">
                <a:latin typeface="Times New Roman"/>
                <a:cs typeface="Times New Roman"/>
              </a:rPr>
              <a:t> </a:t>
            </a:r>
            <a:r>
              <a:rPr sz="1700" spc="-5" dirty="0">
                <a:latin typeface="Times New Roman"/>
                <a:cs typeface="Times New Roman"/>
              </a:rPr>
              <a:t>a</a:t>
            </a:r>
            <a:r>
              <a:rPr sz="1700" spc="24" dirty="0">
                <a:latin typeface="Times New Roman"/>
                <a:cs typeface="Times New Roman"/>
              </a:rPr>
              <a:t> </a:t>
            </a:r>
            <a:r>
              <a:rPr sz="1700" spc="-5" dirty="0">
                <a:latin typeface="Times New Roman"/>
                <a:cs typeface="Times New Roman"/>
              </a:rPr>
              <a:t>stac</a:t>
            </a:r>
            <a:r>
              <a:rPr sz="1700" dirty="0">
                <a:latin typeface="Times New Roman"/>
                <a:cs typeface="Times New Roman"/>
              </a:rPr>
              <a:t>k</a:t>
            </a:r>
            <a:r>
              <a:rPr sz="1700" spc="31" dirty="0">
                <a:latin typeface="Times New Roman"/>
                <a:cs typeface="Times New Roman"/>
              </a:rPr>
              <a:t> </a:t>
            </a:r>
            <a:r>
              <a:rPr sz="1700" spc="-2" dirty="0">
                <a:latin typeface="Times New Roman"/>
                <a:cs typeface="Times New Roman"/>
              </a:rPr>
              <a:t>point</a:t>
            </a:r>
            <a:r>
              <a:rPr sz="1700" spc="-7" dirty="0">
                <a:latin typeface="Times New Roman"/>
                <a:cs typeface="Times New Roman"/>
              </a:rPr>
              <a:t>e</a:t>
            </a:r>
            <a:r>
              <a:rPr sz="1700" dirty="0">
                <a:latin typeface="Times New Roman"/>
                <a:cs typeface="Times New Roman"/>
              </a:rPr>
              <a:t>r</a:t>
            </a:r>
            <a:r>
              <a:rPr sz="1700" spc="31" dirty="0">
                <a:latin typeface="Times New Roman"/>
                <a:cs typeface="Times New Roman"/>
              </a:rPr>
              <a:t> </a:t>
            </a:r>
            <a:r>
              <a:rPr sz="1700" dirty="0">
                <a:latin typeface="Times New Roman"/>
                <a:cs typeface="Times New Roman"/>
              </a:rPr>
              <a:t>(SP)</a:t>
            </a:r>
            <a:r>
              <a:rPr sz="1700" spc="26"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2" dirty="0">
                <a:latin typeface="Times New Roman"/>
                <a:cs typeface="Times New Roman"/>
              </a:rPr>
              <a:t>gis</a:t>
            </a:r>
            <a:r>
              <a:rPr sz="1700" dirty="0">
                <a:latin typeface="Times New Roman"/>
                <a:cs typeface="Times New Roman"/>
              </a:rPr>
              <a:t>t</a:t>
            </a:r>
            <a:r>
              <a:rPr sz="1700" spc="-7" dirty="0">
                <a:latin typeface="Times New Roman"/>
                <a:cs typeface="Times New Roman"/>
              </a:rPr>
              <a:t>e</a:t>
            </a:r>
            <a:r>
              <a:rPr sz="1700" dirty="0">
                <a:latin typeface="Times New Roman"/>
                <a:cs typeface="Times New Roman"/>
              </a:rPr>
              <a:t>r.</a:t>
            </a:r>
            <a:r>
              <a:rPr sz="1700" spc="26" dirty="0">
                <a:latin typeface="Times New Roman"/>
                <a:cs typeface="Times New Roman"/>
              </a:rPr>
              <a:t> </a:t>
            </a:r>
            <a:r>
              <a:rPr sz="1700" spc="-5" dirty="0">
                <a:latin typeface="Times New Roman"/>
                <a:cs typeface="Times New Roman"/>
              </a:rPr>
              <a:t>T</a:t>
            </a:r>
            <a:r>
              <a:rPr sz="1700" spc="-2" dirty="0">
                <a:latin typeface="Times New Roman"/>
                <a:cs typeface="Times New Roman"/>
              </a:rPr>
              <a:t>h</a:t>
            </a:r>
            <a:r>
              <a:rPr sz="1700" spc="-5" dirty="0">
                <a:latin typeface="Times New Roman"/>
                <a:cs typeface="Times New Roman"/>
              </a:rPr>
              <a:t>e</a:t>
            </a:r>
            <a:r>
              <a:rPr sz="1700" spc="24" dirty="0">
                <a:latin typeface="Times New Roman"/>
                <a:cs typeface="Times New Roman"/>
              </a:rPr>
              <a:t> </a:t>
            </a:r>
            <a:r>
              <a:rPr sz="1700" spc="-5" dirty="0">
                <a:latin typeface="Times New Roman"/>
                <a:cs typeface="Times New Roman"/>
              </a:rPr>
              <a:t>stac</a:t>
            </a:r>
            <a:r>
              <a:rPr sz="1700" dirty="0">
                <a:latin typeface="Times New Roman"/>
                <a:cs typeface="Times New Roman"/>
              </a:rPr>
              <a:t>k</a:t>
            </a:r>
            <a:r>
              <a:rPr sz="1700" spc="38" dirty="0">
                <a:latin typeface="Times New Roman"/>
                <a:cs typeface="Times New Roman"/>
              </a:rPr>
              <a:t> </a:t>
            </a:r>
            <a:r>
              <a:rPr sz="1700" spc="-2" dirty="0">
                <a:latin typeface="Times New Roman"/>
                <a:cs typeface="Times New Roman"/>
              </a:rPr>
              <a:t>point</a:t>
            </a:r>
            <a:r>
              <a:rPr sz="1700" spc="-7" dirty="0">
                <a:latin typeface="Times New Roman"/>
                <a:cs typeface="Times New Roman"/>
              </a:rPr>
              <a:t>e</a:t>
            </a:r>
            <a:r>
              <a:rPr sz="1700" dirty="0">
                <a:latin typeface="Times New Roman"/>
                <a:cs typeface="Times New Roman"/>
              </a:rPr>
              <a:t>r </a:t>
            </a:r>
            <a:r>
              <a:rPr sz="1700" spc="-5" dirty="0">
                <a:latin typeface="Times New Roman"/>
                <a:cs typeface="Times New Roman"/>
              </a:rPr>
              <a:t>store</a:t>
            </a:r>
            <a:r>
              <a:rPr sz="1700" dirty="0">
                <a:latin typeface="Times New Roman"/>
                <a:cs typeface="Times New Roman"/>
              </a:rPr>
              <a:t>s</a:t>
            </a:r>
            <a:r>
              <a:rPr sz="1700" spc="26" dirty="0">
                <a:latin typeface="Times New Roman"/>
                <a:cs typeface="Times New Roman"/>
              </a:rPr>
              <a:t> </a:t>
            </a:r>
            <a:r>
              <a:rPr sz="1700" spc="-2" dirty="0">
                <a:latin typeface="Times New Roman"/>
                <a:cs typeface="Times New Roman"/>
              </a:rPr>
              <a:t>the</a:t>
            </a:r>
            <a:r>
              <a:rPr sz="1700" spc="31" dirty="0">
                <a:latin typeface="Times New Roman"/>
                <a:cs typeface="Times New Roman"/>
              </a:rPr>
              <a:t> </a:t>
            </a:r>
            <a:r>
              <a:rPr sz="1700" spc="-7" dirty="0">
                <a:latin typeface="Times New Roman"/>
                <a:cs typeface="Times New Roman"/>
              </a:rPr>
              <a:t>a</a:t>
            </a:r>
            <a:r>
              <a:rPr sz="1700" spc="-5" dirty="0">
                <a:latin typeface="Times New Roman"/>
                <a:cs typeface="Times New Roman"/>
              </a:rPr>
              <a:t>ddr</a:t>
            </a:r>
            <a:r>
              <a:rPr sz="1700" spc="-10" dirty="0">
                <a:latin typeface="Times New Roman"/>
                <a:cs typeface="Times New Roman"/>
              </a:rPr>
              <a:t>e</a:t>
            </a:r>
            <a:r>
              <a:rPr sz="1700" spc="-2" dirty="0">
                <a:latin typeface="Times New Roman"/>
                <a:cs typeface="Times New Roman"/>
              </a:rPr>
              <a:t>s</a:t>
            </a:r>
            <a:r>
              <a:rPr sz="1700" dirty="0">
                <a:latin typeface="Times New Roman"/>
                <a:cs typeface="Times New Roman"/>
              </a:rPr>
              <a:t>s</a:t>
            </a:r>
            <a:r>
              <a:rPr sz="1700" spc="34" dirty="0">
                <a:latin typeface="Times New Roman"/>
                <a:cs typeface="Times New Roman"/>
              </a:rPr>
              <a:t> </a:t>
            </a:r>
            <a:r>
              <a:rPr sz="1700" dirty="0">
                <a:latin typeface="Times New Roman"/>
                <a:cs typeface="Times New Roman"/>
              </a:rPr>
              <a:t>of</a:t>
            </a:r>
            <a:r>
              <a:rPr sz="1700" spc="26" dirty="0">
                <a:latin typeface="Times New Roman"/>
                <a:cs typeface="Times New Roman"/>
              </a:rPr>
              <a:t> </a:t>
            </a:r>
            <a:r>
              <a:rPr sz="1700" spc="-2" dirty="0">
                <a:latin typeface="Times New Roman"/>
                <a:cs typeface="Times New Roman"/>
              </a:rPr>
              <a:t>the</a:t>
            </a:r>
            <a:r>
              <a:rPr sz="1700" spc="36" dirty="0">
                <a:latin typeface="Times New Roman"/>
                <a:cs typeface="Times New Roman"/>
              </a:rPr>
              <a:t> </a:t>
            </a:r>
            <a:r>
              <a:rPr sz="1700" spc="-2" dirty="0">
                <a:latin typeface="Times New Roman"/>
                <a:cs typeface="Times New Roman"/>
              </a:rPr>
              <a:t>last</a:t>
            </a:r>
            <a:r>
              <a:rPr sz="1700" spc="26" dirty="0">
                <a:latin typeface="Times New Roman"/>
                <a:cs typeface="Times New Roman"/>
              </a:rPr>
              <a:t> </a:t>
            </a:r>
            <a:r>
              <a:rPr sz="1700" spc="-2" dirty="0">
                <a:latin typeface="Times New Roman"/>
                <a:cs typeface="Times New Roman"/>
              </a:rPr>
              <a:t>it</a:t>
            </a:r>
            <a:r>
              <a:rPr sz="1700" spc="-7" dirty="0">
                <a:latin typeface="Times New Roman"/>
                <a:cs typeface="Times New Roman"/>
              </a:rPr>
              <a:t>e</a:t>
            </a:r>
            <a:r>
              <a:rPr sz="1700" spc="-5" dirty="0">
                <a:latin typeface="Times New Roman"/>
                <a:cs typeface="Times New Roman"/>
              </a:rPr>
              <a:t>m</a:t>
            </a:r>
            <a:r>
              <a:rPr sz="1700" spc="29" dirty="0">
                <a:latin typeface="Times New Roman"/>
                <a:cs typeface="Times New Roman"/>
              </a:rPr>
              <a:t> </a:t>
            </a:r>
            <a:r>
              <a:rPr sz="1700" spc="-2" dirty="0">
                <a:latin typeface="Times New Roman"/>
                <a:cs typeface="Times New Roman"/>
              </a:rPr>
              <a:t>in</a:t>
            </a:r>
            <a:r>
              <a:rPr sz="1700" spc="29" dirty="0">
                <a:latin typeface="Times New Roman"/>
                <a:cs typeface="Times New Roman"/>
              </a:rPr>
              <a:t> </a:t>
            </a:r>
            <a:r>
              <a:rPr sz="1700" spc="-2" dirty="0">
                <a:latin typeface="Times New Roman"/>
                <a:cs typeface="Times New Roman"/>
              </a:rPr>
              <a:t>the</a:t>
            </a:r>
            <a:r>
              <a:rPr sz="1700" spc="26" dirty="0">
                <a:latin typeface="Times New Roman"/>
                <a:cs typeface="Times New Roman"/>
              </a:rPr>
              <a:t> </a:t>
            </a:r>
            <a:r>
              <a:rPr sz="1700" spc="-5" dirty="0">
                <a:latin typeface="Times New Roman"/>
                <a:cs typeface="Times New Roman"/>
              </a:rPr>
              <a:t>st</a:t>
            </a:r>
            <a:r>
              <a:rPr sz="1700" dirty="0">
                <a:latin typeface="Times New Roman"/>
                <a:cs typeface="Times New Roman"/>
              </a:rPr>
              <a:t>a</a:t>
            </a:r>
            <a:r>
              <a:rPr sz="1700" spc="-7" dirty="0">
                <a:latin typeface="Times New Roman"/>
                <a:cs typeface="Times New Roman"/>
              </a:rPr>
              <a:t>c</a:t>
            </a:r>
            <a:r>
              <a:rPr sz="1700" dirty="0">
                <a:latin typeface="Times New Roman"/>
                <a:cs typeface="Times New Roman"/>
              </a:rPr>
              <a:t>k,</a:t>
            </a:r>
            <a:r>
              <a:rPr sz="1700" spc="26" dirty="0">
                <a:latin typeface="Times New Roman"/>
                <a:cs typeface="Times New Roman"/>
              </a:rPr>
              <a:t> </a:t>
            </a:r>
            <a:r>
              <a:rPr sz="1700" spc="-7" dirty="0">
                <a:latin typeface="Times New Roman"/>
                <a:cs typeface="Times New Roman"/>
              </a:rPr>
              <a:t>e</a:t>
            </a:r>
            <a:r>
              <a:rPr sz="1700" spc="-2" dirty="0">
                <a:latin typeface="Times New Roman"/>
                <a:cs typeface="Times New Roman"/>
              </a:rPr>
              <a:t>s</a:t>
            </a:r>
            <a:r>
              <a:rPr sz="1700" spc="5" dirty="0">
                <a:latin typeface="Times New Roman"/>
                <a:cs typeface="Times New Roman"/>
              </a:rPr>
              <a:t>s</a:t>
            </a:r>
            <a:r>
              <a:rPr sz="1700" spc="-7" dirty="0">
                <a:latin typeface="Times New Roman"/>
                <a:cs typeface="Times New Roman"/>
              </a:rPr>
              <a:t>e</a:t>
            </a:r>
            <a:r>
              <a:rPr sz="1700" spc="-2" dirty="0">
                <a:latin typeface="Times New Roman"/>
                <a:cs typeface="Times New Roman"/>
              </a:rPr>
              <a:t>nti</a:t>
            </a:r>
            <a:r>
              <a:rPr sz="1700" spc="-7" dirty="0">
                <a:latin typeface="Times New Roman"/>
                <a:cs typeface="Times New Roman"/>
              </a:rPr>
              <a:t>a</a:t>
            </a:r>
            <a:r>
              <a:rPr sz="1700" spc="-2" dirty="0">
                <a:latin typeface="Times New Roman"/>
                <a:cs typeface="Times New Roman"/>
              </a:rPr>
              <a:t>ll</a:t>
            </a:r>
            <a:r>
              <a:rPr sz="1700" dirty="0">
                <a:latin typeface="Times New Roman"/>
                <a:cs typeface="Times New Roman"/>
              </a:rPr>
              <a:t>y</a:t>
            </a:r>
            <a:r>
              <a:rPr sz="1700" spc="26" dirty="0">
                <a:latin typeface="Times New Roman"/>
                <a:cs typeface="Times New Roman"/>
              </a:rPr>
              <a:t> </a:t>
            </a:r>
            <a:r>
              <a:rPr sz="1700" spc="-2" dirty="0">
                <a:latin typeface="Times New Roman"/>
                <a:cs typeface="Times New Roman"/>
              </a:rPr>
              <a:t>pointing</a:t>
            </a:r>
            <a:r>
              <a:rPr sz="1700" spc="29" dirty="0">
                <a:latin typeface="Times New Roman"/>
                <a:cs typeface="Times New Roman"/>
              </a:rPr>
              <a:t> </a:t>
            </a:r>
            <a:r>
              <a:rPr sz="1700" spc="-2" dirty="0">
                <a:latin typeface="Times New Roman"/>
                <a:cs typeface="Times New Roman"/>
              </a:rPr>
              <a:t>to</a:t>
            </a:r>
            <a:r>
              <a:rPr sz="1700" spc="29" dirty="0">
                <a:latin typeface="Times New Roman"/>
                <a:cs typeface="Times New Roman"/>
              </a:rPr>
              <a:t> </a:t>
            </a:r>
            <a:r>
              <a:rPr sz="1700" spc="-2" dirty="0">
                <a:latin typeface="Times New Roman"/>
                <a:cs typeface="Times New Roman"/>
              </a:rPr>
              <a:t>the</a:t>
            </a:r>
            <a:r>
              <a:rPr sz="1700" spc="26" dirty="0">
                <a:latin typeface="Times New Roman"/>
                <a:cs typeface="Times New Roman"/>
              </a:rPr>
              <a:t> </a:t>
            </a:r>
            <a:r>
              <a:rPr sz="1700" dirty="0">
                <a:latin typeface="Times New Roman"/>
                <a:cs typeface="Times New Roman"/>
              </a:rPr>
              <a:t>t</a:t>
            </a:r>
            <a:r>
              <a:rPr sz="1700" spc="-5" dirty="0">
                <a:latin typeface="Times New Roman"/>
                <a:cs typeface="Times New Roman"/>
              </a:rPr>
              <a:t>opmost</a:t>
            </a:r>
            <a:r>
              <a:rPr sz="1700" spc="-2" dirty="0">
                <a:latin typeface="Times New Roman"/>
                <a:cs typeface="Times New Roman"/>
              </a:rPr>
              <a:t> </a:t>
            </a:r>
            <a:r>
              <a:rPr sz="1700" spc="-7" dirty="0">
                <a:latin typeface="Times New Roman"/>
                <a:cs typeface="Times New Roman"/>
              </a:rPr>
              <a:t>e</a:t>
            </a:r>
            <a:r>
              <a:rPr sz="1700" spc="-5" dirty="0">
                <a:latin typeface="Times New Roman"/>
                <a:cs typeface="Times New Roman"/>
              </a:rPr>
              <a:t>lem</a:t>
            </a:r>
            <a:r>
              <a:rPr sz="1700" spc="-7" dirty="0">
                <a:latin typeface="Times New Roman"/>
                <a:cs typeface="Times New Roman"/>
              </a:rPr>
              <a:t>e</a:t>
            </a:r>
            <a:r>
              <a:rPr sz="1700" spc="-2" dirty="0">
                <a:latin typeface="Times New Roman"/>
                <a:cs typeface="Times New Roman"/>
              </a:rPr>
              <a:t>nt.</a:t>
            </a:r>
            <a:endParaRPr sz="1700" dirty="0">
              <a:latin typeface="Times New Roman"/>
              <a:cs typeface="Times New Roman"/>
            </a:endParaRPr>
          </a:p>
          <a:p>
            <a:pPr marL="225716" lvl="1" indent="-109957">
              <a:spcBef>
                <a:spcPts val="12"/>
              </a:spcBef>
              <a:buFont typeface="Symbol"/>
              <a:buChar char=""/>
              <a:tabLst>
                <a:tab pos="226022" algn="l"/>
              </a:tabLst>
            </a:pPr>
            <a:r>
              <a:rPr sz="1700" dirty="0">
                <a:latin typeface="Times New Roman"/>
                <a:cs typeface="Times New Roman"/>
              </a:rPr>
              <a:t>S</a:t>
            </a:r>
            <a:r>
              <a:rPr sz="1700" spc="-2" dirty="0">
                <a:latin typeface="Times New Roman"/>
                <a:cs typeface="Times New Roman"/>
              </a:rPr>
              <a:t>ta</a:t>
            </a:r>
            <a:r>
              <a:rPr sz="1700" spc="-10" dirty="0">
                <a:latin typeface="Times New Roman"/>
                <a:cs typeface="Times New Roman"/>
              </a:rPr>
              <a:t>c</a:t>
            </a:r>
            <a:r>
              <a:rPr sz="1700" dirty="0">
                <a:latin typeface="Times New Roman"/>
                <a:cs typeface="Times New Roman"/>
              </a:rPr>
              <a:t>k </a:t>
            </a:r>
            <a:r>
              <a:rPr sz="1700" spc="-5" dirty="0">
                <a:latin typeface="Times New Roman"/>
                <a:cs typeface="Times New Roman"/>
              </a:rPr>
              <a:t>op</a:t>
            </a:r>
            <a:r>
              <a:rPr sz="1700" spc="-7" dirty="0">
                <a:latin typeface="Times New Roman"/>
                <a:cs typeface="Times New Roman"/>
              </a:rPr>
              <a:t>e</a:t>
            </a:r>
            <a:r>
              <a:rPr sz="1700" spc="-2" dirty="0">
                <a:latin typeface="Times New Roman"/>
                <a:cs typeface="Times New Roman"/>
              </a:rPr>
              <a:t>r</a:t>
            </a:r>
            <a:r>
              <a:rPr sz="1700" spc="-10" dirty="0">
                <a:latin typeface="Times New Roman"/>
                <a:cs typeface="Times New Roman"/>
              </a:rPr>
              <a:t>a</a:t>
            </a:r>
            <a:r>
              <a:rPr sz="1700" spc="-2" dirty="0">
                <a:latin typeface="Times New Roman"/>
                <a:cs typeface="Times New Roman"/>
              </a:rPr>
              <a:t>ti</a:t>
            </a:r>
            <a:r>
              <a:rPr sz="1700" dirty="0">
                <a:latin typeface="Times New Roman"/>
                <a:cs typeface="Times New Roman"/>
              </a:rPr>
              <a:t>ons</a:t>
            </a:r>
            <a:r>
              <a:rPr sz="1700" spc="-2" dirty="0">
                <a:latin typeface="Times New Roman"/>
                <a:cs typeface="Times New Roman"/>
              </a:rPr>
              <a:t> </a:t>
            </a:r>
            <a:r>
              <a:rPr sz="1700" spc="-5" dirty="0">
                <a:latin typeface="Times New Roman"/>
                <a:cs typeface="Times New Roman"/>
              </a:rPr>
              <a:t>involve</a:t>
            </a:r>
            <a:r>
              <a:rPr sz="1700" spc="2" dirty="0">
                <a:latin typeface="Times New Roman"/>
                <a:cs typeface="Times New Roman"/>
              </a:rPr>
              <a:t> </a:t>
            </a:r>
            <a:r>
              <a:rPr sz="1700" dirty="0">
                <a:latin typeface="Times New Roman"/>
                <a:cs typeface="Times New Roman"/>
              </a:rPr>
              <a:t>two</a:t>
            </a:r>
            <a:r>
              <a:rPr sz="1700" spc="-2" dirty="0">
                <a:latin typeface="Times New Roman"/>
                <a:cs typeface="Times New Roman"/>
              </a:rPr>
              <a:t> </a:t>
            </a:r>
            <a:r>
              <a:rPr sz="1700" spc="-5" dirty="0">
                <a:latin typeface="Times New Roman"/>
                <a:cs typeface="Times New Roman"/>
              </a:rPr>
              <a:t>main</a:t>
            </a:r>
            <a:r>
              <a:rPr sz="1700" spc="-2" dirty="0">
                <a:latin typeface="Times New Roman"/>
                <a:cs typeface="Times New Roman"/>
              </a:rPr>
              <a:t> </a:t>
            </a:r>
            <a:r>
              <a:rPr sz="1700" spc="-7" dirty="0">
                <a:latin typeface="Times New Roman"/>
                <a:cs typeface="Times New Roman"/>
              </a:rPr>
              <a:t>ac</a:t>
            </a:r>
            <a:r>
              <a:rPr sz="1700" spc="-2" dirty="0">
                <a:latin typeface="Times New Roman"/>
                <a:cs typeface="Times New Roman"/>
              </a:rPr>
              <a:t>tions:</a:t>
            </a:r>
            <a:endParaRPr sz="1700" dirty="0">
              <a:latin typeface="Times New Roman"/>
              <a:cs typeface="Times New Roman"/>
            </a:endParaRPr>
          </a:p>
          <a:p>
            <a:pPr marL="225716" marR="3360">
              <a:spcBef>
                <a:spcPts val="31"/>
              </a:spcBef>
            </a:pPr>
            <a:r>
              <a:rPr sz="1700" b="1" spc="-2" dirty="0">
                <a:latin typeface="Times New Roman"/>
                <a:cs typeface="Times New Roman"/>
              </a:rPr>
              <a:t>I</a:t>
            </a:r>
            <a:r>
              <a:rPr sz="1700" b="1" dirty="0">
                <a:latin typeface="Times New Roman"/>
                <a:cs typeface="Times New Roman"/>
              </a:rPr>
              <a:t>n</a:t>
            </a:r>
            <a:r>
              <a:rPr sz="1700" b="1" spc="-2" dirty="0">
                <a:latin typeface="Times New Roman"/>
                <a:cs typeface="Times New Roman"/>
              </a:rPr>
              <a:t>se</a:t>
            </a:r>
            <a:r>
              <a:rPr sz="1700" b="1" spc="-7" dirty="0">
                <a:latin typeface="Times New Roman"/>
                <a:cs typeface="Times New Roman"/>
              </a:rPr>
              <a:t>r</a:t>
            </a:r>
            <a:r>
              <a:rPr sz="1700" b="1" spc="-2" dirty="0">
                <a:latin typeface="Times New Roman"/>
                <a:cs typeface="Times New Roman"/>
              </a:rPr>
              <a:t>tion</a:t>
            </a:r>
            <a:r>
              <a:rPr sz="1700" b="1" spc="17" dirty="0">
                <a:latin typeface="Times New Roman"/>
                <a:cs typeface="Times New Roman"/>
              </a:rPr>
              <a:t> </a:t>
            </a:r>
            <a:r>
              <a:rPr sz="1700" b="1" spc="-2" dirty="0">
                <a:latin typeface="Times New Roman"/>
                <a:cs typeface="Times New Roman"/>
              </a:rPr>
              <a:t>(</a:t>
            </a:r>
            <a:r>
              <a:rPr sz="1700" b="1" spc="-7" dirty="0">
                <a:latin typeface="Times New Roman"/>
                <a:cs typeface="Times New Roman"/>
              </a:rPr>
              <a:t>P</a:t>
            </a:r>
            <a:r>
              <a:rPr sz="1700" b="1" dirty="0">
                <a:latin typeface="Times New Roman"/>
                <a:cs typeface="Times New Roman"/>
              </a:rPr>
              <a:t>u</a:t>
            </a:r>
            <a:r>
              <a:rPr sz="1700" b="1" spc="-2" dirty="0">
                <a:latin typeface="Times New Roman"/>
                <a:cs typeface="Times New Roman"/>
              </a:rPr>
              <a:t>s</a:t>
            </a:r>
            <a:r>
              <a:rPr sz="1700" b="1" dirty="0">
                <a:latin typeface="Times New Roman"/>
                <a:cs typeface="Times New Roman"/>
              </a:rPr>
              <a:t>h):</a:t>
            </a:r>
            <a:r>
              <a:rPr sz="1700" b="1" spc="17" dirty="0">
                <a:latin typeface="Times New Roman"/>
                <a:cs typeface="Times New Roman"/>
              </a:rPr>
              <a:t> </a:t>
            </a:r>
            <a:r>
              <a:rPr sz="1700" spc="-10" dirty="0">
                <a:latin typeface="Times New Roman"/>
                <a:cs typeface="Times New Roman"/>
              </a:rPr>
              <a:t>W</a:t>
            </a:r>
            <a:r>
              <a:rPr sz="1700" spc="-5" dirty="0">
                <a:latin typeface="Times New Roman"/>
                <a:cs typeface="Times New Roman"/>
              </a:rPr>
              <a:t>h</a:t>
            </a:r>
            <a:r>
              <a:rPr sz="1700" spc="-7" dirty="0">
                <a:latin typeface="Times New Roman"/>
                <a:cs typeface="Times New Roman"/>
              </a:rPr>
              <a:t>e</a:t>
            </a:r>
            <a:r>
              <a:rPr sz="1700" dirty="0">
                <a:latin typeface="Times New Roman"/>
                <a:cs typeface="Times New Roman"/>
              </a:rPr>
              <a:t>n</a:t>
            </a:r>
            <a:r>
              <a:rPr sz="1700" spc="14" dirty="0">
                <a:latin typeface="Times New Roman"/>
                <a:cs typeface="Times New Roman"/>
              </a:rPr>
              <a:t> </a:t>
            </a:r>
            <a:r>
              <a:rPr sz="1700" spc="-7" dirty="0">
                <a:latin typeface="Times New Roman"/>
                <a:cs typeface="Times New Roman"/>
              </a:rPr>
              <a:t>a</a:t>
            </a:r>
            <a:r>
              <a:rPr sz="1700" dirty="0">
                <a:latin typeface="Times New Roman"/>
                <a:cs typeface="Times New Roman"/>
              </a:rPr>
              <a:t>n</a:t>
            </a:r>
            <a:r>
              <a:rPr sz="1700" spc="14" dirty="0">
                <a:latin typeface="Times New Roman"/>
                <a:cs typeface="Times New Roman"/>
              </a:rPr>
              <a:t> </a:t>
            </a:r>
            <a:r>
              <a:rPr sz="1700" spc="-2" dirty="0">
                <a:latin typeface="Times New Roman"/>
                <a:cs typeface="Times New Roman"/>
              </a:rPr>
              <a:t>it</a:t>
            </a:r>
            <a:r>
              <a:rPr sz="1700" spc="-7" dirty="0">
                <a:latin typeface="Times New Roman"/>
                <a:cs typeface="Times New Roman"/>
              </a:rPr>
              <a:t>e</a:t>
            </a:r>
            <a:r>
              <a:rPr sz="1700" spc="-5" dirty="0">
                <a:latin typeface="Times New Roman"/>
                <a:cs typeface="Times New Roman"/>
              </a:rPr>
              <a:t>m</a:t>
            </a:r>
            <a:r>
              <a:rPr sz="1700" spc="17" dirty="0">
                <a:latin typeface="Times New Roman"/>
                <a:cs typeface="Times New Roman"/>
              </a:rPr>
              <a:t> </a:t>
            </a:r>
            <a:r>
              <a:rPr sz="1700" spc="-2" dirty="0">
                <a:latin typeface="Times New Roman"/>
                <a:cs typeface="Times New Roman"/>
              </a:rPr>
              <a:t>is</a:t>
            </a:r>
            <a:r>
              <a:rPr sz="1700" spc="17" dirty="0">
                <a:latin typeface="Times New Roman"/>
                <a:cs typeface="Times New Roman"/>
              </a:rPr>
              <a:t> </a:t>
            </a:r>
            <a:r>
              <a:rPr sz="1700" spc="-7" dirty="0">
                <a:latin typeface="Times New Roman"/>
                <a:cs typeface="Times New Roman"/>
              </a:rPr>
              <a:t>a</a:t>
            </a:r>
            <a:r>
              <a:rPr sz="1700" spc="-5" dirty="0">
                <a:latin typeface="Times New Roman"/>
                <a:cs typeface="Times New Roman"/>
              </a:rPr>
              <a:t>dd</a:t>
            </a:r>
            <a:r>
              <a:rPr sz="1700" spc="-7" dirty="0">
                <a:latin typeface="Times New Roman"/>
                <a:cs typeface="Times New Roman"/>
              </a:rPr>
              <a:t>e</a:t>
            </a:r>
            <a:r>
              <a:rPr sz="1700" dirty="0">
                <a:latin typeface="Times New Roman"/>
                <a:cs typeface="Times New Roman"/>
              </a:rPr>
              <a:t>d</a:t>
            </a:r>
            <a:r>
              <a:rPr sz="1700" spc="14" dirty="0">
                <a:latin typeface="Times New Roman"/>
                <a:cs typeface="Times New Roman"/>
              </a:rPr>
              <a:t> </a:t>
            </a:r>
            <a:r>
              <a:rPr sz="1700" spc="-2" dirty="0">
                <a:latin typeface="Times New Roman"/>
                <a:cs typeface="Times New Roman"/>
              </a:rPr>
              <a:t>to</a:t>
            </a:r>
            <a:r>
              <a:rPr sz="1700" spc="12" dirty="0">
                <a:latin typeface="Times New Roman"/>
                <a:cs typeface="Times New Roman"/>
              </a:rPr>
              <a:t> </a:t>
            </a:r>
            <a:r>
              <a:rPr sz="1700" spc="-2" dirty="0">
                <a:latin typeface="Times New Roman"/>
                <a:cs typeface="Times New Roman"/>
              </a:rPr>
              <a:t>the</a:t>
            </a:r>
            <a:r>
              <a:rPr sz="1700" spc="14" dirty="0">
                <a:latin typeface="Times New Roman"/>
                <a:cs typeface="Times New Roman"/>
              </a:rPr>
              <a:t> </a:t>
            </a:r>
            <a:r>
              <a:rPr sz="1700" spc="-5" dirty="0">
                <a:latin typeface="Times New Roman"/>
                <a:cs typeface="Times New Roman"/>
              </a:rPr>
              <a:t>s</a:t>
            </a:r>
            <a:r>
              <a:rPr sz="1700" spc="-7" dirty="0">
                <a:latin typeface="Times New Roman"/>
                <a:cs typeface="Times New Roman"/>
              </a:rPr>
              <a:t>tac</a:t>
            </a:r>
            <a:r>
              <a:rPr sz="1700" dirty="0">
                <a:latin typeface="Times New Roman"/>
                <a:cs typeface="Times New Roman"/>
              </a:rPr>
              <a:t>k,</a:t>
            </a:r>
            <a:r>
              <a:rPr sz="1700" spc="14" dirty="0">
                <a:latin typeface="Times New Roman"/>
                <a:cs typeface="Times New Roman"/>
              </a:rPr>
              <a:t> </a:t>
            </a:r>
            <a:r>
              <a:rPr sz="1700" spc="-2" dirty="0">
                <a:latin typeface="Times New Roman"/>
                <a:cs typeface="Times New Roman"/>
              </a:rPr>
              <a:t>it</a:t>
            </a:r>
            <a:r>
              <a:rPr sz="1700" spc="17" dirty="0">
                <a:latin typeface="Times New Roman"/>
                <a:cs typeface="Times New Roman"/>
              </a:rPr>
              <a:t> </a:t>
            </a:r>
            <a:r>
              <a:rPr sz="1700" spc="-2" dirty="0">
                <a:latin typeface="Times New Roman"/>
                <a:cs typeface="Times New Roman"/>
              </a:rPr>
              <a:t>is</a:t>
            </a:r>
            <a:r>
              <a:rPr sz="1700" spc="17"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2" dirty="0">
                <a:latin typeface="Times New Roman"/>
                <a:cs typeface="Times New Roman"/>
              </a:rPr>
              <a:t>f</a:t>
            </a:r>
            <a:r>
              <a:rPr sz="1700" spc="-10" dirty="0">
                <a:latin typeface="Times New Roman"/>
                <a:cs typeface="Times New Roman"/>
              </a:rPr>
              <a:t>e</a:t>
            </a:r>
            <a:r>
              <a:rPr sz="1700" dirty="0">
                <a:latin typeface="Times New Roman"/>
                <a:cs typeface="Times New Roman"/>
              </a:rPr>
              <a:t>r</a:t>
            </a:r>
            <a:r>
              <a:rPr sz="1700" spc="-5" dirty="0">
                <a:latin typeface="Times New Roman"/>
                <a:cs typeface="Times New Roman"/>
              </a:rPr>
              <a:t>r</a:t>
            </a:r>
            <a:r>
              <a:rPr sz="1700" spc="-7" dirty="0">
                <a:latin typeface="Times New Roman"/>
                <a:cs typeface="Times New Roman"/>
              </a:rPr>
              <a:t>e</a:t>
            </a:r>
            <a:r>
              <a:rPr sz="1700" dirty="0">
                <a:latin typeface="Times New Roman"/>
                <a:cs typeface="Times New Roman"/>
              </a:rPr>
              <a:t>d</a:t>
            </a:r>
            <a:r>
              <a:rPr sz="1700" spc="14" dirty="0">
                <a:latin typeface="Times New Roman"/>
                <a:cs typeface="Times New Roman"/>
              </a:rPr>
              <a:t> </a:t>
            </a:r>
            <a:r>
              <a:rPr sz="1700" spc="-2" dirty="0">
                <a:latin typeface="Times New Roman"/>
                <a:cs typeface="Times New Roman"/>
              </a:rPr>
              <a:t>to</a:t>
            </a:r>
            <a:r>
              <a:rPr sz="1700" spc="17" dirty="0">
                <a:latin typeface="Times New Roman"/>
                <a:cs typeface="Times New Roman"/>
              </a:rPr>
              <a:t> </a:t>
            </a:r>
            <a:r>
              <a:rPr sz="1700" spc="-7" dirty="0">
                <a:latin typeface="Times New Roman"/>
                <a:cs typeface="Times New Roman"/>
              </a:rPr>
              <a:t>a</a:t>
            </a:r>
            <a:r>
              <a:rPr sz="1700" dirty="0">
                <a:latin typeface="Times New Roman"/>
                <a:cs typeface="Times New Roman"/>
              </a:rPr>
              <a:t>s</a:t>
            </a:r>
            <a:r>
              <a:rPr sz="1700" spc="17" dirty="0">
                <a:latin typeface="Times New Roman"/>
                <a:cs typeface="Times New Roman"/>
              </a:rPr>
              <a:t> </a:t>
            </a:r>
            <a:r>
              <a:rPr sz="1700" spc="-2" dirty="0">
                <a:latin typeface="Times New Roman"/>
                <a:cs typeface="Times New Roman"/>
              </a:rPr>
              <a:t>inse</a:t>
            </a:r>
            <a:r>
              <a:rPr sz="1700" spc="-7" dirty="0">
                <a:latin typeface="Times New Roman"/>
                <a:cs typeface="Times New Roman"/>
              </a:rPr>
              <a:t>r</a:t>
            </a:r>
            <a:r>
              <a:rPr sz="1700" spc="-2" dirty="0">
                <a:latin typeface="Times New Roman"/>
                <a:cs typeface="Times New Roman"/>
              </a:rPr>
              <a:t>ti</a:t>
            </a:r>
            <a:r>
              <a:rPr sz="1700" dirty="0">
                <a:latin typeface="Times New Roman"/>
                <a:cs typeface="Times New Roman"/>
              </a:rPr>
              <a:t>on or </a:t>
            </a:r>
            <a:r>
              <a:rPr sz="1700" spc="-5" dirty="0">
                <a:latin typeface="Times New Roman"/>
                <a:cs typeface="Times New Roman"/>
              </a:rPr>
              <a:t>a </a:t>
            </a:r>
            <a:r>
              <a:rPr sz="1700" dirty="0">
                <a:latin typeface="Times New Roman"/>
                <a:cs typeface="Times New Roman"/>
              </a:rPr>
              <a:t>push</a:t>
            </a:r>
            <a:r>
              <a:rPr sz="1700" spc="-2" dirty="0">
                <a:latin typeface="Times New Roman"/>
                <a:cs typeface="Times New Roman"/>
              </a:rPr>
              <a:t> </a:t>
            </a:r>
            <a:r>
              <a:rPr sz="1700" spc="-5" dirty="0">
                <a:latin typeface="Times New Roman"/>
                <a:cs typeface="Times New Roman"/>
              </a:rPr>
              <a:t>op</a:t>
            </a:r>
            <a:r>
              <a:rPr sz="1700" spc="-7" dirty="0">
                <a:latin typeface="Times New Roman"/>
                <a:cs typeface="Times New Roman"/>
              </a:rPr>
              <a:t>e</a:t>
            </a:r>
            <a:r>
              <a:rPr sz="1700" spc="2" dirty="0">
                <a:latin typeface="Times New Roman"/>
                <a:cs typeface="Times New Roman"/>
              </a:rPr>
              <a:t>r</a:t>
            </a:r>
            <a:r>
              <a:rPr sz="1700" spc="-7" dirty="0">
                <a:latin typeface="Times New Roman"/>
                <a:cs typeface="Times New Roman"/>
              </a:rPr>
              <a:t>a</a:t>
            </a:r>
            <a:r>
              <a:rPr sz="1700" spc="-2" dirty="0">
                <a:latin typeface="Times New Roman"/>
                <a:cs typeface="Times New Roman"/>
              </a:rPr>
              <a:t>ti</a:t>
            </a:r>
            <a:r>
              <a:rPr sz="1700" dirty="0">
                <a:latin typeface="Times New Roman"/>
                <a:cs typeface="Times New Roman"/>
              </a:rPr>
              <a:t>on.</a:t>
            </a:r>
          </a:p>
          <a:p>
            <a:pPr marL="225716" marR="3360"/>
            <a:r>
              <a:rPr sz="1700" b="1" spc="-2" dirty="0">
                <a:latin typeface="Times New Roman"/>
                <a:cs typeface="Times New Roman"/>
              </a:rPr>
              <a:t>D</a:t>
            </a:r>
            <a:r>
              <a:rPr sz="1700" b="1" spc="-5" dirty="0">
                <a:latin typeface="Times New Roman"/>
                <a:cs typeface="Times New Roman"/>
              </a:rPr>
              <a:t>e</a:t>
            </a:r>
            <a:r>
              <a:rPr sz="1700" b="1" spc="-2" dirty="0">
                <a:latin typeface="Times New Roman"/>
                <a:cs typeface="Times New Roman"/>
              </a:rPr>
              <a:t>le</a:t>
            </a:r>
            <a:r>
              <a:rPr sz="1700" b="1" spc="-7" dirty="0">
                <a:latin typeface="Times New Roman"/>
                <a:cs typeface="Times New Roman"/>
              </a:rPr>
              <a:t>t</a:t>
            </a:r>
            <a:r>
              <a:rPr sz="1700" b="1" spc="-5" dirty="0">
                <a:latin typeface="Times New Roman"/>
                <a:cs typeface="Times New Roman"/>
              </a:rPr>
              <a:t>ion</a:t>
            </a:r>
            <a:r>
              <a:rPr sz="1700" b="1" spc="29" dirty="0">
                <a:latin typeface="Times New Roman"/>
                <a:cs typeface="Times New Roman"/>
              </a:rPr>
              <a:t> </a:t>
            </a:r>
            <a:r>
              <a:rPr sz="1700" b="1" spc="-2" dirty="0">
                <a:latin typeface="Times New Roman"/>
                <a:cs typeface="Times New Roman"/>
              </a:rPr>
              <a:t>(</a:t>
            </a:r>
            <a:r>
              <a:rPr sz="1700" b="1" spc="-7" dirty="0">
                <a:latin typeface="Times New Roman"/>
                <a:cs typeface="Times New Roman"/>
              </a:rPr>
              <a:t>P</a:t>
            </a:r>
            <a:r>
              <a:rPr sz="1700" b="1" dirty="0">
                <a:latin typeface="Times New Roman"/>
                <a:cs typeface="Times New Roman"/>
              </a:rPr>
              <a:t>op):</a:t>
            </a:r>
            <a:r>
              <a:rPr sz="1700" b="1" spc="26" dirty="0">
                <a:latin typeface="Times New Roman"/>
                <a:cs typeface="Times New Roman"/>
              </a:rPr>
              <a:t> </a:t>
            </a:r>
            <a:r>
              <a:rPr sz="1700" spc="-10" dirty="0">
                <a:latin typeface="Times New Roman"/>
                <a:cs typeface="Times New Roman"/>
              </a:rPr>
              <a:t>W</a:t>
            </a:r>
            <a:r>
              <a:rPr sz="1700" spc="-5" dirty="0">
                <a:latin typeface="Times New Roman"/>
                <a:cs typeface="Times New Roman"/>
              </a:rPr>
              <a:t>h</a:t>
            </a:r>
            <a:r>
              <a:rPr sz="1700" spc="-7" dirty="0">
                <a:latin typeface="Times New Roman"/>
                <a:cs typeface="Times New Roman"/>
              </a:rPr>
              <a:t>e</a:t>
            </a:r>
            <a:r>
              <a:rPr sz="1700" dirty="0">
                <a:latin typeface="Times New Roman"/>
                <a:cs typeface="Times New Roman"/>
              </a:rPr>
              <a:t>n</a:t>
            </a:r>
            <a:r>
              <a:rPr sz="1700" spc="26" dirty="0">
                <a:latin typeface="Times New Roman"/>
                <a:cs typeface="Times New Roman"/>
              </a:rPr>
              <a:t> </a:t>
            </a:r>
            <a:r>
              <a:rPr sz="1700" spc="-2" dirty="0">
                <a:latin typeface="Times New Roman"/>
                <a:cs typeface="Times New Roman"/>
              </a:rPr>
              <a:t>a</a:t>
            </a:r>
            <a:r>
              <a:rPr sz="1700" dirty="0">
                <a:latin typeface="Times New Roman"/>
                <a:cs typeface="Times New Roman"/>
              </a:rPr>
              <a:t>n</a:t>
            </a:r>
            <a:r>
              <a:rPr sz="1700" spc="26" dirty="0">
                <a:latin typeface="Times New Roman"/>
                <a:cs typeface="Times New Roman"/>
              </a:rPr>
              <a:t> </a:t>
            </a:r>
            <a:r>
              <a:rPr sz="1700" spc="-2" dirty="0">
                <a:latin typeface="Times New Roman"/>
                <a:cs typeface="Times New Roman"/>
              </a:rPr>
              <a:t>it</a:t>
            </a:r>
            <a:r>
              <a:rPr sz="1700" spc="-7" dirty="0">
                <a:latin typeface="Times New Roman"/>
                <a:cs typeface="Times New Roman"/>
              </a:rPr>
              <a:t>e</a:t>
            </a:r>
            <a:r>
              <a:rPr sz="1700" spc="-5" dirty="0">
                <a:latin typeface="Times New Roman"/>
                <a:cs typeface="Times New Roman"/>
              </a:rPr>
              <a:t>m</a:t>
            </a:r>
            <a:r>
              <a:rPr sz="1700" spc="29" dirty="0">
                <a:latin typeface="Times New Roman"/>
                <a:cs typeface="Times New Roman"/>
              </a:rPr>
              <a:t> </a:t>
            </a:r>
            <a:r>
              <a:rPr sz="1700" spc="-2" dirty="0">
                <a:latin typeface="Times New Roman"/>
                <a:cs typeface="Times New Roman"/>
              </a:rPr>
              <a:t>is</a:t>
            </a:r>
            <a:r>
              <a:rPr sz="1700" spc="24"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5" dirty="0">
                <a:latin typeface="Times New Roman"/>
                <a:cs typeface="Times New Roman"/>
              </a:rPr>
              <a:t>moved</a:t>
            </a:r>
            <a:r>
              <a:rPr sz="1700" spc="26" dirty="0">
                <a:latin typeface="Times New Roman"/>
                <a:cs typeface="Times New Roman"/>
              </a:rPr>
              <a:t> </a:t>
            </a:r>
            <a:r>
              <a:rPr sz="1700" dirty="0">
                <a:latin typeface="Times New Roman"/>
                <a:cs typeface="Times New Roman"/>
              </a:rPr>
              <a:t>f</a:t>
            </a:r>
            <a:r>
              <a:rPr sz="1700" spc="-5" dirty="0">
                <a:latin typeface="Times New Roman"/>
                <a:cs typeface="Times New Roman"/>
              </a:rPr>
              <a:t>rom</a:t>
            </a:r>
            <a:r>
              <a:rPr sz="1700" spc="29" dirty="0">
                <a:latin typeface="Times New Roman"/>
                <a:cs typeface="Times New Roman"/>
              </a:rPr>
              <a:t> </a:t>
            </a:r>
            <a:r>
              <a:rPr sz="1700" spc="-2" dirty="0">
                <a:latin typeface="Times New Roman"/>
                <a:cs typeface="Times New Roman"/>
              </a:rPr>
              <a:t>the</a:t>
            </a:r>
            <a:r>
              <a:rPr sz="1700" spc="26" dirty="0">
                <a:latin typeface="Times New Roman"/>
                <a:cs typeface="Times New Roman"/>
              </a:rPr>
              <a:t> </a:t>
            </a:r>
            <a:r>
              <a:rPr sz="1700" spc="-5" dirty="0">
                <a:latin typeface="Times New Roman"/>
                <a:cs typeface="Times New Roman"/>
              </a:rPr>
              <a:t>stac</a:t>
            </a:r>
            <a:r>
              <a:rPr sz="1700" dirty="0">
                <a:latin typeface="Times New Roman"/>
                <a:cs typeface="Times New Roman"/>
              </a:rPr>
              <a:t>k,</a:t>
            </a:r>
            <a:r>
              <a:rPr sz="1700" spc="26" dirty="0">
                <a:latin typeface="Times New Roman"/>
                <a:cs typeface="Times New Roman"/>
              </a:rPr>
              <a:t> </a:t>
            </a:r>
            <a:r>
              <a:rPr sz="1700" spc="-2" dirty="0">
                <a:latin typeface="Times New Roman"/>
                <a:cs typeface="Times New Roman"/>
              </a:rPr>
              <a:t>it</a:t>
            </a:r>
            <a:r>
              <a:rPr sz="1700" spc="29" dirty="0">
                <a:latin typeface="Times New Roman"/>
                <a:cs typeface="Times New Roman"/>
              </a:rPr>
              <a:t> </a:t>
            </a:r>
            <a:r>
              <a:rPr sz="1700" spc="-2" dirty="0">
                <a:latin typeface="Times New Roman"/>
                <a:cs typeface="Times New Roman"/>
              </a:rPr>
              <a:t>is</a:t>
            </a:r>
            <a:r>
              <a:rPr sz="1700" spc="29" dirty="0">
                <a:latin typeface="Times New Roman"/>
                <a:cs typeface="Times New Roman"/>
              </a:rPr>
              <a:t> </a:t>
            </a:r>
            <a:r>
              <a:rPr sz="1700" dirty="0">
                <a:latin typeface="Times New Roman"/>
                <a:cs typeface="Times New Roman"/>
              </a:rPr>
              <a:t>known</a:t>
            </a:r>
            <a:r>
              <a:rPr sz="1700" spc="19" dirty="0">
                <a:latin typeface="Times New Roman"/>
                <a:cs typeface="Times New Roman"/>
              </a:rPr>
              <a:t> </a:t>
            </a:r>
            <a:r>
              <a:rPr sz="1700" spc="-7" dirty="0">
                <a:latin typeface="Times New Roman"/>
                <a:cs typeface="Times New Roman"/>
              </a:rPr>
              <a:t>a</a:t>
            </a:r>
            <a:r>
              <a:rPr sz="1700" dirty="0">
                <a:latin typeface="Times New Roman"/>
                <a:cs typeface="Times New Roman"/>
              </a:rPr>
              <a:t>s</a:t>
            </a:r>
            <a:r>
              <a:rPr sz="1700" spc="22" dirty="0">
                <a:latin typeface="Times New Roman"/>
                <a:cs typeface="Times New Roman"/>
              </a:rPr>
              <a:t> </a:t>
            </a:r>
            <a:r>
              <a:rPr sz="1700" spc="-5" dirty="0">
                <a:latin typeface="Times New Roman"/>
                <a:cs typeface="Times New Roman"/>
              </a:rPr>
              <a:t>d</a:t>
            </a:r>
            <a:r>
              <a:rPr sz="1700" spc="-7" dirty="0">
                <a:latin typeface="Times New Roman"/>
                <a:cs typeface="Times New Roman"/>
              </a:rPr>
              <a:t>e</a:t>
            </a:r>
            <a:r>
              <a:rPr sz="1700" spc="-2" dirty="0">
                <a:latin typeface="Times New Roman"/>
                <a:cs typeface="Times New Roman"/>
              </a:rPr>
              <a:t>letion </a:t>
            </a:r>
            <a:r>
              <a:rPr sz="1700" dirty="0">
                <a:latin typeface="Times New Roman"/>
                <a:cs typeface="Times New Roman"/>
              </a:rPr>
              <a:t>or </a:t>
            </a:r>
            <a:r>
              <a:rPr sz="1700" spc="-5" dirty="0">
                <a:latin typeface="Times New Roman"/>
                <a:cs typeface="Times New Roman"/>
              </a:rPr>
              <a:t>a </a:t>
            </a:r>
            <a:r>
              <a:rPr sz="1700" dirty="0">
                <a:latin typeface="Times New Roman"/>
                <a:cs typeface="Times New Roman"/>
              </a:rPr>
              <a:t>pop </a:t>
            </a:r>
            <a:r>
              <a:rPr sz="1700" spc="-5" dirty="0">
                <a:latin typeface="Times New Roman"/>
                <a:cs typeface="Times New Roman"/>
              </a:rPr>
              <a:t>op</a:t>
            </a:r>
            <a:r>
              <a:rPr sz="1700" spc="-7" dirty="0">
                <a:latin typeface="Times New Roman"/>
                <a:cs typeface="Times New Roman"/>
              </a:rPr>
              <a:t>e</a:t>
            </a:r>
            <a:r>
              <a:rPr sz="1700" spc="2" dirty="0">
                <a:latin typeface="Times New Roman"/>
                <a:cs typeface="Times New Roman"/>
              </a:rPr>
              <a:t>r</a:t>
            </a:r>
            <a:r>
              <a:rPr sz="1700" spc="-7" dirty="0">
                <a:latin typeface="Times New Roman"/>
                <a:cs typeface="Times New Roman"/>
              </a:rPr>
              <a:t>a</a:t>
            </a:r>
            <a:r>
              <a:rPr sz="1700" spc="-2" dirty="0">
                <a:latin typeface="Times New Roman"/>
                <a:cs typeface="Times New Roman"/>
              </a:rPr>
              <a:t>ti</a:t>
            </a:r>
            <a:r>
              <a:rPr sz="1700" dirty="0">
                <a:latin typeface="Times New Roman"/>
                <a:cs typeface="Times New Roman"/>
              </a:rPr>
              <a:t>on.</a:t>
            </a:r>
          </a:p>
        </p:txBody>
      </p:sp>
    </p:spTree>
    <p:extLst>
      <p:ext uri="{BB962C8B-B14F-4D97-AF65-F5344CB8AC3E}">
        <p14:creationId xmlns:p14="http://schemas.microsoft.com/office/powerpoint/2010/main" val="12189158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02BC7F-FA64-E618-5077-B48C55CF3EA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B78C67A-9210-9345-358B-EB61C8408B2A}"/>
              </a:ext>
            </a:extLst>
          </p:cNvPr>
          <p:cNvPicPr>
            <a:picLocks noChangeAspect="1"/>
          </p:cNvPicPr>
          <p:nvPr/>
        </p:nvPicPr>
        <p:blipFill>
          <a:blip r:embed="rId2"/>
          <a:stretch>
            <a:fillRect/>
          </a:stretch>
        </p:blipFill>
        <p:spPr>
          <a:xfrm>
            <a:off x="100454" y="116065"/>
            <a:ext cx="476476" cy="806935"/>
          </a:xfrm>
          <a:prstGeom prst="rect">
            <a:avLst/>
          </a:prstGeom>
        </p:spPr>
      </p:pic>
      <p:pic>
        <p:nvPicPr>
          <p:cNvPr id="6" name="Picture 5">
            <a:extLst>
              <a:ext uri="{FF2B5EF4-FFF2-40B4-BE49-F238E27FC236}">
                <a16:creationId xmlns:a16="http://schemas.microsoft.com/office/drawing/2014/main" id="{4712637B-0C75-CB5B-3D85-F4320C2A410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7" y="116065"/>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B91108DA-6B62-194A-229C-27B0C54A608F}"/>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78D214B8-807F-9887-7642-EC06FF406B1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a:extLst>
              <a:ext uri="{FF2B5EF4-FFF2-40B4-BE49-F238E27FC236}">
                <a16:creationId xmlns:a16="http://schemas.microsoft.com/office/drawing/2014/main" id="{D9EBCBAA-BCB3-A503-728E-A65090A2566B}"/>
              </a:ext>
            </a:extLst>
          </p:cNvPr>
          <p:cNvSpPr txBox="1"/>
          <p:nvPr/>
        </p:nvSpPr>
        <p:spPr>
          <a:xfrm>
            <a:off x="914400" y="1123950"/>
            <a:ext cx="7315200" cy="1831271"/>
          </a:xfrm>
          <a:prstGeom prst="rect">
            <a:avLst/>
          </a:prstGeom>
        </p:spPr>
        <p:txBody>
          <a:bodyPr vert="horz" wrap="square" lIns="0" tIns="0" rIns="0" bIns="0" rtlCol="0">
            <a:spAutoFit/>
          </a:bodyPr>
          <a:lstStyle/>
          <a:p>
            <a:pPr marL="225716" lvl="1" indent="-109957" algn="just">
              <a:buFont typeface="Symbol"/>
              <a:buChar char=""/>
              <a:tabLst>
                <a:tab pos="226022" algn="l"/>
              </a:tabLst>
            </a:pPr>
            <a:r>
              <a:rPr lang="en-US" sz="1700" spc="-5" dirty="0">
                <a:latin typeface="Times New Roman"/>
                <a:cs typeface="Times New Roman"/>
              </a:rPr>
              <a:t> </a:t>
            </a:r>
            <a:r>
              <a:rPr sz="1700" spc="-5" dirty="0">
                <a:latin typeface="Times New Roman"/>
                <a:cs typeface="Times New Roman"/>
              </a:rPr>
              <a:t>Th</a:t>
            </a:r>
            <a:r>
              <a:rPr sz="1700" spc="-10" dirty="0">
                <a:latin typeface="Times New Roman"/>
                <a:cs typeface="Times New Roman"/>
              </a:rPr>
              <a:t>e</a:t>
            </a:r>
            <a:r>
              <a:rPr sz="1700" spc="-2" dirty="0">
                <a:latin typeface="Times New Roman"/>
                <a:cs typeface="Times New Roman"/>
              </a:rPr>
              <a:t>re</a:t>
            </a:r>
            <a:r>
              <a:rPr sz="1700" dirty="0">
                <a:latin typeface="Times New Roman"/>
                <a:cs typeface="Times New Roman"/>
              </a:rPr>
              <a:t> </a:t>
            </a:r>
            <a:r>
              <a:rPr sz="1700" spc="-7" dirty="0">
                <a:latin typeface="Times New Roman"/>
                <a:cs typeface="Times New Roman"/>
              </a:rPr>
              <a:t>a</a:t>
            </a:r>
            <a:r>
              <a:rPr sz="1700" spc="-2" dirty="0">
                <a:latin typeface="Times New Roman"/>
                <a:cs typeface="Times New Roman"/>
              </a:rPr>
              <a:t>re</a:t>
            </a:r>
            <a:r>
              <a:rPr sz="1700" spc="-5" dirty="0">
                <a:latin typeface="Times New Roman"/>
                <a:cs typeface="Times New Roman"/>
              </a:rPr>
              <a:t> </a:t>
            </a:r>
            <a:r>
              <a:rPr sz="1700" dirty="0">
                <a:latin typeface="Times New Roman"/>
                <a:cs typeface="Times New Roman"/>
              </a:rPr>
              <a:t>two</a:t>
            </a:r>
            <a:r>
              <a:rPr sz="1700" spc="-2" dirty="0">
                <a:latin typeface="Times New Roman"/>
                <a:cs typeface="Times New Roman"/>
              </a:rPr>
              <a:t> </a:t>
            </a:r>
            <a:r>
              <a:rPr sz="1700" spc="-5" dirty="0">
                <a:latin typeface="Times New Roman"/>
                <a:cs typeface="Times New Roman"/>
              </a:rPr>
              <a:t>main</a:t>
            </a:r>
            <a:r>
              <a:rPr sz="1700" spc="-2" dirty="0">
                <a:latin typeface="Times New Roman"/>
                <a:cs typeface="Times New Roman"/>
              </a:rPr>
              <a:t> types</a:t>
            </a:r>
            <a:r>
              <a:rPr sz="1700" spc="2" dirty="0">
                <a:latin typeface="Times New Roman"/>
                <a:cs typeface="Times New Roman"/>
              </a:rPr>
              <a:t> </a:t>
            </a:r>
            <a:r>
              <a:rPr sz="1700" dirty="0">
                <a:latin typeface="Times New Roman"/>
                <a:cs typeface="Times New Roman"/>
              </a:rPr>
              <a:t>of </a:t>
            </a:r>
            <a:r>
              <a:rPr sz="1700" spc="-5" dirty="0">
                <a:latin typeface="Times New Roman"/>
                <a:cs typeface="Times New Roman"/>
              </a:rPr>
              <a:t>sta</a:t>
            </a:r>
            <a:r>
              <a:rPr sz="1700" spc="-7" dirty="0">
                <a:latin typeface="Times New Roman"/>
                <a:cs typeface="Times New Roman"/>
              </a:rPr>
              <a:t>c</a:t>
            </a:r>
            <a:r>
              <a:rPr sz="1700" spc="-2" dirty="0">
                <a:latin typeface="Times New Roman"/>
                <a:cs typeface="Times New Roman"/>
              </a:rPr>
              <a:t>ks:</a:t>
            </a:r>
            <a:endParaRPr lang="en-US" sz="1700" spc="-2" dirty="0">
              <a:latin typeface="Times New Roman"/>
              <a:cs typeface="Times New Roman"/>
            </a:endParaRPr>
          </a:p>
          <a:p>
            <a:pPr marL="225716" lvl="1" indent="-109957" algn="just">
              <a:buFont typeface="Symbol"/>
              <a:buChar char=""/>
              <a:tabLst>
                <a:tab pos="226022" algn="l"/>
              </a:tabLst>
            </a:pPr>
            <a:endParaRPr sz="1700" dirty="0">
              <a:latin typeface="Times New Roman"/>
              <a:cs typeface="Times New Roman"/>
            </a:endParaRPr>
          </a:p>
          <a:p>
            <a:pPr marL="225716" marR="4276" algn="just">
              <a:spcBef>
                <a:spcPts val="31"/>
              </a:spcBef>
            </a:pPr>
            <a:r>
              <a:rPr sz="1700" b="1" spc="-2" dirty="0">
                <a:latin typeface="Times New Roman"/>
                <a:cs typeface="Times New Roman"/>
              </a:rPr>
              <a:t>R</a:t>
            </a:r>
            <a:r>
              <a:rPr sz="1700" b="1" spc="-5" dirty="0">
                <a:latin typeface="Times New Roman"/>
                <a:cs typeface="Times New Roman"/>
              </a:rPr>
              <a:t>e</a:t>
            </a:r>
            <a:r>
              <a:rPr sz="1700" b="1" spc="-2" dirty="0">
                <a:latin typeface="Times New Roman"/>
                <a:cs typeface="Times New Roman"/>
              </a:rPr>
              <a:t>gist</a:t>
            </a:r>
            <a:r>
              <a:rPr sz="1700" b="1" spc="-7" dirty="0">
                <a:latin typeface="Times New Roman"/>
                <a:cs typeface="Times New Roman"/>
              </a:rPr>
              <a:t>e</a:t>
            </a:r>
            <a:r>
              <a:rPr sz="1700" b="1" spc="-5" dirty="0">
                <a:latin typeface="Times New Roman"/>
                <a:cs typeface="Times New Roman"/>
              </a:rPr>
              <a:t>r</a:t>
            </a:r>
            <a:r>
              <a:rPr sz="1700" b="1" spc="24" dirty="0">
                <a:latin typeface="Times New Roman"/>
                <a:cs typeface="Times New Roman"/>
              </a:rPr>
              <a:t> </a:t>
            </a:r>
            <a:r>
              <a:rPr sz="1700" b="1" dirty="0">
                <a:latin typeface="Times New Roman"/>
                <a:cs typeface="Times New Roman"/>
              </a:rPr>
              <a:t>St</a:t>
            </a:r>
            <a:r>
              <a:rPr sz="1700" b="1" spc="2" dirty="0">
                <a:latin typeface="Times New Roman"/>
                <a:cs typeface="Times New Roman"/>
              </a:rPr>
              <a:t>a</a:t>
            </a:r>
            <a:r>
              <a:rPr sz="1700" b="1" spc="-7" dirty="0">
                <a:latin typeface="Times New Roman"/>
                <a:cs typeface="Times New Roman"/>
              </a:rPr>
              <a:t>c</a:t>
            </a:r>
            <a:r>
              <a:rPr sz="1700" b="1" dirty="0">
                <a:latin typeface="Times New Roman"/>
                <a:cs typeface="Times New Roman"/>
              </a:rPr>
              <a:t>k:</a:t>
            </a:r>
            <a:r>
              <a:rPr sz="1700" b="1" spc="29" dirty="0">
                <a:latin typeface="Times New Roman"/>
                <a:cs typeface="Times New Roman"/>
              </a:rPr>
              <a:t> </a:t>
            </a:r>
            <a:r>
              <a:rPr sz="1700" spc="-7" dirty="0">
                <a:latin typeface="Times New Roman"/>
                <a:cs typeface="Times New Roman"/>
              </a:rPr>
              <a:t>Uti</a:t>
            </a:r>
            <a:r>
              <a:rPr sz="1700" spc="-2" dirty="0">
                <a:latin typeface="Times New Roman"/>
                <a:cs typeface="Times New Roman"/>
              </a:rPr>
              <a:t>liz</a:t>
            </a:r>
            <a:r>
              <a:rPr sz="1700" spc="-10" dirty="0">
                <a:latin typeface="Times New Roman"/>
                <a:cs typeface="Times New Roman"/>
              </a:rPr>
              <a:t>e</a:t>
            </a:r>
            <a:r>
              <a:rPr sz="1700" dirty="0">
                <a:latin typeface="Times New Roman"/>
                <a:cs typeface="Times New Roman"/>
              </a:rPr>
              <a:t>s</a:t>
            </a:r>
            <a:r>
              <a:rPr sz="1700" spc="26" dirty="0">
                <a:latin typeface="Times New Roman"/>
                <a:cs typeface="Times New Roman"/>
              </a:rPr>
              <a:t> </a:t>
            </a:r>
            <a:r>
              <a:rPr sz="1700" spc="-5" dirty="0">
                <a:latin typeface="Times New Roman"/>
                <a:cs typeface="Times New Roman"/>
              </a:rPr>
              <a:t>pro</a:t>
            </a:r>
            <a:r>
              <a:rPr sz="1700" spc="-10" dirty="0">
                <a:latin typeface="Times New Roman"/>
                <a:cs typeface="Times New Roman"/>
              </a:rPr>
              <a:t>c</a:t>
            </a:r>
            <a:r>
              <a:rPr sz="1700" spc="-7" dirty="0">
                <a:latin typeface="Times New Roman"/>
                <a:cs typeface="Times New Roman"/>
              </a:rPr>
              <a:t>e</a:t>
            </a:r>
            <a:r>
              <a:rPr sz="1700" spc="-2" dirty="0">
                <a:latin typeface="Times New Roman"/>
                <a:cs typeface="Times New Roman"/>
              </a:rPr>
              <a:t>sso</a:t>
            </a:r>
            <a:r>
              <a:rPr sz="1700" dirty="0">
                <a:latin typeface="Times New Roman"/>
                <a:cs typeface="Times New Roman"/>
              </a:rPr>
              <a:t>r</a:t>
            </a:r>
            <a:r>
              <a:rPr sz="1700" spc="26" dirty="0">
                <a:latin typeface="Times New Roman"/>
                <a:cs typeface="Times New Roman"/>
              </a:rPr>
              <a:t> </a:t>
            </a:r>
            <a:r>
              <a:rPr sz="1700" spc="2" dirty="0">
                <a:latin typeface="Times New Roman"/>
                <a:cs typeface="Times New Roman"/>
              </a:rPr>
              <a:t>r</a:t>
            </a:r>
            <a:r>
              <a:rPr sz="1700" spc="-7" dirty="0">
                <a:latin typeface="Times New Roman"/>
                <a:cs typeface="Times New Roman"/>
              </a:rPr>
              <a:t>e</a:t>
            </a:r>
            <a:r>
              <a:rPr sz="1700" spc="-2" dirty="0">
                <a:latin typeface="Times New Roman"/>
                <a:cs typeface="Times New Roman"/>
              </a:rPr>
              <a:t>gis</a:t>
            </a:r>
            <a:r>
              <a:rPr sz="1700" dirty="0">
                <a:latin typeface="Times New Roman"/>
                <a:cs typeface="Times New Roman"/>
              </a:rPr>
              <a:t>t</a:t>
            </a:r>
            <a:r>
              <a:rPr sz="1700" spc="-7" dirty="0">
                <a:latin typeface="Times New Roman"/>
                <a:cs typeface="Times New Roman"/>
              </a:rPr>
              <a:t>e</a:t>
            </a:r>
            <a:r>
              <a:rPr sz="1700" dirty="0">
                <a:latin typeface="Times New Roman"/>
                <a:cs typeface="Times New Roman"/>
              </a:rPr>
              <a:t>rs</a:t>
            </a:r>
            <a:r>
              <a:rPr sz="1700" spc="26" dirty="0">
                <a:latin typeface="Times New Roman"/>
                <a:cs typeface="Times New Roman"/>
              </a:rPr>
              <a:t> </a:t>
            </a:r>
            <a:r>
              <a:rPr sz="1700" spc="-2" dirty="0">
                <a:latin typeface="Times New Roman"/>
                <a:cs typeface="Times New Roman"/>
              </a:rPr>
              <a:t>to</a:t>
            </a:r>
            <a:r>
              <a:rPr sz="1700" spc="29" dirty="0">
                <a:latin typeface="Times New Roman"/>
                <a:cs typeface="Times New Roman"/>
              </a:rPr>
              <a:t> </a:t>
            </a:r>
            <a:r>
              <a:rPr sz="1700" spc="-7" dirty="0">
                <a:latin typeface="Times New Roman"/>
                <a:cs typeface="Times New Roman"/>
              </a:rPr>
              <a:t>c</a:t>
            </a:r>
            <a:r>
              <a:rPr sz="1700" spc="2" dirty="0">
                <a:latin typeface="Times New Roman"/>
                <a:cs typeface="Times New Roman"/>
              </a:rPr>
              <a:t>r</a:t>
            </a:r>
            <a:r>
              <a:rPr sz="1700" spc="-7" dirty="0">
                <a:latin typeface="Times New Roman"/>
                <a:cs typeface="Times New Roman"/>
              </a:rPr>
              <a:t>ea</a:t>
            </a:r>
            <a:r>
              <a:rPr sz="1700" spc="-2" dirty="0">
                <a:latin typeface="Times New Roman"/>
                <a:cs typeface="Times New Roman"/>
              </a:rPr>
              <a:t>te</a:t>
            </a:r>
            <a:r>
              <a:rPr sz="1700" spc="26" dirty="0">
                <a:latin typeface="Times New Roman"/>
                <a:cs typeface="Times New Roman"/>
              </a:rPr>
              <a:t> </a:t>
            </a:r>
            <a:r>
              <a:rPr sz="1700" spc="-5" dirty="0">
                <a:latin typeface="Times New Roman"/>
                <a:cs typeface="Times New Roman"/>
              </a:rPr>
              <a:t>a</a:t>
            </a:r>
            <a:r>
              <a:rPr sz="1700" spc="24" dirty="0">
                <a:latin typeface="Times New Roman"/>
                <a:cs typeface="Times New Roman"/>
              </a:rPr>
              <a:t> </a:t>
            </a:r>
            <a:r>
              <a:rPr sz="1700" spc="-5" dirty="0">
                <a:latin typeface="Times New Roman"/>
                <a:cs typeface="Times New Roman"/>
              </a:rPr>
              <a:t>stac</a:t>
            </a:r>
            <a:r>
              <a:rPr sz="1700" dirty="0">
                <a:latin typeface="Times New Roman"/>
                <a:cs typeface="Times New Roman"/>
              </a:rPr>
              <a:t>k</a:t>
            </a:r>
            <a:r>
              <a:rPr sz="1700" spc="26" dirty="0">
                <a:latin typeface="Times New Roman"/>
                <a:cs typeface="Times New Roman"/>
              </a:rPr>
              <a:t> </a:t>
            </a:r>
            <a:r>
              <a:rPr sz="1700" spc="-2" dirty="0">
                <a:latin typeface="Times New Roman"/>
                <a:cs typeface="Times New Roman"/>
              </a:rPr>
              <a:t>str</a:t>
            </a:r>
            <a:r>
              <a:rPr sz="1700" spc="5" dirty="0">
                <a:latin typeface="Times New Roman"/>
                <a:cs typeface="Times New Roman"/>
              </a:rPr>
              <a:t>u</a:t>
            </a:r>
            <a:r>
              <a:rPr sz="1700" spc="-7" dirty="0">
                <a:latin typeface="Times New Roman"/>
                <a:cs typeface="Times New Roman"/>
              </a:rPr>
              <a:t>c</a:t>
            </a:r>
            <a:r>
              <a:rPr sz="1700" spc="-2" dirty="0">
                <a:latin typeface="Times New Roman"/>
                <a:cs typeface="Times New Roman"/>
              </a:rPr>
              <a:t>tur</a:t>
            </a:r>
            <a:r>
              <a:rPr sz="1700" spc="-10" dirty="0">
                <a:latin typeface="Times New Roman"/>
                <a:cs typeface="Times New Roman"/>
              </a:rPr>
              <a:t>e</a:t>
            </a:r>
            <a:r>
              <a:rPr sz="1700" dirty="0">
                <a:latin typeface="Times New Roman"/>
                <a:cs typeface="Times New Roman"/>
              </a:rPr>
              <a:t>,</a:t>
            </a:r>
            <a:r>
              <a:rPr sz="1700" spc="26" dirty="0">
                <a:latin typeface="Times New Roman"/>
                <a:cs typeface="Times New Roman"/>
              </a:rPr>
              <a:t> </a:t>
            </a:r>
            <a:r>
              <a:rPr sz="1700" spc="-7" dirty="0">
                <a:latin typeface="Times New Roman"/>
                <a:cs typeface="Times New Roman"/>
              </a:rPr>
              <a:t>e</a:t>
            </a:r>
            <a:r>
              <a:rPr sz="1700" spc="5" dirty="0">
                <a:latin typeface="Times New Roman"/>
                <a:cs typeface="Times New Roman"/>
              </a:rPr>
              <a:t>n</a:t>
            </a:r>
            <a:r>
              <a:rPr sz="1700" spc="-5" dirty="0">
                <a:latin typeface="Times New Roman"/>
                <a:cs typeface="Times New Roman"/>
              </a:rPr>
              <a:t>h</a:t>
            </a:r>
            <a:r>
              <a:rPr sz="1700" spc="-7" dirty="0">
                <a:latin typeface="Times New Roman"/>
                <a:cs typeface="Times New Roman"/>
              </a:rPr>
              <a:t>a</a:t>
            </a:r>
            <a:r>
              <a:rPr sz="1700" spc="-5" dirty="0">
                <a:latin typeface="Times New Roman"/>
                <a:cs typeface="Times New Roman"/>
              </a:rPr>
              <a:t>n</a:t>
            </a:r>
            <a:r>
              <a:rPr sz="1700" spc="-7" dirty="0">
                <a:latin typeface="Times New Roman"/>
                <a:cs typeface="Times New Roman"/>
              </a:rPr>
              <a:t>c</a:t>
            </a:r>
            <a:r>
              <a:rPr sz="1700" spc="-5" dirty="0">
                <a:latin typeface="Times New Roman"/>
                <a:cs typeface="Times New Roman"/>
              </a:rPr>
              <a:t>ing</a:t>
            </a:r>
            <a:r>
              <a:rPr sz="1700" spc="-2" dirty="0">
                <a:latin typeface="Times New Roman"/>
                <a:cs typeface="Times New Roman"/>
              </a:rPr>
              <a:t> spe</a:t>
            </a:r>
            <a:r>
              <a:rPr sz="1700" spc="-7" dirty="0">
                <a:latin typeface="Times New Roman"/>
                <a:cs typeface="Times New Roman"/>
              </a:rPr>
              <a:t>e</a:t>
            </a:r>
            <a:r>
              <a:rPr sz="1700" dirty="0">
                <a:latin typeface="Times New Roman"/>
                <a:cs typeface="Times New Roman"/>
              </a:rPr>
              <a:t>d </a:t>
            </a:r>
            <a:r>
              <a:rPr sz="1700" spc="-7" dirty="0">
                <a:latin typeface="Times New Roman"/>
                <a:cs typeface="Times New Roman"/>
              </a:rPr>
              <a:t>a</a:t>
            </a:r>
            <a:r>
              <a:rPr sz="1700" dirty="0">
                <a:latin typeface="Times New Roman"/>
                <a:cs typeface="Times New Roman"/>
              </a:rPr>
              <a:t>nd </a:t>
            </a:r>
            <a:r>
              <a:rPr sz="1700" spc="-2" dirty="0">
                <a:latin typeface="Times New Roman"/>
                <a:cs typeface="Times New Roman"/>
              </a:rPr>
              <a:t>e</a:t>
            </a:r>
            <a:r>
              <a:rPr sz="1700" dirty="0">
                <a:latin typeface="Times New Roman"/>
                <a:cs typeface="Times New Roman"/>
              </a:rPr>
              <a:t>f</a:t>
            </a:r>
            <a:r>
              <a:rPr sz="1700" spc="-5" dirty="0">
                <a:latin typeface="Times New Roman"/>
                <a:cs typeface="Times New Roman"/>
              </a:rPr>
              <a:t>f</a:t>
            </a:r>
            <a:r>
              <a:rPr sz="1700" spc="-2" dirty="0">
                <a:latin typeface="Times New Roman"/>
                <a:cs typeface="Times New Roman"/>
              </a:rPr>
              <a:t>ici</a:t>
            </a:r>
            <a:r>
              <a:rPr sz="1700" spc="-7" dirty="0">
                <a:latin typeface="Times New Roman"/>
                <a:cs typeface="Times New Roman"/>
              </a:rPr>
              <a:t>e</a:t>
            </a:r>
            <a:r>
              <a:rPr sz="1700" spc="5" dirty="0">
                <a:latin typeface="Times New Roman"/>
                <a:cs typeface="Times New Roman"/>
              </a:rPr>
              <a:t>n</a:t>
            </a:r>
            <a:r>
              <a:rPr sz="1700" spc="-7" dirty="0">
                <a:latin typeface="Times New Roman"/>
                <a:cs typeface="Times New Roman"/>
              </a:rPr>
              <a:t>c</a:t>
            </a:r>
            <a:r>
              <a:rPr sz="1700" dirty="0">
                <a:latin typeface="Times New Roman"/>
                <a:cs typeface="Times New Roman"/>
              </a:rPr>
              <a:t>y </a:t>
            </a:r>
            <a:r>
              <a:rPr sz="1700" spc="-2" dirty="0">
                <a:latin typeface="Times New Roman"/>
                <a:cs typeface="Times New Roman"/>
              </a:rPr>
              <a:t>in c</a:t>
            </a:r>
            <a:r>
              <a:rPr sz="1700" spc="-7" dirty="0">
                <a:latin typeface="Times New Roman"/>
                <a:cs typeface="Times New Roman"/>
              </a:rPr>
              <a:t>e</a:t>
            </a:r>
            <a:r>
              <a:rPr sz="1700" spc="-2" dirty="0">
                <a:latin typeface="Times New Roman"/>
                <a:cs typeface="Times New Roman"/>
              </a:rPr>
              <a:t>rt</a:t>
            </a:r>
            <a:r>
              <a:rPr sz="1700" spc="-10" dirty="0">
                <a:latin typeface="Times New Roman"/>
                <a:cs typeface="Times New Roman"/>
              </a:rPr>
              <a:t>a</a:t>
            </a:r>
            <a:r>
              <a:rPr sz="1700" spc="-2" dirty="0">
                <a:latin typeface="Times New Roman"/>
                <a:cs typeface="Times New Roman"/>
              </a:rPr>
              <a:t>in </a:t>
            </a:r>
            <a:r>
              <a:rPr sz="1700" spc="-5" dirty="0">
                <a:latin typeface="Times New Roman"/>
                <a:cs typeface="Times New Roman"/>
              </a:rPr>
              <a:t>ope</a:t>
            </a:r>
            <a:r>
              <a:rPr sz="1700" dirty="0">
                <a:latin typeface="Times New Roman"/>
                <a:cs typeface="Times New Roman"/>
              </a:rPr>
              <a:t>r</a:t>
            </a:r>
            <a:r>
              <a:rPr sz="1700" spc="-7" dirty="0">
                <a:latin typeface="Times New Roman"/>
                <a:cs typeface="Times New Roman"/>
              </a:rPr>
              <a:t>a</a:t>
            </a:r>
            <a:r>
              <a:rPr sz="1700" spc="-2" dirty="0">
                <a:latin typeface="Times New Roman"/>
                <a:cs typeface="Times New Roman"/>
              </a:rPr>
              <a:t>ti</a:t>
            </a:r>
            <a:r>
              <a:rPr sz="1700" dirty="0">
                <a:latin typeface="Times New Roman"/>
                <a:cs typeface="Times New Roman"/>
              </a:rPr>
              <a:t>ons.</a:t>
            </a:r>
            <a:endParaRPr lang="en-US" sz="1700" dirty="0">
              <a:latin typeface="Times New Roman"/>
              <a:cs typeface="Times New Roman"/>
            </a:endParaRPr>
          </a:p>
          <a:p>
            <a:pPr marL="225716" marR="4276" algn="just">
              <a:spcBef>
                <a:spcPts val="31"/>
              </a:spcBef>
            </a:pPr>
            <a:endParaRPr sz="1700" dirty="0">
              <a:latin typeface="Times New Roman"/>
              <a:cs typeface="Times New Roman"/>
            </a:endParaRPr>
          </a:p>
          <a:p>
            <a:pPr marL="225716" marR="3360" algn="just"/>
            <a:r>
              <a:rPr sz="1700" b="1" spc="-7" dirty="0">
                <a:latin typeface="Times New Roman"/>
                <a:cs typeface="Times New Roman"/>
              </a:rPr>
              <a:t>Me</a:t>
            </a:r>
            <a:r>
              <a:rPr sz="1700" b="1" spc="2" dirty="0">
                <a:latin typeface="Times New Roman"/>
                <a:cs typeface="Times New Roman"/>
              </a:rPr>
              <a:t>m</a:t>
            </a:r>
            <a:r>
              <a:rPr sz="1700" b="1" spc="-5" dirty="0">
                <a:latin typeface="Times New Roman"/>
                <a:cs typeface="Times New Roman"/>
              </a:rPr>
              <a:t>o</a:t>
            </a:r>
            <a:r>
              <a:rPr sz="1700" b="1" spc="-7" dirty="0">
                <a:latin typeface="Times New Roman"/>
                <a:cs typeface="Times New Roman"/>
              </a:rPr>
              <a:t>r</a:t>
            </a:r>
            <a:r>
              <a:rPr sz="1700" b="1" dirty="0">
                <a:latin typeface="Times New Roman"/>
                <a:cs typeface="Times New Roman"/>
              </a:rPr>
              <a:t>y</a:t>
            </a:r>
            <a:r>
              <a:rPr sz="1700" b="1" spc="-29" dirty="0">
                <a:latin typeface="Times New Roman"/>
                <a:cs typeface="Times New Roman"/>
              </a:rPr>
              <a:t> </a:t>
            </a:r>
            <a:r>
              <a:rPr sz="1700" b="1" dirty="0">
                <a:latin typeface="Times New Roman"/>
                <a:cs typeface="Times New Roman"/>
              </a:rPr>
              <a:t>S</a:t>
            </a:r>
            <a:r>
              <a:rPr sz="1700" b="1" spc="-2" dirty="0">
                <a:latin typeface="Times New Roman"/>
                <a:cs typeface="Times New Roman"/>
              </a:rPr>
              <a:t>ta</a:t>
            </a:r>
            <a:r>
              <a:rPr sz="1700" b="1" spc="-10" dirty="0">
                <a:latin typeface="Times New Roman"/>
                <a:cs typeface="Times New Roman"/>
              </a:rPr>
              <a:t>c</a:t>
            </a:r>
            <a:r>
              <a:rPr sz="1700" b="1" dirty="0">
                <a:latin typeface="Times New Roman"/>
                <a:cs typeface="Times New Roman"/>
              </a:rPr>
              <a:t>k:</a:t>
            </a:r>
            <a:r>
              <a:rPr sz="1700" b="1" spc="-22" dirty="0">
                <a:latin typeface="Times New Roman"/>
                <a:cs typeface="Times New Roman"/>
              </a:rPr>
              <a:t> </a:t>
            </a:r>
            <a:r>
              <a:rPr sz="1700" spc="-10" dirty="0">
                <a:latin typeface="Times New Roman"/>
                <a:cs typeface="Times New Roman"/>
              </a:rPr>
              <a:t>I</a:t>
            </a:r>
            <a:r>
              <a:rPr sz="1700" spc="-5" dirty="0">
                <a:latin typeface="Times New Roman"/>
                <a:cs typeface="Times New Roman"/>
              </a:rPr>
              <a:t>nvolves</a:t>
            </a:r>
            <a:r>
              <a:rPr sz="1700" spc="-26" dirty="0">
                <a:latin typeface="Times New Roman"/>
                <a:cs typeface="Times New Roman"/>
              </a:rPr>
              <a:t> </a:t>
            </a:r>
            <a:r>
              <a:rPr sz="1700" spc="-5" dirty="0">
                <a:latin typeface="Times New Roman"/>
                <a:cs typeface="Times New Roman"/>
              </a:rPr>
              <a:t>using</a:t>
            </a:r>
            <a:r>
              <a:rPr sz="1700" spc="-29" dirty="0">
                <a:latin typeface="Times New Roman"/>
                <a:cs typeface="Times New Roman"/>
              </a:rPr>
              <a:t> </a:t>
            </a:r>
            <a:r>
              <a:rPr sz="1700" spc="-5" dirty="0">
                <a:latin typeface="Times New Roman"/>
                <a:cs typeface="Times New Roman"/>
              </a:rPr>
              <a:t>d</a:t>
            </a:r>
            <a:r>
              <a:rPr sz="1700" spc="-7" dirty="0">
                <a:latin typeface="Times New Roman"/>
                <a:cs typeface="Times New Roman"/>
              </a:rPr>
              <a:t>e</a:t>
            </a:r>
            <a:r>
              <a:rPr sz="1700" spc="-2" dirty="0">
                <a:latin typeface="Times New Roman"/>
                <a:cs typeface="Times New Roman"/>
              </a:rPr>
              <a:t>dic</a:t>
            </a:r>
            <a:r>
              <a:rPr sz="1700" spc="-10" dirty="0">
                <a:latin typeface="Times New Roman"/>
                <a:cs typeface="Times New Roman"/>
              </a:rPr>
              <a:t>a</a:t>
            </a:r>
            <a:r>
              <a:rPr sz="1700" spc="-2" dirty="0">
                <a:latin typeface="Times New Roman"/>
                <a:cs typeface="Times New Roman"/>
              </a:rPr>
              <a:t>ted</a:t>
            </a:r>
            <a:r>
              <a:rPr sz="1700" spc="-31" dirty="0">
                <a:latin typeface="Times New Roman"/>
                <a:cs typeface="Times New Roman"/>
              </a:rPr>
              <a:t> </a:t>
            </a:r>
            <a:r>
              <a:rPr sz="1700" spc="-5" dirty="0">
                <a:latin typeface="Times New Roman"/>
                <a:cs typeface="Times New Roman"/>
              </a:rPr>
              <a:t>memor</a:t>
            </a:r>
            <a:r>
              <a:rPr sz="1700" dirty="0">
                <a:latin typeface="Times New Roman"/>
                <a:cs typeface="Times New Roman"/>
              </a:rPr>
              <a:t>y</a:t>
            </a:r>
            <a:r>
              <a:rPr sz="1700" spc="-24" dirty="0">
                <a:latin typeface="Times New Roman"/>
                <a:cs typeface="Times New Roman"/>
              </a:rPr>
              <a:t> </a:t>
            </a:r>
            <a:r>
              <a:rPr sz="1700" spc="-2" dirty="0">
                <a:latin typeface="Times New Roman"/>
                <a:cs typeface="Times New Roman"/>
              </a:rPr>
              <a:t>loc</a:t>
            </a:r>
            <a:r>
              <a:rPr sz="1700" spc="-10" dirty="0">
                <a:latin typeface="Times New Roman"/>
                <a:cs typeface="Times New Roman"/>
              </a:rPr>
              <a:t>a</a:t>
            </a:r>
            <a:r>
              <a:rPr sz="1700" spc="-2" dirty="0">
                <a:latin typeface="Times New Roman"/>
                <a:cs typeface="Times New Roman"/>
              </a:rPr>
              <a:t>ti</a:t>
            </a:r>
            <a:r>
              <a:rPr sz="1700" dirty="0">
                <a:latin typeface="Times New Roman"/>
                <a:cs typeface="Times New Roman"/>
              </a:rPr>
              <a:t>ons</a:t>
            </a:r>
            <a:r>
              <a:rPr sz="1700" spc="-29" dirty="0">
                <a:latin typeface="Times New Roman"/>
                <a:cs typeface="Times New Roman"/>
              </a:rPr>
              <a:t> </a:t>
            </a:r>
            <a:r>
              <a:rPr sz="1700" spc="-2" dirty="0">
                <a:latin typeface="Times New Roman"/>
                <a:cs typeface="Times New Roman"/>
              </a:rPr>
              <a:t>to</a:t>
            </a:r>
            <a:r>
              <a:rPr sz="1700" spc="-29" dirty="0">
                <a:latin typeface="Times New Roman"/>
                <a:cs typeface="Times New Roman"/>
              </a:rPr>
              <a:t> </a:t>
            </a:r>
            <a:r>
              <a:rPr sz="1700" spc="-5" dirty="0">
                <a:latin typeface="Times New Roman"/>
                <a:cs typeface="Times New Roman"/>
              </a:rPr>
              <a:t>implem</a:t>
            </a:r>
            <a:r>
              <a:rPr sz="1700" spc="-7" dirty="0">
                <a:latin typeface="Times New Roman"/>
                <a:cs typeface="Times New Roman"/>
              </a:rPr>
              <a:t>e</a:t>
            </a:r>
            <a:r>
              <a:rPr sz="1700" spc="-2" dirty="0">
                <a:latin typeface="Times New Roman"/>
                <a:cs typeface="Times New Roman"/>
              </a:rPr>
              <a:t>nt</a:t>
            </a:r>
            <a:r>
              <a:rPr sz="1700" spc="-29" dirty="0">
                <a:latin typeface="Times New Roman"/>
                <a:cs typeface="Times New Roman"/>
              </a:rPr>
              <a:t> </a:t>
            </a:r>
            <a:r>
              <a:rPr sz="1700" spc="-2" dirty="0">
                <a:latin typeface="Times New Roman"/>
                <a:cs typeface="Times New Roman"/>
              </a:rPr>
              <a:t>the</a:t>
            </a:r>
            <a:r>
              <a:rPr sz="1700" spc="-31" dirty="0">
                <a:latin typeface="Times New Roman"/>
                <a:cs typeface="Times New Roman"/>
              </a:rPr>
              <a:t> </a:t>
            </a:r>
            <a:r>
              <a:rPr sz="1700" spc="-5" dirty="0">
                <a:latin typeface="Times New Roman"/>
                <a:cs typeface="Times New Roman"/>
              </a:rPr>
              <a:t>stac</a:t>
            </a:r>
            <a:r>
              <a:rPr sz="1700" dirty="0">
                <a:latin typeface="Times New Roman"/>
                <a:cs typeface="Times New Roman"/>
              </a:rPr>
              <a:t>k </a:t>
            </a:r>
            <a:r>
              <a:rPr sz="1700" spc="-5" dirty="0">
                <a:latin typeface="Times New Roman"/>
                <a:cs typeface="Times New Roman"/>
              </a:rPr>
              <a:t>struc</a:t>
            </a:r>
            <a:r>
              <a:rPr sz="1700" spc="-2" dirty="0">
                <a:latin typeface="Times New Roman"/>
                <a:cs typeface="Times New Roman"/>
              </a:rPr>
              <a:t>tur</a:t>
            </a:r>
            <a:r>
              <a:rPr sz="1700" spc="-10" dirty="0">
                <a:latin typeface="Times New Roman"/>
                <a:cs typeface="Times New Roman"/>
              </a:rPr>
              <a:t>e</a:t>
            </a:r>
            <a:r>
              <a:rPr sz="1700" dirty="0">
                <a:latin typeface="Times New Roman"/>
                <a:cs typeface="Times New Roman"/>
              </a:rPr>
              <a:t>.</a:t>
            </a:r>
          </a:p>
        </p:txBody>
      </p:sp>
    </p:spTree>
    <p:extLst>
      <p:ext uri="{BB962C8B-B14F-4D97-AF65-F5344CB8AC3E}">
        <p14:creationId xmlns:p14="http://schemas.microsoft.com/office/powerpoint/2010/main" val="35014859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F4C78E-08F2-CC73-C656-9324B8BBAC9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5E80F71-3300-1DD2-284F-27CE66624F99}"/>
              </a:ext>
            </a:extLst>
          </p:cNvPr>
          <p:cNvPicPr>
            <a:picLocks noChangeAspect="1"/>
          </p:cNvPicPr>
          <p:nvPr/>
        </p:nvPicPr>
        <p:blipFill>
          <a:blip r:embed="rId2"/>
          <a:stretch>
            <a:fillRect/>
          </a:stretch>
        </p:blipFill>
        <p:spPr>
          <a:xfrm>
            <a:off x="100454" y="116065"/>
            <a:ext cx="476476" cy="806935"/>
          </a:xfrm>
          <a:prstGeom prst="rect">
            <a:avLst/>
          </a:prstGeom>
        </p:spPr>
      </p:pic>
      <p:pic>
        <p:nvPicPr>
          <p:cNvPr id="6" name="Picture 5">
            <a:extLst>
              <a:ext uri="{FF2B5EF4-FFF2-40B4-BE49-F238E27FC236}">
                <a16:creationId xmlns:a16="http://schemas.microsoft.com/office/drawing/2014/main" id="{DF8285CB-6AA6-FE35-1C99-FF47C2653E2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7" y="116065"/>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910D7325-A873-9A8D-E1E5-E814BFFDBB47}"/>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BE3DDA95-2BD1-2953-D7CE-4F6F2ED8AAA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a:extLst>
              <a:ext uri="{FF2B5EF4-FFF2-40B4-BE49-F238E27FC236}">
                <a16:creationId xmlns:a16="http://schemas.microsoft.com/office/drawing/2014/main" id="{60F38804-EC2A-716F-3135-413A320486ED}"/>
              </a:ext>
            </a:extLst>
          </p:cNvPr>
          <p:cNvSpPr txBox="1"/>
          <p:nvPr/>
        </p:nvSpPr>
        <p:spPr>
          <a:xfrm>
            <a:off x="914400" y="819150"/>
            <a:ext cx="7315200" cy="3662541"/>
          </a:xfrm>
          <a:prstGeom prst="rect">
            <a:avLst/>
          </a:prstGeom>
        </p:spPr>
        <p:txBody>
          <a:bodyPr vert="horz" wrap="square" lIns="0" tIns="0" rIns="0" bIns="0" rtlCol="0">
            <a:spAutoFit/>
          </a:bodyPr>
          <a:lstStyle/>
          <a:p>
            <a:pPr marL="115760" algn="just"/>
            <a:r>
              <a:rPr sz="1700" b="1" spc="-2" dirty="0">
                <a:latin typeface="Times New Roman"/>
                <a:cs typeface="Times New Roman"/>
              </a:rPr>
              <a:t>R</a:t>
            </a:r>
            <a:r>
              <a:rPr sz="1700" b="1" spc="-5" dirty="0">
                <a:latin typeface="Times New Roman"/>
                <a:cs typeface="Times New Roman"/>
              </a:rPr>
              <a:t>e</a:t>
            </a:r>
            <a:r>
              <a:rPr sz="1700" b="1" spc="-2" dirty="0">
                <a:latin typeface="Times New Roman"/>
                <a:cs typeface="Times New Roman"/>
              </a:rPr>
              <a:t>gist</a:t>
            </a:r>
            <a:r>
              <a:rPr sz="1700" b="1" spc="-7" dirty="0">
                <a:latin typeface="Times New Roman"/>
                <a:cs typeface="Times New Roman"/>
              </a:rPr>
              <a:t>e</a:t>
            </a:r>
            <a:r>
              <a:rPr sz="1700" b="1" spc="-5" dirty="0">
                <a:latin typeface="Times New Roman"/>
                <a:cs typeface="Times New Roman"/>
              </a:rPr>
              <a:t>r</a:t>
            </a:r>
            <a:r>
              <a:rPr sz="1700" b="1" spc="-2" dirty="0">
                <a:latin typeface="Times New Roman"/>
                <a:cs typeface="Times New Roman"/>
              </a:rPr>
              <a:t> </a:t>
            </a:r>
            <a:r>
              <a:rPr sz="1700" b="1" dirty="0">
                <a:latin typeface="Times New Roman"/>
                <a:cs typeface="Times New Roman"/>
              </a:rPr>
              <a:t>St</a:t>
            </a:r>
            <a:r>
              <a:rPr sz="1700" b="1" spc="2" dirty="0">
                <a:latin typeface="Times New Roman"/>
                <a:cs typeface="Times New Roman"/>
              </a:rPr>
              <a:t>a</a:t>
            </a:r>
            <a:r>
              <a:rPr sz="1700" b="1" spc="-7" dirty="0">
                <a:latin typeface="Times New Roman"/>
                <a:cs typeface="Times New Roman"/>
              </a:rPr>
              <a:t>c</a:t>
            </a:r>
            <a:r>
              <a:rPr sz="1700" b="1" dirty="0">
                <a:latin typeface="Times New Roman"/>
                <a:cs typeface="Times New Roman"/>
              </a:rPr>
              <a:t>k</a:t>
            </a:r>
            <a:endParaRPr sz="1700" dirty="0">
              <a:latin typeface="Times New Roman"/>
              <a:cs typeface="Times New Roman"/>
            </a:endParaRPr>
          </a:p>
          <a:p>
            <a:pPr algn="just">
              <a:spcBef>
                <a:spcPts val="17"/>
              </a:spcBef>
            </a:pPr>
            <a:endParaRPr sz="1700" dirty="0">
              <a:latin typeface="Times New Roman"/>
              <a:cs typeface="Times New Roman"/>
            </a:endParaRPr>
          </a:p>
          <a:p>
            <a:pPr marL="225716" marR="2443" indent="-109957" algn="just">
              <a:buSzPct val="83333"/>
              <a:buFont typeface="Symbol"/>
              <a:buChar char=""/>
              <a:tabLst>
                <a:tab pos="226022" algn="l"/>
              </a:tabLst>
            </a:pPr>
            <a:r>
              <a:rPr sz="1700" spc="-10" dirty="0">
                <a:latin typeface="Times New Roman"/>
                <a:cs typeface="Times New Roman"/>
              </a:rPr>
              <a:t>W</a:t>
            </a:r>
            <a:r>
              <a:rPr sz="1700" spc="-5" dirty="0">
                <a:latin typeface="Times New Roman"/>
                <a:cs typeface="Times New Roman"/>
              </a:rPr>
              <a:t>h</a:t>
            </a:r>
            <a:r>
              <a:rPr sz="1700" spc="-7" dirty="0">
                <a:latin typeface="Times New Roman"/>
                <a:cs typeface="Times New Roman"/>
              </a:rPr>
              <a:t>e</a:t>
            </a:r>
            <a:r>
              <a:rPr sz="1700" dirty="0">
                <a:latin typeface="Times New Roman"/>
                <a:cs typeface="Times New Roman"/>
              </a:rPr>
              <a:t>n</a:t>
            </a:r>
            <a:r>
              <a:rPr sz="1700" spc="-29" dirty="0">
                <a:latin typeface="Times New Roman"/>
                <a:cs typeface="Times New Roman"/>
              </a:rPr>
              <a:t> </a:t>
            </a:r>
            <a:r>
              <a:rPr sz="1700" spc="-5" dirty="0">
                <a:latin typeface="Times New Roman"/>
                <a:cs typeface="Times New Roman"/>
              </a:rPr>
              <a:t>proc</a:t>
            </a:r>
            <a:r>
              <a:rPr sz="1700" spc="-7" dirty="0">
                <a:latin typeface="Times New Roman"/>
                <a:cs typeface="Times New Roman"/>
              </a:rPr>
              <a:t>e</a:t>
            </a:r>
            <a:r>
              <a:rPr sz="1700" spc="-2" dirty="0">
                <a:latin typeface="Times New Roman"/>
                <a:cs typeface="Times New Roman"/>
              </a:rPr>
              <a:t>sso</a:t>
            </a:r>
            <a:r>
              <a:rPr sz="1700" dirty="0">
                <a:latin typeface="Times New Roman"/>
                <a:cs typeface="Times New Roman"/>
              </a:rPr>
              <a:t>r</a:t>
            </a:r>
            <a:r>
              <a:rPr sz="1700" spc="-31" dirty="0">
                <a:latin typeface="Times New Roman"/>
                <a:cs typeface="Times New Roman"/>
              </a:rPr>
              <a:t> </a:t>
            </a:r>
            <a:r>
              <a:rPr sz="1700" spc="2" dirty="0">
                <a:latin typeface="Times New Roman"/>
                <a:cs typeface="Times New Roman"/>
              </a:rPr>
              <a:t>r</a:t>
            </a:r>
            <a:r>
              <a:rPr sz="1700" spc="-7" dirty="0">
                <a:latin typeface="Times New Roman"/>
                <a:cs typeface="Times New Roman"/>
              </a:rPr>
              <a:t>e</a:t>
            </a:r>
            <a:r>
              <a:rPr sz="1700" spc="-2" dirty="0">
                <a:latin typeface="Times New Roman"/>
                <a:cs typeface="Times New Roman"/>
              </a:rPr>
              <a:t>gis</a:t>
            </a:r>
            <a:r>
              <a:rPr sz="1700" dirty="0">
                <a:latin typeface="Times New Roman"/>
                <a:cs typeface="Times New Roman"/>
              </a:rPr>
              <a:t>t</a:t>
            </a:r>
            <a:r>
              <a:rPr sz="1700" spc="-7" dirty="0">
                <a:latin typeface="Times New Roman"/>
                <a:cs typeface="Times New Roman"/>
              </a:rPr>
              <a:t>e</a:t>
            </a:r>
            <a:r>
              <a:rPr sz="1700" dirty="0">
                <a:latin typeface="Times New Roman"/>
                <a:cs typeface="Times New Roman"/>
              </a:rPr>
              <a:t>rs</a:t>
            </a:r>
            <a:r>
              <a:rPr sz="1700" spc="-26" dirty="0">
                <a:latin typeface="Times New Roman"/>
                <a:cs typeface="Times New Roman"/>
              </a:rPr>
              <a:t> </a:t>
            </a:r>
            <a:r>
              <a:rPr sz="1700" spc="-7" dirty="0">
                <a:latin typeface="Times New Roman"/>
                <a:cs typeface="Times New Roman"/>
              </a:rPr>
              <a:t>a</a:t>
            </a:r>
            <a:r>
              <a:rPr sz="1700" spc="-2" dirty="0">
                <a:latin typeface="Times New Roman"/>
                <a:cs typeface="Times New Roman"/>
              </a:rPr>
              <a:t>re</a:t>
            </a:r>
            <a:r>
              <a:rPr sz="1700" spc="-34" dirty="0">
                <a:latin typeface="Times New Roman"/>
                <a:cs typeface="Times New Roman"/>
              </a:rPr>
              <a:t> </a:t>
            </a:r>
            <a:r>
              <a:rPr sz="1700" dirty="0">
                <a:latin typeface="Times New Roman"/>
                <a:cs typeface="Times New Roman"/>
              </a:rPr>
              <a:t>or</a:t>
            </a:r>
            <a:r>
              <a:rPr sz="1700" spc="2" dirty="0">
                <a:latin typeface="Times New Roman"/>
                <a:cs typeface="Times New Roman"/>
              </a:rPr>
              <a:t>g</a:t>
            </a:r>
            <a:r>
              <a:rPr sz="1700" spc="-7" dirty="0">
                <a:latin typeface="Times New Roman"/>
                <a:cs typeface="Times New Roman"/>
              </a:rPr>
              <a:t>a</a:t>
            </a:r>
            <a:r>
              <a:rPr sz="1700" spc="-2" dirty="0">
                <a:latin typeface="Times New Roman"/>
                <a:cs typeface="Times New Roman"/>
              </a:rPr>
              <a:t>niz</a:t>
            </a:r>
            <a:r>
              <a:rPr sz="1700" spc="-10" dirty="0">
                <a:latin typeface="Times New Roman"/>
                <a:cs typeface="Times New Roman"/>
              </a:rPr>
              <a:t>e</a:t>
            </a:r>
            <a:r>
              <a:rPr sz="1700" dirty="0">
                <a:latin typeface="Times New Roman"/>
                <a:cs typeface="Times New Roman"/>
              </a:rPr>
              <a:t>d</a:t>
            </a:r>
            <a:r>
              <a:rPr sz="1700" spc="-29" dirty="0">
                <a:latin typeface="Times New Roman"/>
                <a:cs typeface="Times New Roman"/>
              </a:rPr>
              <a:t> </a:t>
            </a:r>
            <a:r>
              <a:rPr sz="1700" spc="-2" dirty="0">
                <a:latin typeface="Times New Roman"/>
                <a:cs typeface="Times New Roman"/>
              </a:rPr>
              <a:t>in</a:t>
            </a:r>
            <a:r>
              <a:rPr sz="1700" spc="-29" dirty="0">
                <a:latin typeface="Times New Roman"/>
                <a:cs typeface="Times New Roman"/>
              </a:rPr>
              <a:t> </a:t>
            </a:r>
            <a:r>
              <a:rPr sz="1700" spc="-5" dirty="0">
                <a:latin typeface="Times New Roman"/>
                <a:cs typeface="Times New Roman"/>
              </a:rPr>
              <a:t>a</a:t>
            </a:r>
            <a:r>
              <a:rPr sz="1700" spc="-31" dirty="0">
                <a:latin typeface="Times New Roman"/>
                <a:cs typeface="Times New Roman"/>
              </a:rPr>
              <a:t> </a:t>
            </a:r>
            <a:r>
              <a:rPr sz="1700" spc="-5" dirty="0">
                <a:latin typeface="Times New Roman"/>
                <a:cs typeface="Times New Roman"/>
              </a:rPr>
              <a:t>st</a:t>
            </a:r>
            <a:r>
              <a:rPr sz="1700" dirty="0">
                <a:latin typeface="Times New Roman"/>
                <a:cs typeface="Times New Roman"/>
              </a:rPr>
              <a:t>a</a:t>
            </a:r>
            <a:r>
              <a:rPr sz="1700" spc="-7" dirty="0">
                <a:latin typeface="Times New Roman"/>
                <a:cs typeface="Times New Roman"/>
              </a:rPr>
              <a:t>c</a:t>
            </a:r>
            <a:r>
              <a:rPr sz="1700" spc="5" dirty="0">
                <a:latin typeface="Times New Roman"/>
                <a:cs typeface="Times New Roman"/>
              </a:rPr>
              <a:t>k</a:t>
            </a:r>
            <a:r>
              <a:rPr sz="1700" spc="-2" dirty="0">
                <a:latin typeface="Times New Roman"/>
                <a:cs typeface="Times New Roman"/>
              </a:rPr>
              <a:t>-l</a:t>
            </a:r>
            <a:r>
              <a:rPr sz="1700" spc="2" dirty="0">
                <a:latin typeface="Times New Roman"/>
                <a:cs typeface="Times New Roman"/>
              </a:rPr>
              <a:t>i</a:t>
            </a:r>
            <a:r>
              <a:rPr sz="1700" spc="-5" dirty="0">
                <a:latin typeface="Times New Roman"/>
                <a:cs typeface="Times New Roman"/>
              </a:rPr>
              <a:t>ke</a:t>
            </a:r>
            <a:r>
              <a:rPr sz="1700" spc="-31" dirty="0">
                <a:latin typeface="Times New Roman"/>
                <a:cs typeface="Times New Roman"/>
              </a:rPr>
              <a:t> </a:t>
            </a:r>
            <a:r>
              <a:rPr sz="1700" spc="-2" dirty="0">
                <a:latin typeface="Times New Roman"/>
                <a:cs typeface="Times New Roman"/>
              </a:rPr>
              <a:t>f</a:t>
            </a:r>
            <a:r>
              <a:rPr sz="1700" spc="-10" dirty="0">
                <a:latin typeface="Times New Roman"/>
                <a:cs typeface="Times New Roman"/>
              </a:rPr>
              <a:t>a</a:t>
            </a:r>
            <a:r>
              <a:rPr sz="1700" spc="-5" dirty="0">
                <a:latin typeface="Times New Roman"/>
                <a:cs typeface="Times New Roman"/>
              </a:rPr>
              <a:t>shion</a:t>
            </a:r>
            <a:r>
              <a:rPr sz="1700" dirty="0">
                <a:latin typeface="Times New Roman"/>
                <a:cs typeface="Times New Roman"/>
              </a:rPr>
              <a:t>,</a:t>
            </a:r>
            <a:r>
              <a:rPr sz="1700" spc="-29" dirty="0">
                <a:latin typeface="Times New Roman"/>
                <a:cs typeface="Times New Roman"/>
              </a:rPr>
              <a:t> </a:t>
            </a:r>
            <a:r>
              <a:rPr sz="1700" spc="-2" dirty="0">
                <a:latin typeface="Times New Roman"/>
                <a:cs typeface="Times New Roman"/>
              </a:rPr>
              <a:t>it</a:t>
            </a:r>
            <a:r>
              <a:rPr sz="1700" spc="-29" dirty="0">
                <a:latin typeface="Times New Roman"/>
                <a:cs typeface="Times New Roman"/>
              </a:rPr>
              <a:t> </a:t>
            </a:r>
            <a:r>
              <a:rPr sz="1700" spc="-2" dirty="0">
                <a:latin typeface="Times New Roman"/>
                <a:cs typeface="Times New Roman"/>
              </a:rPr>
              <a:t>is</a:t>
            </a:r>
            <a:r>
              <a:rPr sz="1700" spc="-29" dirty="0">
                <a:latin typeface="Times New Roman"/>
                <a:cs typeface="Times New Roman"/>
              </a:rPr>
              <a:t> </a:t>
            </a:r>
            <a:r>
              <a:rPr sz="1700" spc="-2" dirty="0">
                <a:latin typeface="Times New Roman"/>
                <a:cs typeface="Times New Roman"/>
              </a:rPr>
              <a:t>te</a:t>
            </a:r>
            <a:r>
              <a:rPr sz="1700" spc="-7" dirty="0">
                <a:latin typeface="Times New Roman"/>
                <a:cs typeface="Times New Roman"/>
              </a:rPr>
              <a:t>r</a:t>
            </a:r>
            <a:r>
              <a:rPr sz="1700" spc="-5" dirty="0">
                <a:latin typeface="Times New Roman"/>
                <a:cs typeface="Times New Roman"/>
              </a:rPr>
              <a:t>med</a:t>
            </a:r>
            <a:r>
              <a:rPr sz="1700" spc="-31" dirty="0">
                <a:latin typeface="Times New Roman"/>
                <a:cs typeface="Times New Roman"/>
              </a:rPr>
              <a:t> </a:t>
            </a:r>
            <a:r>
              <a:rPr sz="1700" spc="-5" dirty="0">
                <a:latin typeface="Times New Roman"/>
                <a:cs typeface="Times New Roman"/>
              </a:rPr>
              <a:t>a</a:t>
            </a:r>
            <a:r>
              <a:rPr sz="1700" spc="-31" dirty="0">
                <a:latin typeface="Times New Roman"/>
                <a:cs typeface="Times New Roman"/>
              </a:rPr>
              <a:t> </a:t>
            </a:r>
            <a:r>
              <a:rPr sz="1700" spc="2" dirty="0">
                <a:latin typeface="Times New Roman"/>
                <a:cs typeface="Times New Roman"/>
              </a:rPr>
              <a:t>r</a:t>
            </a:r>
            <a:r>
              <a:rPr sz="1700" spc="-7" dirty="0">
                <a:latin typeface="Times New Roman"/>
                <a:cs typeface="Times New Roman"/>
              </a:rPr>
              <a:t>e</a:t>
            </a:r>
            <a:r>
              <a:rPr sz="1700" spc="-2" dirty="0">
                <a:latin typeface="Times New Roman"/>
                <a:cs typeface="Times New Roman"/>
              </a:rPr>
              <a:t>gis</a:t>
            </a:r>
            <a:r>
              <a:rPr sz="1700" dirty="0">
                <a:latin typeface="Times New Roman"/>
                <a:cs typeface="Times New Roman"/>
              </a:rPr>
              <a:t>t</a:t>
            </a:r>
            <a:r>
              <a:rPr sz="1700" spc="-7" dirty="0">
                <a:latin typeface="Times New Roman"/>
                <a:cs typeface="Times New Roman"/>
              </a:rPr>
              <a:t>e</a:t>
            </a:r>
            <a:r>
              <a:rPr sz="1700" dirty="0">
                <a:latin typeface="Times New Roman"/>
                <a:cs typeface="Times New Roman"/>
              </a:rPr>
              <a:t>r </a:t>
            </a:r>
            <a:r>
              <a:rPr sz="1700" spc="-5" dirty="0">
                <a:latin typeface="Times New Roman"/>
                <a:cs typeface="Times New Roman"/>
              </a:rPr>
              <a:t>stac</a:t>
            </a:r>
            <a:r>
              <a:rPr sz="1700" dirty="0">
                <a:latin typeface="Times New Roman"/>
                <a:cs typeface="Times New Roman"/>
              </a:rPr>
              <a:t>k. </a:t>
            </a:r>
            <a:r>
              <a:rPr sz="1700" spc="-5" dirty="0">
                <a:latin typeface="Times New Roman"/>
                <a:cs typeface="Times New Roman"/>
              </a:rPr>
              <a:t>The diag</a:t>
            </a:r>
            <a:r>
              <a:rPr sz="1700" dirty="0">
                <a:latin typeface="Times New Roman"/>
                <a:cs typeface="Times New Roman"/>
              </a:rPr>
              <a:t>r</a:t>
            </a:r>
            <a:r>
              <a:rPr sz="1700" spc="-7" dirty="0">
                <a:latin typeface="Times New Roman"/>
                <a:cs typeface="Times New Roman"/>
              </a:rPr>
              <a:t>a</a:t>
            </a:r>
            <a:r>
              <a:rPr sz="1700" spc="-5" dirty="0">
                <a:latin typeface="Times New Roman"/>
                <a:cs typeface="Times New Roman"/>
              </a:rPr>
              <a:t>m</a:t>
            </a:r>
            <a:r>
              <a:rPr sz="1700" spc="2" dirty="0">
                <a:latin typeface="Times New Roman"/>
                <a:cs typeface="Times New Roman"/>
              </a:rPr>
              <a:t> </a:t>
            </a:r>
            <a:r>
              <a:rPr sz="1700" spc="-5" dirty="0">
                <a:latin typeface="Times New Roman"/>
                <a:cs typeface="Times New Roman"/>
              </a:rPr>
              <a:t>b</a:t>
            </a:r>
            <a:r>
              <a:rPr sz="1700" spc="-7" dirty="0">
                <a:latin typeface="Times New Roman"/>
                <a:cs typeface="Times New Roman"/>
              </a:rPr>
              <a:t>e</a:t>
            </a:r>
            <a:r>
              <a:rPr sz="1700" spc="-2" dirty="0">
                <a:latin typeface="Times New Roman"/>
                <a:cs typeface="Times New Roman"/>
              </a:rPr>
              <a:t>l</a:t>
            </a:r>
            <a:r>
              <a:rPr sz="1700" dirty="0">
                <a:latin typeface="Times New Roman"/>
                <a:cs typeface="Times New Roman"/>
              </a:rPr>
              <a:t>ow</a:t>
            </a:r>
            <a:r>
              <a:rPr sz="1700" spc="-2" dirty="0">
                <a:latin typeface="Times New Roman"/>
                <a:cs typeface="Times New Roman"/>
              </a:rPr>
              <a:t> illustr</a:t>
            </a:r>
            <a:r>
              <a:rPr sz="1700" spc="-10" dirty="0">
                <a:latin typeface="Times New Roman"/>
                <a:cs typeface="Times New Roman"/>
              </a:rPr>
              <a:t>a</a:t>
            </a:r>
            <a:r>
              <a:rPr sz="1700" spc="-2" dirty="0">
                <a:latin typeface="Times New Roman"/>
                <a:cs typeface="Times New Roman"/>
              </a:rPr>
              <a:t>tes </a:t>
            </a:r>
            <a:r>
              <a:rPr sz="1700" spc="-5" dirty="0">
                <a:latin typeface="Times New Roman"/>
                <a:cs typeface="Times New Roman"/>
              </a:rPr>
              <a:t>a </a:t>
            </a:r>
            <a:r>
              <a:rPr sz="1700" dirty="0">
                <a:latin typeface="Times New Roman"/>
                <a:cs typeface="Times New Roman"/>
              </a:rPr>
              <a:t>64</a:t>
            </a:r>
            <a:r>
              <a:rPr sz="1700" spc="-2" dirty="0">
                <a:latin typeface="Times New Roman"/>
                <a:cs typeface="Times New Roman"/>
              </a:rPr>
              <a:t>-wo</a:t>
            </a:r>
            <a:r>
              <a:rPr sz="1700" spc="-5" dirty="0">
                <a:latin typeface="Times New Roman"/>
                <a:cs typeface="Times New Roman"/>
              </a:rPr>
              <a:t>r</a:t>
            </a:r>
            <a:r>
              <a:rPr sz="1700" dirty="0">
                <a:latin typeface="Times New Roman"/>
                <a:cs typeface="Times New Roman"/>
              </a:rPr>
              <a:t>d</a:t>
            </a:r>
            <a:r>
              <a:rPr sz="1700" spc="5" dirty="0">
                <a:latin typeface="Times New Roman"/>
                <a:cs typeface="Times New Roman"/>
              </a:rPr>
              <a:t> </a:t>
            </a:r>
            <a:r>
              <a:rPr sz="1700" spc="-2" dirty="0">
                <a:latin typeface="Times New Roman"/>
                <a:cs typeface="Times New Roman"/>
              </a:rPr>
              <a:t>regis</a:t>
            </a:r>
            <a:r>
              <a:rPr sz="1700" dirty="0">
                <a:latin typeface="Times New Roman"/>
                <a:cs typeface="Times New Roman"/>
              </a:rPr>
              <a:t>t</a:t>
            </a:r>
            <a:r>
              <a:rPr sz="1700" spc="-7" dirty="0">
                <a:latin typeface="Times New Roman"/>
                <a:cs typeface="Times New Roman"/>
              </a:rPr>
              <a:t>e</a:t>
            </a:r>
            <a:r>
              <a:rPr sz="1700" dirty="0">
                <a:latin typeface="Times New Roman"/>
                <a:cs typeface="Times New Roman"/>
              </a:rPr>
              <a:t>r </a:t>
            </a:r>
            <a:r>
              <a:rPr sz="1700" spc="-5" dirty="0">
                <a:latin typeface="Times New Roman"/>
                <a:cs typeface="Times New Roman"/>
              </a:rPr>
              <a:t>sta</a:t>
            </a:r>
            <a:r>
              <a:rPr sz="1700" spc="-7" dirty="0">
                <a:latin typeface="Times New Roman"/>
                <a:cs typeface="Times New Roman"/>
              </a:rPr>
              <a:t>c</a:t>
            </a:r>
            <a:r>
              <a:rPr sz="1700" dirty="0">
                <a:latin typeface="Times New Roman"/>
                <a:cs typeface="Times New Roman"/>
              </a:rPr>
              <a:t>k.</a:t>
            </a:r>
          </a:p>
          <a:p>
            <a:pPr marL="225716" indent="-109957" algn="just">
              <a:buSzPct val="83333"/>
              <a:buFont typeface="Symbol"/>
              <a:buChar char=""/>
              <a:tabLst>
                <a:tab pos="226022" algn="l"/>
              </a:tabLst>
            </a:pPr>
            <a:r>
              <a:rPr sz="1700" spc="-5" dirty="0">
                <a:latin typeface="Times New Roman"/>
                <a:cs typeface="Times New Roman"/>
              </a:rPr>
              <a:t>The stac</a:t>
            </a:r>
            <a:r>
              <a:rPr sz="1700" dirty="0">
                <a:latin typeface="Times New Roman"/>
                <a:cs typeface="Times New Roman"/>
              </a:rPr>
              <a:t>k </a:t>
            </a:r>
            <a:r>
              <a:rPr sz="1700" spc="-2" dirty="0">
                <a:latin typeface="Times New Roman"/>
                <a:cs typeface="Times New Roman"/>
              </a:rPr>
              <a:t>point</a:t>
            </a:r>
            <a:r>
              <a:rPr sz="1700" spc="-7" dirty="0">
                <a:latin typeface="Times New Roman"/>
                <a:cs typeface="Times New Roman"/>
              </a:rPr>
              <a:t>e</a:t>
            </a:r>
            <a:r>
              <a:rPr sz="1700" dirty="0">
                <a:latin typeface="Times New Roman"/>
                <a:cs typeface="Times New Roman"/>
              </a:rPr>
              <a:t>r</a:t>
            </a:r>
            <a:r>
              <a:rPr sz="1700" spc="2" dirty="0">
                <a:latin typeface="Times New Roman"/>
                <a:cs typeface="Times New Roman"/>
              </a:rPr>
              <a:t> </a:t>
            </a:r>
            <a:r>
              <a:rPr sz="1700" dirty="0">
                <a:latin typeface="Times New Roman"/>
                <a:cs typeface="Times New Roman"/>
              </a:rPr>
              <a:t>(SP) </a:t>
            </a:r>
            <a:r>
              <a:rPr sz="1700" spc="-10" dirty="0">
                <a:latin typeface="Times New Roman"/>
                <a:cs typeface="Times New Roman"/>
              </a:rPr>
              <a:t>c</a:t>
            </a:r>
            <a:r>
              <a:rPr sz="1700" spc="-2" dirty="0">
                <a:latin typeface="Times New Roman"/>
                <a:cs typeface="Times New Roman"/>
              </a:rPr>
              <a:t>ontains</a:t>
            </a:r>
            <a:r>
              <a:rPr sz="1700" dirty="0">
                <a:latin typeface="Times New Roman"/>
                <a:cs typeface="Times New Roman"/>
              </a:rPr>
              <a:t> </a:t>
            </a:r>
            <a:r>
              <a:rPr sz="1700" spc="-2" dirty="0">
                <a:latin typeface="Times New Roman"/>
                <a:cs typeface="Times New Roman"/>
              </a:rPr>
              <a:t>the </a:t>
            </a:r>
            <a:r>
              <a:rPr sz="1700" spc="-7" dirty="0">
                <a:latin typeface="Times New Roman"/>
                <a:cs typeface="Times New Roman"/>
              </a:rPr>
              <a:t>a</a:t>
            </a:r>
            <a:r>
              <a:rPr sz="1700" spc="-5" dirty="0">
                <a:latin typeface="Times New Roman"/>
                <a:cs typeface="Times New Roman"/>
              </a:rPr>
              <a:t>ddr</a:t>
            </a:r>
            <a:r>
              <a:rPr sz="1700" spc="-10" dirty="0">
                <a:latin typeface="Times New Roman"/>
                <a:cs typeface="Times New Roman"/>
              </a:rPr>
              <a:t>e</a:t>
            </a:r>
            <a:r>
              <a:rPr sz="1700" spc="-2" dirty="0">
                <a:latin typeface="Times New Roman"/>
                <a:cs typeface="Times New Roman"/>
              </a:rPr>
              <a:t>s</a:t>
            </a:r>
            <a:r>
              <a:rPr sz="1700" dirty="0">
                <a:latin typeface="Times New Roman"/>
                <a:cs typeface="Times New Roman"/>
              </a:rPr>
              <a:t>s of </a:t>
            </a:r>
            <a:r>
              <a:rPr sz="1700" spc="-2" dirty="0">
                <a:latin typeface="Times New Roman"/>
                <a:cs typeface="Times New Roman"/>
              </a:rPr>
              <a:t>the </a:t>
            </a:r>
            <a:r>
              <a:rPr sz="1700" dirty="0">
                <a:latin typeface="Times New Roman"/>
                <a:cs typeface="Times New Roman"/>
              </a:rPr>
              <a:t>t</a:t>
            </a:r>
            <a:r>
              <a:rPr sz="1700" spc="-5" dirty="0">
                <a:latin typeface="Times New Roman"/>
                <a:cs typeface="Times New Roman"/>
              </a:rPr>
              <a:t>opmost</a:t>
            </a:r>
            <a:r>
              <a:rPr sz="1700" dirty="0">
                <a:latin typeface="Times New Roman"/>
                <a:cs typeface="Times New Roman"/>
              </a:rPr>
              <a:t> </a:t>
            </a:r>
            <a:r>
              <a:rPr sz="1700" spc="-2" dirty="0">
                <a:latin typeface="Times New Roman"/>
                <a:cs typeface="Times New Roman"/>
              </a:rPr>
              <a:t>el</a:t>
            </a:r>
            <a:r>
              <a:rPr sz="1700" spc="-7" dirty="0">
                <a:latin typeface="Times New Roman"/>
                <a:cs typeface="Times New Roman"/>
              </a:rPr>
              <a:t>e</a:t>
            </a:r>
            <a:r>
              <a:rPr sz="1700" spc="-5" dirty="0">
                <a:latin typeface="Times New Roman"/>
                <a:cs typeface="Times New Roman"/>
              </a:rPr>
              <a:t>ment</a:t>
            </a:r>
            <a:r>
              <a:rPr sz="1700" spc="-2" dirty="0">
                <a:latin typeface="Times New Roman"/>
                <a:cs typeface="Times New Roman"/>
              </a:rPr>
              <a:t> in the </a:t>
            </a:r>
            <a:r>
              <a:rPr sz="1700" spc="-5" dirty="0">
                <a:latin typeface="Times New Roman"/>
                <a:cs typeface="Times New Roman"/>
              </a:rPr>
              <a:t>stac</a:t>
            </a:r>
            <a:r>
              <a:rPr sz="1700" dirty="0">
                <a:latin typeface="Times New Roman"/>
                <a:cs typeface="Times New Roman"/>
              </a:rPr>
              <a:t>k.</a:t>
            </a:r>
          </a:p>
          <a:p>
            <a:pPr marL="225716" marR="2749" indent="-109957" algn="just">
              <a:spcBef>
                <a:spcPts val="31"/>
              </a:spcBef>
              <a:buSzPct val="83333"/>
              <a:buFont typeface="Symbol"/>
              <a:buChar char=""/>
              <a:tabLst>
                <a:tab pos="226022" algn="l"/>
              </a:tabLst>
            </a:pPr>
            <a:r>
              <a:rPr sz="1700" spc="-10" dirty="0">
                <a:latin typeface="Times New Roman"/>
                <a:cs typeface="Times New Roman"/>
              </a:rPr>
              <a:t>W</a:t>
            </a:r>
            <a:r>
              <a:rPr sz="1700" spc="-5" dirty="0">
                <a:latin typeface="Times New Roman"/>
                <a:cs typeface="Times New Roman"/>
              </a:rPr>
              <a:t>h</a:t>
            </a:r>
            <a:r>
              <a:rPr sz="1700" spc="-7" dirty="0">
                <a:latin typeface="Times New Roman"/>
                <a:cs typeface="Times New Roman"/>
              </a:rPr>
              <a:t>e</a:t>
            </a:r>
            <a:r>
              <a:rPr sz="1700" dirty="0">
                <a:latin typeface="Times New Roman"/>
                <a:cs typeface="Times New Roman"/>
              </a:rPr>
              <a:t>n</a:t>
            </a:r>
            <a:r>
              <a:rPr sz="1700" spc="-12" dirty="0">
                <a:latin typeface="Times New Roman"/>
                <a:cs typeface="Times New Roman"/>
              </a:rPr>
              <a:t> </a:t>
            </a:r>
            <a:r>
              <a:rPr sz="1700" spc="-2" dirty="0">
                <a:latin typeface="Times New Roman"/>
                <a:cs typeface="Times New Roman"/>
              </a:rPr>
              <a:t>the</a:t>
            </a:r>
            <a:r>
              <a:rPr sz="1700" spc="-14" dirty="0">
                <a:latin typeface="Times New Roman"/>
                <a:cs typeface="Times New Roman"/>
              </a:rPr>
              <a:t> </a:t>
            </a:r>
            <a:r>
              <a:rPr sz="1700" spc="-5" dirty="0">
                <a:latin typeface="Times New Roman"/>
                <a:cs typeface="Times New Roman"/>
              </a:rPr>
              <a:t>stac</a:t>
            </a:r>
            <a:r>
              <a:rPr sz="1700" dirty="0">
                <a:latin typeface="Times New Roman"/>
                <a:cs typeface="Times New Roman"/>
              </a:rPr>
              <a:t>k</a:t>
            </a:r>
            <a:r>
              <a:rPr sz="1700" spc="-7" dirty="0">
                <a:latin typeface="Times New Roman"/>
                <a:cs typeface="Times New Roman"/>
              </a:rPr>
              <a:t> </a:t>
            </a:r>
            <a:r>
              <a:rPr sz="1700" spc="-2" dirty="0">
                <a:latin typeface="Times New Roman"/>
                <a:cs typeface="Times New Roman"/>
              </a:rPr>
              <a:t>is</a:t>
            </a:r>
            <a:r>
              <a:rPr sz="1700" spc="-12" dirty="0">
                <a:latin typeface="Times New Roman"/>
                <a:cs typeface="Times New Roman"/>
              </a:rPr>
              <a:t> </a:t>
            </a:r>
            <a:r>
              <a:rPr sz="1700" spc="-7" dirty="0">
                <a:latin typeface="Times New Roman"/>
                <a:cs typeface="Times New Roman"/>
              </a:rPr>
              <a:t>e</a:t>
            </a:r>
            <a:r>
              <a:rPr sz="1700" spc="-5" dirty="0">
                <a:latin typeface="Times New Roman"/>
                <a:cs typeface="Times New Roman"/>
              </a:rPr>
              <a:t>mpt</a:t>
            </a:r>
            <a:r>
              <a:rPr sz="1700" dirty="0">
                <a:latin typeface="Times New Roman"/>
                <a:cs typeface="Times New Roman"/>
              </a:rPr>
              <a:t>y,</a:t>
            </a:r>
            <a:r>
              <a:rPr sz="1700" spc="-12" dirty="0">
                <a:latin typeface="Times New Roman"/>
                <a:cs typeface="Times New Roman"/>
              </a:rPr>
              <a:t> </a:t>
            </a:r>
            <a:r>
              <a:rPr sz="1700" spc="-2" dirty="0">
                <a:latin typeface="Times New Roman"/>
                <a:cs typeface="Times New Roman"/>
              </a:rPr>
              <a:t>the</a:t>
            </a:r>
            <a:r>
              <a:rPr sz="1700" spc="-14" dirty="0">
                <a:latin typeface="Times New Roman"/>
                <a:cs typeface="Times New Roman"/>
              </a:rPr>
              <a:t> </a:t>
            </a:r>
            <a:r>
              <a:rPr sz="1700" dirty="0">
                <a:latin typeface="Times New Roman"/>
                <a:cs typeface="Times New Roman"/>
              </a:rPr>
              <a:t>EMPTY</a:t>
            </a:r>
            <a:r>
              <a:rPr sz="1700" spc="-14" dirty="0">
                <a:latin typeface="Times New Roman"/>
                <a:cs typeface="Times New Roman"/>
              </a:rPr>
              <a:t> </a:t>
            </a:r>
            <a:r>
              <a:rPr sz="1700" spc="-2" dirty="0">
                <a:latin typeface="Times New Roman"/>
                <a:cs typeface="Times New Roman"/>
              </a:rPr>
              <a:t>fl</a:t>
            </a:r>
            <a:r>
              <a:rPr sz="1700" spc="-10" dirty="0">
                <a:latin typeface="Times New Roman"/>
                <a:cs typeface="Times New Roman"/>
              </a:rPr>
              <a:t>a</a:t>
            </a:r>
            <a:r>
              <a:rPr sz="1700" dirty="0">
                <a:latin typeface="Times New Roman"/>
                <a:cs typeface="Times New Roman"/>
              </a:rPr>
              <a:t>g</a:t>
            </a:r>
            <a:r>
              <a:rPr sz="1700" spc="-12" dirty="0">
                <a:latin typeface="Times New Roman"/>
                <a:cs typeface="Times New Roman"/>
              </a:rPr>
              <a:t> </a:t>
            </a:r>
            <a:r>
              <a:rPr sz="1700" spc="-2" dirty="0">
                <a:latin typeface="Times New Roman"/>
                <a:cs typeface="Times New Roman"/>
              </a:rPr>
              <a:t>is</a:t>
            </a:r>
            <a:r>
              <a:rPr sz="1700" spc="-12" dirty="0">
                <a:latin typeface="Times New Roman"/>
                <a:cs typeface="Times New Roman"/>
              </a:rPr>
              <a:t> </a:t>
            </a:r>
            <a:r>
              <a:rPr sz="1700" spc="-2" dirty="0">
                <a:latin typeface="Times New Roman"/>
                <a:cs typeface="Times New Roman"/>
              </a:rPr>
              <a:t>set</a:t>
            </a:r>
            <a:r>
              <a:rPr sz="1700" spc="-12" dirty="0">
                <a:latin typeface="Times New Roman"/>
                <a:cs typeface="Times New Roman"/>
              </a:rPr>
              <a:t> </a:t>
            </a:r>
            <a:r>
              <a:rPr sz="1700" spc="-2" dirty="0">
                <a:latin typeface="Times New Roman"/>
                <a:cs typeface="Times New Roman"/>
              </a:rPr>
              <a:t>to</a:t>
            </a:r>
            <a:r>
              <a:rPr sz="1700" spc="-12" dirty="0">
                <a:latin typeface="Times New Roman"/>
                <a:cs typeface="Times New Roman"/>
              </a:rPr>
              <a:t> </a:t>
            </a:r>
            <a:r>
              <a:rPr sz="1700" dirty="0">
                <a:latin typeface="Times New Roman"/>
                <a:cs typeface="Times New Roman"/>
              </a:rPr>
              <a:t>1,</a:t>
            </a:r>
            <a:r>
              <a:rPr sz="1700" spc="-12" dirty="0">
                <a:latin typeface="Times New Roman"/>
                <a:cs typeface="Times New Roman"/>
              </a:rPr>
              <a:t> </a:t>
            </a:r>
            <a:r>
              <a:rPr sz="1700" spc="-7" dirty="0">
                <a:latin typeface="Times New Roman"/>
                <a:cs typeface="Times New Roman"/>
              </a:rPr>
              <a:t>a</a:t>
            </a:r>
            <a:r>
              <a:rPr sz="1700" dirty="0">
                <a:latin typeface="Times New Roman"/>
                <a:cs typeface="Times New Roman"/>
              </a:rPr>
              <a:t>nd</a:t>
            </a:r>
            <a:r>
              <a:rPr sz="1700" spc="-12" dirty="0">
                <a:latin typeface="Times New Roman"/>
                <a:cs typeface="Times New Roman"/>
              </a:rPr>
              <a:t> </a:t>
            </a:r>
            <a:r>
              <a:rPr sz="1700" spc="-2" dirty="0">
                <a:latin typeface="Times New Roman"/>
                <a:cs typeface="Times New Roman"/>
              </a:rPr>
              <a:t>wh</a:t>
            </a:r>
            <a:r>
              <a:rPr sz="1700" spc="-5" dirty="0">
                <a:latin typeface="Times New Roman"/>
                <a:cs typeface="Times New Roman"/>
              </a:rPr>
              <a:t>e</a:t>
            </a:r>
            <a:r>
              <a:rPr sz="1700" dirty="0">
                <a:latin typeface="Times New Roman"/>
                <a:cs typeface="Times New Roman"/>
              </a:rPr>
              <a:t>n</a:t>
            </a:r>
            <a:r>
              <a:rPr sz="1700" spc="-12" dirty="0">
                <a:latin typeface="Times New Roman"/>
                <a:cs typeface="Times New Roman"/>
              </a:rPr>
              <a:t> </a:t>
            </a:r>
            <a:r>
              <a:rPr sz="1700" spc="-2" dirty="0">
                <a:latin typeface="Times New Roman"/>
                <a:cs typeface="Times New Roman"/>
              </a:rPr>
              <a:t>the</a:t>
            </a:r>
            <a:r>
              <a:rPr sz="1700" spc="-14" dirty="0">
                <a:latin typeface="Times New Roman"/>
                <a:cs typeface="Times New Roman"/>
              </a:rPr>
              <a:t> </a:t>
            </a:r>
            <a:r>
              <a:rPr sz="1700" spc="-5" dirty="0">
                <a:latin typeface="Times New Roman"/>
                <a:cs typeface="Times New Roman"/>
              </a:rPr>
              <a:t>st</a:t>
            </a:r>
            <a:r>
              <a:rPr sz="1700" dirty="0">
                <a:latin typeface="Times New Roman"/>
                <a:cs typeface="Times New Roman"/>
              </a:rPr>
              <a:t>a</a:t>
            </a:r>
            <a:r>
              <a:rPr sz="1700" spc="-7" dirty="0">
                <a:latin typeface="Times New Roman"/>
                <a:cs typeface="Times New Roman"/>
              </a:rPr>
              <a:t>c</a:t>
            </a:r>
            <a:r>
              <a:rPr sz="1700" dirty="0">
                <a:latin typeface="Times New Roman"/>
                <a:cs typeface="Times New Roman"/>
              </a:rPr>
              <a:t>k</a:t>
            </a:r>
            <a:r>
              <a:rPr sz="1700" spc="-12" dirty="0">
                <a:latin typeface="Times New Roman"/>
                <a:cs typeface="Times New Roman"/>
              </a:rPr>
              <a:t> </a:t>
            </a:r>
            <a:r>
              <a:rPr sz="1700" spc="-2" dirty="0">
                <a:latin typeface="Times New Roman"/>
                <a:cs typeface="Times New Roman"/>
              </a:rPr>
              <a:t>is</a:t>
            </a:r>
            <a:r>
              <a:rPr sz="1700" spc="-12" dirty="0">
                <a:latin typeface="Times New Roman"/>
                <a:cs typeface="Times New Roman"/>
              </a:rPr>
              <a:t> </a:t>
            </a:r>
            <a:r>
              <a:rPr sz="1700" spc="2" dirty="0">
                <a:latin typeface="Times New Roman"/>
                <a:cs typeface="Times New Roman"/>
              </a:rPr>
              <a:t>f</a:t>
            </a:r>
            <a:r>
              <a:rPr sz="1700" spc="-2" dirty="0">
                <a:latin typeface="Times New Roman"/>
                <a:cs typeface="Times New Roman"/>
              </a:rPr>
              <a:t>ull</a:t>
            </a:r>
            <a:r>
              <a:rPr sz="1700" dirty="0">
                <a:latin typeface="Times New Roman"/>
                <a:cs typeface="Times New Roman"/>
              </a:rPr>
              <a:t>,</a:t>
            </a:r>
            <a:r>
              <a:rPr sz="1700" spc="-12" dirty="0">
                <a:latin typeface="Times New Roman"/>
                <a:cs typeface="Times New Roman"/>
              </a:rPr>
              <a:t> </a:t>
            </a:r>
            <a:r>
              <a:rPr sz="1700" spc="-2" dirty="0">
                <a:latin typeface="Times New Roman"/>
                <a:cs typeface="Times New Roman"/>
              </a:rPr>
              <a:t>the </a:t>
            </a:r>
            <a:r>
              <a:rPr sz="1700" spc="-5" dirty="0">
                <a:latin typeface="Times New Roman"/>
                <a:cs typeface="Times New Roman"/>
              </a:rPr>
              <a:t>F</a:t>
            </a:r>
            <a:r>
              <a:rPr sz="1700" spc="-2" dirty="0">
                <a:latin typeface="Times New Roman"/>
                <a:cs typeface="Times New Roman"/>
              </a:rPr>
              <a:t>UL</a:t>
            </a:r>
            <a:r>
              <a:rPr sz="1700" spc="-5" dirty="0">
                <a:latin typeface="Times New Roman"/>
                <a:cs typeface="Times New Roman"/>
              </a:rPr>
              <a:t>L</a:t>
            </a:r>
            <a:r>
              <a:rPr sz="1700" dirty="0">
                <a:latin typeface="Times New Roman"/>
                <a:cs typeface="Times New Roman"/>
              </a:rPr>
              <a:t> </a:t>
            </a:r>
            <a:r>
              <a:rPr sz="1700" spc="-2" dirty="0">
                <a:latin typeface="Times New Roman"/>
                <a:cs typeface="Times New Roman"/>
              </a:rPr>
              <a:t>fla</a:t>
            </a:r>
            <a:r>
              <a:rPr sz="1700" dirty="0">
                <a:latin typeface="Times New Roman"/>
                <a:cs typeface="Times New Roman"/>
              </a:rPr>
              <a:t>g </a:t>
            </a:r>
            <a:r>
              <a:rPr sz="1700" spc="-2" dirty="0">
                <a:latin typeface="Times New Roman"/>
                <a:cs typeface="Times New Roman"/>
              </a:rPr>
              <a:t>is </a:t>
            </a:r>
            <a:r>
              <a:rPr sz="1700" dirty="0">
                <a:latin typeface="Times New Roman"/>
                <a:cs typeface="Times New Roman"/>
              </a:rPr>
              <a:t>s</a:t>
            </a:r>
            <a:r>
              <a:rPr sz="1700" spc="-7" dirty="0">
                <a:latin typeface="Times New Roman"/>
                <a:cs typeface="Times New Roman"/>
              </a:rPr>
              <a:t>e</a:t>
            </a:r>
            <a:r>
              <a:rPr sz="1700" spc="-2" dirty="0">
                <a:latin typeface="Times New Roman"/>
                <a:cs typeface="Times New Roman"/>
              </a:rPr>
              <a:t>t</a:t>
            </a:r>
            <a:r>
              <a:rPr sz="1700" dirty="0">
                <a:latin typeface="Times New Roman"/>
                <a:cs typeface="Times New Roman"/>
              </a:rPr>
              <a:t> </a:t>
            </a:r>
            <a:r>
              <a:rPr sz="1700" spc="-2" dirty="0">
                <a:latin typeface="Times New Roman"/>
                <a:cs typeface="Times New Roman"/>
              </a:rPr>
              <a:t>t</a:t>
            </a:r>
            <a:r>
              <a:rPr sz="1700" dirty="0">
                <a:latin typeface="Times New Roman"/>
                <a:cs typeface="Times New Roman"/>
              </a:rPr>
              <a:t>o 1.</a:t>
            </a:r>
          </a:p>
          <a:p>
            <a:pPr marL="225716" marR="3665" indent="-109957" algn="just">
              <a:buSzPct val="83333"/>
              <a:buFont typeface="Symbol"/>
              <a:buChar char=""/>
              <a:tabLst>
                <a:tab pos="226022" algn="l"/>
              </a:tabLst>
            </a:pPr>
            <a:r>
              <a:rPr sz="1700" spc="-5" dirty="0">
                <a:latin typeface="Times New Roman"/>
                <a:cs typeface="Times New Roman"/>
              </a:rPr>
              <a:t>The</a:t>
            </a:r>
            <a:r>
              <a:rPr sz="1700" spc="7" dirty="0">
                <a:latin typeface="Times New Roman"/>
                <a:cs typeface="Times New Roman"/>
              </a:rPr>
              <a:t> </a:t>
            </a:r>
            <a:r>
              <a:rPr sz="1700" spc="-2" dirty="0">
                <a:latin typeface="Times New Roman"/>
                <a:cs typeface="Times New Roman"/>
              </a:rPr>
              <a:t>D</a:t>
            </a:r>
            <a:r>
              <a:rPr sz="1700" dirty="0">
                <a:latin typeface="Times New Roman"/>
                <a:cs typeface="Times New Roman"/>
              </a:rPr>
              <a:t>R</a:t>
            </a:r>
            <a:r>
              <a:rPr sz="1700" spc="10" dirty="0">
                <a:latin typeface="Times New Roman"/>
                <a:cs typeface="Times New Roman"/>
              </a:rPr>
              <a:t> </a:t>
            </a:r>
            <a:r>
              <a:rPr sz="1700" dirty="0">
                <a:latin typeface="Times New Roman"/>
                <a:cs typeface="Times New Roman"/>
              </a:rPr>
              <a:t>(</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spc="10" dirty="0">
                <a:latin typeface="Times New Roman"/>
                <a:cs typeface="Times New Roman"/>
              </a:rPr>
              <a:t> </a:t>
            </a:r>
            <a:r>
              <a:rPr sz="1700" spc="-5" dirty="0">
                <a:latin typeface="Times New Roman"/>
                <a:cs typeface="Times New Roman"/>
              </a:rPr>
              <a:t>R</a:t>
            </a:r>
            <a:r>
              <a:rPr sz="1700" spc="-7" dirty="0">
                <a:latin typeface="Times New Roman"/>
                <a:cs typeface="Times New Roman"/>
              </a:rPr>
              <a:t>e</a:t>
            </a:r>
            <a:r>
              <a:rPr sz="1700" spc="-2" dirty="0">
                <a:latin typeface="Times New Roman"/>
                <a:cs typeface="Times New Roman"/>
              </a:rPr>
              <a:t>gis</a:t>
            </a:r>
            <a:r>
              <a:rPr sz="1700" dirty="0">
                <a:latin typeface="Times New Roman"/>
                <a:cs typeface="Times New Roman"/>
              </a:rPr>
              <a:t>t</a:t>
            </a:r>
            <a:r>
              <a:rPr sz="1700" spc="-7" dirty="0">
                <a:latin typeface="Times New Roman"/>
                <a:cs typeface="Times New Roman"/>
              </a:rPr>
              <a:t>e</a:t>
            </a:r>
            <a:r>
              <a:rPr sz="1700" dirty="0">
                <a:latin typeface="Times New Roman"/>
                <a:cs typeface="Times New Roman"/>
              </a:rPr>
              <a:t>r)</a:t>
            </a:r>
            <a:r>
              <a:rPr sz="1700" spc="7" dirty="0">
                <a:latin typeface="Times New Roman"/>
                <a:cs typeface="Times New Roman"/>
              </a:rPr>
              <a:t> </a:t>
            </a:r>
            <a:r>
              <a:rPr sz="1700" spc="-7" dirty="0">
                <a:latin typeface="Times New Roman"/>
                <a:cs typeface="Times New Roman"/>
              </a:rPr>
              <a:t>c</a:t>
            </a:r>
            <a:r>
              <a:rPr sz="1700" spc="-2" dirty="0">
                <a:latin typeface="Times New Roman"/>
                <a:cs typeface="Times New Roman"/>
              </a:rPr>
              <a:t>ontains</a:t>
            </a:r>
            <a:r>
              <a:rPr sz="1700" spc="10" dirty="0">
                <a:latin typeface="Times New Roman"/>
                <a:cs typeface="Times New Roman"/>
              </a:rPr>
              <a:t> </a:t>
            </a:r>
            <a:r>
              <a:rPr sz="1700" spc="-2" dirty="0">
                <a:latin typeface="Times New Roman"/>
                <a:cs typeface="Times New Roman"/>
              </a:rPr>
              <a:t>the</a:t>
            </a:r>
            <a:r>
              <a:rPr sz="1700" spc="10"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spc="10" dirty="0">
                <a:latin typeface="Times New Roman"/>
                <a:cs typeface="Times New Roman"/>
              </a:rPr>
              <a:t> </a:t>
            </a:r>
            <a:r>
              <a:rPr sz="1700" spc="-7" dirty="0">
                <a:latin typeface="Times New Roman"/>
                <a:cs typeface="Times New Roman"/>
              </a:rPr>
              <a:t>e</a:t>
            </a:r>
            <a:r>
              <a:rPr sz="1700" spc="-2" dirty="0">
                <a:latin typeface="Times New Roman"/>
                <a:cs typeface="Times New Roman"/>
              </a:rPr>
              <a:t>ith</a:t>
            </a:r>
            <a:r>
              <a:rPr sz="1700" spc="-7" dirty="0">
                <a:latin typeface="Times New Roman"/>
                <a:cs typeface="Times New Roman"/>
              </a:rPr>
              <a:t>e</a:t>
            </a:r>
            <a:r>
              <a:rPr sz="1700" dirty="0">
                <a:latin typeface="Times New Roman"/>
                <a:cs typeface="Times New Roman"/>
              </a:rPr>
              <a:t>r</a:t>
            </a:r>
            <a:r>
              <a:rPr sz="1700" spc="7" dirty="0">
                <a:latin typeface="Times New Roman"/>
                <a:cs typeface="Times New Roman"/>
              </a:rPr>
              <a:t> </a:t>
            </a:r>
            <a:r>
              <a:rPr sz="1700" spc="-5" dirty="0">
                <a:latin typeface="Times New Roman"/>
                <a:cs typeface="Times New Roman"/>
              </a:rPr>
              <a:t>b</a:t>
            </a:r>
            <a:r>
              <a:rPr sz="1700" spc="-7" dirty="0">
                <a:latin typeface="Times New Roman"/>
                <a:cs typeface="Times New Roman"/>
              </a:rPr>
              <a:t>e</a:t>
            </a:r>
            <a:r>
              <a:rPr sz="1700" spc="-5" dirty="0">
                <a:latin typeface="Times New Roman"/>
                <a:cs typeface="Times New Roman"/>
              </a:rPr>
              <a:t>ing</a:t>
            </a:r>
            <a:r>
              <a:rPr sz="1700" spc="10" dirty="0">
                <a:latin typeface="Times New Roman"/>
                <a:cs typeface="Times New Roman"/>
              </a:rPr>
              <a:t> </a:t>
            </a:r>
            <a:r>
              <a:rPr sz="1700" spc="-5" dirty="0">
                <a:latin typeface="Times New Roman"/>
                <a:cs typeface="Times New Roman"/>
              </a:rPr>
              <a:t>popp</a:t>
            </a:r>
            <a:r>
              <a:rPr sz="1700" spc="-7" dirty="0">
                <a:latin typeface="Times New Roman"/>
                <a:cs typeface="Times New Roman"/>
              </a:rPr>
              <a:t>e</a:t>
            </a:r>
            <a:r>
              <a:rPr sz="1700" dirty="0">
                <a:latin typeface="Times New Roman"/>
                <a:cs typeface="Times New Roman"/>
              </a:rPr>
              <a:t>d</a:t>
            </a:r>
            <a:r>
              <a:rPr sz="1700" spc="10" dirty="0">
                <a:latin typeface="Times New Roman"/>
                <a:cs typeface="Times New Roman"/>
              </a:rPr>
              <a:t> </a:t>
            </a:r>
            <a:r>
              <a:rPr sz="1700" dirty="0">
                <a:latin typeface="Times New Roman"/>
                <a:cs typeface="Times New Roman"/>
              </a:rPr>
              <a:t>f</a:t>
            </a:r>
            <a:r>
              <a:rPr sz="1700" spc="-5" dirty="0">
                <a:latin typeface="Times New Roman"/>
                <a:cs typeface="Times New Roman"/>
              </a:rPr>
              <a:t>rom</a:t>
            </a:r>
            <a:r>
              <a:rPr sz="1700" spc="12" dirty="0">
                <a:latin typeface="Times New Roman"/>
                <a:cs typeface="Times New Roman"/>
              </a:rPr>
              <a:t> </a:t>
            </a:r>
            <a:r>
              <a:rPr sz="1700" dirty="0">
                <a:latin typeface="Times New Roman"/>
                <a:cs typeface="Times New Roman"/>
              </a:rPr>
              <a:t>or</a:t>
            </a:r>
            <a:r>
              <a:rPr sz="1700" spc="7" dirty="0">
                <a:latin typeface="Times New Roman"/>
                <a:cs typeface="Times New Roman"/>
              </a:rPr>
              <a:t> </a:t>
            </a:r>
            <a:r>
              <a:rPr sz="1700" dirty="0">
                <a:latin typeface="Times New Roman"/>
                <a:cs typeface="Times New Roman"/>
              </a:rPr>
              <a:t>pu</a:t>
            </a:r>
            <a:r>
              <a:rPr sz="1700" spc="-7" dirty="0">
                <a:latin typeface="Times New Roman"/>
                <a:cs typeface="Times New Roman"/>
              </a:rPr>
              <a:t>s</a:t>
            </a:r>
            <a:r>
              <a:rPr sz="1700" spc="-5" dirty="0">
                <a:latin typeface="Times New Roman"/>
                <a:cs typeface="Times New Roman"/>
              </a:rPr>
              <a:t>h</a:t>
            </a:r>
            <a:r>
              <a:rPr sz="1700" spc="-7" dirty="0">
                <a:latin typeface="Times New Roman"/>
                <a:cs typeface="Times New Roman"/>
              </a:rPr>
              <a:t>e</a:t>
            </a:r>
            <a:r>
              <a:rPr sz="1700" dirty="0">
                <a:latin typeface="Times New Roman"/>
                <a:cs typeface="Times New Roman"/>
              </a:rPr>
              <a:t>d</a:t>
            </a:r>
            <a:r>
              <a:rPr sz="1700" spc="10" dirty="0">
                <a:latin typeface="Times New Roman"/>
                <a:cs typeface="Times New Roman"/>
              </a:rPr>
              <a:t> </a:t>
            </a:r>
            <a:r>
              <a:rPr sz="1700" spc="-2" dirty="0">
                <a:latin typeface="Times New Roman"/>
                <a:cs typeface="Times New Roman"/>
              </a:rPr>
              <a:t>int</a:t>
            </a:r>
            <a:r>
              <a:rPr sz="1700" dirty="0">
                <a:latin typeface="Times New Roman"/>
                <a:cs typeface="Times New Roman"/>
              </a:rPr>
              <a:t>o </a:t>
            </a:r>
            <a:r>
              <a:rPr sz="1700" spc="-2" dirty="0">
                <a:latin typeface="Times New Roman"/>
                <a:cs typeface="Times New Roman"/>
              </a:rPr>
              <a:t>the </a:t>
            </a:r>
            <a:r>
              <a:rPr sz="1700" spc="-5" dirty="0">
                <a:latin typeface="Times New Roman"/>
                <a:cs typeface="Times New Roman"/>
              </a:rPr>
              <a:t>sta</a:t>
            </a:r>
            <a:r>
              <a:rPr sz="1700" spc="-7" dirty="0">
                <a:latin typeface="Times New Roman"/>
                <a:cs typeface="Times New Roman"/>
              </a:rPr>
              <a:t>c</a:t>
            </a:r>
            <a:r>
              <a:rPr sz="1700" dirty="0">
                <a:latin typeface="Times New Roman"/>
                <a:cs typeface="Times New Roman"/>
              </a:rPr>
              <a:t>k.</a:t>
            </a:r>
          </a:p>
          <a:p>
            <a:pPr marL="225716" marR="3665" indent="-109957" algn="just">
              <a:buSzPct val="83333"/>
              <a:buFont typeface="Symbol"/>
              <a:buChar char=""/>
              <a:tabLst>
                <a:tab pos="226022" algn="l"/>
              </a:tabLst>
            </a:pPr>
            <a:r>
              <a:rPr sz="1700" spc="-7" dirty="0">
                <a:latin typeface="Times New Roman"/>
                <a:cs typeface="Times New Roman"/>
              </a:rPr>
              <a:t>Addit</a:t>
            </a:r>
            <a:r>
              <a:rPr sz="1700" dirty="0">
                <a:latin typeface="Times New Roman"/>
                <a:cs typeface="Times New Roman"/>
              </a:rPr>
              <a:t>i</a:t>
            </a:r>
            <a:r>
              <a:rPr sz="1700" spc="-5" dirty="0">
                <a:latin typeface="Times New Roman"/>
                <a:cs typeface="Times New Roman"/>
              </a:rPr>
              <a:t>on</a:t>
            </a:r>
            <a:r>
              <a:rPr sz="1700" spc="-7" dirty="0">
                <a:latin typeface="Times New Roman"/>
                <a:cs typeface="Times New Roman"/>
              </a:rPr>
              <a:t>a</a:t>
            </a:r>
            <a:r>
              <a:rPr sz="1700" spc="-2" dirty="0">
                <a:latin typeface="Times New Roman"/>
                <a:cs typeface="Times New Roman"/>
              </a:rPr>
              <a:t>l</a:t>
            </a:r>
            <a:r>
              <a:rPr sz="1700" dirty="0">
                <a:latin typeface="Times New Roman"/>
                <a:cs typeface="Times New Roman"/>
              </a:rPr>
              <a:t> </a:t>
            </a:r>
            <a:r>
              <a:rPr sz="1700" spc="-36" dirty="0">
                <a:latin typeface="Times New Roman"/>
                <a:cs typeface="Times New Roman"/>
              </a:rPr>
              <a:t> </a:t>
            </a:r>
            <a:r>
              <a:rPr sz="1700" spc="-5" dirty="0">
                <a:latin typeface="Times New Roman"/>
                <a:cs typeface="Times New Roman"/>
              </a:rPr>
              <a:t>b</a:t>
            </a:r>
            <a:r>
              <a:rPr sz="1700" spc="-7" dirty="0">
                <a:latin typeface="Times New Roman"/>
                <a:cs typeface="Times New Roman"/>
              </a:rPr>
              <a:t>e</a:t>
            </a:r>
            <a:r>
              <a:rPr sz="1700" spc="-5" dirty="0">
                <a:latin typeface="Times New Roman"/>
                <a:cs typeface="Times New Roman"/>
              </a:rPr>
              <a:t>n</a:t>
            </a:r>
            <a:r>
              <a:rPr sz="1700" spc="-7" dirty="0">
                <a:latin typeface="Times New Roman"/>
                <a:cs typeface="Times New Roman"/>
              </a:rPr>
              <a:t>e</a:t>
            </a:r>
            <a:r>
              <a:rPr sz="1700" spc="-2" dirty="0">
                <a:latin typeface="Times New Roman"/>
                <a:cs typeface="Times New Roman"/>
              </a:rPr>
              <a:t>fits</a:t>
            </a:r>
            <a:r>
              <a:rPr sz="1700" dirty="0">
                <a:latin typeface="Times New Roman"/>
                <a:cs typeface="Times New Roman"/>
              </a:rPr>
              <a:t> </a:t>
            </a:r>
            <a:r>
              <a:rPr sz="1700" spc="-36" dirty="0">
                <a:latin typeface="Times New Roman"/>
                <a:cs typeface="Times New Roman"/>
              </a:rPr>
              <a:t> </a:t>
            </a:r>
            <a:r>
              <a:rPr sz="1700" dirty="0">
                <a:latin typeface="Times New Roman"/>
                <a:cs typeface="Times New Roman"/>
              </a:rPr>
              <a:t>of </a:t>
            </a:r>
            <a:r>
              <a:rPr sz="1700" spc="-38" dirty="0">
                <a:latin typeface="Times New Roman"/>
                <a:cs typeface="Times New Roman"/>
              </a:rPr>
              <a:t> </a:t>
            </a:r>
            <a:r>
              <a:rPr sz="1700" spc="-5" dirty="0">
                <a:latin typeface="Times New Roman"/>
                <a:cs typeface="Times New Roman"/>
              </a:rPr>
              <a:t>a</a:t>
            </a:r>
            <a:r>
              <a:rPr sz="1700" dirty="0">
                <a:latin typeface="Times New Roman"/>
                <a:cs typeface="Times New Roman"/>
              </a:rPr>
              <a:t> </a:t>
            </a:r>
            <a:r>
              <a:rPr sz="1700" spc="-34"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2" dirty="0">
                <a:latin typeface="Times New Roman"/>
                <a:cs typeface="Times New Roman"/>
              </a:rPr>
              <a:t>gis</a:t>
            </a:r>
            <a:r>
              <a:rPr sz="1700" dirty="0">
                <a:latin typeface="Times New Roman"/>
                <a:cs typeface="Times New Roman"/>
              </a:rPr>
              <a:t>t</a:t>
            </a:r>
            <a:r>
              <a:rPr sz="1700" spc="-7" dirty="0">
                <a:latin typeface="Times New Roman"/>
                <a:cs typeface="Times New Roman"/>
              </a:rPr>
              <a:t>e</a:t>
            </a:r>
            <a:r>
              <a:rPr sz="1700" dirty="0">
                <a:latin typeface="Times New Roman"/>
                <a:cs typeface="Times New Roman"/>
              </a:rPr>
              <a:t>r </a:t>
            </a:r>
            <a:r>
              <a:rPr sz="1700" spc="-38" dirty="0">
                <a:latin typeface="Times New Roman"/>
                <a:cs typeface="Times New Roman"/>
              </a:rPr>
              <a:t> </a:t>
            </a:r>
            <a:r>
              <a:rPr sz="1700" spc="-5" dirty="0">
                <a:latin typeface="Times New Roman"/>
                <a:cs typeface="Times New Roman"/>
              </a:rPr>
              <a:t>stac</a:t>
            </a:r>
            <a:r>
              <a:rPr sz="1700" dirty="0">
                <a:latin typeface="Times New Roman"/>
                <a:cs typeface="Times New Roman"/>
              </a:rPr>
              <a:t>k </a:t>
            </a:r>
            <a:r>
              <a:rPr sz="1700" spc="-36" dirty="0">
                <a:latin typeface="Times New Roman"/>
                <a:cs typeface="Times New Roman"/>
              </a:rPr>
              <a:t> </a:t>
            </a:r>
            <a:r>
              <a:rPr sz="1700" spc="-2" dirty="0">
                <a:latin typeface="Times New Roman"/>
                <a:cs typeface="Times New Roman"/>
              </a:rPr>
              <a:t>i</a:t>
            </a:r>
            <a:r>
              <a:rPr sz="1700" dirty="0">
                <a:latin typeface="Times New Roman"/>
                <a:cs typeface="Times New Roman"/>
              </a:rPr>
              <a:t>n</a:t>
            </a:r>
            <a:r>
              <a:rPr sz="1700" spc="-7" dirty="0">
                <a:latin typeface="Times New Roman"/>
                <a:cs typeface="Times New Roman"/>
              </a:rPr>
              <a:t>c</a:t>
            </a:r>
            <a:r>
              <a:rPr sz="1700" spc="-5" dirty="0">
                <a:latin typeface="Times New Roman"/>
                <a:cs typeface="Times New Roman"/>
              </a:rPr>
              <a:t>lude</a:t>
            </a:r>
            <a:r>
              <a:rPr sz="1700" dirty="0">
                <a:latin typeface="Times New Roman"/>
                <a:cs typeface="Times New Roman"/>
              </a:rPr>
              <a:t> </a:t>
            </a:r>
            <a:r>
              <a:rPr sz="1700" spc="-38" dirty="0">
                <a:latin typeface="Times New Roman"/>
                <a:cs typeface="Times New Roman"/>
              </a:rPr>
              <a:t> </a:t>
            </a:r>
            <a:r>
              <a:rPr sz="1700" spc="2" dirty="0">
                <a:latin typeface="Times New Roman"/>
                <a:cs typeface="Times New Roman"/>
              </a:rPr>
              <a:t>f</a:t>
            </a:r>
            <a:r>
              <a:rPr sz="1700" spc="-5" dirty="0">
                <a:latin typeface="Times New Roman"/>
                <a:cs typeface="Times New Roman"/>
              </a:rPr>
              <a:t>aste</a:t>
            </a:r>
            <a:r>
              <a:rPr sz="1700" spc="-2" dirty="0">
                <a:latin typeface="Times New Roman"/>
                <a:cs typeface="Times New Roman"/>
              </a:rPr>
              <a:t>r</a:t>
            </a:r>
            <a:r>
              <a:rPr sz="1700" dirty="0">
                <a:latin typeface="Times New Roman"/>
                <a:cs typeface="Times New Roman"/>
              </a:rPr>
              <a:t> </a:t>
            </a:r>
            <a:r>
              <a:rPr sz="1700" spc="-38" dirty="0">
                <a:latin typeface="Times New Roman"/>
                <a:cs typeface="Times New Roman"/>
              </a:rPr>
              <a:t> </a:t>
            </a:r>
            <a:r>
              <a:rPr sz="1700" spc="-2" dirty="0">
                <a:latin typeface="Times New Roman"/>
                <a:cs typeface="Times New Roman"/>
              </a:rPr>
              <a:t>a</a:t>
            </a:r>
            <a:r>
              <a:rPr sz="1700" spc="-7" dirty="0">
                <a:latin typeface="Times New Roman"/>
                <a:cs typeface="Times New Roman"/>
              </a:rPr>
              <a:t>cce</a:t>
            </a:r>
            <a:r>
              <a:rPr sz="1700" spc="-2" dirty="0">
                <a:latin typeface="Times New Roman"/>
                <a:cs typeface="Times New Roman"/>
              </a:rPr>
              <a:t>s</a:t>
            </a:r>
            <a:r>
              <a:rPr sz="1700" dirty="0">
                <a:latin typeface="Times New Roman"/>
                <a:cs typeface="Times New Roman"/>
              </a:rPr>
              <a:t>s </a:t>
            </a:r>
            <a:r>
              <a:rPr sz="1700" spc="-36" dirty="0">
                <a:latin typeface="Times New Roman"/>
                <a:cs typeface="Times New Roman"/>
              </a:rPr>
              <a:t> </a:t>
            </a:r>
            <a:r>
              <a:rPr sz="1700" spc="-5" dirty="0">
                <a:latin typeface="Times New Roman"/>
                <a:cs typeface="Times New Roman"/>
              </a:rPr>
              <a:t>times</a:t>
            </a:r>
            <a:r>
              <a:rPr sz="1700" dirty="0">
                <a:latin typeface="Times New Roman"/>
                <a:cs typeface="Times New Roman"/>
              </a:rPr>
              <a:t> </a:t>
            </a:r>
            <a:r>
              <a:rPr sz="1700" spc="-36" dirty="0">
                <a:latin typeface="Times New Roman"/>
                <a:cs typeface="Times New Roman"/>
              </a:rPr>
              <a:t> </a:t>
            </a:r>
            <a:r>
              <a:rPr sz="1700" spc="-7" dirty="0">
                <a:latin typeface="Times New Roman"/>
                <a:cs typeface="Times New Roman"/>
              </a:rPr>
              <a:t>a</a:t>
            </a:r>
            <a:r>
              <a:rPr sz="1700" dirty="0">
                <a:latin typeface="Times New Roman"/>
                <a:cs typeface="Times New Roman"/>
              </a:rPr>
              <a:t>nd </a:t>
            </a:r>
            <a:r>
              <a:rPr sz="1700" spc="-31" dirty="0">
                <a:latin typeface="Times New Roman"/>
                <a:cs typeface="Times New Roman"/>
              </a:rPr>
              <a:t> </a:t>
            </a:r>
            <a:r>
              <a:rPr sz="1700" spc="2" dirty="0">
                <a:latin typeface="Times New Roman"/>
                <a:cs typeface="Times New Roman"/>
              </a:rPr>
              <a:t>r</a:t>
            </a:r>
            <a:r>
              <a:rPr sz="1700" spc="-7" dirty="0">
                <a:latin typeface="Times New Roman"/>
                <a:cs typeface="Times New Roman"/>
              </a:rPr>
              <a:t>e</a:t>
            </a:r>
            <a:r>
              <a:rPr sz="1700" spc="-5" dirty="0">
                <a:latin typeface="Times New Roman"/>
                <a:cs typeface="Times New Roman"/>
              </a:rPr>
              <a:t>du</a:t>
            </a:r>
            <a:r>
              <a:rPr sz="1700" spc="-7" dirty="0">
                <a:latin typeface="Times New Roman"/>
                <a:cs typeface="Times New Roman"/>
              </a:rPr>
              <a:t>ce</a:t>
            </a:r>
            <a:r>
              <a:rPr sz="1700" dirty="0">
                <a:latin typeface="Times New Roman"/>
                <a:cs typeface="Times New Roman"/>
              </a:rPr>
              <a:t>d </a:t>
            </a:r>
            <a:r>
              <a:rPr sz="1700" spc="-5" dirty="0">
                <a:latin typeface="Times New Roman"/>
                <a:cs typeface="Times New Roman"/>
              </a:rPr>
              <a:t>memor</a:t>
            </a:r>
            <a:r>
              <a:rPr sz="1700" dirty="0">
                <a:latin typeface="Times New Roman"/>
                <a:cs typeface="Times New Roman"/>
              </a:rPr>
              <a:t>y</a:t>
            </a:r>
            <a:r>
              <a:rPr sz="1700" spc="51" dirty="0">
                <a:latin typeface="Times New Roman"/>
                <a:cs typeface="Times New Roman"/>
              </a:rPr>
              <a:t> </a:t>
            </a:r>
            <a:r>
              <a:rPr sz="1700" dirty="0">
                <a:latin typeface="Times New Roman"/>
                <a:cs typeface="Times New Roman"/>
              </a:rPr>
              <a:t>bus</a:t>
            </a:r>
            <a:r>
              <a:rPr sz="1700" spc="51" dirty="0">
                <a:latin typeface="Times New Roman"/>
                <a:cs typeface="Times New Roman"/>
              </a:rPr>
              <a:t> </a:t>
            </a:r>
            <a:r>
              <a:rPr sz="1700" spc="-7" dirty="0">
                <a:latin typeface="Times New Roman"/>
                <a:cs typeface="Times New Roman"/>
              </a:rPr>
              <a:t>c</a:t>
            </a:r>
            <a:r>
              <a:rPr sz="1700" spc="-2" dirty="0">
                <a:latin typeface="Times New Roman"/>
                <a:cs typeface="Times New Roman"/>
              </a:rPr>
              <a:t>ontention,</a:t>
            </a:r>
            <a:r>
              <a:rPr sz="1700" spc="58" dirty="0">
                <a:latin typeface="Times New Roman"/>
                <a:cs typeface="Times New Roman"/>
              </a:rPr>
              <a:t> </a:t>
            </a:r>
            <a:r>
              <a:rPr sz="1700" spc="-5" dirty="0">
                <a:latin typeface="Times New Roman"/>
                <a:cs typeface="Times New Roman"/>
              </a:rPr>
              <a:t>making</a:t>
            </a:r>
            <a:r>
              <a:rPr sz="1700" spc="51" dirty="0">
                <a:latin typeface="Times New Roman"/>
                <a:cs typeface="Times New Roman"/>
              </a:rPr>
              <a:t> </a:t>
            </a:r>
            <a:r>
              <a:rPr sz="1700" spc="-2" dirty="0">
                <a:latin typeface="Times New Roman"/>
                <a:cs typeface="Times New Roman"/>
              </a:rPr>
              <a:t>it</a:t>
            </a:r>
            <a:r>
              <a:rPr sz="1700" spc="53" dirty="0">
                <a:latin typeface="Times New Roman"/>
                <a:cs typeface="Times New Roman"/>
              </a:rPr>
              <a:t> </a:t>
            </a:r>
            <a:r>
              <a:rPr sz="1700" spc="-5" dirty="0">
                <a:latin typeface="Times New Roman"/>
                <a:cs typeface="Times New Roman"/>
              </a:rPr>
              <a:t>sui</a:t>
            </a:r>
            <a:r>
              <a:rPr sz="1700" dirty="0">
                <a:latin typeface="Times New Roman"/>
                <a:cs typeface="Times New Roman"/>
              </a:rPr>
              <a:t>t</a:t>
            </a:r>
            <a:r>
              <a:rPr sz="1700" spc="-7" dirty="0">
                <a:latin typeface="Times New Roman"/>
                <a:cs typeface="Times New Roman"/>
              </a:rPr>
              <a:t>a</a:t>
            </a:r>
            <a:r>
              <a:rPr sz="1700" spc="-2" dirty="0">
                <a:latin typeface="Times New Roman"/>
                <a:cs typeface="Times New Roman"/>
              </a:rPr>
              <a:t>ble</a:t>
            </a:r>
            <a:r>
              <a:rPr sz="1700" spc="48" dirty="0">
                <a:latin typeface="Times New Roman"/>
                <a:cs typeface="Times New Roman"/>
              </a:rPr>
              <a:t> </a:t>
            </a:r>
            <a:r>
              <a:rPr sz="1700" dirty="0">
                <a:latin typeface="Times New Roman"/>
                <a:cs typeface="Times New Roman"/>
              </a:rPr>
              <a:t>for</a:t>
            </a:r>
            <a:r>
              <a:rPr sz="1700" spc="46" dirty="0">
                <a:latin typeface="Times New Roman"/>
                <a:cs typeface="Times New Roman"/>
              </a:rPr>
              <a:t> </a:t>
            </a:r>
            <a:r>
              <a:rPr sz="1700" spc="-2" dirty="0">
                <a:latin typeface="Times New Roman"/>
                <a:cs typeface="Times New Roman"/>
              </a:rPr>
              <a:t>cert</a:t>
            </a:r>
            <a:r>
              <a:rPr sz="1700" spc="-10" dirty="0">
                <a:latin typeface="Times New Roman"/>
                <a:cs typeface="Times New Roman"/>
              </a:rPr>
              <a:t>a</a:t>
            </a:r>
            <a:r>
              <a:rPr sz="1700" spc="-2" dirty="0">
                <a:latin typeface="Times New Roman"/>
                <a:cs typeface="Times New Roman"/>
              </a:rPr>
              <a:t>in</a:t>
            </a:r>
            <a:r>
              <a:rPr sz="1700" spc="51" dirty="0">
                <a:latin typeface="Times New Roman"/>
                <a:cs typeface="Times New Roman"/>
              </a:rPr>
              <a:t> </a:t>
            </a:r>
            <a:r>
              <a:rPr sz="1700" spc="-7" dirty="0">
                <a:latin typeface="Times New Roman"/>
                <a:cs typeface="Times New Roman"/>
              </a:rPr>
              <a:t>c</a:t>
            </a:r>
            <a:r>
              <a:rPr sz="1700" spc="-5" dirty="0">
                <a:latin typeface="Times New Roman"/>
                <a:cs typeface="Times New Roman"/>
              </a:rPr>
              <a:t>omputing</a:t>
            </a:r>
            <a:r>
              <a:rPr sz="1700" spc="51" dirty="0">
                <a:latin typeface="Times New Roman"/>
                <a:cs typeface="Times New Roman"/>
              </a:rPr>
              <a:t> </a:t>
            </a:r>
            <a:r>
              <a:rPr sz="1700" dirty="0">
                <a:latin typeface="Times New Roman"/>
                <a:cs typeface="Times New Roman"/>
              </a:rPr>
              <a:t>tasks</a:t>
            </a:r>
            <a:r>
              <a:rPr sz="1700" spc="51" dirty="0">
                <a:latin typeface="Times New Roman"/>
                <a:cs typeface="Times New Roman"/>
              </a:rPr>
              <a:t> </a:t>
            </a:r>
            <a:r>
              <a:rPr sz="1700" spc="-2" dirty="0">
                <a:latin typeface="Times New Roman"/>
                <a:cs typeface="Times New Roman"/>
              </a:rPr>
              <a:t>requiring </a:t>
            </a:r>
            <a:r>
              <a:rPr sz="1700" spc="-5" dirty="0">
                <a:latin typeface="Times New Roman"/>
                <a:cs typeface="Times New Roman"/>
              </a:rPr>
              <a:t>high</a:t>
            </a:r>
            <a:r>
              <a:rPr sz="1700" spc="-2" dirty="0">
                <a:latin typeface="Times New Roman"/>
                <a:cs typeface="Times New Roman"/>
              </a:rPr>
              <a:t>-spe</a:t>
            </a:r>
            <a:r>
              <a:rPr sz="1700" spc="-7" dirty="0">
                <a:latin typeface="Times New Roman"/>
                <a:cs typeface="Times New Roman"/>
              </a:rPr>
              <a:t>e</a:t>
            </a:r>
            <a:r>
              <a:rPr sz="1700" dirty="0">
                <a:latin typeface="Times New Roman"/>
                <a:cs typeface="Times New Roman"/>
              </a:rPr>
              <a:t>d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dirty="0">
                <a:latin typeface="Times New Roman"/>
                <a:cs typeface="Times New Roman"/>
              </a:rPr>
              <a:t> m</a:t>
            </a:r>
            <a:r>
              <a:rPr sz="1700" spc="-7" dirty="0">
                <a:latin typeface="Times New Roman"/>
                <a:cs typeface="Times New Roman"/>
              </a:rPr>
              <a:t>a</a:t>
            </a:r>
            <a:r>
              <a:rPr sz="1700" spc="-2" dirty="0">
                <a:latin typeface="Times New Roman"/>
                <a:cs typeface="Times New Roman"/>
              </a:rPr>
              <a:t>nipul</a:t>
            </a:r>
            <a:r>
              <a:rPr sz="1700" spc="-7" dirty="0">
                <a:latin typeface="Times New Roman"/>
                <a:cs typeface="Times New Roman"/>
              </a:rPr>
              <a:t>a</a:t>
            </a:r>
            <a:r>
              <a:rPr sz="1700" spc="-2" dirty="0">
                <a:latin typeface="Times New Roman"/>
                <a:cs typeface="Times New Roman"/>
              </a:rPr>
              <a:t>ti</a:t>
            </a:r>
            <a:r>
              <a:rPr sz="1700" dirty="0">
                <a:latin typeface="Times New Roman"/>
                <a:cs typeface="Times New Roman"/>
              </a:rPr>
              <a:t>on.</a:t>
            </a:r>
          </a:p>
          <a:p>
            <a:pPr marL="225716" marR="3665" indent="-109957" algn="just">
              <a:buSzPct val="83333"/>
              <a:buFont typeface="Symbol"/>
              <a:buChar char=""/>
              <a:tabLst>
                <a:tab pos="226022" algn="l"/>
              </a:tabLst>
            </a:pPr>
            <a:r>
              <a:rPr sz="1700" spc="-5" dirty="0">
                <a:latin typeface="Times New Roman"/>
                <a:cs typeface="Times New Roman"/>
              </a:rPr>
              <a:t>F</a:t>
            </a:r>
            <a:r>
              <a:rPr sz="1700" dirty="0">
                <a:latin typeface="Times New Roman"/>
                <a:cs typeface="Times New Roman"/>
              </a:rPr>
              <a:t>or</a:t>
            </a:r>
            <a:r>
              <a:rPr sz="1700" spc="26" dirty="0">
                <a:latin typeface="Times New Roman"/>
                <a:cs typeface="Times New Roman"/>
              </a:rPr>
              <a:t> </a:t>
            </a:r>
            <a:r>
              <a:rPr sz="1700" spc="-7" dirty="0">
                <a:latin typeface="Times New Roman"/>
                <a:cs typeface="Times New Roman"/>
              </a:rPr>
              <a:t>e</a:t>
            </a:r>
            <a:r>
              <a:rPr sz="1700" spc="-5" dirty="0">
                <a:latin typeface="Times New Roman"/>
                <a:cs typeface="Times New Roman"/>
              </a:rPr>
              <a:t>x</a:t>
            </a:r>
            <a:r>
              <a:rPr sz="1700" spc="-7" dirty="0">
                <a:latin typeface="Times New Roman"/>
                <a:cs typeface="Times New Roman"/>
              </a:rPr>
              <a:t>a</a:t>
            </a:r>
            <a:r>
              <a:rPr sz="1700" spc="-5" dirty="0">
                <a:latin typeface="Times New Roman"/>
                <a:cs typeface="Times New Roman"/>
              </a:rPr>
              <a:t>mpl</a:t>
            </a:r>
            <a:r>
              <a:rPr sz="1700" spc="-7" dirty="0">
                <a:latin typeface="Times New Roman"/>
                <a:cs typeface="Times New Roman"/>
              </a:rPr>
              <a:t>e</a:t>
            </a:r>
            <a:r>
              <a:rPr sz="1700" dirty="0">
                <a:latin typeface="Times New Roman"/>
                <a:cs typeface="Times New Roman"/>
              </a:rPr>
              <a:t>,</a:t>
            </a:r>
            <a:r>
              <a:rPr sz="1700" spc="22" dirty="0">
                <a:latin typeface="Times New Roman"/>
                <a:cs typeface="Times New Roman"/>
              </a:rPr>
              <a:t> </a:t>
            </a:r>
            <a:r>
              <a:rPr sz="1700" spc="-2" dirty="0">
                <a:latin typeface="Times New Roman"/>
                <a:cs typeface="Times New Roman"/>
              </a:rPr>
              <a:t>in</a:t>
            </a:r>
            <a:r>
              <a:rPr sz="1700" spc="29" dirty="0">
                <a:latin typeface="Times New Roman"/>
                <a:cs typeface="Times New Roman"/>
              </a:rPr>
              <a:t> </a:t>
            </a:r>
            <a:r>
              <a:rPr sz="1700" spc="-2" dirty="0">
                <a:latin typeface="Times New Roman"/>
                <a:cs typeface="Times New Roman"/>
              </a:rPr>
              <a:t>the</a:t>
            </a:r>
            <a:r>
              <a:rPr sz="1700" spc="19" dirty="0">
                <a:latin typeface="Times New Roman"/>
                <a:cs typeface="Times New Roman"/>
              </a:rPr>
              <a:t> </a:t>
            </a:r>
            <a:r>
              <a:rPr sz="1700" spc="-2" dirty="0">
                <a:latin typeface="Times New Roman"/>
                <a:cs typeface="Times New Roman"/>
              </a:rPr>
              <a:t>figu</a:t>
            </a:r>
            <a:r>
              <a:rPr sz="1700" spc="2" dirty="0">
                <a:latin typeface="Times New Roman"/>
                <a:cs typeface="Times New Roman"/>
              </a:rPr>
              <a:t>r</a:t>
            </a:r>
            <a:r>
              <a:rPr sz="1700" spc="-7" dirty="0">
                <a:latin typeface="Times New Roman"/>
                <a:cs typeface="Times New Roman"/>
              </a:rPr>
              <a:t>e</a:t>
            </a:r>
            <a:r>
              <a:rPr sz="1700" dirty="0">
                <a:latin typeface="Times New Roman"/>
                <a:cs typeface="Times New Roman"/>
              </a:rPr>
              <a:t>,</a:t>
            </a:r>
            <a:r>
              <a:rPr sz="1700" spc="22" dirty="0">
                <a:latin typeface="Times New Roman"/>
                <a:cs typeface="Times New Roman"/>
              </a:rPr>
              <a:t> </a:t>
            </a:r>
            <a:r>
              <a:rPr sz="1700" spc="-2" dirty="0">
                <a:latin typeface="Times New Roman"/>
                <a:cs typeface="Times New Roman"/>
              </a:rPr>
              <a:t>three</a:t>
            </a:r>
            <a:r>
              <a:rPr sz="1700" spc="19" dirty="0">
                <a:latin typeface="Times New Roman"/>
                <a:cs typeface="Times New Roman"/>
              </a:rPr>
              <a:t> </a:t>
            </a:r>
            <a:r>
              <a:rPr sz="1700" spc="-2" dirty="0">
                <a:latin typeface="Times New Roman"/>
                <a:cs typeface="Times New Roman"/>
              </a:rPr>
              <a:t>it</a:t>
            </a:r>
            <a:r>
              <a:rPr sz="1700" spc="-7" dirty="0">
                <a:latin typeface="Times New Roman"/>
                <a:cs typeface="Times New Roman"/>
              </a:rPr>
              <a:t>e</a:t>
            </a:r>
            <a:r>
              <a:rPr sz="1700" spc="-5" dirty="0">
                <a:latin typeface="Times New Roman"/>
                <a:cs typeface="Times New Roman"/>
              </a:rPr>
              <a:t>ms</a:t>
            </a:r>
            <a:r>
              <a:rPr sz="1700" spc="34" dirty="0">
                <a:latin typeface="Times New Roman"/>
                <a:cs typeface="Times New Roman"/>
              </a:rPr>
              <a:t> </a:t>
            </a:r>
            <a:r>
              <a:rPr sz="1700" spc="2" dirty="0">
                <a:latin typeface="Times New Roman"/>
                <a:cs typeface="Times New Roman"/>
              </a:rPr>
              <a:t>(</a:t>
            </a:r>
            <a:r>
              <a:rPr sz="1700" spc="-2" dirty="0">
                <a:latin typeface="Times New Roman"/>
                <a:cs typeface="Times New Roman"/>
              </a:rPr>
              <a:t>A</a:t>
            </a:r>
            <a:r>
              <a:rPr sz="1700" dirty="0">
                <a:latin typeface="Times New Roman"/>
                <a:cs typeface="Times New Roman"/>
              </a:rPr>
              <a:t>,</a:t>
            </a:r>
            <a:r>
              <a:rPr sz="1700" spc="19" dirty="0">
                <a:latin typeface="Times New Roman"/>
                <a:cs typeface="Times New Roman"/>
              </a:rPr>
              <a:t> </a:t>
            </a:r>
            <a:r>
              <a:rPr sz="1700" spc="-5" dirty="0">
                <a:latin typeface="Times New Roman"/>
                <a:cs typeface="Times New Roman"/>
              </a:rPr>
              <a:t>B</a:t>
            </a:r>
            <a:r>
              <a:rPr sz="1700" dirty="0">
                <a:latin typeface="Times New Roman"/>
                <a:cs typeface="Times New Roman"/>
              </a:rPr>
              <a:t>,</a:t>
            </a:r>
            <a:r>
              <a:rPr sz="1700" spc="22" dirty="0">
                <a:latin typeface="Times New Roman"/>
                <a:cs typeface="Times New Roman"/>
              </a:rPr>
              <a:t> </a:t>
            </a:r>
            <a:r>
              <a:rPr sz="1700" spc="-7" dirty="0">
                <a:latin typeface="Times New Roman"/>
                <a:cs typeface="Times New Roman"/>
              </a:rPr>
              <a:t>a</a:t>
            </a:r>
            <a:r>
              <a:rPr sz="1700" dirty="0">
                <a:latin typeface="Times New Roman"/>
                <a:cs typeface="Times New Roman"/>
              </a:rPr>
              <a:t>nd</a:t>
            </a:r>
            <a:r>
              <a:rPr sz="1700" spc="26" dirty="0">
                <a:latin typeface="Times New Roman"/>
                <a:cs typeface="Times New Roman"/>
              </a:rPr>
              <a:t> </a:t>
            </a:r>
            <a:r>
              <a:rPr sz="1700" spc="-5" dirty="0">
                <a:latin typeface="Times New Roman"/>
                <a:cs typeface="Times New Roman"/>
              </a:rPr>
              <a:t>C</a:t>
            </a:r>
            <a:r>
              <a:rPr sz="1700" dirty="0">
                <a:latin typeface="Times New Roman"/>
                <a:cs typeface="Times New Roman"/>
              </a:rPr>
              <a:t>)</a:t>
            </a:r>
            <a:r>
              <a:rPr sz="1700" spc="19" dirty="0">
                <a:latin typeface="Times New Roman"/>
                <a:cs typeface="Times New Roman"/>
              </a:rPr>
              <a:t> </a:t>
            </a:r>
            <a:r>
              <a:rPr sz="1700" spc="-7" dirty="0">
                <a:latin typeface="Times New Roman"/>
                <a:cs typeface="Times New Roman"/>
              </a:rPr>
              <a:t>a</a:t>
            </a:r>
            <a:r>
              <a:rPr sz="1700" spc="2" dirty="0">
                <a:latin typeface="Times New Roman"/>
                <a:cs typeface="Times New Roman"/>
              </a:rPr>
              <a:t>r</a:t>
            </a:r>
            <a:r>
              <a:rPr sz="1700" spc="-5" dirty="0">
                <a:latin typeface="Times New Roman"/>
                <a:cs typeface="Times New Roman"/>
              </a:rPr>
              <a:t>e</a:t>
            </a:r>
            <a:r>
              <a:rPr sz="1700" spc="19" dirty="0">
                <a:latin typeface="Times New Roman"/>
                <a:cs typeface="Times New Roman"/>
              </a:rPr>
              <a:t> </a:t>
            </a:r>
            <a:r>
              <a:rPr sz="1700" spc="-2" dirty="0">
                <a:latin typeface="Times New Roman"/>
                <a:cs typeface="Times New Roman"/>
              </a:rPr>
              <a:t>pla</a:t>
            </a:r>
            <a:r>
              <a:rPr sz="1700" spc="-7" dirty="0">
                <a:latin typeface="Times New Roman"/>
                <a:cs typeface="Times New Roman"/>
              </a:rPr>
              <a:t>ce</a:t>
            </a:r>
            <a:r>
              <a:rPr sz="1700" dirty="0">
                <a:latin typeface="Times New Roman"/>
                <a:cs typeface="Times New Roman"/>
              </a:rPr>
              <a:t>d</a:t>
            </a:r>
            <a:r>
              <a:rPr sz="1700" spc="26" dirty="0">
                <a:latin typeface="Times New Roman"/>
                <a:cs typeface="Times New Roman"/>
              </a:rPr>
              <a:t> </a:t>
            </a:r>
            <a:r>
              <a:rPr sz="1700" spc="-2" dirty="0">
                <a:latin typeface="Times New Roman"/>
                <a:cs typeface="Times New Roman"/>
              </a:rPr>
              <a:t>in</a:t>
            </a:r>
            <a:r>
              <a:rPr sz="1700" spc="22" dirty="0">
                <a:latin typeface="Times New Roman"/>
                <a:cs typeface="Times New Roman"/>
              </a:rPr>
              <a:t> </a:t>
            </a:r>
            <a:r>
              <a:rPr sz="1700" spc="-2" dirty="0">
                <a:latin typeface="Times New Roman"/>
                <a:cs typeface="Times New Roman"/>
              </a:rPr>
              <a:t>the</a:t>
            </a:r>
            <a:r>
              <a:rPr sz="1700" spc="19" dirty="0">
                <a:latin typeface="Times New Roman"/>
                <a:cs typeface="Times New Roman"/>
              </a:rPr>
              <a:t> </a:t>
            </a:r>
            <a:r>
              <a:rPr sz="1700" spc="-5" dirty="0">
                <a:latin typeface="Times New Roman"/>
                <a:cs typeface="Times New Roman"/>
              </a:rPr>
              <a:t>st</a:t>
            </a:r>
            <a:r>
              <a:rPr sz="1700" dirty="0">
                <a:latin typeface="Times New Roman"/>
                <a:cs typeface="Times New Roman"/>
              </a:rPr>
              <a:t>a</a:t>
            </a:r>
            <a:r>
              <a:rPr sz="1700" spc="-2" dirty="0">
                <a:latin typeface="Times New Roman"/>
                <a:cs typeface="Times New Roman"/>
              </a:rPr>
              <a:t>c</a:t>
            </a:r>
            <a:r>
              <a:rPr sz="1700" dirty="0">
                <a:latin typeface="Times New Roman"/>
                <a:cs typeface="Times New Roman"/>
              </a:rPr>
              <a:t>k,</a:t>
            </a:r>
            <a:r>
              <a:rPr sz="1700" spc="22" dirty="0">
                <a:latin typeface="Times New Roman"/>
                <a:cs typeface="Times New Roman"/>
              </a:rPr>
              <a:t> </a:t>
            </a:r>
            <a:r>
              <a:rPr sz="1700" spc="-7" dirty="0">
                <a:latin typeface="Times New Roman"/>
                <a:cs typeface="Times New Roman"/>
              </a:rPr>
              <a:t>with</a:t>
            </a:r>
            <a:r>
              <a:rPr sz="1700" spc="-5" dirty="0">
                <a:latin typeface="Times New Roman"/>
                <a:cs typeface="Times New Roman"/>
              </a:rPr>
              <a:t> </a:t>
            </a:r>
            <a:r>
              <a:rPr sz="1700" spc="-2" dirty="0">
                <a:latin typeface="Times New Roman"/>
                <a:cs typeface="Times New Roman"/>
              </a:rPr>
              <a:t>it</a:t>
            </a:r>
            <a:r>
              <a:rPr sz="1700" spc="-7" dirty="0">
                <a:latin typeface="Times New Roman"/>
                <a:cs typeface="Times New Roman"/>
              </a:rPr>
              <a:t>e</a:t>
            </a:r>
            <a:r>
              <a:rPr sz="1700" spc="-5" dirty="0">
                <a:latin typeface="Times New Roman"/>
                <a:cs typeface="Times New Roman"/>
              </a:rPr>
              <a:t>m</a:t>
            </a:r>
            <a:r>
              <a:rPr sz="1700" dirty="0">
                <a:latin typeface="Times New Roman"/>
                <a:cs typeface="Times New Roman"/>
              </a:rPr>
              <a:t> </a:t>
            </a:r>
            <a:r>
              <a:rPr sz="1700" spc="-5" dirty="0">
                <a:latin typeface="Times New Roman"/>
                <a:cs typeface="Times New Roman"/>
              </a:rPr>
              <a:t>C</a:t>
            </a:r>
            <a:r>
              <a:rPr sz="1700" dirty="0">
                <a:latin typeface="Times New Roman"/>
                <a:cs typeface="Times New Roman"/>
              </a:rPr>
              <a:t> </a:t>
            </a:r>
            <a:r>
              <a:rPr sz="1700" spc="-7" dirty="0">
                <a:latin typeface="Times New Roman"/>
                <a:cs typeface="Times New Roman"/>
              </a:rPr>
              <a:t>a</a:t>
            </a:r>
            <a:r>
              <a:rPr sz="1700" spc="-2" dirty="0">
                <a:latin typeface="Times New Roman"/>
                <a:cs typeface="Times New Roman"/>
              </a:rPr>
              <a:t>t</a:t>
            </a:r>
            <a:r>
              <a:rPr sz="1700" dirty="0">
                <a:latin typeface="Times New Roman"/>
                <a:cs typeface="Times New Roman"/>
              </a:rPr>
              <a:t> </a:t>
            </a:r>
            <a:r>
              <a:rPr sz="1700" spc="-2" dirty="0">
                <a:latin typeface="Times New Roman"/>
                <a:cs typeface="Times New Roman"/>
              </a:rPr>
              <a:t>the top. </a:t>
            </a:r>
            <a:r>
              <a:rPr sz="1700" dirty="0">
                <a:latin typeface="Times New Roman"/>
                <a:cs typeface="Times New Roman"/>
              </a:rPr>
              <a:t>Thus,</a:t>
            </a:r>
            <a:r>
              <a:rPr sz="1700" spc="-2" dirty="0">
                <a:latin typeface="Times New Roman"/>
                <a:cs typeface="Times New Roman"/>
              </a:rPr>
              <a:t> </a:t>
            </a:r>
            <a:r>
              <a:rPr sz="1700" spc="-7" dirty="0">
                <a:latin typeface="Times New Roman"/>
                <a:cs typeface="Times New Roman"/>
              </a:rPr>
              <a:t>t</a:t>
            </a:r>
            <a:r>
              <a:rPr sz="1700" spc="-5" dirty="0">
                <a:latin typeface="Times New Roman"/>
                <a:cs typeface="Times New Roman"/>
              </a:rPr>
              <a:t>he</a:t>
            </a:r>
            <a:r>
              <a:rPr sz="1700" spc="-2" dirty="0">
                <a:latin typeface="Times New Roman"/>
                <a:cs typeface="Times New Roman"/>
              </a:rPr>
              <a:t> </a:t>
            </a:r>
            <a:r>
              <a:rPr sz="1700" spc="-5" dirty="0">
                <a:latin typeface="Times New Roman"/>
                <a:cs typeface="Times New Roman"/>
              </a:rPr>
              <a:t>stac</a:t>
            </a:r>
            <a:r>
              <a:rPr sz="1700" dirty="0">
                <a:latin typeface="Times New Roman"/>
                <a:cs typeface="Times New Roman"/>
              </a:rPr>
              <a:t>k </a:t>
            </a:r>
            <a:r>
              <a:rPr sz="1700" spc="-2" dirty="0">
                <a:latin typeface="Times New Roman"/>
                <a:cs typeface="Times New Roman"/>
              </a:rPr>
              <a:t>point</a:t>
            </a:r>
            <a:r>
              <a:rPr sz="1700" spc="-7" dirty="0">
                <a:latin typeface="Times New Roman"/>
                <a:cs typeface="Times New Roman"/>
              </a:rPr>
              <a:t>e</a:t>
            </a:r>
            <a:r>
              <a:rPr sz="1700" dirty="0">
                <a:latin typeface="Times New Roman"/>
                <a:cs typeface="Times New Roman"/>
              </a:rPr>
              <a:t>r </a:t>
            </a:r>
            <a:r>
              <a:rPr sz="1700" spc="-5" dirty="0">
                <a:latin typeface="Times New Roman"/>
                <a:cs typeface="Times New Roman"/>
              </a:rPr>
              <a:t>(</a:t>
            </a:r>
            <a:r>
              <a:rPr sz="1700" dirty="0">
                <a:latin typeface="Times New Roman"/>
                <a:cs typeface="Times New Roman"/>
              </a:rPr>
              <a:t>SP) </a:t>
            </a:r>
            <a:r>
              <a:rPr sz="1700" spc="-5" dirty="0">
                <a:latin typeface="Times New Roman"/>
                <a:cs typeface="Times New Roman"/>
              </a:rPr>
              <a:t>ho</a:t>
            </a:r>
            <a:r>
              <a:rPr sz="1700" dirty="0">
                <a:latin typeface="Times New Roman"/>
                <a:cs typeface="Times New Roman"/>
              </a:rPr>
              <a:t>lds</a:t>
            </a:r>
            <a:r>
              <a:rPr sz="1700" spc="-2" dirty="0">
                <a:latin typeface="Times New Roman"/>
                <a:cs typeface="Times New Roman"/>
              </a:rPr>
              <a:t> the </a:t>
            </a:r>
            <a:r>
              <a:rPr sz="1700" spc="-7" dirty="0">
                <a:latin typeface="Times New Roman"/>
                <a:cs typeface="Times New Roman"/>
              </a:rPr>
              <a:t>a</a:t>
            </a:r>
            <a:r>
              <a:rPr sz="1700" spc="-5" dirty="0">
                <a:latin typeface="Times New Roman"/>
                <a:cs typeface="Times New Roman"/>
              </a:rPr>
              <a:t>ddr</a:t>
            </a:r>
            <a:r>
              <a:rPr sz="1700" spc="-10" dirty="0">
                <a:latin typeface="Times New Roman"/>
                <a:cs typeface="Times New Roman"/>
              </a:rPr>
              <a:t>e</a:t>
            </a:r>
            <a:r>
              <a:rPr sz="1700" spc="-2" dirty="0">
                <a:latin typeface="Times New Roman"/>
                <a:cs typeface="Times New Roman"/>
              </a:rPr>
              <a:t>s</a:t>
            </a:r>
            <a:r>
              <a:rPr sz="1700" dirty="0">
                <a:latin typeface="Times New Roman"/>
                <a:cs typeface="Times New Roman"/>
              </a:rPr>
              <a:t>s of </a:t>
            </a:r>
            <a:r>
              <a:rPr sz="1700" spc="-5" dirty="0">
                <a:latin typeface="Times New Roman"/>
                <a:cs typeface="Times New Roman"/>
              </a:rPr>
              <a:t>C</a:t>
            </a:r>
            <a:r>
              <a:rPr sz="1700" dirty="0">
                <a:latin typeface="Times New Roman"/>
                <a:cs typeface="Times New Roman"/>
              </a:rPr>
              <a:t> (SP </a:t>
            </a:r>
            <a:r>
              <a:rPr sz="1700" spc="-5" dirty="0">
                <a:latin typeface="Times New Roman"/>
                <a:cs typeface="Times New Roman"/>
              </a:rPr>
              <a:t>=</a:t>
            </a:r>
            <a:r>
              <a:rPr sz="1700" spc="2" dirty="0">
                <a:latin typeface="Times New Roman"/>
                <a:cs typeface="Times New Roman"/>
              </a:rPr>
              <a:t> </a:t>
            </a:r>
            <a:r>
              <a:rPr sz="1700" dirty="0">
                <a:latin typeface="Times New Roman"/>
                <a:cs typeface="Times New Roman"/>
              </a:rPr>
              <a:t>3).</a:t>
            </a:r>
          </a:p>
        </p:txBody>
      </p:sp>
    </p:spTree>
    <p:extLst>
      <p:ext uri="{BB962C8B-B14F-4D97-AF65-F5344CB8AC3E}">
        <p14:creationId xmlns:p14="http://schemas.microsoft.com/office/powerpoint/2010/main" val="157274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5909A-0632-996A-19A6-0E50FBDE6FA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BF0CB80-466D-7F72-7858-C7B439F66039}"/>
              </a:ext>
            </a:extLst>
          </p:cNvPr>
          <p:cNvPicPr>
            <a:picLocks noChangeAspect="1"/>
          </p:cNvPicPr>
          <p:nvPr/>
        </p:nvPicPr>
        <p:blipFill>
          <a:blip r:embed="rId2"/>
          <a:stretch>
            <a:fillRect/>
          </a:stretch>
        </p:blipFill>
        <p:spPr>
          <a:xfrm>
            <a:off x="100454" y="116065"/>
            <a:ext cx="476476" cy="806935"/>
          </a:xfrm>
          <a:prstGeom prst="rect">
            <a:avLst/>
          </a:prstGeom>
        </p:spPr>
      </p:pic>
      <p:pic>
        <p:nvPicPr>
          <p:cNvPr id="6" name="Picture 5">
            <a:extLst>
              <a:ext uri="{FF2B5EF4-FFF2-40B4-BE49-F238E27FC236}">
                <a16:creationId xmlns:a16="http://schemas.microsoft.com/office/drawing/2014/main" id="{887F5945-2F2E-5337-53C2-AC4AA5F1671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7" y="116065"/>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E39439ED-985A-3373-61B7-288C0C7EE1B9}"/>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6FA9EC54-E2DC-9F87-0C20-452F1377607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3"/>
          <p:cNvSpPr txBox="1"/>
          <p:nvPr/>
        </p:nvSpPr>
        <p:spPr>
          <a:xfrm>
            <a:off x="6623517" y="4260485"/>
            <a:ext cx="1981200" cy="169277"/>
          </a:xfrm>
          <a:prstGeom prst="rect">
            <a:avLst/>
          </a:prstGeom>
        </p:spPr>
        <p:txBody>
          <a:bodyPr vert="horz" wrap="square" lIns="0" tIns="0" rIns="0" bIns="0" rtlCol="0">
            <a:spAutoFit/>
          </a:bodyPr>
          <a:lstStyle/>
          <a:p>
            <a:pPr marL="6109"/>
            <a:r>
              <a:rPr sz="1100" i="1" dirty="0">
                <a:latin typeface="Times New Roman"/>
                <a:cs typeface="Times New Roman"/>
              </a:rPr>
              <a:t>Block </a:t>
            </a:r>
            <a:r>
              <a:rPr sz="1100" i="1" spc="-10" dirty="0">
                <a:latin typeface="Times New Roman"/>
                <a:cs typeface="Times New Roman"/>
              </a:rPr>
              <a:t>D</a:t>
            </a:r>
            <a:r>
              <a:rPr sz="1100" i="1" dirty="0">
                <a:latin typeface="Times New Roman"/>
                <a:cs typeface="Times New Roman"/>
              </a:rPr>
              <a:t>iag</a:t>
            </a:r>
            <a:r>
              <a:rPr sz="1100" i="1" spc="-7" dirty="0">
                <a:latin typeface="Times New Roman"/>
                <a:cs typeface="Times New Roman"/>
              </a:rPr>
              <a:t>r</a:t>
            </a:r>
            <a:r>
              <a:rPr sz="1100" i="1" dirty="0">
                <a:latin typeface="Times New Roman"/>
                <a:cs typeface="Times New Roman"/>
              </a:rPr>
              <a:t>am</a:t>
            </a:r>
            <a:r>
              <a:rPr sz="1100" i="1" spc="-2" dirty="0">
                <a:latin typeface="Times New Roman"/>
                <a:cs typeface="Times New Roman"/>
              </a:rPr>
              <a:t> </a:t>
            </a:r>
            <a:r>
              <a:rPr sz="1100" i="1" dirty="0">
                <a:latin typeface="Times New Roman"/>
                <a:cs typeface="Times New Roman"/>
              </a:rPr>
              <a:t>of</a:t>
            </a:r>
            <a:r>
              <a:rPr sz="1100" i="1" spc="2" dirty="0">
                <a:latin typeface="Times New Roman"/>
                <a:cs typeface="Times New Roman"/>
              </a:rPr>
              <a:t> </a:t>
            </a:r>
            <a:r>
              <a:rPr sz="1100" i="1" dirty="0">
                <a:latin typeface="Times New Roman"/>
                <a:cs typeface="Times New Roman"/>
              </a:rPr>
              <a:t>a</a:t>
            </a:r>
            <a:r>
              <a:rPr sz="1100" i="1" spc="-7" dirty="0">
                <a:latin typeface="Times New Roman"/>
                <a:cs typeface="Times New Roman"/>
              </a:rPr>
              <a:t> </a:t>
            </a:r>
            <a:r>
              <a:rPr sz="1100" i="1" dirty="0">
                <a:latin typeface="Times New Roman"/>
                <a:cs typeface="Times New Roman"/>
              </a:rPr>
              <a:t>6</a:t>
            </a:r>
            <a:r>
              <a:rPr sz="1100" i="1" spc="2" dirty="0">
                <a:latin typeface="Times New Roman"/>
                <a:cs typeface="Times New Roman"/>
              </a:rPr>
              <a:t>4</a:t>
            </a:r>
            <a:r>
              <a:rPr sz="1100" i="1" dirty="0">
                <a:latin typeface="Times New Roman"/>
                <a:cs typeface="Times New Roman"/>
              </a:rPr>
              <a:t>-</a:t>
            </a:r>
            <a:r>
              <a:rPr sz="1100" i="1" spc="-2" dirty="0">
                <a:latin typeface="Times New Roman"/>
                <a:cs typeface="Times New Roman"/>
              </a:rPr>
              <a:t>w</a:t>
            </a:r>
            <a:r>
              <a:rPr sz="1100" i="1" spc="-7" dirty="0">
                <a:latin typeface="Times New Roman"/>
                <a:cs typeface="Times New Roman"/>
              </a:rPr>
              <a:t>or</a:t>
            </a:r>
            <a:r>
              <a:rPr sz="1100" i="1" dirty="0">
                <a:latin typeface="Times New Roman"/>
                <a:cs typeface="Times New Roman"/>
              </a:rPr>
              <a:t>d </a:t>
            </a:r>
            <a:r>
              <a:rPr sz="1100" i="1" spc="-2" dirty="0">
                <a:latin typeface="Times New Roman"/>
                <a:cs typeface="Times New Roman"/>
              </a:rPr>
              <a:t>s</a:t>
            </a:r>
            <a:r>
              <a:rPr sz="1100" i="1" spc="2" dirty="0">
                <a:latin typeface="Times New Roman"/>
                <a:cs typeface="Times New Roman"/>
              </a:rPr>
              <a:t>t</a:t>
            </a:r>
            <a:r>
              <a:rPr sz="1100" i="1" spc="-7" dirty="0">
                <a:latin typeface="Times New Roman"/>
                <a:cs typeface="Times New Roman"/>
              </a:rPr>
              <a:t>a</a:t>
            </a:r>
            <a:r>
              <a:rPr sz="1100" i="1" dirty="0">
                <a:latin typeface="Times New Roman"/>
                <a:cs typeface="Times New Roman"/>
              </a:rPr>
              <a:t>ck</a:t>
            </a:r>
            <a:endParaRPr sz="1100" dirty="0">
              <a:latin typeface="Times New Roman"/>
              <a:cs typeface="Times New Roman"/>
            </a:endParaRPr>
          </a:p>
        </p:txBody>
      </p:sp>
      <p:sp>
        <p:nvSpPr>
          <p:cNvPr id="4" name="object 4"/>
          <p:cNvSpPr/>
          <p:nvPr/>
        </p:nvSpPr>
        <p:spPr>
          <a:xfrm>
            <a:off x="6240616" y="819150"/>
            <a:ext cx="2600393" cy="3276600"/>
          </a:xfrm>
          <a:prstGeom prst="rect">
            <a:avLst/>
          </a:prstGeom>
          <a:blipFill>
            <a:blip r:embed="rId6" cstate="print"/>
            <a:stretch>
              <a:fillRect/>
            </a:stretch>
          </a:blipFill>
        </p:spPr>
        <p:txBody>
          <a:bodyPr wrap="square" lIns="0" tIns="0" rIns="0" bIns="0" rtlCol="0"/>
          <a:lstStyle/>
          <a:p>
            <a:endParaRPr sz="866"/>
          </a:p>
        </p:txBody>
      </p:sp>
      <p:sp>
        <p:nvSpPr>
          <p:cNvPr id="5" name="object 2"/>
          <p:cNvSpPr txBox="1"/>
          <p:nvPr/>
        </p:nvSpPr>
        <p:spPr>
          <a:xfrm>
            <a:off x="779873" y="806814"/>
            <a:ext cx="5257800" cy="3400931"/>
          </a:xfrm>
          <a:prstGeom prst="rect">
            <a:avLst/>
          </a:prstGeom>
        </p:spPr>
        <p:txBody>
          <a:bodyPr vert="horz" wrap="square" lIns="0" tIns="0" rIns="0" bIns="0" rtlCol="0">
            <a:spAutoFit/>
          </a:bodyPr>
          <a:lstStyle/>
          <a:p>
            <a:pPr algn="just"/>
            <a:r>
              <a:rPr lang="en-US" sz="1700" b="1" i="0" dirty="0">
                <a:solidFill>
                  <a:srgbClr val="1D2125"/>
                </a:solidFill>
                <a:effectLst/>
                <a:latin typeface="Times New Roman" panose="02020603050405020304" pitchFamily="18" charset="0"/>
                <a:cs typeface="Times New Roman" panose="02020603050405020304" pitchFamily="18" charset="0"/>
              </a:rPr>
              <a:t>PUSH Operation:</a:t>
            </a:r>
            <a:r>
              <a:rPr lang="en-US" sz="1700" b="0" i="0" dirty="0">
                <a:solidFill>
                  <a:srgbClr val="1D2125"/>
                </a:solidFill>
                <a:effectLst/>
                <a:latin typeface="Times New Roman" panose="02020603050405020304" pitchFamily="18" charset="0"/>
                <a:cs typeface="Times New Roman" panose="02020603050405020304" pitchFamily="18" charset="0"/>
              </a:rPr>
              <a:t> When performing a PUSH operation to add an element (let's say E) to the stack, the following steps are executed:</a:t>
            </a:r>
          </a:p>
          <a:p>
            <a:pPr algn="just"/>
            <a:endParaRPr lang="en-US" sz="1700" b="0" i="0" dirty="0">
              <a:solidFill>
                <a:srgbClr val="1D2125"/>
              </a:solidFill>
              <a:effectLst/>
              <a:latin typeface="Times New Roman" panose="02020603050405020304" pitchFamily="18" charset="0"/>
              <a:cs typeface="Times New Roman" panose="02020603050405020304" pitchFamily="18" charset="0"/>
            </a:endParaRPr>
          </a:p>
          <a:p>
            <a:pPr algn="just"/>
            <a:r>
              <a:rPr lang="en-US" sz="1700" b="0" i="0" dirty="0">
                <a:solidFill>
                  <a:srgbClr val="1D2125"/>
                </a:solidFill>
                <a:effectLst/>
                <a:latin typeface="Times New Roman" panose="02020603050405020304" pitchFamily="18" charset="0"/>
                <a:cs typeface="Times New Roman" panose="02020603050405020304" pitchFamily="18" charset="0"/>
              </a:rPr>
              <a:t>o   </a:t>
            </a:r>
            <a:r>
              <a:rPr lang="en-US" sz="1700" b="1" i="0" dirty="0">
                <a:solidFill>
                  <a:srgbClr val="1D2125"/>
                </a:solidFill>
                <a:effectLst/>
                <a:latin typeface="Times New Roman" panose="02020603050405020304" pitchFamily="18" charset="0"/>
                <a:cs typeface="Times New Roman" panose="02020603050405020304" pitchFamily="18" charset="0"/>
              </a:rPr>
              <a:t>Step 1:</a:t>
            </a:r>
            <a:r>
              <a:rPr lang="en-US" sz="1700" b="0" i="0" dirty="0">
                <a:solidFill>
                  <a:srgbClr val="1D2125"/>
                </a:solidFill>
                <a:effectLst/>
                <a:latin typeface="Times New Roman" panose="02020603050405020304" pitchFamily="18" charset="0"/>
                <a:cs typeface="Times New Roman" panose="02020603050405020304" pitchFamily="18" charset="0"/>
              </a:rPr>
              <a:t> Increment the Stack Pointer (SP) by 1 so that it points to an empty slot.</a:t>
            </a:r>
            <a:br>
              <a:rPr lang="en-US" sz="1700" b="0" i="0" dirty="0">
                <a:solidFill>
                  <a:srgbClr val="1D2125"/>
                </a:solidFill>
                <a:effectLst/>
                <a:latin typeface="Times New Roman" panose="02020603050405020304" pitchFamily="18" charset="0"/>
                <a:cs typeface="Times New Roman" panose="02020603050405020304" pitchFamily="18" charset="0"/>
              </a:rPr>
            </a:br>
            <a:r>
              <a:rPr lang="en-US" sz="1700" b="0" i="0" dirty="0">
                <a:solidFill>
                  <a:srgbClr val="1D2125"/>
                </a:solidFill>
                <a:effectLst/>
                <a:latin typeface="Times New Roman" panose="02020603050405020304" pitchFamily="18" charset="0"/>
                <a:cs typeface="Times New Roman" panose="02020603050405020304" pitchFamily="18" charset="0"/>
              </a:rPr>
              <a:t>SP ← SP + 1 [Increment stack pointer]</a:t>
            </a:r>
          </a:p>
          <a:p>
            <a:pPr algn="just"/>
            <a:r>
              <a:rPr lang="en-US" sz="1700" b="0" i="0" dirty="0">
                <a:solidFill>
                  <a:srgbClr val="1D2125"/>
                </a:solidFill>
                <a:effectLst/>
                <a:latin typeface="Times New Roman" panose="02020603050405020304" pitchFamily="18" charset="0"/>
                <a:cs typeface="Times New Roman" panose="02020603050405020304" pitchFamily="18" charset="0"/>
              </a:rPr>
              <a:t>o   </a:t>
            </a:r>
            <a:r>
              <a:rPr lang="en-US" sz="1700" b="1" i="0" dirty="0">
                <a:solidFill>
                  <a:srgbClr val="1D2125"/>
                </a:solidFill>
                <a:effectLst/>
                <a:latin typeface="Times New Roman" panose="02020603050405020304" pitchFamily="18" charset="0"/>
                <a:cs typeface="Times New Roman" panose="02020603050405020304" pitchFamily="18" charset="0"/>
              </a:rPr>
              <a:t>Step 2:</a:t>
            </a:r>
            <a:r>
              <a:rPr lang="en-US" sz="1700" b="0" i="0" dirty="0">
                <a:solidFill>
                  <a:srgbClr val="1D2125"/>
                </a:solidFill>
                <a:effectLst/>
                <a:latin typeface="Times New Roman" panose="02020603050405020304" pitchFamily="18" charset="0"/>
                <a:cs typeface="Times New Roman" panose="02020603050405020304" pitchFamily="18" charset="0"/>
              </a:rPr>
              <a:t> Store the value of the Data Register (DR) at the address pointed to by SP.</a:t>
            </a:r>
            <a:br>
              <a:rPr lang="en-US" sz="1700" b="0" i="0" dirty="0">
                <a:solidFill>
                  <a:srgbClr val="1D2125"/>
                </a:solidFill>
                <a:effectLst/>
                <a:latin typeface="Times New Roman" panose="02020603050405020304" pitchFamily="18" charset="0"/>
                <a:cs typeface="Times New Roman" panose="02020603050405020304" pitchFamily="18" charset="0"/>
              </a:rPr>
            </a:br>
            <a:r>
              <a:rPr lang="en-US" sz="1700" b="0" i="0" dirty="0">
                <a:solidFill>
                  <a:srgbClr val="1D2125"/>
                </a:solidFill>
                <a:effectLst/>
                <a:latin typeface="Times New Roman" panose="02020603050405020304" pitchFamily="18" charset="0"/>
                <a:cs typeface="Times New Roman" panose="02020603050405020304" pitchFamily="18" charset="0"/>
              </a:rPr>
              <a:t>M[SP] ← DR [Write the item on top of the stack]</a:t>
            </a:r>
          </a:p>
          <a:p>
            <a:pPr algn="just"/>
            <a:r>
              <a:rPr lang="en-US" sz="1700" b="0" i="0" dirty="0">
                <a:solidFill>
                  <a:srgbClr val="1D2125"/>
                </a:solidFill>
                <a:effectLst/>
                <a:latin typeface="Times New Roman" panose="02020603050405020304" pitchFamily="18" charset="0"/>
                <a:cs typeface="Times New Roman" panose="02020603050405020304" pitchFamily="18" charset="0"/>
              </a:rPr>
              <a:t>o   </a:t>
            </a:r>
            <a:r>
              <a:rPr lang="en-US" sz="1700" b="1" i="0" dirty="0">
                <a:solidFill>
                  <a:srgbClr val="1D2125"/>
                </a:solidFill>
                <a:effectLst/>
                <a:latin typeface="Times New Roman" panose="02020603050405020304" pitchFamily="18" charset="0"/>
                <a:cs typeface="Times New Roman" panose="02020603050405020304" pitchFamily="18" charset="0"/>
              </a:rPr>
              <a:t>Step 3:</a:t>
            </a:r>
            <a:r>
              <a:rPr lang="en-US" sz="1700" b="0" i="0" dirty="0">
                <a:solidFill>
                  <a:srgbClr val="1D2125"/>
                </a:solidFill>
                <a:effectLst/>
                <a:latin typeface="Times New Roman" panose="02020603050405020304" pitchFamily="18" charset="0"/>
                <a:cs typeface="Times New Roman" panose="02020603050405020304" pitchFamily="18" charset="0"/>
              </a:rPr>
              <a:t> Check boundary conditions.</a:t>
            </a:r>
            <a:br>
              <a:rPr lang="en-US" sz="1700" b="0" i="0" dirty="0">
                <a:solidFill>
                  <a:srgbClr val="1D2125"/>
                </a:solidFill>
                <a:effectLst/>
                <a:latin typeface="Times New Roman" panose="02020603050405020304" pitchFamily="18" charset="0"/>
                <a:cs typeface="Times New Roman" panose="02020603050405020304" pitchFamily="18" charset="0"/>
              </a:rPr>
            </a:br>
            <a:r>
              <a:rPr lang="en-US" sz="1700" b="0" i="0" dirty="0">
                <a:solidFill>
                  <a:srgbClr val="1D2125"/>
                </a:solidFill>
                <a:effectLst/>
                <a:latin typeface="Times New Roman" panose="02020603050405020304" pitchFamily="18" charset="0"/>
                <a:cs typeface="Times New Roman" panose="02020603050405020304" pitchFamily="18" charset="0"/>
              </a:rPr>
              <a:t>If (SP = 0), then set FULL ← 1 indicating the stack is full.</a:t>
            </a:r>
            <a:br>
              <a:rPr lang="en-US" sz="1700" b="0" i="0" dirty="0">
                <a:solidFill>
                  <a:srgbClr val="1D2125"/>
                </a:solidFill>
                <a:effectLst/>
                <a:latin typeface="Times New Roman" panose="02020603050405020304" pitchFamily="18" charset="0"/>
                <a:cs typeface="Times New Roman" panose="02020603050405020304" pitchFamily="18" charset="0"/>
              </a:rPr>
            </a:br>
            <a:r>
              <a:rPr lang="en-US" sz="1700" b="0" i="0" dirty="0">
                <a:solidFill>
                  <a:srgbClr val="1D2125"/>
                </a:solidFill>
                <a:effectLst/>
                <a:latin typeface="Times New Roman" panose="02020603050405020304" pitchFamily="18" charset="0"/>
                <a:cs typeface="Times New Roman" panose="02020603050405020304" pitchFamily="18" charset="0"/>
              </a:rPr>
              <a:t>EMPTY ← 0 signifies that the stack is not empty.</a:t>
            </a:r>
          </a:p>
        </p:txBody>
      </p:sp>
    </p:spTree>
    <p:extLst>
      <p:ext uri="{BB962C8B-B14F-4D97-AF65-F5344CB8AC3E}">
        <p14:creationId xmlns:p14="http://schemas.microsoft.com/office/powerpoint/2010/main" val="40067774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A08437-4E59-E46E-2859-7380783DC1C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D77728D-19E0-03D4-EB9C-8A4EF0EE0AAC}"/>
              </a:ext>
            </a:extLst>
          </p:cNvPr>
          <p:cNvPicPr>
            <a:picLocks noChangeAspect="1"/>
          </p:cNvPicPr>
          <p:nvPr/>
        </p:nvPicPr>
        <p:blipFill>
          <a:blip r:embed="rId2"/>
          <a:stretch>
            <a:fillRect/>
          </a:stretch>
        </p:blipFill>
        <p:spPr>
          <a:xfrm>
            <a:off x="100454" y="116065"/>
            <a:ext cx="476476" cy="806935"/>
          </a:xfrm>
          <a:prstGeom prst="rect">
            <a:avLst/>
          </a:prstGeom>
        </p:spPr>
      </p:pic>
      <p:pic>
        <p:nvPicPr>
          <p:cNvPr id="6" name="Picture 5">
            <a:extLst>
              <a:ext uri="{FF2B5EF4-FFF2-40B4-BE49-F238E27FC236}">
                <a16:creationId xmlns:a16="http://schemas.microsoft.com/office/drawing/2014/main" id="{021CFC8E-965E-483E-9027-B97C6C5FCBB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7" y="116065"/>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0CB79D90-70B0-499C-7715-074FF8A3FCA9}"/>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DB99AD73-08AB-6FEC-8BE7-F41B4ACFC5F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3">
            <a:extLst>
              <a:ext uri="{FF2B5EF4-FFF2-40B4-BE49-F238E27FC236}">
                <a16:creationId xmlns:a16="http://schemas.microsoft.com/office/drawing/2014/main" id="{7B140AB2-6FEA-0EC5-8B5B-B469A2F29BB3}"/>
              </a:ext>
            </a:extLst>
          </p:cNvPr>
          <p:cNvSpPr txBox="1"/>
          <p:nvPr/>
        </p:nvSpPr>
        <p:spPr>
          <a:xfrm>
            <a:off x="6623517" y="4260485"/>
            <a:ext cx="1981200" cy="169277"/>
          </a:xfrm>
          <a:prstGeom prst="rect">
            <a:avLst/>
          </a:prstGeom>
        </p:spPr>
        <p:txBody>
          <a:bodyPr vert="horz" wrap="square" lIns="0" tIns="0" rIns="0" bIns="0" rtlCol="0">
            <a:spAutoFit/>
          </a:bodyPr>
          <a:lstStyle/>
          <a:p>
            <a:pPr marL="6109"/>
            <a:r>
              <a:rPr sz="1100" i="1" dirty="0">
                <a:latin typeface="Times New Roman"/>
                <a:cs typeface="Times New Roman"/>
              </a:rPr>
              <a:t>Block </a:t>
            </a:r>
            <a:r>
              <a:rPr sz="1100" i="1" spc="-10" dirty="0">
                <a:latin typeface="Times New Roman"/>
                <a:cs typeface="Times New Roman"/>
              </a:rPr>
              <a:t>D</a:t>
            </a:r>
            <a:r>
              <a:rPr sz="1100" i="1" dirty="0">
                <a:latin typeface="Times New Roman"/>
                <a:cs typeface="Times New Roman"/>
              </a:rPr>
              <a:t>iag</a:t>
            </a:r>
            <a:r>
              <a:rPr sz="1100" i="1" spc="-7" dirty="0">
                <a:latin typeface="Times New Roman"/>
                <a:cs typeface="Times New Roman"/>
              </a:rPr>
              <a:t>r</a:t>
            </a:r>
            <a:r>
              <a:rPr sz="1100" i="1" dirty="0">
                <a:latin typeface="Times New Roman"/>
                <a:cs typeface="Times New Roman"/>
              </a:rPr>
              <a:t>am</a:t>
            </a:r>
            <a:r>
              <a:rPr sz="1100" i="1" spc="-2" dirty="0">
                <a:latin typeface="Times New Roman"/>
                <a:cs typeface="Times New Roman"/>
              </a:rPr>
              <a:t> </a:t>
            </a:r>
            <a:r>
              <a:rPr sz="1100" i="1" dirty="0">
                <a:latin typeface="Times New Roman"/>
                <a:cs typeface="Times New Roman"/>
              </a:rPr>
              <a:t>of</a:t>
            </a:r>
            <a:r>
              <a:rPr sz="1100" i="1" spc="2" dirty="0">
                <a:latin typeface="Times New Roman"/>
                <a:cs typeface="Times New Roman"/>
              </a:rPr>
              <a:t> </a:t>
            </a:r>
            <a:r>
              <a:rPr sz="1100" i="1" dirty="0">
                <a:latin typeface="Times New Roman"/>
                <a:cs typeface="Times New Roman"/>
              </a:rPr>
              <a:t>a</a:t>
            </a:r>
            <a:r>
              <a:rPr sz="1100" i="1" spc="-7" dirty="0">
                <a:latin typeface="Times New Roman"/>
                <a:cs typeface="Times New Roman"/>
              </a:rPr>
              <a:t> </a:t>
            </a:r>
            <a:r>
              <a:rPr sz="1100" i="1" dirty="0">
                <a:latin typeface="Times New Roman"/>
                <a:cs typeface="Times New Roman"/>
              </a:rPr>
              <a:t>6</a:t>
            </a:r>
            <a:r>
              <a:rPr sz="1100" i="1" spc="2" dirty="0">
                <a:latin typeface="Times New Roman"/>
                <a:cs typeface="Times New Roman"/>
              </a:rPr>
              <a:t>4</a:t>
            </a:r>
            <a:r>
              <a:rPr sz="1100" i="1" dirty="0">
                <a:latin typeface="Times New Roman"/>
                <a:cs typeface="Times New Roman"/>
              </a:rPr>
              <a:t>-</a:t>
            </a:r>
            <a:r>
              <a:rPr sz="1100" i="1" spc="-2" dirty="0">
                <a:latin typeface="Times New Roman"/>
                <a:cs typeface="Times New Roman"/>
              </a:rPr>
              <a:t>w</a:t>
            </a:r>
            <a:r>
              <a:rPr sz="1100" i="1" spc="-7" dirty="0">
                <a:latin typeface="Times New Roman"/>
                <a:cs typeface="Times New Roman"/>
              </a:rPr>
              <a:t>or</a:t>
            </a:r>
            <a:r>
              <a:rPr sz="1100" i="1" dirty="0">
                <a:latin typeface="Times New Roman"/>
                <a:cs typeface="Times New Roman"/>
              </a:rPr>
              <a:t>d </a:t>
            </a:r>
            <a:r>
              <a:rPr sz="1100" i="1" spc="-2" dirty="0">
                <a:latin typeface="Times New Roman"/>
                <a:cs typeface="Times New Roman"/>
              </a:rPr>
              <a:t>s</a:t>
            </a:r>
            <a:r>
              <a:rPr sz="1100" i="1" spc="2" dirty="0">
                <a:latin typeface="Times New Roman"/>
                <a:cs typeface="Times New Roman"/>
              </a:rPr>
              <a:t>t</a:t>
            </a:r>
            <a:r>
              <a:rPr sz="1100" i="1" spc="-7" dirty="0">
                <a:latin typeface="Times New Roman"/>
                <a:cs typeface="Times New Roman"/>
              </a:rPr>
              <a:t>a</a:t>
            </a:r>
            <a:r>
              <a:rPr sz="1100" i="1" dirty="0">
                <a:latin typeface="Times New Roman"/>
                <a:cs typeface="Times New Roman"/>
              </a:rPr>
              <a:t>ck</a:t>
            </a:r>
            <a:endParaRPr sz="1100" dirty="0">
              <a:latin typeface="Times New Roman"/>
              <a:cs typeface="Times New Roman"/>
            </a:endParaRPr>
          </a:p>
        </p:txBody>
      </p:sp>
      <p:sp>
        <p:nvSpPr>
          <p:cNvPr id="4" name="object 4">
            <a:extLst>
              <a:ext uri="{FF2B5EF4-FFF2-40B4-BE49-F238E27FC236}">
                <a16:creationId xmlns:a16="http://schemas.microsoft.com/office/drawing/2014/main" id="{08FF6DD9-5A5A-862A-EFB6-ADEA5F2B084B}"/>
              </a:ext>
            </a:extLst>
          </p:cNvPr>
          <p:cNvSpPr/>
          <p:nvPr/>
        </p:nvSpPr>
        <p:spPr>
          <a:xfrm>
            <a:off x="6240616" y="819150"/>
            <a:ext cx="2600393" cy="3276600"/>
          </a:xfrm>
          <a:prstGeom prst="rect">
            <a:avLst/>
          </a:prstGeom>
          <a:blipFill>
            <a:blip r:embed="rId6" cstate="print"/>
            <a:stretch>
              <a:fillRect/>
            </a:stretch>
          </a:blipFill>
        </p:spPr>
        <p:txBody>
          <a:bodyPr wrap="square" lIns="0" tIns="0" rIns="0" bIns="0" rtlCol="0"/>
          <a:lstStyle/>
          <a:p>
            <a:endParaRPr sz="866"/>
          </a:p>
        </p:txBody>
      </p:sp>
      <p:sp>
        <p:nvSpPr>
          <p:cNvPr id="5" name="object 2">
            <a:extLst>
              <a:ext uri="{FF2B5EF4-FFF2-40B4-BE49-F238E27FC236}">
                <a16:creationId xmlns:a16="http://schemas.microsoft.com/office/drawing/2014/main" id="{28BB50F7-93E0-0718-2BFB-AE11C2005543}"/>
              </a:ext>
            </a:extLst>
          </p:cNvPr>
          <p:cNvSpPr txBox="1"/>
          <p:nvPr/>
        </p:nvSpPr>
        <p:spPr>
          <a:xfrm>
            <a:off x="779873" y="806814"/>
            <a:ext cx="5257800" cy="3139321"/>
          </a:xfrm>
          <a:prstGeom prst="rect">
            <a:avLst/>
          </a:prstGeom>
        </p:spPr>
        <p:txBody>
          <a:bodyPr vert="horz" wrap="square" lIns="0" tIns="0" rIns="0" bIns="0" rtlCol="0">
            <a:spAutoFit/>
          </a:bodyPr>
          <a:lstStyle/>
          <a:p>
            <a:pPr algn="just"/>
            <a:r>
              <a:rPr lang="en-US" sz="1700" b="1" i="0" dirty="0">
                <a:solidFill>
                  <a:srgbClr val="1D2125"/>
                </a:solidFill>
                <a:effectLst/>
                <a:latin typeface="Times New Roman" panose="02020603050405020304" pitchFamily="18" charset="0"/>
                <a:cs typeface="Times New Roman" panose="02020603050405020304" pitchFamily="18" charset="0"/>
              </a:rPr>
              <a:t>POP Operation: </a:t>
            </a:r>
            <a:r>
              <a:rPr lang="en-US" sz="1700" b="0" i="0" dirty="0">
                <a:solidFill>
                  <a:srgbClr val="1D2125"/>
                </a:solidFill>
                <a:effectLst/>
                <a:latin typeface="Times New Roman" panose="02020603050405020304" pitchFamily="18" charset="0"/>
                <a:cs typeface="Times New Roman" panose="02020603050405020304" pitchFamily="18" charset="0"/>
              </a:rPr>
              <a:t>When performing a POP operation to remove an element from the stack, the following steps are executed:</a:t>
            </a:r>
          </a:p>
          <a:p>
            <a:pPr algn="just"/>
            <a:endParaRPr lang="en-US" sz="1700" b="0" i="0" dirty="0">
              <a:solidFill>
                <a:srgbClr val="1D2125"/>
              </a:solidFill>
              <a:effectLst/>
              <a:latin typeface="Times New Roman" panose="02020603050405020304" pitchFamily="18" charset="0"/>
              <a:cs typeface="Times New Roman" panose="02020603050405020304" pitchFamily="18" charset="0"/>
            </a:endParaRPr>
          </a:p>
          <a:p>
            <a:pPr algn="just"/>
            <a:r>
              <a:rPr lang="en-US" sz="1700" b="0" i="0" dirty="0">
                <a:solidFill>
                  <a:srgbClr val="1D2125"/>
                </a:solidFill>
                <a:effectLst/>
                <a:latin typeface="Times New Roman" panose="02020603050405020304" pitchFamily="18" charset="0"/>
                <a:cs typeface="Times New Roman" panose="02020603050405020304" pitchFamily="18" charset="0"/>
              </a:rPr>
              <a:t>o   </a:t>
            </a:r>
            <a:r>
              <a:rPr lang="en-US" sz="1700" b="1" i="0" dirty="0">
                <a:solidFill>
                  <a:srgbClr val="1D2125"/>
                </a:solidFill>
                <a:effectLst/>
                <a:latin typeface="Times New Roman" panose="02020603050405020304" pitchFamily="18" charset="0"/>
                <a:cs typeface="Times New Roman" panose="02020603050405020304" pitchFamily="18" charset="0"/>
              </a:rPr>
              <a:t>Step 1:</a:t>
            </a:r>
            <a:r>
              <a:rPr lang="en-US" sz="1700" b="0" i="0" dirty="0">
                <a:solidFill>
                  <a:srgbClr val="1D2125"/>
                </a:solidFill>
                <a:effectLst/>
                <a:latin typeface="Times New Roman" panose="02020603050405020304" pitchFamily="18" charset="0"/>
                <a:cs typeface="Times New Roman" panose="02020603050405020304" pitchFamily="18" charset="0"/>
              </a:rPr>
              <a:t> Retrieve the data from the address stored in the Stack Pointer (SP) and store it in the Data Register (DR).</a:t>
            </a:r>
            <a:br>
              <a:rPr lang="en-US" sz="1700" b="0" i="0" dirty="0">
                <a:solidFill>
                  <a:srgbClr val="1D2125"/>
                </a:solidFill>
                <a:effectLst/>
                <a:latin typeface="Times New Roman" panose="02020603050405020304" pitchFamily="18" charset="0"/>
                <a:cs typeface="Times New Roman" panose="02020603050405020304" pitchFamily="18" charset="0"/>
              </a:rPr>
            </a:br>
            <a:r>
              <a:rPr lang="en-US" sz="1700" b="0" i="0" dirty="0">
                <a:solidFill>
                  <a:srgbClr val="1D2125"/>
                </a:solidFill>
                <a:effectLst/>
                <a:latin typeface="Times New Roman" panose="02020603050405020304" pitchFamily="18" charset="0"/>
                <a:cs typeface="Times New Roman" panose="02020603050405020304" pitchFamily="18" charset="0"/>
              </a:rPr>
              <a:t>DR ← M[SP] [Fetch item from the top of the stack]</a:t>
            </a:r>
          </a:p>
          <a:p>
            <a:pPr algn="just"/>
            <a:r>
              <a:rPr lang="en-US" sz="1700" b="0" i="0" dirty="0">
                <a:solidFill>
                  <a:srgbClr val="1D2125"/>
                </a:solidFill>
                <a:effectLst/>
                <a:latin typeface="Times New Roman" panose="02020603050405020304" pitchFamily="18" charset="0"/>
                <a:cs typeface="Times New Roman" panose="02020603050405020304" pitchFamily="18" charset="0"/>
              </a:rPr>
              <a:t>o   </a:t>
            </a:r>
            <a:r>
              <a:rPr lang="en-US" sz="1700" b="1" i="0" dirty="0">
                <a:solidFill>
                  <a:srgbClr val="1D2125"/>
                </a:solidFill>
                <a:effectLst/>
                <a:latin typeface="Times New Roman" panose="02020603050405020304" pitchFamily="18" charset="0"/>
                <a:cs typeface="Times New Roman" panose="02020603050405020304" pitchFamily="18" charset="0"/>
              </a:rPr>
              <a:t>Step 2:</a:t>
            </a:r>
            <a:r>
              <a:rPr lang="en-US" sz="1700" b="0" i="0" dirty="0">
                <a:solidFill>
                  <a:srgbClr val="1D2125"/>
                </a:solidFill>
                <a:effectLst/>
                <a:latin typeface="Times New Roman" panose="02020603050405020304" pitchFamily="18" charset="0"/>
                <a:cs typeface="Times New Roman" panose="02020603050405020304" pitchFamily="18" charset="0"/>
              </a:rPr>
              <a:t> Decrement the Stack Pointer (SP) by 1.</a:t>
            </a:r>
            <a:br>
              <a:rPr lang="en-US" sz="1700" b="0" i="0" dirty="0">
                <a:solidFill>
                  <a:srgbClr val="1D2125"/>
                </a:solidFill>
                <a:effectLst/>
                <a:latin typeface="Times New Roman" panose="02020603050405020304" pitchFamily="18" charset="0"/>
                <a:cs typeface="Times New Roman" panose="02020603050405020304" pitchFamily="18" charset="0"/>
              </a:rPr>
            </a:br>
            <a:r>
              <a:rPr lang="en-US" sz="1700" b="0" i="0" dirty="0">
                <a:solidFill>
                  <a:srgbClr val="1D2125"/>
                </a:solidFill>
                <a:effectLst/>
                <a:latin typeface="Times New Roman" panose="02020603050405020304" pitchFamily="18" charset="0"/>
                <a:cs typeface="Times New Roman" panose="02020603050405020304" pitchFamily="18" charset="0"/>
              </a:rPr>
              <a:t>SP → SP - 1</a:t>
            </a:r>
          </a:p>
          <a:p>
            <a:pPr algn="just"/>
            <a:r>
              <a:rPr lang="en-US" sz="1700" b="0" i="0" dirty="0">
                <a:solidFill>
                  <a:srgbClr val="1D2125"/>
                </a:solidFill>
                <a:effectLst/>
                <a:latin typeface="Times New Roman" panose="02020603050405020304" pitchFamily="18" charset="0"/>
                <a:cs typeface="Times New Roman" panose="02020603050405020304" pitchFamily="18" charset="0"/>
              </a:rPr>
              <a:t>o   </a:t>
            </a:r>
            <a:r>
              <a:rPr lang="en-US" sz="1700" b="1" i="0" dirty="0">
                <a:solidFill>
                  <a:srgbClr val="1D2125"/>
                </a:solidFill>
                <a:effectLst/>
                <a:latin typeface="Times New Roman" panose="02020603050405020304" pitchFamily="18" charset="0"/>
                <a:cs typeface="Times New Roman" panose="02020603050405020304" pitchFamily="18" charset="0"/>
              </a:rPr>
              <a:t>Step 3:</a:t>
            </a:r>
            <a:r>
              <a:rPr lang="en-US" sz="1700" b="0" i="0" dirty="0">
                <a:solidFill>
                  <a:srgbClr val="1D2125"/>
                </a:solidFill>
                <a:effectLst/>
                <a:latin typeface="Times New Roman" panose="02020603050405020304" pitchFamily="18" charset="0"/>
                <a:cs typeface="Times New Roman" panose="02020603050405020304" pitchFamily="18" charset="0"/>
              </a:rPr>
              <a:t> Check boundary conditions.</a:t>
            </a:r>
            <a:br>
              <a:rPr lang="en-US" sz="1700" b="0" i="0" dirty="0">
                <a:solidFill>
                  <a:srgbClr val="1D2125"/>
                </a:solidFill>
                <a:effectLst/>
                <a:latin typeface="Times New Roman" panose="02020603050405020304" pitchFamily="18" charset="0"/>
                <a:cs typeface="Times New Roman" panose="02020603050405020304" pitchFamily="18" charset="0"/>
              </a:rPr>
            </a:br>
            <a:r>
              <a:rPr lang="en-US" sz="1700" b="0" i="0" dirty="0">
                <a:solidFill>
                  <a:srgbClr val="1D2125"/>
                </a:solidFill>
                <a:effectLst/>
                <a:latin typeface="Times New Roman" panose="02020603050405020304" pitchFamily="18" charset="0"/>
                <a:cs typeface="Times New Roman" panose="02020603050405020304" pitchFamily="18" charset="0"/>
              </a:rPr>
              <a:t>if (SP = 0) then (EMPTY ← 1) [Check if the stack is empty]</a:t>
            </a:r>
            <a:br>
              <a:rPr lang="en-US" sz="1700" b="0" i="0" dirty="0">
                <a:solidFill>
                  <a:srgbClr val="1D2125"/>
                </a:solidFill>
                <a:effectLst/>
                <a:latin typeface="Times New Roman" panose="02020603050405020304" pitchFamily="18" charset="0"/>
                <a:cs typeface="Times New Roman" panose="02020603050405020304" pitchFamily="18" charset="0"/>
              </a:rPr>
            </a:br>
            <a:r>
              <a:rPr lang="en-US" sz="1700" b="0" i="0" dirty="0">
                <a:solidFill>
                  <a:srgbClr val="1D2125"/>
                </a:solidFill>
                <a:effectLst/>
                <a:latin typeface="Times New Roman" panose="02020603050405020304" pitchFamily="18" charset="0"/>
                <a:cs typeface="Times New Roman" panose="02020603050405020304" pitchFamily="18" charset="0"/>
              </a:rPr>
              <a:t>FULL ← 0 [Mark the stack as not full]</a:t>
            </a:r>
          </a:p>
        </p:txBody>
      </p:sp>
    </p:spTree>
    <p:extLst>
      <p:ext uri="{BB962C8B-B14F-4D97-AF65-F5344CB8AC3E}">
        <p14:creationId xmlns:p14="http://schemas.microsoft.com/office/powerpoint/2010/main" val="16455286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69265E-311A-F78A-B5A9-9414FF0DA43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69341E4-2A4A-0931-FE62-80EE5D79A290}"/>
              </a:ext>
            </a:extLst>
          </p:cNvPr>
          <p:cNvPicPr>
            <a:picLocks noChangeAspect="1"/>
          </p:cNvPicPr>
          <p:nvPr/>
        </p:nvPicPr>
        <p:blipFill>
          <a:blip r:embed="rId2"/>
          <a:stretch>
            <a:fillRect/>
          </a:stretch>
        </p:blipFill>
        <p:spPr>
          <a:xfrm>
            <a:off x="100454" y="116065"/>
            <a:ext cx="476476" cy="806935"/>
          </a:xfrm>
          <a:prstGeom prst="rect">
            <a:avLst/>
          </a:prstGeom>
        </p:spPr>
      </p:pic>
      <p:pic>
        <p:nvPicPr>
          <p:cNvPr id="6" name="Picture 5">
            <a:extLst>
              <a:ext uri="{FF2B5EF4-FFF2-40B4-BE49-F238E27FC236}">
                <a16:creationId xmlns:a16="http://schemas.microsoft.com/office/drawing/2014/main" id="{C37238EE-AF85-83FD-FD13-90F1C140EFA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7" y="116065"/>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5ADF1EDA-684C-D2F0-23FE-549D6D72443C}"/>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151A4568-BD6A-C45E-7F16-BD94B4494D7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12" name="object 12"/>
          <p:cNvSpPr txBox="1"/>
          <p:nvPr/>
        </p:nvSpPr>
        <p:spPr>
          <a:xfrm>
            <a:off x="868924" y="895350"/>
            <a:ext cx="7436876" cy="2903359"/>
          </a:xfrm>
          <a:prstGeom prst="rect">
            <a:avLst/>
          </a:prstGeom>
        </p:spPr>
        <p:txBody>
          <a:bodyPr vert="horz" wrap="square" lIns="0" tIns="0" rIns="0" bIns="0" rtlCol="0">
            <a:spAutoFit/>
          </a:bodyPr>
          <a:lstStyle/>
          <a:p>
            <a:pPr marL="6109"/>
            <a:r>
              <a:rPr sz="1700" b="1" spc="-7" dirty="0">
                <a:latin typeface="Times New Roman"/>
                <a:cs typeface="Times New Roman"/>
              </a:rPr>
              <a:t>Me</a:t>
            </a:r>
            <a:r>
              <a:rPr sz="1700" b="1" spc="2" dirty="0">
                <a:latin typeface="Times New Roman"/>
                <a:cs typeface="Times New Roman"/>
              </a:rPr>
              <a:t>m</a:t>
            </a:r>
            <a:r>
              <a:rPr sz="1700" b="1" spc="-5" dirty="0">
                <a:latin typeface="Times New Roman"/>
                <a:cs typeface="Times New Roman"/>
              </a:rPr>
              <a:t>o</a:t>
            </a:r>
            <a:r>
              <a:rPr sz="1700" b="1" spc="-7" dirty="0">
                <a:latin typeface="Times New Roman"/>
                <a:cs typeface="Times New Roman"/>
              </a:rPr>
              <a:t>r</a:t>
            </a:r>
            <a:r>
              <a:rPr sz="1700" b="1" dirty="0">
                <a:latin typeface="Times New Roman"/>
                <a:cs typeface="Times New Roman"/>
              </a:rPr>
              <a:t>y S</a:t>
            </a:r>
            <a:r>
              <a:rPr sz="1700" b="1" spc="-2" dirty="0">
                <a:latin typeface="Times New Roman"/>
                <a:cs typeface="Times New Roman"/>
              </a:rPr>
              <a:t>ta</a:t>
            </a:r>
            <a:r>
              <a:rPr sz="1700" b="1" spc="-10" dirty="0">
                <a:latin typeface="Times New Roman"/>
                <a:cs typeface="Times New Roman"/>
              </a:rPr>
              <a:t>c</a:t>
            </a:r>
            <a:r>
              <a:rPr sz="1700" b="1" dirty="0">
                <a:latin typeface="Times New Roman"/>
                <a:cs typeface="Times New Roman"/>
              </a:rPr>
              <a:t>k</a:t>
            </a:r>
            <a:endParaRPr lang="en-US" sz="1700" b="1" dirty="0">
              <a:latin typeface="Times New Roman"/>
              <a:cs typeface="Times New Roman"/>
            </a:endParaRPr>
          </a:p>
          <a:p>
            <a:pPr marL="6109"/>
            <a:endParaRPr sz="1700" dirty="0">
              <a:latin typeface="Times New Roman"/>
              <a:cs typeface="Times New Roman"/>
            </a:endParaRPr>
          </a:p>
          <a:p>
            <a:pPr marL="116065" marR="19853" indent="-109957">
              <a:buFont typeface="Symbol"/>
              <a:buChar char=""/>
              <a:tabLst>
                <a:tab pos="116065" algn="l"/>
              </a:tabLst>
            </a:pPr>
            <a:r>
              <a:rPr sz="1700" spc="-10" dirty="0">
                <a:latin typeface="Times New Roman"/>
                <a:cs typeface="Times New Roman"/>
              </a:rPr>
              <a:t>W</a:t>
            </a:r>
            <a:r>
              <a:rPr sz="1700" spc="-5" dirty="0">
                <a:latin typeface="Times New Roman"/>
                <a:cs typeface="Times New Roman"/>
              </a:rPr>
              <a:t>h</a:t>
            </a:r>
            <a:r>
              <a:rPr sz="1700" spc="-7" dirty="0">
                <a:latin typeface="Times New Roman"/>
                <a:cs typeface="Times New Roman"/>
              </a:rPr>
              <a:t>e</a:t>
            </a:r>
            <a:r>
              <a:rPr sz="1700" dirty="0">
                <a:latin typeface="Times New Roman"/>
                <a:cs typeface="Times New Roman"/>
              </a:rPr>
              <a:t>n </a:t>
            </a:r>
            <a:r>
              <a:rPr sz="1700" spc="-5" dirty="0">
                <a:latin typeface="Times New Roman"/>
                <a:cs typeface="Times New Roman"/>
              </a:rPr>
              <a:t>prim</a:t>
            </a:r>
            <a:r>
              <a:rPr sz="1700" spc="-7" dirty="0">
                <a:latin typeface="Times New Roman"/>
                <a:cs typeface="Times New Roman"/>
              </a:rPr>
              <a:t>a</a:t>
            </a:r>
            <a:r>
              <a:rPr sz="1700" dirty="0">
                <a:latin typeface="Times New Roman"/>
                <a:cs typeface="Times New Roman"/>
              </a:rPr>
              <a:t>ry </a:t>
            </a:r>
            <a:r>
              <a:rPr sz="1700" spc="-2" dirty="0">
                <a:latin typeface="Times New Roman"/>
                <a:cs typeface="Times New Roman"/>
              </a:rPr>
              <a:t>m</a:t>
            </a:r>
            <a:r>
              <a:rPr sz="1700" spc="-7" dirty="0">
                <a:latin typeface="Times New Roman"/>
                <a:cs typeface="Times New Roman"/>
              </a:rPr>
              <a:t>e</a:t>
            </a:r>
            <a:r>
              <a:rPr sz="1700" spc="-5" dirty="0">
                <a:latin typeface="Times New Roman"/>
                <a:cs typeface="Times New Roman"/>
              </a:rPr>
              <a:t>mory</a:t>
            </a:r>
            <a:r>
              <a:rPr sz="1700" spc="-2" dirty="0">
                <a:latin typeface="Times New Roman"/>
                <a:cs typeface="Times New Roman"/>
              </a:rPr>
              <a:t> </a:t>
            </a:r>
            <a:r>
              <a:rPr sz="1700" spc="2" dirty="0">
                <a:latin typeface="Times New Roman"/>
                <a:cs typeface="Times New Roman"/>
              </a:rPr>
              <a:t>(</a:t>
            </a:r>
            <a:r>
              <a:rPr sz="1700" spc="-5" dirty="0">
                <a:latin typeface="Times New Roman"/>
                <a:cs typeface="Times New Roman"/>
              </a:rPr>
              <a:t>R</a:t>
            </a:r>
            <a:r>
              <a:rPr sz="1700" spc="-2" dirty="0">
                <a:latin typeface="Times New Roman"/>
                <a:cs typeface="Times New Roman"/>
              </a:rPr>
              <a:t>AM</a:t>
            </a:r>
            <a:r>
              <a:rPr sz="1700" dirty="0">
                <a:latin typeface="Times New Roman"/>
                <a:cs typeface="Times New Roman"/>
              </a:rPr>
              <a:t>)</a:t>
            </a:r>
            <a:r>
              <a:rPr sz="1700" spc="-2" dirty="0">
                <a:latin typeface="Times New Roman"/>
                <a:cs typeface="Times New Roman"/>
              </a:rPr>
              <a:t> is </a:t>
            </a:r>
            <a:r>
              <a:rPr sz="1700" spc="-5" dirty="0">
                <a:latin typeface="Times New Roman"/>
                <a:cs typeface="Times New Roman"/>
              </a:rPr>
              <a:t>org</a:t>
            </a:r>
            <a:r>
              <a:rPr sz="1700" spc="-7" dirty="0">
                <a:latin typeface="Times New Roman"/>
                <a:cs typeface="Times New Roman"/>
              </a:rPr>
              <a:t>a</a:t>
            </a:r>
            <a:r>
              <a:rPr sz="1700" spc="-2" dirty="0">
                <a:latin typeface="Times New Roman"/>
                <a:cs typeface="Times New Roman"/>
              </a:rPr>
              <a:t>niz</a:t>
            </a:r>
            <a:r>
              <a:rPr sz="1700" spc="-10" dirty="0">
                <a:latin typeface="Times New Roman"/>
                <a:cs typeface="Times New Roman"/>
              </a:rPr>
              <a:t>e</a:t>
            </a:r>
            <a:r>
              <a:rPr sz="1700" dirty="0">
                <a:latin typeface="Times New Roman"/>
                <a:cs typeface="Times New Roman"/>
              </a:rPr>
              <a:t>d </a:t>
            </a:r>
            <a:r>
              <a:rPr sz="1700" spc="-2" dirty="0">
                <a:latin typeface="Times New Roman"/>
                <a:cs typeface="Times New Roman"/>
              </a:rPr>
              <a:t>in the</a:t>
            </a:r>
            <a:r>
              <a:rPr sz="1700" spc="2" dirty="0">
                <a:latin typeface="Times New Roman"/>
                <a:cs typeface="Times New Roman"/>
              </a:rPr>
              <a:t> </a:t>
            </a:r>
            <a:r>
              <a:rPr sz="1700" dirty="0">
                <a:latin typeface="Times New Roman"/>
                <a:cs typeface="Times New Roman"/>
              </a:rPr>
              <a:t>fo</a:t>
            </a:r>
            <a:r>
              <a:rPr sz="1700" spc="-5" dirty="0">
                <a:latin typeface="Times New Roman"/>
                <a:cs typeface="Times New Roman"/>
              </a:rPr>
              <a:t>rm</a:t>
            </a:r>
            <a:r>
              <a:rPr sz="1700" dirty="0">
                <a:latin typeface="Times New Roman"/>
                <a:cs typeface="Times New Roman"/>
              </a:rPr>
              <a:t> of </a:t>
            </a:r>
            <a:r>
              <a:rPr sz="1700" spc="-5" dirty="0">
                <a:latin typeface="Times New Roman"/>
                <a:cs typeface="Times New Roman"/>
              </a:rPr>
              <a:t>a st</a:t>
            </a:r>
            <a:r>
              <a:rPr sz="1700" dirty="0">
                <a:latin typeface="Times New Roman"/>
                <a:cs typeface="Times New Roman"/>
              </a:rPr>
              <a:t>a</a:t>
            </a:r>
            <a:r>
              <a:rPr sz="1700" spc="-7" dirty="0">
                <a:latin typeface="Times New Roman"/>
                <a:cs typeface="Times New Roman"/>
              </a:rPr>
              <a:t>c</a:t>
            </a:r>
            <a:r>
              <a:rPr sz="1700" dirty="0">
                <a:latin typeface="Times New Roman"/>
                <a:cs typeface="Times New Roman"/>
              </a:rPr>
              <a:t>k, </a:t>
            </a:r>
            <a:r>
              <a:rPr sz="1700" spc="-2" dirty="0">
                <a:latin typeface="Times New Roman"/>
                <a:cs typeface="Times New Roman"/>
              </a:rPr>
              <a:t>it</a:t>
            </a:r>
            <a:r>
              <a:rPr sz="1700" dirty="0">
                <a:latin typeface="Times New Roman"/>
                <a:cs typeface="Times New Roman"/>
              </a:rPr>
              <a:t> </a:t>
            </a:r>
            <a:r>
              <a:rPr sz="1700" spc="-2" dirty="0">
                <a:latin typeface="Times New Roman"/>
                <a:cs typeface="Times New Roman"/>
              </a:rPr>
              <a:t>is r</a:t>
            </a:r>
            <a:r>
              <a:rPr sz="1700" spc="-7" dirty="0">
                <a:latin typeface="Times New Roman"/>
                <a:cs typeface="Times New Roman"/>
              </a:rPr>
              <a:t>e</a:t>
            </a:r>
            <a:r>
              <a:rPr sz="1700" spc="-2" dirty="0">
                <a:latin typeface="Times New Roman"/>
                <a:cs typeface="Times New Roman"/>
              </a:rPr>
              <a:t>fe</a:t>
            </a:r>
            <a:r>
              <a:rPr sz="1700" dirty="0">
                <a:latin typeface="Times New Roman"/>
                <a:cs typeface="Times New Roman"/>
              </a:rPr>
              <a:t>r</a:t>
            </a:r>
            <a:r>
              <a:rPr sz="1700" spc="-5" dirty="0">
                <a:latin typeface="Times New Roman"/>
                <a:cs typeface="Times New Roman"/>
              </a:rPr>
              <a:t>r</a:t>
            </a:r>
            <a:r>
              <a:rPr sz="1700" spc="-7" dirty="0">
                <a:latin typeface="Times New Roman"/>
                <a:cs typeface="Times New Roman"/>
              </a:rPr>
              <a:t>e</a:t>
            </a:r>
            <a:r>
              <a:rPr sz="1700" dirty="0">
                <a:latin typeface="Times New Roman"/>
                <a:cs typeface="Times New Roman"/>
              </a:rPr>
              <a:t>d </a:t>
            </a:r>
            <a:r>
              <a:rPr sz="1700" spc="-2" dirty="0">
                <a:latin typeface="Times New Roman"/>
                <a:cs typeface="Times New Roman"/>
              </a:rPr>
              <a:t>to </a:t>
            </a:r>
            <a:r>
              <a:rPr sz="1700" spc="-7" dirty="0">
                <a:latin typeface="Times New Roman"/>
                <a:cs typeface="Times New Roman"/>
              </a:rPr>
              <a:t>a</a:t>
            </a:r>
            <a:r>
              <a:rPr sz="1700" dirty="0">
                <a:latin typeface="Times New Roman"/>
                <a:cs typeface="Times New Roman"/>
              </a:rPr>
              <a:t>s</a:t>
            </a:r>
            <a:r>
              <a:rPr sz="1700" spc="-2" dirty="0">
                <a:latin typeface="Times New Roman"/>
                <a:cs typeface="Times New Roman"/>
              </a:rPr>
              <a:t> </a:t>
            </a:r>
            <a:r>
              <a:rPr sz="1700" spc="-5" dirty="0">
                <a:latin typeface="Times New Roman"/>
                <a:cs typeface="Times New Roman"/>
              </a:rPr>
              <a:t>a</a:t>
            </a:r>
            <a:r>
              <a:rPr sz="1700" spc="-2" dirty="0">
                <a:latin typeface="Times New Roman"/>
                <a:cs typeface="Times New Roman"/>
              </a:rPr>
              <a:t> Me</a:t>
            </a:r>
            <a:r>
              <a:rPr sz="1700" spc="-5" dirty="0">
                <a:latin typeface="Times New Roman"/>
                <a:cs typeface="Times New Roman"/>
              </a:rPr>
              <a:t>mory</a:t>
            </a:r>
            <a:r>
              <a:rPr sz="1700" dirty="0">
                <a:latin typeface="Times New Roman"/>
                <a:cs typeface="Times New Roman"/>
              </a:rPr>
              <a:t> S</a:t>
            </a:r>
            <a:r>
              <a:rPr sz="1700" spc="-2" dirty="0">
                <a:latin typeface="Times New Roman"/>
                <a:cs typeface="Times New Roman"/>
              </a:rPr>
              <a:t>ta</a:t>
            </a:r>
            <a:r>
              <a:rPr sz="1700" spc="-10" dirty="0">
                <a:latin typeface="Times New Roman"/>
                <a:cs typeface="Times New Roman"/>
              </a:rPr>
              <a:t>c</a:t>
            </a:r>
            <a:r>
              <a:rPr sz="1700" dirty="0">
                <a:latin typeface="Times New Roman"/>
                <a:cs typeface="Times New Roman"/>
              </a:rPr>
              <a:t>k.</a:t>
            </a:r>
          </a:p>
          <a:p>
            <a:pPr marL="116065" marR="2443" indent="-109957">
              <a:spcBef>
                <a:spcPts val="108"/>
              </a:spcBef>
              <a:buFont typeface="Symbol"/>
              <a:buChar char=""/>
              <a:tabLst>
                <a:tab pos="116065" algn="l"/>
              </a:tabLst>
            </a:pPr>
            <a:r>
              <a:rPr sz="1700" spc="-5" dirty="0">
                <a:latin typeface="Times New Roman"/>
                <a:cs typeface="Times New Roman"/>
              </a:rPr>
              <a:t>The </a:t>
            </a:r>
            <a:r>
              <a:rPr sz="1700" spc="-46" dirty="0">
                <a:latin typeface="Times New Roman"/>
                <a:cs typeface="Times New Roman"/>
              </a:rPr>
              <a:t> </a:t>
            </a:r>
            <a:r>
              <a:rPr sz="1700" dirty="0">
                <a:latin typeface="Times New Roman"/>
                <a:cs typeface="Times New Roman"/>
              </a:rPr>
              <a:t>Prog</a:t>
            </a:r>
            <a:r>
              <a:rPr sz="1700" spc="-5" dirty="0">
                <a:latin typeface="Times New Roman"/>
                <a:cs typeface="Times New Roman"/>
              </a:rPr>
              <a:t>r</a:t>
            </a:r>
            <a:r>
              <a:rPr sz="1700" spc="-7" dirty="0">
                <a:latin typeface="Times New Roman"/>
                <a:cs typeface="Times New Roman"/>
              </a:rPr>
              <a:t>a</a:t>
            </a:r>
            <a:r>
              <a:rPr sz="1700" spc="-5" dirty="0">
                <a:latin typeface="Times New Roman"/>
                <a:cs typeface="Times New Roman"/>
              </a:rPr>
              <a:t>m</a:t>
            </a:r>
            <a:r>
              <a:rPr sz="1700" dirty="0">
                <a:latin typeface="Times New Roman"/>
                <a:cs typeface="Times New Roman"/>
              </a:rPr>
              <a:t> </a:t>
            </a:r>
            <a:r>
              <a:rPr sz="1700" spc="-41" dirty="0">
                <a:latin typeface="Times New Roman"/>
                <a:cs typeface="Times New Roman"/>
              </a:rPr>
              <a:t> </a:t>
            </a:r>
            <a:r>
              <a:rPr sz="1700" spc="-5" dirty="0">
                <a:latin typeface="Times New Roman"/>
                <a:cs typeface="Times New Roman"/>
              </a:rPr>
              <a:t>Counter</a:t>
            </a:r>
            <a:r>
              <a:rPr sz="1700" dirty="0">
                <a:latin typeface="Times New Roman"/>
                <a:cs typeface="Times New Roman"/>
              </a:rPr>
              <a:t> </a:t>
            </a:r>
            <a:r>
              <a:rPr sz="1700" spc="-38" dirty="0">
                <a:latin typeface="Times New Roman"/>
                <a:cs typeface="Times New Roman"/>
              </a:rPr>
              <a:t> </a:t>
            </a:r>
            <a:r>
              <a:rPr sz="1700" spc="2" dirty="0">
                <a:latin typeface="Times New Roman"/>
                <a:cs typeface="Times New Roman"/>
              </a:rPr>
              <a:t>(</a:t>
            </a:r>
            <a:r>
              <a:rPr sz="1700" dirty="0">
                <a:latin typeface="Times New Roman"/>
                <a:cs typeface="Times New Roman"/>
              </a:rPr>
              <a:t>P</a:t>
            </a:r>
            <a:r>
              <a:rPr sz="1700" spc="-5" dirty="0">
                <a:latin typeface="Times New Roman"/>
                <a:cs typeface="Times New Roman"/>
              </a:rPr>
              <a:t>C</a:t>
            </a:r>
            <a:r>
              <a:rPr sz="1700" dirty="0">
                <a:latin typeface="Times New Roman"/>
                <a:cs typeface="Times New Roman"/>
              </a:rPr>
              <a:t>) </a:t>
            </a:r>
            <a:r>
              <a:rPr sz="1700" spc="-43" dirty="0">
                <a:latin typeface="Times New Roman"/>
                <a:cs typeface="Times New Roman"/>
              </a:rPr>
              <a:t> </a:t>
            </a:r>
            <a:r>
              <a:rPr sz="1700" spc="-2" dirty="0">
                <a:latin typeface="Times New Roman"/>
                <a:cs typeface="Times New Roman"/>
              </a:rPr>
              <a:t>indi</a:t>
            </a:r>
            <a:r>
              <a:rPr sz="1700" spc="-7" dirty="0">
                <a:latin typeface="Times New Roman"/>
                <a:cs typeface="Times New Roman"/>
              </a:rPr>
              <a:t>ca</a:t>
            </a:r>
            <a:r>
              <a:rPr sz="1700" spc="-2" dirty="0">
                <a:latin typeface="Times New Roman"/>
                <a:cs typeface="Times New Roman"/>
              </a:rPr>
              <a:t>tes</a:t>
            </a:r>
            <a:r>
              <a:rPr sz="1700" dirty="0">
                <a:latin typeface="Times New Roman"/>
                <a:cs typeface="Times New Roman"/>
              </a:rPr>
              <a:t> </a:t>
            </a:r>
            <a:r>
              <a:rPr sz="1700" spc="-43" dirty="0">
                <a:latin typeface="Times New Roman"/>
                <a:cs typeface="Times New Roman"/>
              </a:rPr>
              <a:t> </a:t>
            </a:r>
            <a:r>
              <a:rPr sz="1700" spc="-2" dirty="0">
                <a:latin typeface="Times New Roman"/>
                <a:cs typeface="Times New Roman"/>
              </a:rPr>
              <a:t>the</a:t>
            </a:r>
            <a:r>
              <a:rPr sz="1700" dirty="0">
                <a:latin typeface="Times New Roman"/>
                <a:cs typeface="Times New Roman"/>
              </a:rPr>
              <a:t> </a:t>
            </a:r>
            <a:r>
              <a:rPr sz="1700" spc="-43" dirty="0">
                <a:latin typeface="Times New Roman"/>
                <a:cs typeface="Times New Roman"/>
              </a:rPr>
              <a:t> </a:t>
            </a:r>
            <a:r>
              <a:rPr sz="1700" spc="-7" dirty="0">
                <a:latin typeface="Times New Roman"/>
                <a:cs typeface="Times New Roman"/>
              </a:rPr>
              <a:t>a</a:t>
            </a:r>
            <a:r>
              <a:rPr sz="1700" dirty="0">
                <a:latin typeface="Times New Roman"/>
                <a:cs typeface="Times New Roman"/>
              </a:rPr>
              <a:t>dd</a:t>
            </a:r>
            <a:r>
              <a:rPr sz="1700" spc="2" dirty="0">
                <a:latin typeface="Times New Roman"/>
                <a:cs typeface="Times New Roman"/>
              </a:rPr>
              <a:t>r</a:t>
            </a:r>
            <a:r>
              <a:rPr sz="1700" spc="-2" dirty="0">
                <a:latin typeface="Times New Roman"/>
                <a:cs typeface="Times New Roman"/>
              </a:rPr>
              <a:t>es</a:t>
            </a:r>
            <a:r>
              <a:rPr sz="1700" dirty="0">
                <a:latin typeface="Times New Roman"/>
                <a:cs typeface="Times New Roman"/>
              </a:rPr>
              <a:t>s </a:t>
            </a:r>
            <a:r>
              <a:rPr sz="1700" spc="-41" dirty="0">
                <a:latin typeface="Times New Roman"/>
                <a:cs typeface="Times New Roman"/>
              </a:rPr>
              <a:t> </a:t>
            </a:r>
            <a:r>
              <a:rPr sz="1700" dirty="0">
                <a:latin typeface="Times New Roman"/>
                <a:cs typeface="Times New Roman"/>
              </a:rPr>
              <a:t>of </a:t>
            </a:r>
            <a:r>
              <a:rPr sz="1700" spc="-43" dirty="0">
                <a:latin typeface="Times New Roman"/>
                <a:cs typeface="Times New Roman"/>
              </a:rPr>
              <a:t> </a:t>
            </a:r>
            <a:r>
              <a:rPr sz="1700" spc="-2" dirty="0">
                <a:latin typeface="Times New Roman"/>
                <a:cs typeface="Times New Roman"/>
              </a:rPr>
              <a:t>the</a:t>
            </a:r>
            <a:r>
              <a:rPr sz="1700" dirty="0">
                <a:latin typeface="Times New Roman"/>
                <a:cs typeface="Times New Roman"/>
              </a:rPr>
              <a:t> </a:t>
            </a:r>
            <a:r>
              <a:rPr sz="1700" spc="-43" dirty="0">
                <a:latin typeface="Times New Roman"/>
                <a:cs typeface="Times New Roman"/>
              </a:rPr>
              <a:t> </a:t>
            </a:r>
            <a:r>
              <a:rPr sz="1700" spc="-5" dirty="0">
                <a:latin typeface="Times New Roman"/>
                <a:cs typeface="Times New Roman"/>
              </a:rPr>
              <a:t>n</a:t>
            </a:r>
            <a:r>
              <a:rPr sz="1700" spc="-7" dirty="0">
                <a:latin typeface="Times New Roman"/>
                <a:cs typeface="Times New Roman"/>
              </a:rPr>
              <a:t>e</a:t>
            </a:r>
            <a:r>
              <a:rPr sz="1700" spc="-2" dirty="0">
                <a:latin typeface="Times New Roman"/>
                <a:cs typeface="Times New Roman"/>
              </a:rPr>
              <a:t>xt</a:t>
            </a:r>
            <a:r>
              <a:rPr sz="1700" dirty="0">
                <a:latin typeface="Times New Roman"/>
                <a:cs typeface="Times New Roman"/>
              </a:rPr>
              <a:t> </a:t>
            </a:r>
            <a:r>
              <a:rPr sz="1700" spc="-41" dirty="0">
                <a:latin typeface="Times New Roman"/>
                <a:cs typeface="Times New Roman"/>
              </a:rPr>
              <a:t> </a:t>
            </a:r>
            <a:r>
              <a:rPr sz="1700" spc="-2" dirty="0">
                <a:latin typeface="Times New Roman"/>
                <a:cs typeface="Times New Roman"/>
              </a:rPr>
              <a:t>instru</a:t>
            </a:r>
            <a:r>
              <a:rPr sz="1700" spc="-10" dirty="0">
                <a:latin typeface="Times New Roman"/>
                <a:cs typeface="Times New Roman"/>
              </a:rPr>
              <a:t>c</a:t>
            </a:r>
            <a:r>
              <a:rPr sz="1700" spc="-2" dirty="0">
                <a:latin typeface="Times New Roman"/>
                <a:cs typeface="Times New Roman"/>
              </a:rPr>
              <a:t>ti</a:t>
            </a:r>
            <a:r>
              <a:rPr sz="1700" spc="5" dirty="0">
                <a:latin typeface="Times New Roman"/>
                <a:cs typeface="Times New Roman"/>
              </a:rPr>
              <a:t>o</a:t>
            </a:r>
            <a:r>
              <a:rPr sz="1700" dirty="0">
                <a:latin typeface="Times New Roman"/>
                <a:cs typeface="Times New Roman"/>
              </a:rPr>
              <a:t>n </a:t>
            </a:r>
            <a:r>
              <a:rPr sz="1700" spc="-43" dirty="0">
                <a:latin typeface="Times New Roman"/>
                <a:cs typeface="Times New Roman"/>
              </a:rPr>
              <a:t> </a:t>
            </a:r>
            <a:r>
              <a:rPr sz="1700" spc="-2" dirty="0">
                <a:latin typeface="Times New Roman"/>
                <a:cs typeface="Times New Roman"/>
              </a:rPr>
              <a:t>in</a:t>
            </a:r>
            <a:r>
              <a:rPr sz="1700" dirty="0">
                <a:latin typeface="Times New Roman"/>
                <a:cs typeface="Times New Roman"/>
              </a:rPr>
              <a:t> </a:t>
            </a:r>
            <a:r>
              <a:rPr sz="1700" spc="-41" dirty="0">
                <a:latin typeface="Times New Roman"/>
                <a:cs typeface="Times New Roman"/>
              </a:rPr>
              <a:t> </a:t>
            </a:r>
            <a:r>
              <a:rPr sz="1700" spc="-2" dirty="0">
                <a:latin typeface="Times New Roman"/>
                <a:cs typeface="Times New Roman"/>
              </a:rPr>
              <a:t>the </a:t>
            </a:r>
            <a:r>
              <a:rPr sz="1700" dirty="0">
                <a:latin typeface="Times New Roman"/>
                <a:cs typeface="Times New Roman"/>
              </a:rPr>
              <a:t>prog</a:t>
            </a:r>
            <a:r>
              <a:rPr sz="1700" spc="-5" dirty="0">
                <a:latin typeface="Times New Roman"/>
                <a:cs typeface="Times New Roman"/>
              </a:rPr>
              <a:t>r</a:t>
            </a:r>
            <a:r>
              <a:rPr sz="1700" spc="-7" dirty="0">
                <a:latin typeface="Times New Roman"/>
                <a:cs typeface="Times New Roman"/>
              </a:rPr>
              <a:t>a</a:t>
            </a:r>
            <a:r>
              <a:rPr sz="1700" spc="-5" dirty="0">
                <a:latin typeface="Times New Roman"/>
                <a:cs typeface="Times New Roman"/>
              </a:rPr>
              <a:t>m.</a:t>
            </a:r>
            <a:endParaRPr sz="1700" dirty="0">
              <a:latin typeface="Times New Roman"/>
              <a:cs typeface="Times New Roman"/>
            </a:endParaRPr>
          </a:p>
          <a:p>
            <a:pPr marL="116065" indent="-109957">
              <a:buFont typeface="Symbol"/>
              <a:buChar char=""/>
              <a:tabLst>
                <a:tab pos="116065" algn="l"/>
              </a:tabLst>
            </a:pPr>
            <a:r>
              <a:rPr sz="1700" spc="-5" dirty="0">
                <a:latin typeface="Times New Roman"/>
                <a:cs typeface="Times New Roman"/>
              </a:rPr>
              <a:t>The </a:t>
            </a:r>
            <a:r>
              <a:rPr sz="1700" spc="-2" dirty="0">
                <a:latin typeface="Times New Roman"/>
                <a:cs typeface="Times New Roman"/>
              </a:rPr>
              <a:t>Add</a:t>
            </a:r>
            <a:r>
              <a:rPr sz="1700" spc="-5" dirty="0">
                <a:latin typeface="Times New Roman"/>
                <a:cs typeface="Times New Roman"/>
              </a:rPr>
              <a:t>r</a:t>
            </a:r>
            <a:r>
              <a:rPr sz="1700" spc="-7" dirty="0">
                <a:latin typeface="Times New Roman"/>
                <a:cs typeface="Times New Roman"/>
              </a:rPr>
              <a:t>e</a:t>
            </a:r>
            <a:r>
              <a:rPr sz="1700" spc="-2" dirty="0">
                <a:latin typeface="Times New Roman"/>
                <a:cs typeface="Times New Roman"/>
              </a:rPr>
              <a:t>s</a:t>
            </a:r>
            <a:r>
              <a:rPr sz="1700" dirty="0">
                <a:latin typeface="Times New Roman"/>
                <a:cs typeface="Times New Roman"/>
              </a:rPr>
              <a:t>s </a:t>
            </a:r>
            <a:r>
              <a:rPr sz="1700" spc="-5" dirty="0">
                <a:latin typeface="Times New Roman"/>
                <a:cs typeface="Times New Roman"/>
              </a:rPr>
              <a:t>R</a:t>
            </a:r>
            <a:r>
              <a:rPr sz="1700" spc="-7" dirty="0">
                <a:latin typeface="Times New Roman"/>
                <a:cs typeface="Times New Roman"/>
              </a:rPr>
              <a:t>e</a:t>
            </a:r>
            <a:r>
              <a:rPr sz="1700" spc="-2" dirty="0">
                <a:latin typeface="Times New Roman"/>
                <a:cs typeface="Times New Roman"/>
              </a:rPr>
              <a:t>gis</a:t>
            </a:r>
            <a:r>
              <a:rPr sz="1700" dirty="0">
                <a:latin typeface="Times New Roman"/>
                <a:cs typeface="Times New Roman"/>
              </a:rPr>
              <a:t>t</a:t>
            </a:r>
            <a:r>
              <a:rPr sz="1700" spc="-2" dirty="0">
                <a:latin typeface="Times New Roman"/>
                <a:cs typeface="Times New Roman"/>
              </a:rPr>
              <a:t>e</a:t>
            </a:r>
            <a:r>
              <a:rPr sz="1700" dirty="0">
                <a:latin typeface="Times New Roman"/>
                <a:cs typeface="Times New Roman"/>
              </a:rPr>
              <a:t>r </a:t>
            </a:r>
            <a:r>
              <a:rPr sz="1700" spc="-5" dirty="0">
                <a:latin typeface="Times New Roman"/>
                <a:cs typeface="Times New Roman"/>
              </a:rPr>
              <a:t>(</a:t>
            </a:r>
            <a:r>
              <a:rPr sz="1700" spc="2" dirty="0">
                <a:latin typeface="Times New Roman"/>
                <a:cs typeface="Times New Roman"/>
              </a:rPr>
              <a:t>A</a:t>
            </a:r>
            <a:r>
              <a:rPr sz="1700" spc="-5" dirty="0">
                <a:latin typeface="Times New Roman"/>
                <a:cs typeface="Times New Roman"/>
              </a:rPr>
              <a:t>R</a:t>
            </a:r>
            <a:r>
              <a:rPr sz="1700" dirty="0">
                <a:latin typeface="Times New Roman"/>
                <a:cs typeface="Times New Roman"/>
              </a:rPr>
              <a:t>) </a:t>
            </a:r>
            <a:r>
              <a:rPr sz="1700" spc="-2" dirty="0">
                <a:latin typeface="Times New Roman"/>
                <a:cs typeface="Times New Roman"/>
              </a:rPr>
              <a:t>points</a:t>
            </a:r>
            <a:r>
              <a:rPr sz="1700" dirty="0">
                <a:latin typeface="Times New Roman"/>
                <a:cs typeface="Times New Roman"/>
              </a:rPr>
              <a:t> </a:t>
            </a:r>
            <a:r>
              <a:rPr sz="1700" spc="-2" dirty="0">
                <a:latin typeface="Times New Roman"/>
                <a:cs typeface="Times New Roman"/>
              </a:rPr>
              <a:t>t</a:t>
            </a:r>
            <a:r>
              <a:rPr sz="1700" dirty="0">
                <a:latin typeface="Times New Roman"/>
                <a:cs typeface="Times New Roman"/>
              </a:rPr>
              <a:t>o </a:t>
            </a:r>
            <a:r>
              <a:rPr sz="1700" spc="-7" dirty="0">
                <a:latin typeface="Times New Roman"/>
                <a:cs typeface="Times New Roman"/>
              </a:rPr>
              <a:t>a</a:t>
            </a:r>
            <a:r>
              <a:rPr sz="1700" dirty="0">
                <a:latin typeface="Times New Roman"/>
                <a:cs typeface="Times New Roman"/>
              </a:rPr>
              <a:t>n </a:t>
            </a:r>
            <a:r>
              <a:rPr sz="1700" spc="-7" dirty="0">
                <a:latin typeface="Times New Roman"/>
                <a:cs typeface="Times New Roman"/>
              </a:rPr>
              <a:t>a</a:t>
            </a:r>
            <a:r>
              <a:rPr sz="1700" dirty="0">
                <a:latin typeface="Times New Roman"/>
                <a:cs typeface="Times New Roman"/>
              </a:rPr>
              <a:t>r</a:t>
            </a:r>
            <a:r>
              <a:rPr sz="1700" spc="-5" dirty="0">
                <a:latin typeface="Times New Roman"/>
                <a:cs typeface="Times New Roman"/>
              </a:rPr>
              <a:t>r</a:t>
            </a:r>
            <a:r>
              <a:rPr sz="1700" spc="-7" dirty="0">
                <a:latin typeface="Times New Roman"/>
                <a:cs typeface="Times New Roman"/>
              </a:rPr>
              <a:t>a</a:t>
            </a:r>
            <a:r>
              <a:rPr sz="1700" dirty="0">
                <a:latin typeface="Times New Roman"/>
                <a:cs typeface="Times New Roman"/>
              </a:rPr>
              <a:t>y of </a:t>
            </a:r>
            <a:r>
              <a:rPr sz="1700" spc="2"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dirty="0">
                <a:latin typeface="Times New Roman"/>
                <a:cs typeface="Times New Roman"/>
              </a:rPr>
              <a:t> </a:t>
            </a:r>
            <a:r>
              <a:rPr sz="1700" spc="-2" dirty="0">
                <a:latin typeface="Times New Roman"/>
                <a:cs typeface="Times New Roman"/>
              </a:rPr>
              <a:t>within</a:t>
            </a:r>
            <a:r>
              <a:rPr sz="1700" dirty="0">
                <a:latin typeface="Times New Roman"/>
                <a:cs typeface="Times New Roman"/>
              </a:rPr>
              <a:t> </a:t>
            </a:r>
            <a:r>
              <a:rPr sz="1700" spc="-2" dirty="0">
                <a:latin typeface="Times New Roman"/>
                <a:cs typeface="Times New Roman"/>
              </a:rPr>
              <a:t>the </a:t>
            </a:r>
            <a:r>
              <a:rPr sz="1700" spc="-5" dirty="0">
                <a:latin typeface="Times New Roman"/>
                <a:cs typeface="Times New Roman"/>
              </a:rPr>
              <a:t>memor</a:t>
            </a:r>
            <a:r>
              <a:rPr sz="1700" dirty="0">
                <a:latin typeface="Times New Roman"/>
                <a:cs typeface="Times New Roman"/>
              </a:rPr>
              <a:t>y </a:t>
            </a:r>
            <a:r>
              <a:rPr sz="1700" spc="-5" dirty="0">
                <a:latin typeface="Times New Roman"/>
                <a:cs typeface="Times New Roman"/>
              </a:rPr>
              <a:t>s</a:t>
            </a:r>
            <a:r>
              <a:rPr sz="1700" spc="-2" dirty="0">
                <a:latin typeface="Times New Roman"/>
                <a:cs typeface="Times New Roman"/>
              </a:rPr>
              <a:t>t</a:t>
            </a:r>
            <a:r>
              <a:rPr sz="1700" spc="-7" dirty="0">
                <a:latin typeface="Times New Roman"/>
                <a:cs typeface="Times New Roman"/>
              </a:rPr>
              <a:t>ac</a:t>
            </a:r>
            <a:r>
              <a:rPr sz="1700" dirty="0">
                <a:latin typeface="Times New Roman"/>
                <a:cs typeface="Times New Roman"/>
              </a:rPr>
              <a:t>k.</a:t>
            </a:r>
          </a:p>
          <a:p>
            <a:pPr marL="116065" indent="-109957">
              <a:spcBef>
                <a:spcPts val="12"/>
              </a:spcBef>
              <a:buFont typeface="Symbol"/>
              <a:buChar char=""/>
              <a:tabLst>
                <a:tab pos="116065" algn="l"/>
              </a:tabLst>
            </a:pPr>
            <a:r>
              <a:rPr sz="1700" spc="-5" dirty="0">
                <a:latin typeface="Times New Roman"/>
                <a:cs typeface="Times New Roman"/>
              </a:rPr>
              <a:t>The </a:t>
            </a:r>
            <a:r>
              <a:rPr sz="1700" dirty="0">
                <a:latin typeface="Times New Roman"/>
                <a:cs typeface="Times New Roman"/>
              </a:rPr>
              <a:t>S</a:t>
            </a:r>
            <a:r>
              <a:rPr sz="1700" spc="-2" dirty="0">
                <a:latin typeface="Times New Roman"/>
                <a:cs typeface="Times New Roman"/>
              </a:rPr>
              <a:t>ta</a:t>
            </a:r>
            <a:r>
              <a:rPr sz="1700" spc="-10" dirty="0">
                <a:latin typeface="Times New Roman"/>
                <a:cs typeface="Times New Roman"/>
              </a:rPr>
              <a:t>c</a:t>
            </a:r>
            <a:r>
              <a:rPr sz="1700" dirty="0">
                <a:latin typeface="Times New Roman"/>
                <a:cs typeface="Times New Roman"/>
              </a:rPr>
              <a:t>k P</a:t>
            </a:r>
            <a:r>
              <a:rPr sz="1700" spc="-2" dirty="0">
                <a:latin typeface="Times New Roman"/>
                <a:cs typeface="Times New Roman"/>
              </a:rPr>
              <a:t>oint</a:t>
            </a:r>
            <a:r>
              <a:rPr sz="1700" spc="-7" dirty="0">
                <a:latin typeface="Times New Roman"/>
                <a:cs typeface="Times New Roman"/>
              </a:rPr>
              <a:t>e</a:t>
            </a:r>
            <a:r>
              <a:rPr sz="1700" dirty="0">
                <a:latin typeface="Times New Roman"/>
                <a:cs typeface="Times New Roman"/>
              </a:rPr>
              <a:t>r </a:t>
            </a:r>
            <a:r>
              <a:rPr sz="1700" spc="-5" dirty="0">
                <a:latin typeface="Times New Roman"/>
                <a:cs typeface="Times New Roman"/>
              </a:rPr>
              <a:t>(</a:t>
            </a:r>
            <a:r>
              <a:rPr sz="1700" dirty="0">
                <a:latin typeface="Times New Roman"/>
                <a:cs typeface="Times New Roman"/>
              </a:rPr>
              <a:t>SP) </a:t>
            </a:r>
            <a:r>
              <a:rPr sz="1700" spc="-2" dirty="0">
                <a:latin typeface="Times New Roman"/>
                <a:cs typeface="Times New Roman"/>
              </a:rPr>
              <a:t>id</a:t>
            </a:r>
            <a:r>
              <a:rPr sz="1700" spc="-10" dirty="0">
                <a:latin typeface="Times New Roman"/>
                <a:cs typeface="Times New Roman"/>
              </a:rPr>
              <a:t>e</a:t>
            </a:r>
            <a:r>
              <a:rPr sz="1700" spc="-2" dirty="0">
                <a:latin typeface="Times New Roman"/>
                <a:cs typeface="Times New Roman"/>
              </a:rPr>
              <a:t>ntifi</a:t>
            </a:r>
            <a:r>
              <a:rPr sz="1700" spc="-10" dirty="0">
                <a:latin typeface="Times New Roman"/>
                <a:cs typeface="Times New Roman"/>
              </a:rPr>
              <a:t>e</a:t>
            </a:r>
            <a:r>
              <a:rPr sz="1700" dirty="0">
                <a:latin typeface="Times New Roman"/>
                <a:cs typeface="Times New Roman"/>
              </a:rPr>
              <a:t>s</a:t>
            </a:r>
            <a:r>
              <a:rPr sz="1700" spc="-2" dirty="0">
                <a:latin typeface="Times New Roman"/>
                <a:cs typeface="Times New Roman"/>
              </a:rPr>
              <a:t> the </a:t>
            </a:r>
            <a:r>
              <a:rPr sz="1700" spc="-5" dirty="0">
                <a:latin typeface="Times New Roman"/>
                <a:cs typeface="Times New Roman"/>
              </a:rPr>
              <a:t>top</a:t>
            </a:r>
            <a:r>
              <a:rPr sz="1700" spc="-2" dirty="0">
                <a:latin typeface="Times New Roman"/>
                <a:cs typeface="Times New Roman"/>
              </a:rPr>
              <a:t> </a:t>
            </a:r>
            <a:r>
              <a:rPr sz="1700" dirty="0">
                <a:latin typeface="Times New Roman"/>
                <a:cs typeface="Times New Roman"/>
              </a:rPr>
              <a:t>of </a:t>
            </a:r>
            <a:r>
              <a:rPr sz="1700" spc="-2" dirty="0">
                <a:latin typeface="Times New Roman"/>
                <a:cs typeface="Times New Roman"/>
              </a:rPr>
              <a:t>the </a:t>
            </a:r>
            <a:r>
              <a:rPr sz="1700" spc="-5" dirty="0">
                <a:latin typeface="Times New Roman"/>
                <a:cs typeface="Times New Roman"/>
              </a:rPr>
              <a:t>st</a:t>
            </a:r>
            <a:r>
              <a:rPr sz="1700" dirty="0">
                <a:latin typeface="Times New Roman"/>
                <a:cs typeface="Times New Roman"/>
              </a:rPr>
              <a:t>a</a:t>
            </a:r>
            <a:r>
              <a:rPr sz="1700" spc="-7" dirty="0">
                <a:latin typeface="Times New Roman"/>
                <a:cs typeface="Times New Roman"/>
              </a:rPr>
              <a:t>c</a:t>
            </a:r>
            <a:r>
              <a:rPr sz="1700" dirty="0">
                <a:latin typeface="Times New Roman"/>
                <a:cs typeface="Times New Roman"/>
              </a:rPr>
              <a:t>k.</a:t>
            </a:r>
          </a:p>
          <a:p>
            <a:pPr marL="116065" marR="2443" indent="-109957" algn="just">
              <a:spcBef>
                <a:spcPts val="63"/>
              </a:spcBef>
              <a:buFont typeface="Symbol"/>
              <a:buChar char=""/>
              <a:tabLst>
                <a:tab pos="116065" algn="l"/>
              </a:tabLst>
            </a:pPr>
            <a:r>
              <a:rPr sz="1700" spc="-10" dirty="0">
                <a:latin typeface="Times New Roman"/>
                <a:cs typeface="Times New Roman"/>
              </a:rPr>
              <a:t>I</a:t>
            </a:r>
            <a:r>
              <a:rPr sz="1700" dirty="0">
                <a:latin typeface="Times New Roman"/>
                <a:cs typeface="Times New Roman"/>
              </a:rPr>
              <a:t>n</a:t>
            </a:r>
            <a:r>
              <a:rPr sz="1700" spc="14" dirty="0">
                <a:latin typeface="Times New Roman"/>
                <a:cs typeface="Times New Roman"/>
              </a:rPr>
              <a:t> </a:t>
            </a:r>
            <a:r>
              <a:rPr sz="1700" spc="-2" dirty="0">
                <a:latin typeface="Times New Roman"/>
                <a:cs typeface="Times New Roman"/>
              </a:rPr>
              <a:t>t</a:t>
            </a:r>
            <a:r>
              <a:rPr sz="1700" dirty="0">
                <a:latin typeface="Times New Roman"/>
                <a:cs typeface="Times New Roman"/>
              </a:rPr>
              <a:t>h</a:t>
            </a:r>
            <a:r>
              <a:rPr sz="1700" spc="-5" dirty="0">
                <a:latin typeface="Times New Roman"/>
                <a:cs typeface="Times New Roman"/>
              </a:rPr>
              <a:t>e</a:t>
            </a:r>
            <a:r>
              <a:rPr sz="1700" spc="14" dirty="0">
                <a:latin typeface="Times New Roman"/>
                <a:cs typeface="Times New Roman"/>
              </a:rPr>
              <a:t> </a:t>
            </a:r>
            <a:r>
              <a:rPr sz="1700" spc="-2" dirty="0">
                <a:latin typeface="Times New Roman"/>
                <a:cs typeface="Times New Roman"/>
              </a:rPr>
              <a:t>illustr</a:t>
            </a:r>
            <a:r>
              <a:rPr sz="1700" spc="-10" dirty="0">
                <a:latin typeface="Times New Roman"/>
                <a:cs typeface="Times New Roman"/>
              </a:rPr>
              <a:t>a</a:t>
            </a:r>
            <a:r>
              <a:rPr sz="1700" spc="-2" dirty="0">
                <a:latin typeface="Times New Roman"/>
                <a:cs typeface="Times New Roman"/>
              </a:rPr>
              <a:t>ted</a:t>
            </a:r>
            <a:r>
              <a:rPr sz="1700" spc="14" dirty="0">
                <a:latin typeface="Times New Roman"/>
                <a:cs typeface="Times New Roman"/>
              </a:rPr>
              <a:t> </a:t>
            </a:r>
            <a:r>
              <a:rPr sz="1700" spc="-2" dirty="0">
                <a:latin typeface="Times New Roman"/>
                <a:cs typeface="Times New Roman"/>
              </a:rPr>
              <a:t>figu</a:t>
            </a:r>
            <a:r>
              <a:rPr sz="1700" dirty="0">
                <a:latin typeface="Times New Roman"/>
                <a:cs typeface="Times New Roman"/>
              </a:rPr>
              <a:t>r</a:t>
            </a:r>
            <a:r>
              <a:rPr sz="1700" spc="-5" dirty="0">
                <a:latin typeface="Times New Roman"/>
                <a:cs typeface="Times New Roman"/>
              </a:rPr>
              <a:t>e</a:t>
            </a:r>
            <a:r>
              <a:rPr sz="1700" spc="19" dirty="0">
                <a:latin typeface="Times New Roman"/>
                <a:cs typeface="Times New Roman"/>
              </a:rPr>
              <a:t> </a:t>
            </a:r>
            <a:r>
              <a:rPr sz="1700" spc="5" dirty="0">
                <a:latin typeface="Times New Roman"/>
                <a:cs typeface="Times New Roman"/>
              </a:rPr>
              <a:t>b</a:t>
            </a:r>
            <a:r>
              <a:rPr sz="1700" spc="-7" dirty="0">
                <a:latin typeface="Times New Roman"/>
                <a:cs typeface="Times New Roman"/>
              </a:rPr>
              <a:t>e</a:t>
            </a:r>
            <a:r>
              <a:rPr sz="1700" dirty="0">
                <a:latin typeface="Times New Roman"/>
                <a:cs typeface="Times New Roman"/>
              </a:rPr>
              <a:t>low,</a:t>
            </a:r>
            <a:r>
              <a:rPr sz="1700" spc="14" dirty="0">
                <a:latin typeface="Times New Roman"/>
                <a:cs typeface="Times New Roman"/>
              </a:rPr>
              <a:t> </a:t>
            </a:r>
            <a:r>
              <a:rPr sz="1700" spc="-2" dirty="0">
                <a:latin typeface="Times New Roman"/>
                <a:cs typeface="Times New Roman"/>
              </a:rPr>
              <a:t>the</a:t>
            </a:r>
            <a:r>
              <a:rPr sz="1700" spc="14" dirty="0">
                <a:latin typeface="Times New Roman"/>
                <a:cs typeface="Times New Roman"/>
              </a:rPr>
              <a:t> </a:t>
            </a:r>
            <a:r>
              <a:rPr sz="1700" spc="-2" dirty="0">
                <a:latin typeface="Times New Roman"/>
                <a:cs typeface="Times New Roman"/>
              </a:rPr>
              <a:t>initi</a:t>
            </a:r>
            <a:r>
              <a:rPr sz="1700" spc="-7" dirty="0">
                <a:latin typeface="Times New Roman"/>
                <a:cs typeface="Times New Roman"/>
              </a:rPr>
              <a:t>a</a:t>
            </a:r>
            <a:r>
              <a:rPr sz="1700" spc="-2" dirty="0">
                <a:latin typeface="Times New Roman"/>
                <a:cs typeface="Times New Roman"/>
              </a:rPr>
              <a:t>l</a:t>
            </a:r>
            <a:r>
              <a:rPr sz="1700" spc="17" dirty="0">
                <a:latin typeface="Times New Roman"/>
                <a:cs typeface="Times New Roman"/>
              </a:rPr>
              <a:t> </a:t>
            </a:r>
            <a:r>
              <a:rPr sz="1700" spc="-5" dirty="0">
                <a:latin typeface="Times New Roman"/>
                <a:cs typeface="Times New Roman"/>
              </a:rPr>
              <a:t>v</a:t>
            </a:r>
            <a:r>
              <a:rPr sz="1700" spc="-7" dirty="0">
                <a:latin typeface="Times New Roman"/>
                <a:cs typeface="Times New Roman"/>
              </a:rPr>
              <a:t>a</a:t>
            </a:r>
            <a:r>
              <a:rPr sz="1700" spc="-2" dirty="0">
                <a:latin typeface="Times New Roman"/>
                <a:cs typeface="Times New Roman"/>
              </a:rPr>
              <a:t>lue</a:t>
            </a:r>
            <a:r>
              <a:rPr sz="1700" spc="14" dirty="0">
                <a:latin typeface="Times New Roman"/>
                <a:cs typeface="Times New Roman"/>
              </a:rPr>
              <a:t> </a:t>
            </a:r>
            <a:r>
              <a:rPr sz="1700" dirty="0">
                <a:latin typeface="Times New Roman"/>
                <a:cs typeface="Times New Roman"/>
              </a:rPr>
              <a:t>of</a:t>
            </a:r>
            <a:r>
              <a:rPr sz="1700" spc="24" dirty="0">
                <a:latin typeface="Times New Roman"/>
                <a:cs typeface="Times New Roman"/>
              </a:rPr>
              <a:t> </a:t>
            </a:r>
            <a:r>
              <a:rPr sz="1700" dirty="0">
                <a:latin typeface="Times New Roman"/>
                <a:cs typeface="Times New Roman"/>
              </a:rPr>
              <a:t>SP</a:t>
            </a:r>
            <a:r>
              <a:rPr sz="1700" spc="17" dirty="0">
                <a:latin typeface="Times New Roman"/>
                <a:cs typeface="Times New Roman"/>
              </a:rPr>
              <a:t> </a:t>
            </a:r>
            <a:r>
              <a:rPr sz="1700" spc="-2" dirty="0">
                <a:latin typeface="Times New Roman"/>
                <a:cs typeface="Times New Roman"/>
              </a:rPr>
              <a:t>is</a:t>
            </a:r>
            <a:r>
              <a:rPr sz="1700" spc="17" dirty="0">
                <a:latin typeface="Times New Roman"/>
                <a:cs typeface="Times New Roman"/>
              </a:rPr>
              <a:t> </a:t>
            </a:r>
            <a:r>
              <a:rPr sz="1700" dirty="0">
                <a:latin typeface="Times New Roman"/>
                <a:cs typeface="Times New Roman"/>
              </a:rPr>
              <a:t>4001,</a:t>
            </a:r>
            <a:r>
              <a:rPr sz="1700" spc="14" dirty="0">
                <a:latin typeface="Times New Roman"/>
                <a:cs typeface="Times New Roman"/>
              </a:rPr>
              <a:t> </a:t>
            </a:r>
            <a:r>
              <a:rPr sz="1700" spc="-7" dirty="0">
                <a:latin typeface="Times New Roman"/>
                <a:cs typeface="Times New Roman"/>
              </a:rPr>
              <a:t>a</a:t>
            </a:r>
            <a:r>
              <a:rPr sz="1700" dirty="0">
                <a:latin typeface="Times New Roman"/>
                <a:cs typeface="Times New Roman"/>
              </a:rPr>
              <a:t>nd</a:t>
            </a:r>
            <a:r>
              <a:rPr sz="1700" spc="14" dirty="0">
                <a:latin typeface="Times New Roman"/>
                <a:cs typeface="Times New Roman"/>
              </a:rPr>
              <a:t> </a:t>
            </a:r>
            <a:r>
              <a:rPr sz="1700" spc="-2" dirty="0">
                <a:latin typeface="Times New Roman"/>
                <a:cs typeface="Times New Roman"/>
              </a:rPr>
              <a:t>the</a:t>
            </a:r>
            <a:r>
              <a:rPr sz="1700" spc="14" dirty="0">
                <a:latin typeface="Times New Roman"/>
                <a:cs typeface="Times New Roman"/>
              </a:rPr>
              <a:t> </a:t>
            </a:r>
            <a:r>
              <a:rPr sz="1700" spc="-5" dirty="0">
                <a:latin typeface="Times New Roman"/>
                <a:cs typeface="Times New Roman"/>
              </a:rPr>
              <a:t>stac</a:t>
            </a:r>
            <a:r>
              <a:rPr sz="1700" dirty="0">
                <a:latin typeface="Times New Roman"/>
                <a:cs typeface="Times New Roman"/>
              </a:rPr>
              <a:t>k</a:t>
            </a:r>
            <a:r>
              <a:rPr sz="1700" spc="22" dirty="0">
                <a:latin typeface="Times New Roman"/>
                <a:cs typeface="Times New Roman"/>
              </a:rPr>
              <a:t> </a:t>
            </a:r>
            <a:r>
              <a:rPr sz="1700" dirty="0">
                <a:latin typeface="Times New Roman"/>
                <a:cs typeface="Times New Roman"/>
              </a:rPr>
              <a:t>gro</a:t>
            </a:r>
            <a:r>
              <a:rPr sz="1700" spc="-5" dirty="0">
                <a:latin typeface="Times New Roman"/>
                <a:cs typeface="Times New Roman"/>
              </a:rPr>
              <a:t>w</a:t>
            </a:r>
            <a:r>
              <a:rPr sz="1700" dirty="0">
                <a:latin typeface="Times New Roman"/>
                <a:cs typeface="Times New Roman"/>
              </a:rPr>
              <a:t>s </a:t>
            </a:r>
            <a:r>
              <a:rPr sz="1700" spc="-7" dirty="0">
                <a:latin typeface="Times New Roman"/>
                <a:cs typeface="Times New Roman"/>
              </a:rPr>
              <a:t>wit</a:t>
            </a:r>
            <a:r>
              <a:rPr sz="1700" spc="-5" dirty="0">
                <a:latin typeface="Times New Roman"/>
                <a:cs typeface="Times New Roman"/>
              </a:rPr>
              <a:t>h</a:t>
            </a:r>
            <a:r>
              <a:rPr sz="1700" dirty="0">
                <a:latin typeface="Times New Roman"/>
                <a:cs typeface="Times New Roman"/>
              </a:rPr>
              <a:t> </a:t>
            </a:r>
            <a:r>
              <a:rPr sz="1700" spc="-63" dirty="0">
                <a:latin typeface="Times New Roman"/>
                <a:cs typeface="Times New Roman"/>
              </a:rPr>
              <a:t> </a:t>
            </a:r>
            <a:r>
              <a:rPr sz="1700" spc="-5" dirty="0">
                <a:latin typeface="Times New Roman"/>
                <a:cs typeface="Times New Roman"/>
              </a:rPr>
              <a:t>d</a:t>
            </a:r>
            <a:r>
              <a:rPr sz="1700" spc="-7" dirty="0">
                <a:latin typeface="Times New Roman"/>
                <a:cs typeface="Times New Roman"/>
              </a:rPr>
              <a:t>ec</a:t>
            </a:r>
            <a:r>
              <a:rPr sz="1700" spc="2" dirty="0">
                <a:latin typeface="Times New Roman"/>
                <a:cs typeface="Times New Roman"/>
              </a:rPr>
              <a:t>r</a:t>
            </a:r>
            <a:r>
              <a:rPr sz="1700" spc="-7" dirty="0">
                <a:latin typeface="Times New Roman"/>
                <a:cs typeface="Times New Roman"/>
              </a:rPr>
              <a:t>e</a:t>
            </a:r>
            <a:r>
              <a:rPr sz="1700" spc="-5" dirty="0">
                <a:latin typeface="Times New Roman"/>
                <a:cs typeface="Times New Roman"/>
              </a:rPr>
              <a:t>asing</a:t>
            </a:r>
            <a:r>
              <a:rPr sz="1700" dirty="0">
                <a:latin typeface="Times New Roman"/>
                <a:cs typeface="Times New Roman"/>
              </a:rPr>
              <a:t> </a:t>
            </a:r>
            <a:r>
              <a:rPr sz="1700" spc="-58" dirty="0">
                <a:latin typeface="Times New Roman"/>
                <a:cs typeface="Times New Roman"/>
              </a:rPr>
              <a:t> </a:t>
            </a:r>
            <a:r>
              <a:rPr sz="1700" spc="-7" dirty="0">
                <a:latin typeface="Times New Roman"/>
                <a:cs typeface="Times New Roman"/>
              </a:rPr>
              <a:t>a</a:t>
            </a:r>
            <a:r>
              <a:rPr sz="1700" spc="-5" dirty="0">
                <a:latin typeface="Times New Roman"/>
                <a:cs typeface="Times New Roman"/>
              </a:rPr>
              <a:t>ddr</a:t>
            </a:r>
            <a:r>
              <a:rPr sz="1700" spc="-10" dirty="0">
                <a:latin typeface="Times New Roman"/>
                <a:cs typeface="Times New Roman"/>
              </a:rPr>
              <a:t>e</a:t>
            </a:r>
            <a:r>
              <a:rPr sz="1700" spc="-2" dirty="0">
                <a:latin typeface="Times New Roman"/>
                <a:cs typeface="Times New Roman"/>
              </a:rPr>
              <a:t>s</a:t>
            </a:r>
            <a:r>
              <a:rPr sz="1700" spc="5" dirty="0">
                <a:latin typeface="Times New Roman"/>
                <a:cs typeface="Times New Roman"/>
              </a:rPr>
              <a:t>s</a:t>
            </a:r>
            <a:r>
              <a:rPr sz="1700" spc="-7" dirty="0">
                <a:latin typeface="Times New Roman"/>
                <a:cs typeface="Times New Roman"/>
              </a:rPr>
              <a:t>e</a:t>
            </a:r>
            <a:r>
              <a:rPr sz="1700" spc="-2" dirty="0">
                <a:latin typeface="Times New Roman"/>
                <a:cs typeface="Times New Roman"/>
              </a:rPr>
              <a:t>s</a:t>
            </a:r>
            <a:r>
              <a:rPr sz="1700" dirty="0">
                <a:latin typeface="Times New Roman"/>
                <a:cs typeface="Times New Roman"/>
              </a:rPr>
              <a:t>. </a:t>
            </a:r>
            <a:r>
              <a:rPr sz="1700" spc="-65" dirty="0">
                <a:latin typeface="Times New Roman"/>
                <a:cs typeface="Times New Roman"/>
              </a:rPr>
              <a:t> </a:t>
            </a:r>
            <a:r>
              <a:rPr sz="1700" spc="-5" dirty="0">
                <a:latin typeface="Times New Roman"/>
                <a:cs typeface="Times New Roman"/>
              </a:rPr>
              <a:t>C</a:t>
            </a:r>
            <a:r>
              <a:rPr sz="1700" dirty="0">
                <a:latin typeface="Times New Roman"/>
                <a:cs typeface="Times New Roman"/>
              </a:rPr>
              <a:t>ons</a:t>
            </a:r>
            <a:r>
              <a:rPr sz="1700" spc="-2" dirty="0">
                <a:latin typeface="Times New Roman"/>
                <a:cs typeface="Times New Roman"/>
              </a:rPr>
              <a:t>e</a:t>
            </a:r>
            <a:r>
              <a:rPr sz="1700" spc="-5" dirty="0">
                <a:latin typeface="Times New Roman"/>
                <a:cs typeface="Times New Roman"/>
              </a:rPr>
              <a:t>qu</a:t>
            </a:r>
            <a:r>
              <a:rPr sz="1700" spc="-7" dirty="0">
                <a:latin typeface="Times New Roman"/>
                <a:cs typeface="Times New Roman"/>
              </a:rPr>
              <a:t>e</a:t>
            </a:r>
            <a:r>
              <a:rPr sz="1700" spc="-2" dirty="0">
                <a:latin typeface="Times New Roman"/>
                <a:cs typeface="Times New Roman"/>
              </a:rPr>
              <a:t>ntl</a:t>
            </a:r>
            <a:r>
              <a:rPr sz="1700" dirty="0">
                <a:latin typeface="Times New Roman"/>
                <a:cs typeface="Times New Roman"/>
              </a:rPr>
              <a:t>y, </a:t>
            </a:r>
            <a:r>
              <a:rPr sz="1700" spc="-65" dirty="0">
                <a:latin typeface="Times New Roman"/>
                <a:cs typeface="Times New Roman"/>
              </a:rPr>
              <a:t> </a:t>
            </a:r>
            <a:r>
              <a:rPr sz="1700" spc="-2" dirty="0">
                <a:latin typeface="Times New Roman"/>
                <a:cs typeface="Times New Roman"/>
              </a:rPr>
              <a:t>the</a:t>
            </a:r>
            <a:r>
              <a:rPr sz="1700" dirty="0">
                <a:latin typeface="Times New Roman"/>
                <a:cs typeface="Times New Roman"/>
              </a:rPr>
              <a:t> </a:t>
            </a:r>
            <a:r>
              <a:rPr sz="1700" spc="-60" dirty="0">
                <a:latin typeface="Times New Roman"/>
                <a:cs typeface="Times New Roman"/>
              </a:rPr>
              <a:t> </a:t>
            </a:r>
            <a:r>
              <a:rPr sz="1700" spc="-2" dirty="0">
                <a:latin typeface="Times New Roman"/>
                <a:cs typeface="Times New Roman"/>
              </a:rPr>
              <a:t>fi</a:t>
            </a:r>
            <a:r>
              <a:rPr sz="1700" dirty="0">
                <a:latin typeface="Times New Roman"/>
                <a:cs typeface="Times New Roman"/>
              </a:rPr>
              <a:t>r</a:t>
            </a:r>
            <a:r>
              <a:rPr sz="1700" spc="-5" dirty="0">
                <a:latin typeface="Times New Roman"/>
                <a:cs typeface="Times New Roman"/>
              </a:rPr>
              <a:t>s</a:t>
            </a:r>
            <a:r>
              <a:rPr sz="1700" spc="-2" dirty="0">
                <a:latin typeface="Times New Roman"/>
                <a:cs typeface="Times New Roman"/>
              </a:rPr>
              <a:t>t</a:t>
            </a:r>
            <a:r>
              <a:rPr sz="1700" dirty="0">
                <a:latin typeface="Times New Roman"/>
                <a:cs typeface="Times New Roman"/>
              </a:rPr>
              <a:t> </a:t>
            </a:r>
            <a:r>
              <a:rPr sz="1700" spc="-63" dirty="0">
                <a:latin typeface="Times New Roman"/>
                <a:cs typeface="Times New Roman"/>
              </a:rPr>
              <a:t> </a:t>
            </a:r>
            <a:r>
              <a:rPr sz="1700" spc="-2" dirty="0">
                <a:latin typeface="Times New Roman"/>
                <a:cs typeface="Times New Roman"/>
              </a:rPr>
              <a:t>it</a:t>
            </a:r>
            <a:r>
              <a:rPr sz="1700" spc="-7" dirty="0">
                <a:latin typeface="Times New Roman"/>
                <a:cs typeface="Times New Roman"/>
              </a:rPr>
              <a:t>e</a:t>
            </a:r>
            <a:r>
              <a:rPr sz="1700" spc="-5" dirty="0">
                <a:latin typeface="Times New Roman"/>
                <a:cs typeface="Times New Roman"/>
              </a:rPr>
              <a:t>m</a:t>
            </a:r>
            <a:r>
              <a:rPr sz="1700" dirty="0">
                <a:latin typeface="Times New Roman"/>
                <a:cs typeface="Times New Roman"/>
              </a:rPr>
              <a:t> </a:t>
            </a:r>
            <a:r>
              <a:rPr sz="1700" spc="-65" dirty="0">
                <a:latin typeface="Times New Roman"/>
                <a:cs typeface="Times New Roman"/>
              </a:rPr>
              <a:t> </a:t>
            </a:r>
            <a:r>
              <a:rPr sz="1700" spc="-5" dirty="0">
                <a:latin typeface="Times New Roman"/>
                <a:cs typeface="Times New Roman"/>
              </a:rPr>
              <a:t>store</a:t>
            </a:r>
            <a:r>
              <a:rPr sz="1700" dirty="0">
                <a:latin typeface="Times New Roman"/>
                <a:cs typeface="Times New Roman"/>
              </a:rPr>
              <a:t>d </a:t>
            </a:r>
            <a:r>
              <a:rPr sz="1700" spc="-65" dirty="0">
                <a:latin typeface="Times New Roman"/>
                <a:cs typeface="Times New Roman"/>
              </a:rPr>
              <a:t> </a:t>
            </a:r>
            <a:r>
              <a:rPr sz="1700" spc="-2" dirty="0">
                <a:latin typeface="Times New Roman"/>
                <a:cs typeface="Times New Roman"/>
              </a:rPr>
              <a:t>in</a:t>
            </a:r>
            <a:r>
              <a:rPr sz="1700" dirty="0">
                <a:latin typeface="Times New Roman"/>
                <a:cs typeface="Times New Roman"/>
              </a:rPr>
              <a:t> </a:t>
            </a:r>
            <a:r>
              <a:rPr sz="1700" spc="-65" dirty="0">
                <a:latin typeface="Times New Roman"/>
                <a:cs typeface="Times New Roman"/>
              </a:rPr>
              <a:t> </a:t>
            </a:r>
            <a:r>
              <a:rPr sz="1700" spc="-2" dirty="0">
                <a:latin typeface="Times New Roman"/>
                <a:cs typeface="Times New Roman"/>
              </a:rPr>
              <a:t>the</a:t>
            </a:r>
            <a:r>
              <a:rPr sz="1700" dirty="0">
                <a:latin typeface="Times New Roman"/>
                <a:cs typeface="Times New Roman"/>
              </a:rPr>
              <a:t> </a:t>
            </a:r>
            <a:r>
              <a:rPr sz="1700" spc="-60" dirty="0">
                <a:latin typeface="Times New Roman"/>
                <a:cs typeface="Times New Roman"/>
              </a:rPr>
              <a:t> </a:t>
            </a:r>
            <a:r>
              <a:rPr sz="1700" spc="-5" dirty="0">
                <a:latin typeface="Times New Roman"/>
                <a:cs typeface="Times New Roman"/>
              </a:rPr>
              <a:t>st</a:t>
            </a:r>
            <a:r>
              <a:rPr sz="1700" dirty="0">
                <a:latin typeface="Times New Roman"/>
                <a:cs typeface="Times New Roman"/>
              </a:rPr>
              <a:t>a</a:t>
            </a:r>
            <a:r>
              <a:rPr sz="1700" spc="-7" dirty="0">
                <a:latin typeface="Times New Roman"/>
                <a:cs typeface="Times New Roman"/>
              </a:rPr>
              <a:t>c</a:t>
            </a:r>
            <a:r>
              <a:rPr sz="1700" dirty="0">
                <a:latin typeface="Times New Roman"/>
                <a:cs typeface="Times New Roman"/>
              </a:rPr>
              <a:t>k </a:t>
            </a:r>
            <a:r>
              <a:rPr sz="1700" spc="-65" dirty="0">
                <a:latin typeface="Times New Roman"/>
                <a:cs typeface="Times New Roman"/>
              </a:rPr>
              <a:t> </a:t>
            </a:r>
            <a:r>
              <a:rPr sz="1700" spc="-2" dirty="0">
                <a:latin typeface="Times New Roman"/>
                <a:cs typeface="Times New Roman"/>
              </a:rPr>
              <a:t>is</a:t>
            </a:r>
            <a:r>
              <a:rPr sz="1700" dirty="0">
                <a:latin typeface="Times New Roman"/>
                <a:cs typeface="Times New Roman"/>
              </a:rPr>
              <a:t> </a:t>
            </a:r>
            <a:r>
              <a:rPr sz="1700" spc="-63" dirty="0">
                <a:latin typeface="Times New Roman"/>
                <a:cs typeface="Times New Roman"/>
              </a:rPr>
              <a:t> </a:t>
            </a:r>
            <a:r>
              <a:rPr sz="1700" spc="-7" dirty="0">
                <a:latin typeface="Times New Roman"/>
                <a:cs typeface="Times New Roman"/>
              </a:rPr>
              <a:t>a</a:t>
            </a:r>
            <a:r>
              <a:rPr sz="1700" spc="-2" dirty="0">
                <a:latin typeface="Times New Roman"/>
                <a:cs typeface="Times New Roman"/>
              </a:rPr>
              <a:t>t </a:t>
            </a:r>
            <a:r>
              <a:rPr sz="1700" spc="-7" dirty="0">
                <a:latin typeface="Times New Roman"/>
                <a:cs typeface="Times New Roman"/>
              </a:rPr>
              <a:t>a</a:t>
            </a:r>
            <a:r>
              <a:rPr sz="1700" spc="-5" dirty="0">
                <a:latin typeface="Times New Roman"/>
                <a:cs typeface="Times New Roman"/>
              </a:rPr>
              <a:t>ddr</a:t>
            </a:r>
            <a:r>
              <a:rPr sz="1700" spc="-10" dirty="0">
                <a:latin typeface="Times New Roman"/>
                <a:cs typeface="Times New Roman"/>
              </a:rPr>
              <a:t>e</a:t>
            </a:r>
            <a:r>
              <a:rPr sz="1700" spc="-2" dirty="0">
                <a:latin typeface="Times New Roman"/>
                <a:cs typeface="Times New Roman"/>
              </a:rPr>
              <a:t>s</a:t>
            </a:r>
            <a:r>
              <a:rPr sz="1700" dirty="0">
                <a:latin typeface="Times New Roman"/>
                <a:cs typeface="Times New Roman"/>
              </a:rPr>
              <a:t>s 4000, </a:t>
            </a:r>
            <a:r>
              <a:rPr sz="1700" spc="-2" dirty="0">
                <a:latin typeface="Times New Roman"/>
                <a:cs typeface="Times New Roman"/>
              </a:rPr>
              <a:t>the s</a:t>
            </a:r>
            <a:r>
              <a:rPr sz="1700" spc="2" dirty="0">
                <a:latin typeface="Times New Roman"/>
                <a:cs typeface="Times New Roman"/>
              </a:rPr>
              <a:t>e</a:t>
            </a:r>
            <a:r>
              <a:rPr sz="1700" spc="-7" dirty="0">
                <a:latin typeface="Times New Roman"/>
                <a:cs typeface="Times New Roman"/>
              </a:rPr>
              <a:t>c</a:t>
            </a:r>
            <a:r>
              <a:rPr sz="1700" dirty="0">
                <a:latin typeface="Times New Roman"/>
                <a:cs typeface="Times New Roman"/>
              </a:rPr>
              <a:t>ond</a:t>
            </a:r>
            <a:r>
              <a:rPr sz="1700" spc="5" dirty="0">
                <a:latin typeface="Times New Roman"/>
                <a:cs typeface="Times New Roman"/>
              </a:rPr>
              <a:t> </a:t>
            </a:r>
            <a:r>
              <a:rPr sz="1700" spc="-2" dirty="0">
                <a:latin typeface="Times New Roman"/>
                <a:cs typeface="Times New Roman"/>
              </a:rPr>
              <a:t>it</a:t>
            </a:r>
            <a:r>
              <a:rPr sz="1700" spc="-7" dirty="0">
                <a:latin typeface="Times New Roman"/>
                <a:cs typeface="Times New Roman"/>
              </a:rPr>
              <a:t>e</a:t>
            </a:r>
            <a:r>
              <a:rPr sz="1700" spc="-5" dirty="0">
                <a:latin typeface="Times New Roman"/>
                <a:cs typeface="Times New Roman"/>
              </a:rPr>
              <a:t>m</a:t>
            </a:r>
            <a:r>
              <a:rPr sz="1700" dirty="0">
                <a:latin typeface="Times New Roman"/>
                <a:cs typeface="Times New Roman"/>
              </a:rPr>
              <a:t> </a:t>
            </a:r>
            <a:r>
              <a:rPr sz="1700" spc="-2" dirty="0">
                <a:latin typeface="Times New Roman"/>
                <a:cs typeface="Times New Roman"/>
              </a:rPr>
              <a:t>at</a:t>
            </a:r>
            <a:r>
              <a:rPr sz="1700" dirty="0">
                <a:latin typeface="Times New Roman"/>
                <a:cs typeface="Times New Roman"/>
              </a:rPr>
              <a:t> </a:t>
            </a:r>
            <a:r>
              <a:rPr sz="1700" spc="-7" dirty="0">
                <a:latin typeface="Times New Roman"/>
                <a:cs typeface="Times New Roman"/>
              </a:rPr>
              <a:t>a</a:t>
            </a:r>
            <a:r>
              <a:rPr sz="1700" spc="-5" dirty="0">
                <a:latin typeface="Times New Roman"/>
                <a:cs typeface="Times New Roman"/>
              </a:rPr>
              <a:t>ddr</a:t>
            </a:r>
            <a:r>
              <a:rPr sz="1700" spc="-10" dirty="0">
                <a:latin typeface="Times New Roman"/>
                <a:cs typeface="Times New Roman"/>
              </a:rPr>
              <a:t>e</a:t>
            </a:r>
            <a:r>
              <a:rPr sz="1700" spc="-2" dirty="0">
                <a:latin typeface="Times New Roman"/>
                <a:cs typeface="Times New Roman"/>
              </a:rPr>
              <a:t>s</a:t>
            </a:r>
            <a:r>
              <a:rPr sz="1700" dirty="0">
                <a:latin typeface="Times New Roman"/>
                <a:cs typeface="Times New Roman"/>
              </a:rPr>
              <a:t>s 3999, </a:t>
            </a:r>
            <a:r>
              <a:rPr sz="1700" spc="-5" dirty="0">
                <a:latin typeface="Times New Roman"/>
                <a:cs typeface="Times New Roman"/>
              </a:rPr>
              <a:t>a</a:t>
            </a:r>
            <a:r>
              <a:rPr sz="1700" spc="-2" dirty="0">
                <a:latin typeface="Times New Roman"/>
                <a:cs typeface="Times New Roman"/>
              </a:rPr>
              <a:t>n</a:t>
            </a:r>
            <a:r>
              <a:rPr sz="1700" dirty="0">
                <a:latin typeface="Times New Roman"/>
                <a:cs typeface="Times New Roman"/>
              </a:rPr>
              <a:t>d </a:t>
            </a:r>
            <a:r>
              <a:rPr sz="1700" spc="-2" dirty="0">
                <a:latin typeface="Times New Roman"/>
                <a:cs typeface="Times New Roman"/>
              </a:rPr>
              <a:t>the l</a:t>
            </a:r>
            <a:r>
              <a:rPr sz="1700" spc="-5" dirty="0">
                <a:latin typeface="Times New Roman"/>
                <a:cs typeface="Times New Roman"/>
              </a:rPr>
              <a:t>as</a:t>
            </a:r>
            <a:r>
              <a:rPr sz="1700" spc="-2" dirty="0">
                <a:latin typeface="Times New Roman"/>
                <a:cs typeface="Times New Roman"/>
              </a:rPr>
              <a:t>t</a:t>
            </a:r>
            <a:r>
              <a:rPr sz="1700" dirty="0">
                <a:latin typeface="Times New Roman"/>
                <a:cs typeface="Times New Roman"/>
              </a:rPr>
              <a:t> i</a:t>
            </a:r>
            <a:r>
              <a:rPr sz="1700" spc="-5" dirty="0">
                <a:latin typeface="Times New Roman"/>
                <a:cs typeface="Times New Roman"/>
              </a:rPr>
              <a:t>tem</a:t>
            </a:r>
            <a:r>
              <a:rPr sz="1700" spc="-2" dirty="0">
                <a:latin typeface="Times New Roman"/>
                <a:cs typeface="Times New Roman"/>
              </a:rPr>
              <a:t> </a:t>
            </a:r>
            <a:r>
              <a:rPr sz="1700" spc="-7" dirty="0">
                <a:latin typeface="Times New Roman"/>
                <a:cs typeface="Times New Roman"/>
              </a:rPr>
              <a:t>a</a:t>
            </a:r>
            <a:r>
              <a:rPr sz="1700" spc="-2" dirty="0">
                <a:latin typeface="Times New Roman"/>
                <a:cs typeface="Times New Roman"/>
              </a:rPr>
              <a:t>t</a:t>
            </a:r>
            <a:r>
              <a:rPr sz="1700" dirty="0">
                <a:latin typeface="Times New Roman"/>
                <a:cs typeface="Times New Roman"/>
              </a:rPr>
              <a:t> </a:t>
            </a:r>
            <a:r>
              <a:rPr sz="1700" spc="-5" dirty="0">
                <a:latin typeface="Times New Roman"/>
                <a:cs typeface="Times New Roman"/>
              </a:rPr>
              <a:t>add</a:t>
            </a:r>
            <a:r>
              <a:rPr sz="1700" spc="-7" dirty="0">
                <a:latin typeface="Times New Roman"/>
                <a:cs typeface="Times New Roman"/>
              </a:rPr>
              <a:t>re</a:t>
            </a:r>
            <a:r>
              <a:rPr sz="1700" spc="-2" dirty="0">
                <a:latin typeface="Times New Roman"/>
                <a:cs typeface="Times New Roman"/>
              </a:rPr>
              <a:t>s</a:t>
            </a:r>
            <a:r>
              <a:rPr sz="1700" dirty="0">
                <a:latin typeface="Times New Roman"/>
                <a:cs typeface="Times New Roman"/>
              </a:rPr>
              <a:t>s</a:t>
            </a:r>
            <a:r>
              <a:rPr sz="1700" spc="5" dirty="0">
                <a:latin typeface="Times New Roman"/>
                <a:cs typeface="Times New Roman"/>
              </a:rPr>
              <a:t> </a:t>
            </a:r>
            <a:r>
              <a:rPr sz="1700" dirty="0">
                <a:latin typeface="Times New Roman"/>
                <a:cs typeface="Times New Roman"/>
              </a:rPr>
              <a:t>3000.</a:t>
            </a:r>
          </a:p>
        </p:txBody>
      </p:sp>
    </p:spTree>
    <p:extLst>
      <p:ext uri="{BB962C8B-B14F-4D97-AF65-F5344CB8AC3E}">
        <p14:creationId xmlns:p14="http://schemas.microsoft.com/office/powerpoint/2010/main" val="29047124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8BF53D-6405-685C-6B4B-E30228BB264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0541570-5873-2FFD-8226-DFEE537E344B}"/>
              </a:ext>
            </a:extLst>
          </p:cNvPr>
          <p:cNvPicPr>
            <a:picLocks noChangeAspect="1"/>
          </p:cNvPicPr>
          <p:nvPr/>
        </p:nvPicPr>
        <p:blipFill>
          <a:blip r:embed="rId2"/>
          <a:stretch>
            <a:fillRect/>
          </a:stretch>
        </p:blipFill>
        <p:spPr>
          <a:xfrm>
            <a:off x="100454" y="116065"/>
            <a:ext cx="476476" cy="806935"/>
          </a:xfrm>
          <a:prstGeom prst="rect">
            <a:avLst/>
          </a:prstGeom>
        </p:spPr>
      </p:pic>
      <p:pic>
        <p:nvPicPr>
          <p:cNvPr id="6" name="Picture 5">
            <a:extLst>
              <a:ext uri="{FF2B5EF4-FFF2-40B4-BE49-F238E27FC236}">
                <a16:creationId xmlns:a16="http://schemas.microsoft.com/office/drawing/2014/main" id="{2008FDA7-4B75-9022-4EBA-147C3AC2AF2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7" y="116065"/>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33E5EDB2-F49E-857B-A28D-20EBA5BF1816}"/>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B5653821-61B1-F7AB-F1EE-6FA7C5DA976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14" name="object 14"/>
          <p:cNvSpPr/>
          <p:nvPr/>
        </p:nvSpPr>
        <p:spPr>
          <a:xfrm>
            <a:off x="6172200" y="1047750"/>
            <a:ext cx="2514600" cy="3200400"/>
          </a:xfrm>
          <a:prstGeom prst="rect">
            <a:avLst/>
          </a:prstGeom>
          <a:blipFill>
            <a:blip r:embed="rId6" cstate="print"/>
            <a:stretch>
              <a:fillRect/>
            </a:stretch>
          </a:blipFill>
        </p:spPr>
        <p:txBody>
          <a:bodyPr wrap="square" lIns="0" tIns="0" rIns="0" bIns="0" rtlCol="0"/>
          <a:lstStyle/>
          <a:p>
            <a:endParaRPr sz="866"/>
          </a:p>
        </p:txBody>
      </p:sp>
      <p:sp>
        <p:nvSpPr>
          <p:cNvPr id="4" name="TextBox 3">
            <a:extLst>
              <a:ext uri="{FF2B5EF4-FFF2-40B4-BE49-F238E27FC236}">
                <a16:creationId xmlns:a16="http://schemas.microsoft.com/office/drawing/2014/main" id="{EC5B2F92-6B02-DA74-ED94-BCD2BF3E5FB7}"/>
              </a:ext>
            </a:extLst>
          </p:cNvPr>
          <p:cNvSpPr txBox="1"/>
          <p:nvPr/>
        </p:nvSpPr>
        <p:spPr>
          <a:xfrm>
            <a:off x="6629400" y="4368445"/>
            <a:ext cx="1600200" cy="261610"/>
          </a:xfrm>
          <a:prstGeom prst="rect">
            <a:avLst/>
          </a:prstGeom>
          <a:noFill/>
        </p:spPr>
        <p:txBody>
          <a:bodyPr wrap="square">
            <a:spAutoFit/>
          </a:bodyPr>
          <a:lstStyle/>
          <a:p>
            <a:pPr marL="1222" algn="ctr"/>
            <a:r>
              <a:rPr lang="en-US" sz="1100" i="1" dirty="0">
                <a:latin typeface="Times New Roman"/>
                <a:cs typeface="Times New Roman"/>
              </a:rPr>
              <a:t>Memo</a:t>
            </a:r>
            <a:r>
              <a:rPr lang="en-US" sz="1100" i="1" spc="-7" dirty="0">
                <a:latin typeface="Times New Roman"/>
                <a:cs typeface="Times New Roman"/>
              </a:rPr>
              <a:t>r</a:t>
            </a:r>
            <a:r>
              <a:rPr lang="en-US" sz="1100" i="1" dirty="0">
                <a:latin typeface="Times New Roman"/>
                <a:cs typeface="Times New Roman"/>
              </a:rPr>
              <a:t>y S</a:t>
            </a:r>
            <a:r>
              <a:rPr lang="en-US" sz="1100" i="1" spc="2" dirty="0">
                <a:latin typeface="Times New Roman"/>
                <a:cs typeface="Times New Roman"/>
              </a:rPr>
              <a:t>t</a:t>
            </a:r>
            <a:r>
              <a:rPr lang="en-US" sz="1100" i="1" spc="-7" dirty="0">
                <a:latin typeface="Times New Roman"/>
                <a:cs typeface="Times New Roman"/>
              </a:rPr>
              <a:t>a</a:t>
            </a:r>
            <a:r>
              <a:rPr lang="en-US" sz="1100" i="1" dirty="0">
                <a:latin typeface="Times New Roman"/>
                <a:cs typeface="Times New Roman"/>
              </a:rPr>
              <a:t>ck</a:t>
            </a:r>
            <a:endParaRPr lang="en-US" sz="1100" dirty="0">
              <a:latin typeface="Times New Roman"/>
              <a:cs typeface="Times New Roman"/>
            </a:endParaRPr>
          </a:p>
        </p:txBody>
      </p:sp>
      <p:sp>
        <p:nvSpPr>
          <p:cNvPr id="13" name="object 13"/>
          <p:cNvSpPr txBox="1"/>
          <p:nvPr/>
        </p:nvSpPr>
        <p:spPr>
          <a:xfrm>
            <a:off x="838200" y="742950"/>
            <a:ext cx="5029200" cy="3662541"/>
          </a:xfrm>
          <a:prstGeom prst="rect">
            <a:avLst/>
          </a:prstGeom>
        </p:spPr>
        <p:txBody>
          <a:bodyPr vert="horz" wrap="square" lIns="0" tIns="0" rIns="0" bIns="0" rtlCol="0">
            <a:spAutoFit/>
          </a:bodyPr>
          <a:lstStyle/>
          <a:p>
            <a:pPr marL="6109" marR="2443" algn="just"/>
            <a:r>
              <a:rPr sz="1700" b="1" dirty="0">
                <a:latin typeface="Times New Roman"/>
                <a:cs typeface="Times New Roman"/>
              </a:rPr>
              <a:t>P</a:t>
            </a:r>
            <a:r>
              <a:rPr sz="1700" b="1" spc="-2" dirty="0">
                <a:latin typeface="Times New Roman"/>
                <a:cs typeface="Times New Roman"/>
              </a:rPr>
              <a:t>U</a:t>
            </a:r>
            <a:r>
              <a:rPr sz="1700" b="1" dirty="0">
                <a:latin typeface="Times New Roman"/>
                <a:cs typeface="Times New Roman"/>
              </a:rPr>
              <a:t>S</a:t>
            </a:r>
            <a:r>
              <a:rPr sz="1700" b="1" spc="-5" dirty="0">
                <a:latin typeface="Times New Roman"/>
                <a:cs typeface="Times New Roman"/>
              </a:rPr>
              <a:t>H</a:t>
            </a:r>
            <a:r>
              <a:rPr sz="1700" b="1" spc="31" dirty="0">
                <a:latin typeface="Times New Roman"/>
                <a:cs typeface="Times New Roman"/>
              </a:rPr>
              <a:t> </a:t>
            </a:r>
            <a:r>
              <a:rPr sz="1700" b="1" spc="-5" dirty="0">
                <a:latin typeface="Times New Roman"/>
                <a:cs typeface="Times New Roman"/>
              </a:rPr>
              <a:t>O</a:t>
            </a:r>
            <a:r>
              <a:rPr sz="1700" b="1" spc="-2" dirty="0">
                <a:latin typeface="Times New Roman"/>
                <a:cs typeface="Times New Roman"/>
              </a:rPr>
              <a:t>p</a:t>
            </a:r>
            <a:r>
              <a:rPr sz="1700" b="1" spc="-7" dirty="0">
                <a:latin typeface="Times New Roman"/>
                <a:cs typeface="Times New Roman"/>
              </a:rPr>
              <a:t>er</a:t>
            </a:r>
            <a:r>
              <a:rPr sz="1700" b="1" spc="-5" dirty="0">
                <a:latin typeface="Times New Roman"/>
                <a:cs typeface="Times New Roman"/>
              </a:rPr>
              <a:t>ation</a:t>
            </a:r>
            <a:r>
              <a:rPr sz="1700" b="1" dirty="0">
                <a:latin typeface="Times New Roman"/>
                <a:cs typeface="Times New Roman"/>
              </a:rPr>
              <a:t>:</a:t>
            </a:r>
            <a:r>
              <a:rPr sz="1700" b="1" spc="26" dirty="0">
                <a:latin typeface="Times New Roman"/>
                <a:cs typeface="Times New Roman"/>
              </a:rPr>
              <a:t> </a:t>
            </a:r>
            <a:r>
              <a:rPr sz="1700" spc="-5" dirty="0">
                <a:latin typeface="Times New Roman"/>
                <a:cs typeface="Times New Roman"/>
              </a:rPr>
              <a:t>The</a:t>
            </a:r>
            <a:r>
              <a:rPr sz="1700" spc="19" dirty="0">
                <a:latin typeface="Times New Roman"/>
                <a:cs typeface="Times New Roman"/>
              </a:rPr>
              <a:t> </a:t>
            </a:r>
            <a:r>
              <a:rPr sz="1700" dirty="0">
                <a:latin typeface="Times New Roman"/>
                <a:cs typeface="Times New Roman"/>
              </a:rPr>
              <a:t>P</a:t>
            </a:r>
            <a:r>
              <a:rPr sz="1700" spc="-2" dirty="0">
                <a:latin typeface="Times New Roman"/>
                <a:cs typeface="Times New Roman"/>
              </a:rPr>
              <a:t>US</a:t>
            </a:r>
            <a:r>
              <a:rPr sz="1700" dirty="0">
                <a:latin typeface="Times New Roman"/>
                <a:cs typeface="Times New Roman"/>
              </a:rPr>
              <a:t>H</a:t>
            </a:r>
            <a:r>
              <a:rPr sz="1700" spc="26" dirty="0">
                <a:latin typeface="Times New Roman"/>
                <a:cs typeface="Times New Roman"/>
              </a:rPr>
              <a:t> </a:t>
            </a:r>
            <a:r>
              <a:rPr sz="1700" spc="-5" dirty="0">
                <a:latin typeface="Times New Roman"/>
                <a:cs typeface="Times New Roman"/>
              </a:rPr>
              <a:t>op</a:t>
            </a:r>
            <a:r>
              <a:rPr sz="1700" spc="-7" dirty="0">
                <a:latin typeface="Times New Roman"/>
                <a:cs typeface="Times New Roman"/>
              </a:rPr>
              <a:t>e</a:t>
            </a:r>
            <a:r>
              <a:rPr sz="1700" spc="-2" dirty="0">
                <a:latin typeface="Times New Roman"/>
                <a:cs typeface="Times New Roman"/>
              </a:rPr>
              <a:t>r</a:t>
            </a:r>
            <a:r>
              <a:rPr sz="1700" spc="-10" dirty="0">
                <a:latin typeface="Times New Roman"/>
                <a:cs typeface="Times New Roman"/>
              </a:rPr>
              <a:t>a</a:t>
            </a:r>
            <a:r>
              <a:rPr sz="1700" spc="-2" dirty="0">
                <a:latin typeface="Times New Roman"/>
                <a:cs typeface="Times New Roman"/>
              </a:rPr>
              <a:t>ti</a:t>
            </a:r>
            <a:r>
              <a:rPr sz="1700" dirty="0">
                <a:latin typeface="Times New Roman"/>
                <a:cs typeface="Times New Roman"/>
              </a:rPr>
              <a:t>on</a:t>
            </a:r>
            <a:r>
              <a:rPr sz="1700" spc="26" dirty="0">
                <a:latin typeface="Times New Roman"/>
                <a:cs typeface="Times New Roman"/>
              </a:rPr>
              <a:t> </a:t>
            </a:r>
            <a:r>
              <a:rPr sz="1700" spc="-5" dirty="0">
                <a:latin typeface="Times New Roman"/>
                <a:cs typeface="Times New Roman"/>
              </a:rPr>
              <a:t>involv</a:t>
            </a:r>
            <a:r>
              <a:rPr sz="1700" spc="-7" dirty="0">
                <a:latin typeface="Times New Roman"/>
                <a:cs typeface="Times New Roman"/>
              </a:rPr>
              <a:t>e</a:t>
            </a:r>
            <a:r>
              <a:rPr sz="1700" dirty="0">
                <a:latin typeface="Times New Roman"/>
                <a:cs typeface="Times New Roman"/>
              </a:rPr>
              <a:t>s</a:t>
            </a:r>
            <a:r>
              <a:rPr sz="1700" spc="26" dirty="0">
                <a:latin typeface="Times New Roman"/>
                <a:cs typeface="Times New Roman"/>
              </a:rPr>
              <a:t> </a:t>
            </a:r>
            <a:r>
              <a:rPr sz="1700" spc="-5" dirty="0">
                <a:latin typeface="Times New Roman"/>
                <a:cs typeface="Times New Roman"/>
              </a:rPr>
              <a:t>d</a:t>
            </a:r>
            <a:r>
              <a:rPr sz="1700" spc="-7" dirty="0">
                <a:latin typeface="Times New Roman"/>
                <a:cs typeface="Times New Roman"/>
              </a:rPr>
              <a:t>ec</a:t>
            </a:r>
            <a:r>
              <a:rPr sz="1700" spc="-2" dirty="0">
                <a:latin typeface="Times New Roman"/>
                <a:cs typeface="Times New Roman"/>
              </a:rPr>
              <a:t>r</a:t>
            </a:r>
            <a:r>
              <a:rPr sz="1700" spc="-10" dirty="0">
                <a:latin typeface="Times New Roman"/>
                <a:cs typeface="Times New Roman"/>
              </a:rPr>
              <a:t>e</a:t>
            </a:r>
            <a:r>
              <a:rPr sz="1700" spc="-5" dirty="0">
                <a:latin typeface="Times New Roman"/>
                <a:cs typeface="Times New Roman"/>
              </a:rPr>
              <a:t>menting</a:t>
            </a:r>
            <a:r>
              <a:rPr sz="1700" spc="26" dirty="0">
                <a:latin typeface="Times New Roman"/>
                <a:cs typeface="Times New Roman"/>
              </a:rPr>
              <a:t> </a:t>
            </a:r>
            <a:r>
              <a:rPr sz="1700" spc="-2" dirty="0">
                <a:latin typeface="Times New Roman"/>
                <a:cs typeface="Times New Roman"/>
              </a:rPr>
              <a:t>the</a:t>
            </a:r>
            <a:r>
              <a:rPr sz="1700" spc="26" dirty="0">
                <a:latin typeface="Times New Roman"/>
                <a:cs typeface="Times New Roman"/>
              </a:rPr>
              <a:t> </a:t>
            </a:r>
            <a:r>
              <a:rPr sz="1700" dirty="0">
                <a:latin typeface="Times New Roman"/>
                <a:cs typeface="Times New Roman"/>
              </a:rPr>
              <a:t>S</a:t>
            </a:r>
            <a:r>
              <a:rPr sz="1700" spc="-2" dirty="0">
                <a:latin typeface="Times New Roman"/>
                <a:cs typeface="Times New Roman"/>
              </a:rPr>
              <a:t>ta</a:t>
            </a:r>
            <a:r>
              <a:rPr sz="1700" spc="-10" dirty="0">
                <a:latin typeface="Times New Roman"/>
                <a:cs typeface="Times New Roman"/>
              </a:rPr>
              <a:t>c</a:t>
            </a:r>
            <a:r>
              <a:rPr sz="1700" dirty="0">
                <a:latin typeface="Times New Roman"/>
                <a:cs typeface="Times New Roman"/>
              </a:rPr>
              <a:t>k</a:t>
            </a:r>
            <a:r>
              <a:rPr sz="1700" spc="26" dirty="0">
                <a:latin typeface="Times New Roman"/>
                <a:cs typeface="Times New Roman"/>
              </a:rPr>
              <a:t> </a:t>
            </a:r>
            <a:r>
              <a:rPr sz="1700" dirty="0">
                <a:latin typeface="Times New Roman"/>
                <a:cs typeface="Times New Roman"/>
              </a:rPr>
              <a:t>P</a:t>
            </a:r>
            <a:r>
              <a:rPr sz="1700" spc="-2" dirty="0">
                <a:latin typeface="Times New Roman"/>
                <a:cs typeface="Times New Roman"/>
              </a:rPr>
              <a:t>oint</a:t>
            </a:r>
            <a:r>
              <a:rPr sz="1700" spc="-7" dirty="0">
                <a:latin typeface="Times New Roman"/>
                <a:cs typeface="Times New Roman"/>
              </a:rPr>
              <a:t>e</a:t>
            </a:r>
            <a:r>
              <a:rPr sz="1700" dirty="0">
                <a:latin typeface="Times New Roman"/>
                <a:cs typeface="Times New Roman"/>
              </a:rPr>
              <a:t>r (SP)</a:t>
            </a:r>
            <a:r>
              <a:rPr sz="1700" spc="14" dirty="0">
                <a:latin typeface="Times New Roman"/>
                <a:cs typeface="Times New Roman"/>
              </a:rPr>
              <a:t> </a:t>
            </a:r>
            <a:r>
              <a:rPr sz="1700" spc="-2" dirty="0">
                <a:latin typeface="Times New Roman"/>
                <a:cs typeface="Times New Roman"/>
              </a:rPr>
              <a:t>to</a:t>
            </a:r>
            <a:r>
              <a:rPr sz="1700" spc="17" dirty="0">
                <a:latin typeface="Times New Roman"/>
                <a:cs typeface="Times New Roman"/>
              </a:rPr>
              <a:t> </a:t>
            </a:r>
            <a:r>
              <a:rPr sz="1700" spc="-7" dirty="0">
                <a:latin typeface="Times New Roman"/>
                <a:cs typeface="Times New Roman"/>
              </a:rPr>
              <a:t>a</a:t>
            </a:r>
            <a:r>
              <a:rPr sz="1700" spc="-2" dirty="0">
                <a:latin typeface="Times New Roman"/>
                <a:cs typeface="Times New Roman"/>
              </a:rPr>
              <a:t>llo</a:t>
            </a:r>
            <a:r>
              <a:rPr sz="1700" spc="-7" dirty="0">
                <a:latin typeface="Times New Roman"/>
                <a:cs typeface="Times New Roman"/>
              </a:rPr>
              <a:t>ca</a:t>
            </a:r>
            <a:r>
              <a:rPr sz="1700" spc="-2" dirty="0">
                <a:latin typeface="Times New Roman"/>
                <a:cs typeface="Times New Roman"/>
              </a:rPr>
              <a:t>te</a:t>
            </a:r>
            <a:r>
              <a:rPr sz="1700" spc="14" dirty="0">
                <a:latin typeface="Times New Roman"/>
                <a:cs typeface="Times New Roman"/>
              </a:rPr>
              <a:t> </a:t>
            </a:r>
            <a:r>
              <a:rPr sz="1700" spc="-2" dirty="0">
                <a:latin typeface="Times New Roman"/>
                <a:cs typeface="Times New Roman"/>
              </a:rPr>
              <a:t>spa</a:t>
            </a:r>
            <a:r>
              <a:rPr sz="1700" spc="-7" dirty="0">
                <a:latin typeface="Times New Roman"/>
                <a:cs typeface="Times New Roman"/>
              </a:rPr>
              <a:t>c</a:t>
            </a:r>
            <a:r>
              <a:rPr sz="1700" spc="-5" dirty="0">
                <a:latin typeface="Times New Roman"/>
                <a:cs typeface="Times New Roman"/>
              </a:rPr>
              <a:t>e</a:t>
            </a:r>
            <a:r>
              <a:rPr sz="1700" spc="14" dirty="0">
                <a:latin typeface="Times New Roman"/>
                <a:cs typeface="Times New Roman"/>
              </a:rPr>
              <a:t> </a:t>
            </a:r>
            <a:r>
              <a:rPr sz="1700" dirty="0">
                <a:latin typeface="Times New Roman"/>
                <a:cs typeface="Times New Roman"/>
              </a:rPr>
              <a:t>f</a:t>
            </a:r>
            <a:r>
              <a:rPr sz="1700" spc="2" dirty="0">
                <a:latin typeface="Times New Roman"/>
                <a:cs typeface="Times New Roman"/>
              </a:rPr>
              <a:t>o</a:t>
            </a:r>
            <a:r>
              <a:rPr sz="1700" dirty="0">
                <a:latin typeface="Times New Roman"/>
                <a:cs typeface="Times New Roman"/>
              </a:rPr>
              <a:t>r</a:t>
            </a:r>
            <a:r>
              <a:rPr sz="1700" spc="19" dirty="0">
                <a:latin typeface="Times New Roman"/>
                <a:cs typeface="Times New Roman"/>
              </a:rPr>
              <a:t> </a:t>
            </a:r>
            <a:r>
              <a:rPr sz="1700" spc="-5" dirty="0">
                <a:latin typeface="Times New Roman"/>
                <a:cs typeface="Times New Roman"/>
              </a:rPr>
              <a:t>a</a:t>
            </a:r>
            <a:r>
              <a:rPr sz="1700" spc="14" dirty="0">
                <a:latin typeface="Times New Roman"/>
                <a:cs typeface="Times New Roman"/>
              </a:rPr>
              <a:t> </a:t>
            </a:r>
            <a:r>
              <a:rPr sz="1700" spc="-5" dirty="0">
                <a:latin typeface="Times New Roman"/>
                <a:cs typeface="Times New Roman"/>
              </a:rPr>
              <a:t>n</a:t>
            </a:r>
            <a:r>
              <a:rPr sz="1700" spc="-7" dirty="0">
                <a:latin typeface="Times New Roman"/>
                <a:cs typeface="Times New Roman"/>
              </a:rPr>
              <a:t>e</a:t>
            </a:r>
            <a:r>
              <a:rPr sz="1700" dirty="0">
                <a:latin typeface="Times New Roman"/>
                <a:cs typeface="Times New Roman"/>
              </a:rPr>
              <a:t>w</a:t>
            </a:r>
            <a:r>
              <a:rPr sz="1700" spc="14" dirty="0">
                <a:latin typeface="Times New Roman"/>
                <a:cs typeface="Times New Roman"/>
              </a:rPr>
              <a:t> </a:t>
            </a:r>
            <a:r>
              <a:rPr sz="1700" spc="-2" dirty="0">
                <a:latin typeface="Times New Roman"/>
                <a:cs typeface="Times New Roman"/>
              </a:rPr>
              <a:t>it</a:t>
            </a:r>
            <a:r>
              <a:rPr sz="1700" spc="-7" dirty="0">
                <a:latin typeface="Times New Roman"/>
                <a:cs typeface="Times New Roman"/>
              </a:rPr>
              <a:t>e</a:t>
            </a:r>
            <a:r>
              <a:rPr sz="1700" spc="-5" dirty="0">
                <a:latin typeface="Times New Roman"/>
                <a:cs typeface="Times New Roman"/>
              </a:rPr>
              <a:t>m</a:t>
            </a:r>
            <a:r>
              <a:rPr sz="1700" spc="17" dirty="0">
                <a:latin typeface="Times New Roman"/>
                <a:cs typeface="Times New Roman"/>
              </a:rPr>
              <a:t> </a:t>
            </a:r>
            <a:r>
              <a:rPr sz="1700" spc="-7" dirty="0">
                <a:latin typeface="Times New Roman"/>
                <a:cs typeface="Times New Roman"/>
              </a:rPr>
              <a:t>a</a:t>
            </a:r>
            <a:r>
              <a:rPr sz="1700" dirty="0">
                <a:latin typeface="Times New Roman"/>
                <a:cs typeface="Times New Roman"/>
              </a:rPr>
              <a:t>nd</a:t>
            </a:r>
            <a:r>
              <a:rPr sz="1700" spc="14" dirty="0">
                <a:latin typeface="Times New Roman"/>
                <a:cs typeface="Times New Roman"/>
              </a:rPr>
              <a:t> </a:t>
            </a:r>
            <a:r>
              <a:rPr sz="1700" spc="-5" dirty="0">
                <a:latin typeface="Times New Roman"/>
                <a:cs typeface="Times New Roman"/>
              </a:rPr>
              <a:t>storing</a:t>
            </a:r>
            <a:r>
              <a:rPr sz="1700" spc="17" dirty="0">
                <a:latin typeface="Times New Roman"/>
                <a:cs typeface="Times New Roman"/>
              </a:rPr>
              <a:t> </a:t>
            </a:r>
            <a:r>
              <a:rPr sz="1700" spc="-2" dirty="0">
                <a:latin typeface="Times New Roman"/>
                <a:cs typeface="Times New Roman"/>
              </a:rPr>
              <a:t>the</a:t>
            </a:r>
            <a:r>
              <a:rPr sz="1700" spc="14" dirty="0">
                <a:latin typeface="Times New Roman"/>
                <a:cs typeface="Times New Roman"/>
              </a:rPr>
              <a:t> </a:t>
            </a:r>
            <a:r>
              <a:rPr sz="1700" spc="-5" dirty="0">
                <a:latin typeface="Times New Roman"/>
                <a:cs typeface="Times New Roman"/>
              </a:rPr>
              <a:t>v</a:t>
            </a:r>
            <a:r>
              <a:rPr sz="1700" spc="-7" dirty="0">
                <a:latin typeface="Times New Roman"/>
                <a:cs typeface="Times New Roman"/>
              </a:rPr>
              <a:t>a</a:t>
            </a:r>
            <a:r>
              <a:rPr sz="1700" spc="-2" dirty="0">
                <a:latin typeface="Times New Roman"/>
                <a:cs typeface="Times New Roman"/>
              </a:rPr>
              <a:t>lue</a:t>
            </a:r>
            <a:r>
              <a:rPr sz="1700" spc="14" dirty="0">
                <a:latin typeface="Times New Roman"/>
                <a:cs typeface="Times New Roman"/>
              </a:rPr>
              <a:t> </a:t>
            </a:r>
            <a:r>
              <a:rPr sz="1700" dirty="0">
                <a:latin typeface="Times New Roman"/>
                <a:cs typeface="Times New Roman"/>
              </a:rPr>
              <a:t>f</a:t>
            </a:r>
            <a:r>
              <a:rPr sz="1700" spc="-5" dirty="0">
                <a:latin typeface="Times New Roman"/>
                <a:cs typeface="Times New Roman"/>
              </a:rPr>
              <a:t>rom</a:t>
            </a:r>
            <a:r>
              <a:rPr sz="1700" spc="17" dirty="0">
                <a:latin typeface="Times New Roman"/>
                <a:cs typeface="Times New Roman"/>
              </a:rPr>
              <a:t> </a:t>
            </a:r>
            <a:r>
              <a:rPr sz="1700" spc="-2" dirty="0">
                <a:latin typeface="Times New Roman"/>
                <a:cs typeface="Times New Roman"/>
              </a:rPr>
              <a:t>the</a:t>
            </a:r>
            <a:r>
              <a:rPr sz="1700" spc="14" dirty="0">
                <a:latin typeface="Times New Roman"/>
                <a:cs typeface="Times New Roman"/>
              </a:rPr>
              <a:t> </a:t>
            </a:r>
            <a:r>
              <a:rPr sz="1700" spc="-2" dirty="0">
                <a:latin typeface="Times New Roman"/>
                <a:cs typeface="Times New Roman"/>
              </a:rPr>
              <a:t>D</a:t>
            </a:r>
            <a:r>
              <a:rPr sz="1700" spc="-5" dirty="0">
                <a:latin typeface="Times New Roman"/>
                <a:cs typeface="Times New Roman"/>
              </a:rPr>
              <a:t>a</a:t>
            </a:r>
            <a:r>
              <a:rPr sz="1700" dirty="0">
                <a:latin typeface="Times New Roman"/>
                <a:cs typeface="Times New Roman"/>
              </a:rPr>
              <a:t>t</a:t>
            </a:r>
            <a:r>
              <a:rPr sz="1700" spc="-5" dirty="0">
                <a:latin typeface="Times New Roman"/>
                <a:cs typeface="Times New Roman"/>
              </a:rPr>
              <a:t>a</a:t>
            </a:r>
            <a:r>
              <a:rPr sz="1700" spc="14" dirty="0">
                <a:latin typeface="Times New Roman"/>
                <a:cs typeface="Times New Roman"/>
              </a:rPr>
              <a:t> </a:t>
            </a:r>
            <a:r>
              <a:rPr sz="1700" spc="-5" dirty="0">
                <a:latin typeface="Times New Roman"/>
                <a:cs typeface="Times New Roman"/>
              </a:rPr>
              <a:t>R</a:t>
            </a:r>
            <a:r>
              <a:rPr sz="1700" spc="-7" dirty="0">
                <a:latin typeface="Times New Roman"/>
                <a:cs typeface="Times New Roman"/>
              </a:rPr>
              <a:t>e</a:t>
            </a:r>
            <a:r>
              <a:rPr sz="1700" spc="-2" dirty="0">
                <a:latin typeface="Times New Roman"/>
                <a:cs typeface="Times New Roman"/>
              </a:rPr>
              <a:t>gis</a:t>
            </a:r>
            <a:r>
              <a:rPr sz="1700" dirty="0">
                <a:latin typeface="Times New Roman"/>
                <a:cs typeface="Times New Roman"/>
              </a:rPr>
              <a:t>t</a:t>
            </a:r>
            <a:r>
              <a:rPr sz="1700" spc="-7" dirty="0">
                <a:latin typeface="Times New Roman"/>
                <a:cs typeface="Times New Roman"/>
              </a:rPr>
              <a:t>e</a:t>
            </a:r>
            <a:r>
              <a:rPr sz="1700" dirty="0">
                <a:latin typeface="Times New Roman"/>
                <a:cs typeface="Times New Roman"/>
              </a:rPr>
              <a:t>r (</a:t>
            </a:r>
            <a:r>
              <a:rPr sz="1700" spc="-5" dirty="0">
                <a:latin typeface="Times New Roman"/>
                <a:cs typeface="Times New Roman"/>
              </a:rPr>
              <a:t>DR</a:t>
            </a:r>
            <a:r>
              <a:rPr sz="1700" dirty="0">
                <a:latin typeface="Times New Roman"/>
                <a:cs typeface="Times New Roman"/>
              </a:rPr>
              <a:t>) </a:t>
            </a:r>
            <a:r>
              <a:rPr sz="1700" spc="-10" dirty="0">
                <a:latin typeface="Times New Roman"/>
                <a:cs typeface="Times New Roman"/>
              </a:rPr>
              <a:t>a</a:t>
            </a:r>
            <a:r>
              <a:rPr sz="1700" spc="-2" dirty="0">
                <a:latin typeface="Times New Roman"/>
                <a:cs typeface="Times New Roman"/>
              </a:rPr>
              <a:t>t</a:t>
            </a:r>
            <a:r>
              <a:rPr sz="1700" dirty="0">
                <a:latin typeface="Times New Roman"/>
                <a:cs typeface="Times New Roman"/>
              </a:rPr>
              <a:t> </a:t>
            </a:r>
            <a:r>
              <a:rPr sz="1700" spc="-2" dirty="0">
                <a:latin typeface="Times New Roman"/>
                <a:cs typeface="Times New Roman"/>
              </a:rPr>
              <a:t>the </a:t>
            </a:r>
            <a:r>
              <a:rPr sz="1700" spc="-7" dirty="0">
                <a:latin typeface="Times New Roman"/>
                <a:cs typeface="Times New Roman"/>
              </a:rPr>
              <a:t>a</a:t>
            </a:r>
            <a:r>
              <a:rPr sz="1700" dirty="0">
                <a:latin typeface="Times New Roman"/>
                <a:cs typeface="Times New Roman"/>
              </a:rPr>
              <a:t>d</a:t>
            </a:r>
            <a:r>
              <a:rPr sz="1700" spc="5" dirty="0">
                <a:latin typeface="Times New Roman"/>
                <a:cs typeface="Times New Roman"/>
              </a:rPr>
              <a:t>d</a:t>
            </a:r>
            <a:r>
              <a:rPr sz="1700" spc="-2" dirty="0">
                <a:latin typeface="Times New Roman"/>
                <a:cs typeface="Times New Roman"/>
              </a:rPr>
              <a:t>r</a:t>
            </a:r>
            <a:r>
              <a:rPr sz="1700" spc="-10" dirty="0">
                <a:latin typeface="Times New Roman"/>
                <a:cs typeface="Times New Roman"/>
              </a:rPr>
              <a:t>e</a:t>
            </a:r>
            <a:r>
              <a:rPr sz="1700" spc="-2" dirty="0">
                <a:latin typeface="Times New Roman"/>
                <a:cs typeface="Times New Roman"/>
              </a:rPr>
              <a:t>s</a:t>
            </a:r>
            <a:r>
              <a:rPr sz="1700" dirty="0">
                <a:latin typeface="Times New Roman"/>
                <a:cs typeface="Times New Roman"/>
              </a:rPr>
              <a:t>s </a:t>
            </a:r>
            <a:r>
              <a:rPr sz="1700" spc="-5" dirty="0">
                <a:latin typeface="Times New Roman"/>
                <a:cs typeface="Times New Roman"/>
              </a:rPr>
              <a:t>pointed</a:t>
            </a:r>
            <a:r>
              <a:rPr sz="1700" dirty="0">
                <a:latin typeface="Times New Roman"/>
                <a:cs typeface="Times New Roman"/>
              </a:rPr>
              <a:t> </a:t>
            </a:r>
            <a:r>
              <a:rPr sz="1700" spc="-2" dirty="0">
                <a:latin typeface="Times New Roman"/>
                <a:cs typeface="Times New Roman"/>
              </a:rPr>
              <a:t>to </a:t>
            </a:r>
            <a:r>
              <a:rPr sz="1700" dirty="0">
                <a:latin typeface="Times New Roman"/>
                <a:cs typeface="Times New Roman"/>
              </a:rPr>
              <a:t>by </a:t>
            </a:r>
            <a:r>
              <a:rPr sz="1700" spc="-2" dirty="0">
                <a:latin typeface="Times New Roman"/>
                <a:cs typeface="Times New Roman"/>
              </a:rPr>
              <a:t>the </a:t>
            </a:r>
            <a:r>
              <a:rPr sz="1700" spc="-5" dirty="0">
                <a:latin typeface="Times New Roman"/>
                <a:cs typeface="Times New Roman"/>
              </a:rPr>
              <a:t>upd</a:t>
            </a:r>
            <a:r>
              <a:rPr sz="1700" spc="-10" dirty="0">
                <a:latin typeface="Times New Roman"/>
                <a:cs typeface="Times New Roman"/>
              </a:rPr>
              <a:t>a</a:t>
            </a:r>
            <a:r>
              <a:rPr sz="1700" spc="-2" dirty="0">
                <a:latin typeface="Times New Roman"/>
                <a:cs typeface="Times New Roman"/>
              </a:rPr>
              <a:t>ted S</a:t>
            </a:r>
            <a:r>
              <a:rPr sz="1700" spc="2" dirty="0">
                <a:latin typeface="Times New Roman"/>
                <a:cs typeface="Times New Roman"/>
              </a:rPr>
              <a:t>P</a:t>
            </a:r>
            <a:r>
              <a:rPr sz="1700" dirty="0">
                <a:latin typeface="Times New Roman"/>
                <a:cs typeface="Times New Roman"/>
              </a:rPr>
              <a:t>.</a:t>
            </a:r>
            <a:endParaRPr lang="en-US" sz="1700" dirty="0">
              <a:latin typeface="Times New Roman"/>
              <a:cs typeface="Times New Roman"/>
            </a:endParaRPr>
          </a:p>
          <a:p>
            <a:pPr marL="6109" marR="2443" algn="just"/>
            <a:endParaRPr lang="en-US" sz="1700" dirty="0">
              <a:latin typeface="Times New Roman"/>
              <a:cs typeface="Times New Roman"/>
            </a:endParaRPr>
          </a:p>
          <a:p>
            <a:pPr marL="6109" marR="2443" algn="just"/>
            <a:r>
              <a:rPr lang="en-US" sz="1700" dirty="0">
                <a:latin typeface="Times New Roman"/>
                <a:cs typeface="Times New Roman"/>
              </a:rPr>
              <a:t>SP → SP - 1</a:t>
            </a:r>
          </a:p>
          <a:p>
            <a:pPr marL="6109" marR="2443" algn="just"/>
            <a:r>
              <a:rPr lang="en-US" sz="1700" dirty="0">
                <a:latin typeface="Times New Roman"/>
                <a:cs typeface="Times New Roman"/>
              </a:rPr>
              <a:t>M[SP] ← DR</a:t>
            </a:r>
          </a:p>
          <a:p>
            <a:pPr marL="6109" marR="2443" algn="just"/>
            <a:endParaRPr lang="en-US" sz="1700" dirty="0">
              <a:latin typeface="Times New Roman"/>
              <a:cs typeface="Times New Roman"/>
            </a:endParaRPr>
          </a:p>
          <a:p>
            <a:pPr marL="6109" marR="2443" algn="just"/>
            <a:r>
              <a:rPr lang="en-US" sz="1700" b="1" dirty="0">
                <a:latin typeface="Times New Roman"/>
                <a:cs typeface="Times New Roman"/>
              </a:rPr>
              <a:t>POP Operation:</a:t>
            </a:r>
            <a:r>
              <a:rPr lang="en-US" sz="1700" dirty="0">
                <a:latin typeface="Times New Roman"/>
                <a:cs typeface="Times New Roman"/>
              </a:rPr>
              <a:t> The POP operation retrieves the item from the top of the stack by copying  the  data  from  the  address  indicated  by  SP  to  DR.  Subsequently,  SP  is incremented to free up space in the stack.</a:t>
            </a:r>
          </a:p>
          <a:p>
            <a:pPr marL="6109" marR="2443" algn="just"/>
            <a:r>
              <a:rPr lang="en-US" sz="1700" dirty="0">
                <a:latin typeface="Times New Roman"/>
                <a:cs typeface="Times New Roman"/>
              </a:rPr>
              <a:t>DR ← M[SP]</a:t>
            </a:r>
          </a:p>
          <a:p>
            <a:pPr marL="6109" marR="2443" algn="just"/>
            <a:r>
              <a:rPr lang="en-US" sz="1700" dirty="0">
                <a:latin typeface="Times New Roman"/>
                <a:cs typeface="Times New Roman"/>
              </a:rPr>
              <a:t>SP → SP + 1</a:t>
            </a:r>
          </a:p>
        </p:txBody>
      </p:sp>
    </p:spTree>
    <p:extLst>
      <p:ext uri="{BB962C8B-B14F-4D97-AF65-F5344CB8AC3E}">
        <p14:creationId xmlns:p14="http://schemas.microsoft.com/office/powerpoint/2010/main" val="5236576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86890-3FD5-2821-330B-4AC9A496BB7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0F2B2FE-AE4F-E9A3-FCD6-176B2B1A4CFA}"/>
              </a:ext>
            </a:extLst>
          </p:cNvPr>
          <p:cNvPicPr>
            <a:picLocks noChangeAspect="1"/>
          </p:cNvPicPr>
          <p:nvPr/>
        </p:nvPicPr>
        <p:blipFill>
          <a:blip r:embed="rId2"/>
          <a:stretch>
            <a:fillRect/>
          </a:stretch>
        </p:blipFill>
        <p:spPr>
          <a:xfrm>
            <a:off x="100454" y="116065"/>
            <a:ext cx="476476" cy="806935"/>
          </a:xfrm>
          <a:prstGeom prst="rect">
            <a:avLst/>
          </a:prstGeom>
        </p:spPr>
      </p:pic>
      <p:pic>
        <p:nvPicPr>
          <p:cNvPr id="6" name="Picture 5">
            <a:extLst>
              <a:ext uri="{FF2B5EF4-FFF2-40B4-BE49-F238E27FC236}">
                <a16:creationId xmlns:a16="http://schemas.microsoft.com/office/drawing/2014/main" id="{5BCC0445-0CFD-1C31-9B48-16D2408D329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7" y="116065"/>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D8974431-1071-AB5B-3598-B84B919FD929}"/>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6D985C86-2029-8C36-0034-2FC6BEA7327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4" name="TextBox 3">
            <a:extLst>
              <a:ext uri="{FF2B5EF4-FFF2-40B4-BE49-F238E27FC236}">
                <a16:creationId xmlns:a16="http://schemas.microsoft.com/office/drawing/2014/main" id="{BE361074-F92C-C2AA-EE6A-92FD1A2FFF89}"/>
              </a:ext>
            </a:extLst>
          </p:cNvPr>
          <p:cNvSpPr txBox="1"/>
          <p:nvPr/>
        </p:nvSpPr>
        <p:spPr>
          <a:xfrm>
            <a:off x="1066800" y="1047750"/>
            <a:ext cx="7010400" cy="2446824"/>
          </a:xfrm>
          <a:prstGeom prst="rect">
            <a:avLst/>
          </a:prstGeom>
          <a:noFill/>
        </p:spPr>
        <p:txBody>
          <a:bodyPr wrap="square">
            <a:spAutoFit/>
          </a:bodyPr>
          <a:lstStyle/>
          <a:p>
            <a:pPr marL="60325" indent="-41275" algn="just">
              <a:tabLst>
                <a:tab pos="60325" algn="l"/>
              </a:tabLst>
            </a:pPr>
            <a:r>
              <a:rPr lang="en-US" sz="1700" b="1" spc="-2" dirty="0">
                <a:latin typeface="Times New Roman"/>
                <a:cs typeface="Times New Roman"/>
              </a:rPr>
              <a:t>Adva</a:t>
            </a:r>
            <a:r>
              <a:rPr lang="en-US" sz="1700" b="1" spc="2" dirty="0">
                <a:latin typeface="Times New Roman"/>
                <a:cs typeface="Times New Roman"/>
              </a:rPr>
              <a:t>n</a:t>
            </a:r>
            <a:r>
              <a:rPr lang="en-US" sz="1700" b="1" spc="-5" dirty="0">
                <a:latin typeface="Times New Roman"/>
                <a:cs typeface="Times New Roman"/>
              </a:rPr>
              <a:t>tag</a:t>
            </a:r>
            <a:r>
              <a:rPr lang="en-US" sz="1700" b="1" spc="-10" dirty="0">
                <a:latin typeface="Times New Roman"/>
                <a:cs typeface="Times New Roman"/>
              </a:rPr>
              <a:t>e</a:t>
            </a:r>
            <a:r>
              <a:rPr lang="en-US" sz="1700" b="1" spc="2" dirty="0">
                <a:latin typeface="Times New Roman"/>
                <a:cs typeface="Times New Roman"/>
              </a:rPr>
              <a:t>s</a:t>
            </a:r>
            <a:r>
              <a:rPr lang="en-US" sz="1700" spc="-2" dirty="0">
                <a:latin typeface="Times New Roman"/>
                <a:cs typeface="Times New Roman"/>
              </a:rPr>
              <a:t>:</a:t>
            </a:r>
          </a:p>
          <a:p>
            <a:pPr marL="60325" indent="-41275" algn="just">
              <a:tabLst>
                <a:tab pos="60325" algn="l"/>
              </a:tabLst>
            </a:pPr>
            <a:endParaRPr lang="en-US" sz="1700" dirty="0">
              <a:latin typeface="Times New Roman"/>
              <a:cs typeface="Times New Roman"/>
            </a:endParaRPr>
          </a:p>
          <a:p>
            <a:pPr marL="60325" indent="-41275" algn="just">
              <a:spcBef>
                <a:spcPts val="22"/>
              </a:spcBef>
              <a:buSzPct val="83333"/>
              <a:buFont typeface="Symbol"/>
              <a:buChar char=""/>
              <a:tabLst>
                <a:tab pos="60325" algn="l"/>
              </a:tabLst>
            </a:pPr>
            <a:r>
              <a:rPr lang="en-US" sz="1700" spc="-5" dirty="0">
                <a:latin typeface="Times New Roman"/>
                <a:cs typeface="Times New Roman"/>
              </a:rPr>
              <a:t>Compa</a:t>
            </a:r>
            <a:r>
              <a:rPr lang="en-US" sz="1700" spc="-10" dirty="0">
                <a:latin typeface="Times New Roman"/>
                <a:cs typeface="Times New Roman"/>
              </a:rPr>
              <a:t>c</a:t>
            </a:r>
            <a:r>
              <a:rPr lang="en-US" sz="1700" spc="-2" dirty="0">
                <a:latin typeface="Times New Roman"/>
                <a:cs typeface="Times New Roman"/>
              </a:rPr>
              <a:t>t</a:t>
            </a:r>
            <a:r>
              <a:rPr lang="en-US" sz="1700" dirty="0">
                <a:latin typeface="Times New Roman"/>
                <a:cs typeface="Times New Roman"/>
              </a:rPr>
              <a:t> </a:t>
            </a:r>
            <a:r>
              <a:rPr lang="en-US" sz="1700" spc="-2" dirty="0">
                <a:latin typeface="Times New Roman"/>
                <a:cs typeface="Times New Roman"/>
              </a:rPr>
              <a:t>instru</a:t>
            </a:r>
            <a:r>
              <a:rPr lang="en-US" sz="1700" spc="-7" dirty="0">
                <a:latin typeface="Times New Roman"/>
                <a:cs typeface="Times New Roman"/>
              </a:rPr>
              <a:t>c</a:t>
            </a:r>
            <a:r>
              <a:rPr lang="en-US" sz="1700" spc="-2" dirty="0">
                <a:latin typeface="Times New Roman"/>
                <a:cs typeface="Times New Roman"/>
              </a:rPr>
              <a:t>ti</a:t>
            </a:r>
            <a:r>
              <a:rPr lang="en-US" sz="1700" dirty="0">
                <a:latin typeface="Times New Roman"/>
                <a:cs typeface="Times New Roman"/>
              </a:rPr>
              <a:t>ons</a:t>
            </a:r>
            <a:r>
              <a:rPr lang="en-US" sz="1700" spc="-2" dirty="0">
                <a:latin typeface="Times New Roman"/>
                <a:cs typeface="Times New Roman"/>
              </a:rPr>
              <a:t> </a:t>
            </a:r>
            <a:r>
              <a:rPr lang="en-US" sz="1700" spc="-7" dirty="0">
                <a:latin typeface="Times New Roman"/>
                <a:cs typeface="Times New Roman"/>
              </a:rPr>
              <a:t>sav</a:t>
            </a:r>
            <a:r>
              <a:rPr lang="en-US" sz="1700" spc="-5" dirty="0">
                <a:latin typeface="Times New Roman"/>
                <a:cs typeface="Times New Roman"/>
              </a:rPr>
              <a:t>e memor</a:t>
            </a:r>
            <a:r>
              <a:rPr lang="en-US" sz="1700" dirty="0">
                <a:latin typeface="Times New Roman"/>
                <a:cs typeface="Times New Roman"/>
              </a:rPr>
              <a:t>y.</a:t>
            </a:r>
          </a:p>
          <a:p>
            <a:pPr marL="60325" indent="-41275" algn="just">
              <a:spcBef>
                <a:spcPts val="22"/>
              </a:spcBef>
              <a:buSzPct val="83333"/>
              <a:buFont typeface="Symbol"/>
              <a:buChar char=""/>
              <a:tabLst>
                <a:tab pos="60325" algn="l"/>
              </a:tabLst>
            </a:pPr>
            <a:r>
              <a:rPr lang="en-US" sz="1700" dirty="0">
                <a:latin typeface="Times New Roman"/>
                <a:cs typeface="Times New Roman"/>
              </a:rPr>
              <a:t>S</a:t>
            </a:r>
            <a:r>
              <a:rPr lang="en-US" sz="1700" spc="-2" dirty="0">
                <a:latin typeface="Times New Roman"/>
                <a:cs typeface="Times New Roman"/>
              </a:rPr>
              <a:t>implifi</a:t>
            </a:r>
            <a:r>
              <a:rPr lang="en-US" sz="1700" spc="-10" dirty="0">
                <a:latin typeface="Times New Roman"/>
                <a:cs typeface="Times New Roman"/>
              </a:rPr>
              <a:t>e</a:t>
            </a:r>
            <a:r>
              <a:rPr lang="en-US" sz="1700" dirty="0">
                <a:latin typeface="Times New Roman"/>
                <a:cs typeface="Times New Roman"/>
              </a:rPr>
              <a:t>d </a:t>
            </a:r>
            <a:r>
              <a:rPr lang="en-US" sz="1700" spc="-5" dirty="0">
                <a:latin typeface="Times New Roman"/>
                <a:cs typeface="Times New Roman"/>
              </a:rPr>
              <a:t>h</a:t>
            </a:r>
            <a:r>
              <a:rPr lang="en-US" sz="1700" spc="-7" dirty="0">
                <a:latin typeface="Times New Roman"/>
                <a:cs typeface="Times New Roman"/>
              </a:rPr>
              <a:t>a</a:t>
            </a:r>
            <a:r>
              <a:rPr lang="en-US" sz="1700" dirty="0">
                <a:latin typeface="Times New Roman"/>
                <a:cs typeface="Times New Roman"/>
              </a:rPr>
              <a:t>rd</a:t>
            </a:r>
            <a:r>
              <a:rPr lang="en-US" sz="1700" spc="-5" dirty="0">
                <a:latin typeface="Times New Roman"/>
                <a:cs typeface="Times New Roman"/>
              </a:rPr>
              <a:t>w</a:t>
            </a:r>
            <a:r>
              <a:rPr lang="en-US" sz="1700" spc="-7" dirty="0">
                <a:latin typeface="Times New Roman"/>
                <a:cs typeface="Times New Roman"/>
              </a:rPr>
              <a:t>a</a:t>
            </a:r>
            <a:r>
              <a:rPr lang="en-US" sz="1700" spc="-2" dirty="0">
                <a:latin typeface="Times New Roman"/>
                <a:cs typeface="Times New Roman"/>
              </a:rPr>
              <a:t>re</a:t>
            </a:r>
            <a:r>
              <a:rPr lang="en-US" sz="1700" spc="-5" dirty="0">
                <a:latin typeface="Times New Roman"/>
                <a:cs typeface="Times New Roman"/>
              </a:rPr>
              <a:t> </a:t>
            </a:r>
            <a:r>
              <a:rPr lang="en-US" sz="1700" spc="5" dirty="0">
                <a:latin typeface="Times New Roman"/>
                <a:cs typeface="Times New Roman"/>
              </a:rPr>
              <a:t>d</a:t>
            </a:r>
            <a:r>
              <a:rPr lang="en-US" sz="1700" spc="-5" dirty="0">
                <a:latin typeface="Times New Roman"/>
                <a:cs typeface="Times New Roman"/>
              </a:rPr>
              <a:t>esign.</a:t>
            </a:r>
            <a:endParaRPr lang="en-US" sz="1700" dirty="0">
              <a:latin typeface="Times New Roman"/>
              <a:cs typeface="Times New Roman"/>
            </a:endParaRPr>
          </a:p>
          <a:p>
            <a:pPr marL="60325" indent="-41275">
              <a:spcBef>
                <a:spcPts val="21"/>
              </a:spcBef>
              <a:buFont typeface="Symbol"/>
              <a:buChar char=""/>
              <a:tabLst>
                <a:tab pos="60325" algn="l"/>
              </a:tabLst>
            </a:pPr>
            <a:endParaRPr lang="en-US" sz="1700" dirty="0">
              <a:latin typeface="Times New Roman"/>
              <a:cs typeface="Times New Roman"/>
            </a:endParaRPr>
          </a:p>
          <a:p>
            <a:pPr marL="60325" indent="-41275" algn="just">
              <a:tabLst>
                <a:tab pos="60325" algn="l"/>
              </a:tabLst>
            </a:pPr>
            <a:r>
              <a:rPr lang="en-US" sz="1700" b="1" spc="-2" dirty="0">
                <a:latin typeface="Times New Roman"/>
                <a:cs typeface="Times New Roman"/>
              </a:rPr>
              <a:t>Disa</a:t>
            </a:r>
            <a:r>
              <a:rPr lang="en-US" sz="1700" b="1" spc="2" dirty="0">
                <a:latin typeface="Times New Roman"/>
                <a:cs typeface="Times New Roman"/>
              </a:rPr>
              <a:t>d</a:t>
            </a:r>
            <a:r>
              <a:rPr lang="en-US" sz="1700" b="1" dirty="0">
                <a:latin typeface="Times New Roman"/>
                <a:cs typeface="Times New Roman"/>
              </a:rPr>
              <a:t>van</a:t>
            </a:r>
            <a:r>
              <a:rPr lang="en-US" sz="1700" b="1" spc="-5" dirty="0">
                <a:latin typeface="Times New Roman"/>
                <a:cs typeface="Times New Roman"/>
              </a:rPr>
              <a:t>tag</a:t>
            </a:r>
            <a:r>
              <a:rPr lang="en-US" sz="1700" b="1" spc="-10" dirty="0">
                <a:latin typeface="Times New Roman"/>
                <a:cs typeface="Times New Roman"/>
              </a:rPr>
              <a:t>e</a:t>
            </a:r>
            <a:r>
              <a:rPr lang="en-US" sz="1700" b="1" spc="2" dirty="0">
                <a:latin typeface="Times New Roman"/>
                <a:cs typeface="Times New Roman"/>
              </a:rPr>
              <a:t>s</a:t>
            </a:r>
            <a:r>
              <a:rPr lang="en-US" sz="1700" spc="-2" dirty="0">
                <a:latin typeface="Times New Roman"/>
                <a:cs typeface="Times New Roman"/>
              </a:rPr>
              <a:t>:</a:t>
            </a:r>
          </a:p>
          <a:p>
            <a:pPr marL="60325" indent="-41275" algn="just">
              <a:tabLst>
                <a:tab pos="60325" algn="l"/>
              </a:tabLst>
            </a:pPr>
            <a:endParaRPr lang="en-US" sz="1700" dirty="0">
              <a:latin typeface="Times New Roman"/>
              <a:cs typeface="Times New Roman"/>
            </a:endParaRPr>
          </a:p>
          <a:p>
            <a:pPr marL="60325" indent="-41275" algn="just">
              <a:spcBef>
                <a:spcPts val="22"/>
              </a:spcBef>
              <a:buSzPct val="83333"/>
              <a:buFont typeface="Symbol"/>
              <a:buChar char=""/>
              <a:tabLst>
                <a:tab pos="60325" algn="l"/>
              </a:tabLst>
            </a:pPr>
            <a:r>
              <a:rPr lang="en-US" sz="1700" spc="-5" dirty="0">
                <a:latin typeface="Times New Roman"/>
                <a:cs typeface="Times New Roman"/>
              </a:rPr>
              <a:t>Lim</a:t>
            </a:r>
            <a:r>
              <a:rPr lang="en-US" sz="1700" dirty="0">
                <a:latin typeface="Times New Roman"/>
                <a:cs typeface="Times New Roman"/>
              </a:rPr>
              <a:t>i</a:t>
            </a:r>
            <a:r>
              <a:rPr lang="en-US" sz="1700" spc="-2" dirty="0">
                <a:latin typeface="Times New Roman"/>
                <a:cs typeface="Times New Roman"/>
              </a:rPr>
              <a:t>ted </a:t>
            </a:r>
            <a:r>
              <a:rPr lang="en-US" sz="1700" spc="-10" dirty="0">
                <a:latin typeface="Times New Roman"/>
                <a:cs typeface="Times New Roman"/>
              </a:rPr>
              <a:t>a</a:t>
            </a:r>
            <a:r>
              <a:rPr lang="en-US" sz="1700" spc="-7" dirty="0">
                <a:latin typeface="Times New Roman"/>
                <a:cs typeface="Times New Roman"/>
              </a:rPr>
              <a:t>cce</a:t>
            </a:r>
            <a:r>
              <a:rPr lang="en-US" sz="1700" spc="-2" dirty="0">
                <a:latin typeface="Times New Roman"/>
                <a:cs typeface="Times New Roman"/>
              </a:rPr>
              <a:t>s</a:t>
            </a:r>
            <a:r>
              <a:rPr lang="en-US" sz="1700" dirty="0">
                <a:latin typeface="Times New Roman"/>
                <a:cs typeface="Times New Roman"/>
              </a:rPr>
              <a:t>s </a:t>
            </a:r>
            <a:r>
              <a:rPr lang="en-US" sz="1700" spc="-2" dirty="0">
                <a:latin typeface="Times New Roman"/>
                <a:cs typeface="Times New Roman"/>
              </a:rPr>
              <a:t>t</a:t>
            </a:r>
            <a:r>
              <a:rPr lang="en-US" sz="1700" dirty="0">
                <a:latin typeface="Times New Roman"/>
                <a:cs typeface="Times New Roman"/>
              </a:rPr>
              <a:t>o </a:t>
            </a:r>
            <a:r>
              <a:rPr lang="en-US" sz="1700" spc="-5" dirty="0">
                <a:latin typeface="Times New Roman"/>
                <a:cs typeface="Times New Roman"/>
              </a:rPr>
              <a:t>s</a:t>
            </a:r>
            <a:r>
              <a:rPr lang="en-US" sz="1700" spc="-2" dirty="0">
                <a:latin typeface="Times New Roman"/>
                <a:cs typeface="Times New Roman"/>
              </a:rPr>
              <a:t>t</a:t>
            </a:r>
            <a:r>
              <a:rPr lang="en-US" sz="1700" spc="-7" dirty="0">
                <a:latin typeface="Times New Roman"/>
                <a:cs typeface="Times New Roman"/>
              </a:rPr>
              <a:t>ac</a:t>
            </a:r>
            <a:r>
              <a:rPr lang="en-US" sz="1700" dirty="0">
                <a:latin typeface="Times New Roman"/>
                <a:cs typeface="Times New Roman"/>
              </a:rPr>
              <a:t>k</a:t>
            </a:r>
            <a:r>
              <a:rPr lang="en-US" sz="1700" spc="5" dirty="0">
                <a:latin typeface="Times New Roman"/>
                <a:cs typeface="Times New Roman"/>
              </a:rPr>
              <a:t> </a:t>
            </a:r>
            <a:r>
              <a:rPr lang="en-US" sz="1700" spc="-2" dirty="0">
                <a:latin typeface="Times New Roman"/>
                <a:cs typeface="Times New Roman"/>
              </a:rPr>
              <a:t>e</a:t>
            </a:r>
            <a:r>
              <a:rPr lang="en-US" sz="1700" spc="-5" dirty="0">
                <a:latin typeface="Times New Roman"/>
                <a:cs typeface="Times New Roman"/>
              </a:rPr>
              <a:t>lem</a:t>
            </a:r>
            <a:r>
              <a:rPr lang="en-US" sz="1700" spc="-7" dirty="0">
                <a:latin typeface="Times New Roman"/>
                <a:cs typeface="Times New Roman"/>
              </a:rPr>
              <a:t>e</a:t>
            </a:r>
            <a:r>
              <a:rPr lang="en-US" sz="1700" spc="-2" dirty="0">
                <a:latin typeface="Times New Roman"/>
                <a:cs typeface="Times New Roman"/>
              </a:rPr>
              <a:t>nts.</a:t>
            </a:r>
            <a:endParaRPr lang="en-US" sz="1700" dirty="0">
              <a:latin typeface="Times New Roman"/>
              <a:cs typeface="Times New Roman"/>
            </a:endParaRPr>
          </a:p>
          <a:p>
            <a:pPr marL="60325" indent="-41275">
              <a:spcBef>
                <a:spcPts val="22"/>
              </a:spcBef>
              <a:buSzPct val="83333"/>
              <a:buFont typeface="Symbol"/>
              <a:buChar char=""/>
              <a:tabLst>
                <a:tab pos="60325" algn="l"/>
              </a:tabLst>
            </a:pPr>
            <a:r>
              <a:rPr lang="en-US" sz="1700" spc="-2" dirty="0">
                <a:latin typeface="Times New Roman"/>
                <a:cs typeface="Times New Roman"/>
              </a:rPr>
              <a:t>Ov</a:t>
            </a:r>
            <a:r>
              <a:rPr lang="en-US" sz="1700" spc="-5" dirty="0">
                <a:latin typeface="Times New Roman"/>
                <a:cs typeface="Times New Roman"/>
              </a:rPr>
              <a:t>erhe</a:t>
            </a:r>
            <a:r>
              <a:rPr lang="en-US" sz="1700" spc="-7" dirty="0">
                <a:latin typeface="Times New Roman"/>
                <a:cs typeface="Times New Roman"/>
              </a:rPr>
              <a:t>a</a:t>
            </a:r>
            <a:r>
              <a:rPr lang="en-US" sz="1700" dirty="0">
                <a:latin typeface="Times New Roman"/>
                <a:cs typeface="Times New Roman"/>
              </a:rPr>
              <a:t>d for</a:t>
            </a:r>
            <a:r>
              <a:rPr lang="en-US" sz="1700" spc="-5" dirty="0">
                <a:latin typeface="Times New Roman"/>
                <a:cs typeface="Times New Roman"/>
              </a:rPr>
              <a:t> ma</a:t>
            </a:r>
            <a:r>
              <a:rPr lang="en-US" sz="1700" spc="-2" dirty="0">
                <a:latin typeface="Times New Roman"/>
                <a:cs typeface="Times New Roman"/>
              </a:rPr>
              <a:t>n</a:t>
            </a:r>
            <a:r>
              <a:rPr lang="en-US" sz="1700" spc="-7" dirty="0">
                <a:latin typeface="Times New Roman"/>
                <a:cs typeface="Times New Roman"/>
              </a:rPr>
              <a:t>a</a:t>
            </a:r>
            <a:r>
              <a:rPr lang="en-US" sz="1700" spc="-5" dirty="0">
                <a:latin typeface="Times New Roman"/>
                <a:cs typeface="Times New Roman"/>
              </a:rPr>
              <a:t>ging</a:t>
            </a:r>
            <a:r>
              <a:rPr lang="en-US" sz="1700" dirty="0">
                <a:latin typeface="Times New Roman"/>
                <a:cs typeface="Times New Roman"/>
              </a:rPr>
              <a:t> </a:t>
            </a:r>
            <a:r>
              <a:rPr lang="en-US" sz="1700" spc="-2" dirty="0">
                <a:latin typeface="Times New Roman"/>
                <a:cs typeface="Times New Roman"/>
              </a:rPr>
              <a:t>the </a:t>
            </a:r>
            <a:r>
              <a:rPr lang="en-US" sz="1700" spc="-5" dirty="0">
                <a:latin typeface="Times New Roman"/>
                <a:cs typeface="Times New Roman"/>
              </a:rPr>
              <a:t>stac</a:t>
            </a:r>
            <a:r>
              <a:rPr lang="en-US" sz="1700" dirty="0">
                <a:latin typeface="Times New Roman"/>
                <a:cs typeface="Times New Roman"/>
              </a:rPr>
              <a:t>k.</a:t>
            </a:r>
          </a:p>
        </p:txBody>
      </p:sp>
    </p:spTree>
    <p:extLst>
      <p:ext uri="{BB962C8B-B14F-4D97-AF65-F5344CB8AC3E}">
        <p14:creationId xmlns:p14="http://schemas.microsoft.com/office/powerpoint/2010/main" val="25220569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3D3542-6D5A-4CC4-3DAA-D516A5DB950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D1CB3AB-7851-FED0-3F25-04D644934C2E}"/>
              </a:ext>
            </a:extLst>
          </p:cNvPr>
          <p:cNvPicPr>
            <a:picLocks noChangeAspect="1"/>
          </p:cNvPicPr>
          <p:nvPr/>
        </p:nvPicPr>
        <p:blipFill>
          <a:blip r:embed="rId2"/>
          <a:stretch>
            <a:fillRect/>
          </a:stretch>
        </p:blipFill>
        <p:spPr>
          <a:xfrm>
            <a:off x="100454" y="116065"/>
            <a:ext cx="476476" cy="806935"/>
          </a:xfrm>
          <a:prstGeom prst="rect">
            <a:avLst/>
          </a:prstGeom>
        </p:spPr>
      </p:pic>
      <p:pic>
        <p:nvPicPr>
          <p:cNvPr id="6" name="Picture 5">
            <a:extLst>
              <a:ext uri="{FF2B5EF4-FFF2-40B4-BE49-F238E27FC236}">
                <a16:creationId xmlns:a16="http://schemas.microsoft.com/office/drawing/2014/main" id="{6333CED8-A879-DE94-CAD1-3985946223D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7" y="116065"/>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D5CA7CFC-BFA6-4163-EA6B-6D4AC1569611}"/>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5A4B28CF-8C8E-4034-10FD-C1FBE0BB740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p:cNvSpPr txBox="1"/>
          <p:nvPr/>
        </p:nvSpPr>
        <p:spPr>
          <a:xfrm>
            <a:off x="914400" y="560943"/>
            <a:ext cx="7239000" cy="4021614"/>
          </a:xfrm>
          <a:prstGeom prst="rect">
            <a:avLst/>
          </a:prstGeom>
        </p:spPr>
        <p:txBody>
          <a:bodyPr vert="horz" wrap="square" lIns="0" tIns="0" rIns="0" bIns="0" rtlCol="0">
            <a:spAutoFit/>
          </a:bodyPr>
          <a:lstStyle/>
          <a:p>
            <a:pPr marL="6109" marR="2213487"/>
            <a:r>
              <a:rPr sz="1700" b="1" spc="-2" dirty="0">
                <a:latin typeface="Times New Roman"/>
                <a:cs typeface="Times New Roman"/>
              </a:rPr>
              <a:t>R</a:t>
            </a:r>
            <a:r>
              <a:rPr sz="1700" b="1" spc="-5" dirty="0">
                <a:latin typeface="Times New Roman"/>
                <a:cs typeface="Times New Roman"/>
              </a:rPr>
              <a:t>e</a:t>
            </a:r>
            <a:r>
              <a:rPr sz="1700" b="1" spc="-2" dirty="0">
                <a:latin typeface="Times New Roman"/>
                <a:cs typeface="Times New Roman"/>
              </a:rPr>
              <a:t>fe</a:t>
            </a:r>
            <a:r>
              <a:rPr sz="1700" b="1" spc="-7" dirty="0">
                <a:latin typeface="Times New Roman"/>
                <a:cs typeface="Times New Roman"/>
              </a:rPr>
              <a:t>re</a:t>
            </a:r>
            <a:r>
              <a:rPr sz="1700" b="1" dirty="0">
                <a:latin typeface="Times New Roman"/>
                <a:cs typeface="Times New Roman"/>
              </a:rPr>
              <a:t>n</a:t>
            </a:r>
            <a:r>
              <a:rPr sz="1700" b="1" spc="-7" dirty="0">
                <a:latin typeface="Times New Roman"/>
                <a:cs typeface="Times New Roman"/>
              </a:rPr>
              <a:t>ce</a:t>
            </a:r>
            <a:r>
              <a:rPr sz="1700" b="1" dirty="0">
                <a:latin typeface="Times New Roman"/>
                <a:cs typeface="Times New Roman"/>
              </a:rPr>
              <a:t>s</a:t>
            </a:r>
            <a:endParaRPr lang="en-US" sz="1700" b="1" dirty="0">
              <a:latin typeface="Times New Roman"/>
              <a:cs typeface="Times New Roman"/>
            </a:endParaRPr>
          </a:p>
          <a:p>
            <a:pPr marL="6109" marR="2213487"/>
            <a:endParaRPr lang="en-US" sz="1700" b="1" spc="-2" dirty="0">
              <a:latin typeface="Times New Roman"/>
              <a:cs typeface="Times New Roman"/>
            </a:endParaRPr>
          </a:p>
          <a:p>
            <a:pPr marL="6109" marR="2213487"/>
            <a:r>
              <a:rPr sz="1700" b="1" spc="-2" dirty="0">
                <a:latin typeface="Times New Roman"/>
                <a:cs typeface="Times New Roman"/>
              </a:rPr>
              <a:t>R</a:t>
            </a:r>
            <a:r>
              <a:rPr sz="1700" b="1" spc="-5" dirty="0">
                <a:latin typeface="Times New Roman"/>
                <a:cs typeface="Times New Roman"/>
              </a:rPr>
              <a:t>e</a:t>
            </a:r>
            <a:r>
              <a:rPr sz="1700" b="1" spc="-2" dirty="0">
                <a:latin typeface="Times New Roman"/>
                <a:cs typeface="Times New Roman"/>
              </a:rPr>
              <a:t>fe</a:t>
            </a:r>
            <a:r>
              <a:rPr sz="1700" b="1" spc="-7" dirty="0">
                <a:latin typeface="Times New Roman"/>
                <a:cs typeface="Times New Roman"/>
              </a:rPr>
              <a:t>re</a:t>
            </a:r>
            <a:r>
              <a:rPr sz="1700" b="1" dirty="0">
                <a:latin typeface="Times New Roman"/>
                <a:cs typeface="Times New Roman"/>
              </a:rPr>
              <a:t>n</a:t>
            </a:r>
            <a:r>
              <a:rPr sz="1700" b="1" spc="-7" dirty="0">
                <a:latin typeface="Times New Roman"/>
                <a:cs typeface="Times New Roman"/>
              </a:rPr>
              <a:t>c</a:t>
            </a:r>
            <a:r>
              <a:rPr sz="1700" b="1" spc="-5" dirty="0">
                <a:latin typeface="Times New Roman"/>
                <a:cs typeface="Times New Roman"/>
              </a:rPr>
              <a:t>e</a:t>
            </a:r>
            <a:r>
              <a:rPr sz="1700" b="1" spc="-2" dirty="0">
                <a:latin typeface="Times New Roman"/>
                <a:cs typeface="Times New Roman"/>
              </a:rPr>
              <a:t> </a:t>
            </a:r>
            <a:r>
              <a:rPr sz="1700" b="1" spc="-5" dirty="0">
                <a:latin typeface="Times New Roman"/>
                <a:cs typeface="Times New Roman"/>
              </a:rPr>
              <a:t>B</a:t>
            </a:r>
            <a:r>
              <a:rPr sz="1700" b="1" dirty="0">
                <a:latin typeface="Times New Roman"/>
                <a:cs typeface="Times New Roman"/>
              </a:rPr>
              <a:t>ook</a:t>
            </a:r>
            <a:r>
              <a:rPr sz="1700" b="1" spc="-2" dirty="0">
                <a:latin typeface="Times New Roman"/>
                <a:cs typeface="Times New Roman"/>
              </a:rPr>
              <a:t>s:</a:t>
            </a:r>
            <a:endParaRPr lang="en-US" sz="1700" b="1" spc="-2" dirty="0">
              <a:latin typeface="Times New Roman"/>
              <a:cs typeface="Times New Roman"/>
            </a:endParaRPr>
          </a:p>
          <a:p>
            <a:pPr marL="6109" marR="2213487"/>
            <a:endParaRPr sz="1700" dirty="0">
              <a:latin typeface="Times New Roman"/>
              <a:cs typeface="Times New Roman"/>
            </a:endParaRPr>
          </a:p>
          <a:p>
            <a:pPr marL="225716" indent="-109651">
              <a:spcBef>
                <a:spcPts val="409"/>
              </a:spcBef>
              <a:buFont typeface="Times New Roman"/>
              <a:buChar char="●"/>
              <a:tabLst>
                <a:tab pos="226022" algn="l"/>
              </a:tabLst>
            </a:pPr>
            <a:r>
              <a:rPr sz="1700" spc="-2" dirty="0">
                <a:latin typeface="Times New Roman"/>
                <a:cs typeface="Times New Roman"/>
              </a:rPr>
              <a:t>J.</a:t>
            </a:r>
            <a:r>
              <a:rPr sz="1700" dirty="0">
                <a:latin typeface="Times New Roman"/>
                <a:cs typeface="Times New Roman"/>
              </a:rPr>
              <a:t>P. </a:t>
            </a:r>
            <a:r>
              <a:rPr sz="1700" spc="-2" dirty="0">
                <a:latin typeface="Times New Roman"/>
                <a:cs typeface="Times New Roman"/>
              </a:rPr>
              <a:t>H</a:t>
            </a:r>
            <a:r>
              <a:rPr sz="1700" spc="-5" dirty="0">
                <a:latin typeface="Times New Roman"/>
                <a:cs typeface="Times New Roman"/>
              </a:rPr>
              <a:t>ay</a:t>
            </a:r>
            <a:r>
              <a:rPr sz="1700" spc="-7" dirty="0">
                <a:latin typeface="Times New Roman"/>
                <a:cs typeface="Times New Roman"/>
              </a:rPr>
              <a:t>e</a:t>
            </a:r>
            <a:r>
              <a:rPr sz="1700" spc="-2" dirty="0">
                <a:latin typeface="Times New Roman"/>
                <a:cs typeface="Times New Roman"/>
              </a:rPr>
              <a:t>s</a:t>
            </a:r>
            <a:r>
              <a:rPr sz="1700" dirty="0">
                <a:latin typeface="Times New Roman"/>
                <a:cs typeface="Times New Roman"/>
              </a:rPr>
              <a:t>,</a:t>
            </a:r>
            <a:r>
              <a:rPr sz="1700" spc="2" dirty="0">
                <a:latin typeface="Times New Roman"/>
                <a:cs typeface="Times New Roman"/>
              </a:rPr>
              <a:t> </a:t>
            </a:r>
            <a:r>
              <a:rPr sz="1700" spc="-2" dirty="0">
                <a:latin typeface="Times New Roman"/>
                <a:cs typeface="Times New Roman"/>
              </a:rPr>
              <a:t>“</a:t>
            </a:r>
            <a:r>
              <a:rPr sz="1700" spc="-5" dirty="0">
                <a:latin typeface="Times New Roman"/>
                <a:cs typeface="Times New Roman"/>
              </a:rPr>
              <a:t>Comput</a:t>
            </a:r>
            <a:r>
              <a:rPr sz="1700" spc="-7" dirty="0">
                <a:latin typeface="Times New Roman"/>
                <a:cs typeface="Times New Roman"/>
              </a:rPr>
              <a:t>e</a:t>
            </a:r>
            <a:r>
              <a:rPr sz="1700" dirty="0">
                <a:latin typeface="Times New Roman"/>
                <a:cs typeface="Times New Roman"/>
              </a:rPr>
              <a:t>r A</a:t>
            </a:r>
            <a:r>
              <a:rPr sz="1700" spc="-2" dirty="0">
                <a:latin typeface="Times New Roman"/>
                <a:cs typeface="Times New Roman"/>
              </a:rPr>
              <a:t>r</a:t>
            </a:r>
            <a:r>
              <a:rPr sz="1700" spc="-10" dirty="0">
                <a:latin typeface="Times New Roman"/>
                <a:cs typeface="Times New Roman"/>
              </a:rPr>
              <a:t>c</a:t>
            </a:r>
            <a:r>
              <a:rPr sz="1700" spc="-2" dirty="0">
                <a:latin typeface="Times New Roman"/>
                <a:cs typeface="Times New Roman"/>
              </a:rPr>
              <a:t>hit</a:t>
            </a:r>
            <a:r>
              <a:rPr sz="1700" spc="-7" dirty="0">
                <a:latin typeface="Times New Roman"/>
                <a:cs typeface="Times New Roman"/>
              </a:rPr>
              <a:t>ec</a:t>
            </a:r>
            <a:r>
              <a:rPr sz="1700" spc="-2" dirty="0">
                <a:latin typeface="Times New Roman"/>
                <a:cs typeface="Times New Roman"/>
              </a:rPr>
              <a:t>tu</a:t>
            </a:r>
            <a:r>
              <a:rPr sz="1700" dirty="0">
                <a:latin typeface="Times New Roman"/>
                <a:cs typeface="Times New Roman"/>
              </a:rPr>
              <a:t>r</a:t>
            </a:r>
            <a:r>
              <a:rPr sz="1700" spc="-5" dirty="0">
                <a:latin typeface="Times New Roman"/>
                <a:cs typeface="Times New Roman"/>
              </a:rPr>
              <a:t>e</a:t>
            </a:r>
            <a:r>
              <a:rPr sz="1700" spc="-2" dirty="0">
                <a:latin typeface="Times New Roman"/>
                <a:cs typeface="Times New Roman"/>
              </a:rPr>
              <a:t> </a:t>
            </a:r>
            <a:r>
              <a:rPr sz="1700" spc="-7" dirty="0">
                <a:latin typeface="Times New Roman"/>
                <a:cs typeface="Times New Roman"/>
              </a:rPr>
              <a:t>a</a:t>
            </a:r>
            <a:r>
              <a:rPr sz="1700" dirty="0">
                <a:latin typeface="Times New Roman"/>
                <a:cs typeface="Times New Roman"/>
              </a:rPr>
              <a:t>nd </a:t>
            </a:r>
            <a:r>
              <a:rPr sz="1700" spc="-2" dirty="0">
                <a:latin typeface="Times New Roman"/>
                <a:cs typeface="Times New Roman"/>
              </a:rPr>
              <a:t>O</a:t>
            </a:r>
            <a:r>
              <a:rPr sz="1700" spc="-5" dirty="0">
                <a:latin typeface="Times New Roman"/>
                <a:cs typeface="Times New Roman"/>
              </a:rPr>
              <a:t>r</a:t>
            </a:r>
            <a:r>
              <a:rPr sz="1700" spc="5" dirty="0">
                <a:latin typeface="Times New Roman"/>
                <a:cs typeface="Times New Roman"/>
              </a:rPr>
              <a:t>g</a:t>
            </a:r>
            <a:r>
              <a:rPr sz="1700" spc="-7" dirty="0">
                <a:latin typeface="Times New Roman"/>
                <a:cs typeface="Times New Roman"/>
              </a:rPr>
              <a:t>a</a:t>
            </a:r>
            <a:r>
              <a:rPr sz="1700" spc="-2" dirty="0">
                <a:latin typeface="Times New Roman"/>
                <a:cs typeface="Times New Roman"/>
              </a:rPr>
              <a:t>niz</a:t>
            </a:r>
            <a:r>
              <a:rPr sz="1700" spc="-10" dirty="0">
                <a:latin typeface="Times New Roman"/>
                <a:cs typeface="Times New Roman"/>
              </a:rPr>
              <a:t>a</a:t>
            </a:r>
            <a:r>
              <a:rPr sz="1700" dirty="0">
                <a:latin typeface="Times New Roman"/>
                <a:cs typeface="Times New Roman"/>
              </a:rPr>
              <a:t>t</a:t>
            </a:r>
            <a:r>
              <a:rPr sz="1700" spc="-2" dirty="0">
                <a:latin typeface="Times New Roman"/>
                <a:cs typeface="Times New Roman"/>
              </a:rPr>
              <a:t>io</a:t>
            </a:r>
            <a:r>
              <a:rPr sz="1700" dirty="0">
                <a:latin typeface="Times New Roman"/>
                <a:cs typeface="Times New Roman"/>
              </a:rPr>
              <a:t>n</a:t>
            </a:r>
            <a:r>
              <a:rPr sz="1700" spc="-2" dirty="0">
                <a:latin typeface="Times New Roman"/>
                <a:cs typeface="Times New Roman"/>
              </a:rPr>
              <a:t>”</a:t>
            </a:r>
            <a:r>
              <a:rPr sz="1700" dirty="0">
                <a:latin typeface="Times New Roman"/>
                <a:cs typeface="Times New Roman"/>
              </a:rPr>
              <a:t>, </a:t>
            </a:r>
            <a:r>
              <a:rPr sz="1700" spc="-5" dirty="0">
                <a:latin typeface="Times New Roman"/>
                <a:cs typeface="Times New Roman"/>
              </a:rPr>
              <a:t>Third</a:t>
            </a:r>
            <a:r>
              <a:rPr sz="1700" spc="-2" dirty="0">
                <a:latin typeface="Times New Roman"/>
                <a:cs typeface="Times New Roman"/>
              </a:rPr>
              <a:t> </a:t>
            </a:r>
            <a:r>
              <a:rPr sz="1700" spc="-7" dirty="0">
                <a:latin typeface="Times New Roman"/>
                <a:cs typeface="Times New Roman"/>
              </a:rPr>
              <a:t>E</a:t>
            </a:r>
            <a:r>
              <a:rPr sz="1700" spc="-2" dirty="0">
                <a:latin typeface="Times New Roman"/>
                <a:cs typeface="Times New Roman"/>
              </a:rPr>
              <a:t>dition.</a:t>
            </a:r>
            <a:endParaRPr sz="1700" dirty="0">
              <a:latin typeface="Times New Roman"/>
              <a:cs typeface="Times New Roman"/>
            </a:endParaRPr>
          </a:p>
          <a:p>
            <a:pPr marL="225716" indent="-109651">
              <a:spcBef>
                <a:spcPts val="404"/>
              </a:spcBef>
              <a:buFont typeface="Times New Roman"/>
              <a:buChar char="●"/>
              <a:tabLst>
                <a:tab pos="226022" algn="l"/>
              </a:tabLst>
            </a:pPr>
            <a:r>
              <a:rPr sz="1700" spc="-2" dirty="0">
                <a:latin typeface="Times New Roman"/>
                <a:cs typeface="Times New Roman"/>
              </a:rPr>
              <a:t>Ma</a:t>
            </a:r>
            <a:r>
              <a:rPr sz="1700" dirty="0">
                <a:latin typeface="Times New Roman"/>
                <a:cs typeface="Times New Roman"/>
              </a:rPr>
              <a:t>no, </a:t>
            </a:r>
            <a:r>
              <a:rPr sz="1700" spc="-2" dirty="0">
                <a:latin typeface="Times New Roman"/>
                <a:cs typeface="Times New Roman"/>
              </a:rPr>
              <a:t>M.</a:t>
            </a:r>
            <a:r>
              <a:rPr sz="1700" dirty="0">
                <a:latin typeface="Times New Roman"/>
                <a:cs typeface="Times New Roman"/>
              </a:rPr>
              <a:t>, </a:t>
            </a:r>
            <a:r>
              <a:rPr sz="1700" spc="-2" dirty="0">
                <a:latin typeface="Times New Roman"/>
                <a:cs typeface="Times New Roman"/>
              </a:rPr>
              <a:t>“</a:t>
            </a:r>
            <a:r>
              <a:rPr sz="1700" spc="-5" dirty="0">
                <a:latin typeface="Times New Roman"/>
                <a:cs typeface="Times New Roman"/>
              </a:rPr>
              <a:t>Comput</a:t>
            </a:r>
            <a:r>
              <a:rPr sz="1700" spc="-7" dirty="0">
                <a:latin typeface="Times New Roman"/>
                <a:cs typeface="Times New Roman"/>
              </a:rPr>
              <a:t>e</a:t>
            </a:r>
            <a:r>
              <a:rPr sz="1700" dirty="0">
                <a:latin typeface="Times New Roman"/>
                <a:cs typeface="Times New Roman"/>
              </a:rPr>
              <a:t>r </a:t>
            </a:r>
            <a:r>
              <a:rPr sz="1700" spc="-2" dirty="0">
                <a:latin typeface="Times New Roman"/>
                <a:cs typeface="Times New Roman"/>
              </a:rPr>
              <a:t>Sys</a:t>
            </a:r>
            <a:r>
              <a:rPr sz="1700" dirty="0">
                <a:latin typeface="Times New Roman"/>
                <a:cs typeface="Times New Roman"/>
              </a:rPr>
              <a:t>t</a:t>
            </a:r>
            <a:r>
              <a:rPr sz="1700" spc="-7" dirty="0">
                <a:latin typeface="Times New Roman"/>
                <a:cs typeface="Times New Roman"/>
              </a:rPr>
              <a:t>e</a:t>
            </a:r>
            <a:r>
              <a:rPr sz="1700" spc="-5" dirty="0">
                <a:latin typeface="Times New Roman"/>
                <a:cs typeface="Times New Roman"/>
              </a:rPr>
              <a:t>m</a:t>
            </a:r>
            <a:r>
              <a:rPr sz="1700" spc="2" dirty="0">
                <a:latin typeface="Times New Roman"/>
                <a:cs typeface="Times New Roman"/>
              </a:rPr>
              <a:t> </a:t>
            </a:r>
            <a:r>
              <a:rPr sz="1700" spc="-2" dirty="0">
                <a:latin typeface="Times New Roman"/>
                <a:cs typeface="Times New Roman"/>
              </a:rPr>
              <a:t>A</a:t>
            </a:r>
            <a:r>
              <a:rPr sz="1700" spc="-5" dirty="0">
                <a:latin typeface="Times New Roman"/>
                <a:cs typeface="Times New Roman"/>
              </a:rPr>
              <a:t>r</a:t>
            </a:r>
            <a:r>
              <a:rPr sz="1700" spc="-7" dirty="0">
                <a:latin typeface="Times New Roman"/>
                <a:cs typeface="Times New Roman"/>
              </a:rPr>
              <a:t>c</a:t>
            </a:r>
            <a:r>
              <a:rPr sz="1700" spc="-2" dirty="0">
                <a:latin typeface="Times New Roman"/>
                <a:cs typeface="Times New Roman"/>
              </a:rPr>
              <a:t>hit</a:t>
            </a:r>
            <a:r>
              <a:rPr sz="1700" spc="-7" dirty="0">
                <a:latin typeface="Times New Roman"/>
                <a:cs typeface="Times New Roman"/>
              </a:rPr>
              <a:t>ec</a:t>
            </a:r>
            <a:r>
              <a:rPr sz="1700" spc="-2" dirty="0">
                <a:latin typeface="Times New Roman"/>
                <a:cs typeface="Times New Roman"/>
              </a:rPr>
              <a:t>tu</a:t>
            </a:r>
            <a:r>
              <a:rPr sz="1700" dirty="0">
                <a:latin typeface="Times New Roman"/>
                <a:cs typeface="Times New Roman"/>
              </a:rPr>
              <a:t>r</a:t>
            </a:r>
            <a:r>
              <a:rPr sz="1700" spc="-5" dirty="0">
                <a:latin typeface="Times New Roman"/>
                <a:cs typeface="Times New Roman"/>
              </a:rPr>
              <a:t>e</a:t>
            </a:r>
            <a:r>
              <a:rPr sz="1700" spc="-2" dirty="0">
                <a:latin typeface="Times New Roman"/>
                <a:cs typeface="Times New Roman"/>
              </a:rPr>
              <a:t>”</a:t>
            </a:r>
            <a:r>
              <a:rPr sz="1700" dirty="0">
                <a:latin typeface="Times New Roman"/>
                <a:cs typeface="Times New Roman"/>
              </a:rPr>
              <a:t>, </a:t>
            </a:r>
            <a:r>
              <a:rPr sz="1700" spc="-5" dirty="0">
                <a:latin typeface="Times New Roman"/>
                <a:cs typeface="Times New Roman"/>
              </a:rPr>
              <a:t>Thi</a:t>
            </a:r>
            <a:r>
              <a:rPr sz="1700" dirty="0">
                <a:latin typeface="Times New Roman"/>
                <a:cs typeface="Times New Roman"/>
              </a:rPr>
              <a:t>rd </a:t>
            </a:r>
            <a:r>
              <a:rPr sz="1700" spc="-2" dirty="0">
                <a:latin typeface="Times New Roman"/>
                <a:cs typeface="Times New Roman"/>
              </a:rPr>
              <a:t>Edition, </a:t>
            </a:r>
            <a:r>
              <a:rPr sz="1700" spc="2" dirty="0">
                <a:latin typeface="Times New Roman"/>
                <a:cs typeface="Times New Roman"/>
              </a:rPr>
              <a:t>P</a:t>
            </a:r>
            <a:r>
              <a:rPr sz="1700" spc="-2" dirty="0">
                <a:latin typeface="Times New Roman"/>
                <a:cs typeface="Times New Roman"/>
              </a:rPr>
              <a:t>r</a:t>
            </a:r>
            <a:r>
              <a:rPr sz="1700" spc="-10" dirty="0">
                <a:latin typeface="Times New Roman"/>
                <a:cs typeface="Times New Roman"/>
              </a:rPr>
              <a:t>e</a:t>
            </a:r>
            <a:r>
              <a:rPr sz="1700" spc="-2" dirty="0">
                <a:latin typeface="Times New Roman"/>
                <a:cs typeface="Times New Roman"/>
              </a:rPr>
              <a:t>nti</a:t>
            </a:r>
            <a:r>
              <a:rPr sz="1700" spc="-7" dirty="0">
                <a:latin typeface="Times New Roman"/>
                <a:cs typeface="Times New Roman"/>
              </a:rPr>
              <a:t>c</a:t>
            </a:r>
            <a:r>
              <a:rPr sz="1700" spc="-5" dirty="0">
                <a:latin typeface="Times New Roman"/>
                <a:cs typeface="Times New Roman"/>
              </a:rPr>
              <a:t>e</a:t>
            </a:r>
            <a:r>
              <a:rPr sz="1700" spc="-2" dirty="0">
                <a:latin typeface="Times New Roman"/>
                <a:cs typeface="Times New Roman"/>
              </a:rPr>
              <a:t> H</a:t>
            </a:r>
            <a:r>
              <a:rPr sz="1700" spc="-5" dirty="0">
                <a:latin typeface="Times New Roman"/>
                <a:cs typeface="Times New Roman"/>
              </a:rPr>
              <a:t>a</a:t>
            </a:r>
            <a:r>
              <a:rPr sz="1700" spc="-2" dirty="0">
                <a:latin typeface="Times New Roman"/>
                <a:cs typeface="Times New Roman"/>
              </a:rPr>
              <a:t>ll</a:t>
            </a:r>
            <a:r>
              <a:rPr sz="1700" dirty="0">
                <a:latin typeface="Times New Roman"/>
                <a:cs typeface="Times New Roman"/>
              </a:rPr>
              <a:t>.</a:t>
            </a:r>
          </a:p>
          <a:p>
            <a:pPr marL="225716" marR="3665" indent="-109651">
              <a:spcBef>
                <a:spcPts val="385"/>
              </a:spcBef>
              <a:buFont typeface="Times New Roman"/>
              <a:buChar char="●"/>
              <a:tabLst>
                <a:tab pos="226022" algn="l"/>
              </a:tabLst>
            </a:pPr>
            <a:r>
              <a:rPr sz="1700" dirty="0">
                <a:latin typeface="Times New Roman"/>
                <a:cs typeface="Times New Roman"/>
              </a:rPr>
              <a:t>S</a:t>
            </a:r>
            <a:r>
              <a:rPr sz="1700" spc="-2" dirty="0">
                <a:latin typeface="Times New Roman"/>
                <a:cs typeface="Times New Roman"/>
              </a:rPr>
              <a:t>tallings, </a:t>
            </a:r>
            <a:r>
              <a:rPr sz="1700" spc="-31" dirty="0">
                <a:latin typeface="Times New Roman"/>
                <a:cs typeface="Times New Roman"/>
              </a:rPr>
              <a:t> </a:t>
            </a:r>
            <a:r>
              <a:rPr sz="1700" spc="-10" dirty="0">
                <a:latin typeface="Times New Roman"/>
                <a:cs typeface="Times New Roman"/>
              </a:rPr>
              <a:t>W</a:t>
            </a:r>
            <a:r>
              <a:rPr sz="1700" dirty="0">
                <a:latin typeface="Times New Roman"/>
                <a:cs typeface="Times New Roman"/>
              </a:rPr>
              <a:t>., </a:t>
            </a:r>
            <a:r>
              <a:rPr sz="1700" spc="-26" dirty="0">
                <a:latin typeface="Times New Roman"/>
                <a:cs typeface="Times New Roman"/>
              </a:rPr>
              <a:t> </a:t>
            </a:r>
            <a:r>
              <a:rPr sz="1700" spc="-2" dirty="0">
                <a:latin typeface="Times New Roman"/>
                <a:cs typeface="Times New Roman"/>
              </a:rPr>
              <a:t>“</a:t>
            </a:r>
            <a:r>
              <a:rPr sz="1700" spc="-5" dirty="0">
                <a:latin typeface="Times New Roman"/>
                <a:cs typeface="Times New Roman"/>
              </a:rPr>
              <a:t>Comput</a:t>
            </a:r>
            <a:r>
              <a:rPr sz="1700" spc="-14" dirty="0">
                <a:latin typeface="Times New Roman"/>
                <a:cs typeface="Times New Roman"/>
              </a:rPr>
              <a:t>e</a:t>
            </a:r>
            <a:r>
              <a:rPr sz="1700" dirty="0">
                <a:latin typeface="Times New Roman"/>
                <a:cs typeface="Times New Roman"/>
              </a:rPr>
              <a:t>r </a:t>
            </a:r>
            <a:r>
              <a:rPr sz="1700" spc="-31" dirty="0">
                <a:latin typeface="Times New Roman"/>
                <a:cs typeface="Times New Roman"/>
              </a:rPr>
              <a:t> </a:t>
            </a:r>
            <a:r>
              <a:rPr sz="1700" spc="-2" dirty="0">
                <a:latin typeface="Times New Roman"/>
                <a:cs typeface="Times New Roman"/>
              </a:rPr>
              <a:t>O</a:t>
            </a:r>
            <a:r>
              <a:rPr sz="1700" spc="-5" dirty="0">
                <a:latin typeface="Times New Roman"/>
                <a:cs typeface="Times New Roman"/>
              </a:rPr>
              <a:t>rg</a:t>
            </a:r>
            <a:r>
              <a:rPr sz="1700" spc="-7" dirty="0">
                <a:latin typeface="Times New Roman"/>
                <a:cs typeface="Times New Roman"/>
              </a:rPr>
              <a:t>a</a:t>
            </a:r>
            <a:r>
              <a:rPr sz="1700" spc="-2" dirty="0">
                <a:latin typeface="Times New Roman"/>
                <a:cs typeface="Times New Roman"/>
              </a:rPr>
              <a:t>niz</a:t>
            </a:r>
            <a:r>
              <a:rPr sz="1700" spc="-7" dirty="0">
                <a:latin typeface="Times New Roman"/>
                <a:cs typeface="Times New Roman"/>
              </a:rPr>
              <a:t>a</a:t>
            </a:r>
            <a:r>
              <a:rPr sz="1700" spc="-2" dirty="0">
                <a:latin typeface="Times New Roman"/>
                <a:cs typeface="Times New Roman"/>
              </a:rPr>
              <a:t>ti</a:t>
            </a:r>
            <a:r>
              <a:rPr sz="1700" dirty="0">
                <a:latin typeface="Times New Roman"/>
                <a:cs typeface="Times New Roman"/>
              </a:rPr>
              <a:t>on </a:t>
            </a:r>
            <a:r>
              <a:rPr sz="1700" spc="-31" dirty="0">
                <a:latin typeface="Times New Roman"/>
                <a:cs typeface="Times New Roman"/>
              </a:rPr>
              <a:t> </a:t>
            </a:r>
            <a:r>
              <a:rPr sz="1700" spc="-7" dirty="0">
                <a:latin typeface="Times New Roman"/>
                <a:cs typeface="Times New Roman"/>
              </a:rPr>
              <a:t>a</a:t>
            </a:r>
            <a:r>
              <a:rPr sz="1700" dirty="0">
                <a:latin typeface="Times New Roman"/>
                <a:cs typeface="Times New Roman"/>
              </a:rPr>
              <a:t>nd </a:t>
            </a:r>
            <a:r>
              <a:rPr sz="1700" spc="-31" dirty="0">
                <a:latin typeface="Times New Roman"/>
                <a:cs typeface="Times New Roman"/>
              </a:rPr>
              <a:t> </a:t>
            </a:r>
            <a:r>
              <a:rPr sz="1700" spc="-2" dirty="0">
                <a:latin typeface="Times New Roman"/>
                <a:cs typeface="Times New Roman"/>
              </a:rPr>
              <a:t>A</a:t>
            </a:r>
            <a:r>
              <a:rPr sz="1700" spc="-5" dirty="0">
                <a:latin typeface="Times New Roman"/>
                <a:cs typeface="Times New Roman"/>
              </a:rPr>
              <a:t>r</a:t>
            </a:r>
            <a:r>
              <a:rPr sz="1700" spc="-2" dirty="0">
                <a:latin typeface="Times New Roman"/>
                <a:cs typeface="Times New Roman"/>
              </a:rPr>
              <a:t>chit</a:t>
            </a:r>
            <a:r>
              <a:rPr sz="1700" spc="-7" dirty="0">
                <a:latin typeface="Times New Roman"/>
                <a:cs typeface="Times New Roman"/>
              </a:rPr>
              <a:t>ec</a:t>
            </a:r>
            <a:r>
              <a:rPr sz="1700" spc="-2" dirty="0">
                <a:latin typeface="Times New Roman"/>
                <a:cs typeface="Times New Roman"/>
              </a:rPr>
              <a:t>ture”</a:t>
            </a:r>
            <a:r>
              <a:rPr sz="1700" dirty="0">
                <a:latin typeface="Times New Roman"/>
                <a:cs typeface="Times New Roman"/>
              </a:rPr>
              <a:t>, </a:t>
            </a:r>
            <a:r>
              <a:rPr sz="1700" spc="-31" dirty="0">
                <a:latin typeface="Times New Roman"/>
                <a:cs typeface="Times New Roman"/>
              </a:rPr>
              <a:t> </a:t>
            </a:r>
            <a:r>
              <a:rPr sz="1700" spc="-5" dirty="0">
                <a:latin typeface="Times New Roman"/>
                <a:cs typeface="Times New Roman"/>
              </a:rPr>
              <a:t>Eight</a:t>
            </a:r>
            <a:r>
              <a:rPr sz="1700" dirty="0">
                <a:latin typeface="Times New Roman"/>
                <a:cs typeface="Times New Roman"/>
              </a:rPr>
              <a:t>h </a:t>
            </a:r>
            <a:r>
              <a:rPr sz="1700" spc="-31" dirty="0">
                <a:latin typeface="Times New Roman"/>
                <a:cs typeface="Times New Roman"/>
              </a:rPr>
              <a:t> </a:t>
            </a:r>
            <a:r>
              <a:rPr sz="1700" spc="-2" dirty="0">
                <a:latin typeface="Times New Roman"/>
                <a:cs typeface="Times New Roman"/>
              </a:rPr>
              <a:t>Editi</a:t>
            </a:r>
            <a:r>
              <a:rPr sz="1700" dirty="0">
                <a:latin typeface="Times New Roman"/>
                <a:cs typeface="Times New Roman"/>
              </a:rPr>
              <a:t>on, </a:t>
            </a:r>
            <a:r>
              <a:rPr sz="1700" spc="-31" dirty="0">
                <a:latin typeface="Times New Roman"/>
                <a:cs typeface="Times New Roman"/>
              </a:rPr>
              <a:t> </a:t>
            </a:r>
            <a:r>
              <a:rPr sz="1700" dirty="0">
                <a:latin typeface="Times New Roman"/>
                <a:cs typeface="Times New Roman"/>
              </a:rPr>
              <a:t>P</a:t>
            </a:r>
            <a:r>
              <a:rPr sz="1700" spc="-7" dirty="0">
                <a:latin typeface="Times New Roman"/>
                <a:cs typeface="Times New Roman"/>
              </a:rPr>
              <a:t>ea</a:t>
            </a:r>
            <a:r>
              <a:rPr sz="1700" dirty="0">
                <a:latin typeface="Times New Roman"/>
                <a:cs typeface="Times New Roman"/>
              </a:rPr>
              <a:t>rson </a:t>
            </a:r>
            <a:r>
              <a:rPr sz="1700" spc="-5" dirty="0">
                <a:latin typeface="Times New Roman"/>
                <a:cs typeface="Times New Roman"/>
              </a:rPr>
              <a:t>Edu</a:t>
            </a:r>
            <a:r>
              <a:rPr sz="1700" spc="-10" dirty="0">
                <a:latin typeface="Times New Roman"/>
                <a:cs typeface="Times New Roman"/>
              </a:rPr>
              <a:t>c</a:t>
            </a:r>
            <a:r>
              <a:rPr sz="1700" spc="-7" dirty="0">
                <a:latin typeface="Times New Roman"/>
                <a:cs typeface="Times New Roman"/>
              </a:rPr>
              <a:t>a</a:t>
            </a:r>
            <a:r>
              <a:rPr sz="1700" spc="-2" dirty="0">
                <a:latin typeface="Times New Roman"/>
                <a:cs typeface="Times New Roman"/>
              </a:rPr>
              <a:t>ti</a:t>
            </a:r>
            <a:r>
              <a:rPr sz="1700" dirty="0">
                <a:latin typeface="Times New Roman"/>
                <a:cs typeface="Times New Roman"/>
              </a:rPr>
              <a:t>on.</a:t>
            </a:r>
            <a:endParaRPr lang="en-US" sz="1700" dirty="0">
              <a:latin typeface="Times New Roman"/>
              <a:cs typeface="Times New Roman"/>
            </a:endParaRPr>
          </a:p>
          <a:p>
            <a:pPr marL="116065" marR="3665">
              <a:spcBef>
                <a:spcPts val="385"/>
              </a:spcBef>
              <a:tabLst>
                <a:tab pos="226022" algn="l"/>
              </a:tabLst>
            </a:pPr>
            <a:endParaRPr sz="1700" dirty="0">
              <a:latin typeface="Times New Roman"/>
              <a:cs typeface="Times New Roman"/>
            </a:endParaRPr>
          </a:p>
          <a:p>
            <a:pPr marL="6109">
              <a:spcBef>
                <a:spcPts val="409"/>
              </a:spcBef>
            </a:pPr>
            <a:r>
              <a:rPr sz="1700" b="1" spc="-5" dirty="0">
                <a:latin typeface="Times New Roman"/>
                <a:cs typeface="Times New Roman"/>
              </a:rPr>
              <a:t>T</a:t>
            </a:r>
            <a:r>
              <a:rPr sz="1700" b="1" spc="-7" dirty="0">
                <a:latin typeface="Times New Roman"/>
                <a:cs typeface="Times New Roman"/>
              </a:rPr>
              <a:t>e</a:t>
            </a:r>
            <a:r>
              <a:rPr sz="1700" b="1" dirty="0">
                <a:latin typeface="Times New Roman"/>
                <a:cs typeface="Times New Roman"/>
              </a:rPr>
              <a:t>xt Book</a:t>
            </a:r>
            <a:r>
              <a:rPr sz="1700" b="1" spc="-2" dirty="0">
                <a:latin typeface="Times New Roman"/>
                <a:cs typeface="Times New Roman"/>
              </a:rPr>
              <a:t>s:</a:t>
            </a:r>
            <a:endParaRPr sz="1700" dirty="0">
              <a:latin typeface="Times New Roman"/>
              <a:cs typeface="Times New Roman"/>
            </a:endParaRPr>
          </a:p>
          <a:p>
            <a:pPr marL="225716" marR="2443" indent="-109651">
              <a:spcBef>
                <a:spcPts val="387"/>
              </a:spcBef>
              <a:buFont typeface="Times New Roman"/>
              <a:buChar char="●"/>
              <a:tabLst>
                <a:tab pos="226022" algn="l"/>
              </a:tabLst>
            </a:pPr>
            <a:r>
              <a:rPr sz="1700" spc="-5" dirty="0">
                <a:latin typeface="Times New Roman"/>
                <a:cs typeface="Times New Roman"/>
              </a:rPr>
              <a:t>C</a:t>
            </a:r>
            <a:r>
              <a:rPr sz="1700" spc="-7" dirty="0">
                <a:latin typeface="Times New Roman"/>
                <a:cs typeface="Times New Roman"/>
              </a:rPr>
              <a:t>a</a:t>
            </a:r>
            <a:r>
              <a:rPr sz="1700" spc="-2" dirty="0">
                <a:latin typeface="Times New Roman"/>
                <a:cs typeface="Times New Roman"/>
              </a:rPr>
              <a:t>rpin</a:t>
            </a:r>
            <a:r>
              <a:rPr sz="1700" spc="-10" dirty="0">
                <a:latin typeface="Times New Roman"/>
                <a:cs typeface="Times New Roman"/>
              </a:rPr>
              <a:t>e</a:t>
            </a:r>
            <a:r>
              <a:rPr sz="1700" spc="-2" dirty="0">
                <a:latin typeface="Times New Roman"/>
                <a:cs typeface="Times New Roman"/>
              </a:rPr>
              <a:t>lli</a:t>
            </a:r>
            <a:r>
              <a:rPr sz="1700" dirty="0">
                <a:latin typeface="Times New Roman"/>
                <a:cs typeface="Times New Roman"/>
              </a:rPr>
              <a:t> </a:t>
            </a:r>
            <a:r>
              <a:rPr sz="1700" spc="46" dirty="0">
                <a:latin typeface="Times New Roman"/>
                <a:cs typeface="Times New Roman"/>
              </a:rPr>
              <a:t> </a:t>
            </a:r>
            <a:r>
              <a:rPr sz="1700" spc="-2" dirty="0">
                <a:latin typeface="Times New Roman"/>
                <a:cs typeface="Times New Roman"/>
              </a:rPr>
              <a:t>J.D</a:t>
            </a:r>
            <a:r>
              <a:rPr sz="1700" spc="2" dirty="0">
                <a:latin typeface="Times New Roman"/>
                <a:cs typeface="Times New Roman"/>
              </a:rPr>
              <a:t>,</a:t>
            </a:r>
            <a:r>
              <a:rPr sz="1700" dirty="0">
                <a:latin typeface="Times New Roman"/>
                <a:cs typeface="Times New Roman"/>
              </a:rPr>
              <a:t>” </a:t>
            </a:r>
            <a:r>
              <a:rPr sz="1700" spc="43" dirty="0">
                <a:latin typeface="Times New Roman"/>
                <a:cs typeface="Times New Roman"/>
              </a:rPr>
              <a:t> </a:t>
            </a:r>
            <a:r>
              <a:rPr sz="1700" spc="-5" dirty="0">
                <a:latin typeface="Times New Roman"/>
                <a:cs typeface="Times New Roman"/>
              </a:rPr>
              <a:t>Comput</a:t>
            </a:r>
            <a:r>
              <a:rPr sz="1700" spc="-7" dirty="0">
                <a:latin typeface="Times New Roman"/>
                <a:cs typeface="Times New Roman"/>
              </a:rPr>
              <a:t>e</a:t>
            </a:r>
            <a:r>
              <a:rPr sz="1700" dirty="0">
                <a:latin typeface="Times New Roman"/>
                <a:cs typeface="Times New Roman"/>
              </a:rPr>
              <a:t>r </a:t>
            </a:r>
            <a:r>
              <a:rPr sz="1700" spc="43" dirty="0">
                <a:latin typeface="Times New Roman"/>
                <a:cs typeface="Times New Roman"/>
              </a:rPr>
              <a:t> </a:t>
            </a:r>
            <a:r>
              <a:rPr sz="1700" spc="-2" dirty="0">
                <a:latin typeface="Times New Roman"/>
                <a:cs typeface="Times New Roman"/>
              </a:rPr>
              <a:t>sys</a:t>
            </a:r>
            <a:r>
              <a:rPr sz="1700" dirty="0">
                <a:latin typeface="Times New Roman"/>
                <a:cs typeface="Times New Roman"/>
              </a:rPr>
              <a:t>t</a:t>
            </a:r>
            <a:r>
              <a:rPr sz="1700" spc="-7" dirty="0">
                <a:latin typeface="Times New Roman"/>
                <a:cs typeface="Times New Roman"/>
              </a:rPr>
              <a:t>e</a:t>
            </a:r>
            <a:r>
              <a:rPr sz="1700" spc="-5" dirty="0">
                <a:latin typeface="Times New Roman"/>
                <a:cs typeface="Times New Roman"/>
              </a:rPr>
              <a:t>ms</a:t>
            </a:r>
            <a:r>
              <a:rPr sz="1700" dirty="0">
                <a:latin typeface="Times New Roman"/>
                <a:cs typeface="Times New Roman"/>
              </a:rPr>
              <a:t> </a:t>
            </a:r>
            <a:r>
              <a:rPr sz="1700" spc="46" dirty="0">
                <a:latin typeface="Times New Roman"/>
                <a:cs typeface="Times New Roman"/>
              </a:rPr>
              <a:t> </a:t>
            </a:r>
            <a:r>
              <a:rPr sz="1700" spc="-5" dirty="0">
                <a:latin typeface="Times New Roman"/>
                <a:cs typeface="Times New Roman"/>
              </a:rPr>
              <a:t>org</a:t>
            </a:r>
            <a:r>
              <a:rPr sz="1700" spc="-10" dirty="0">
                <a:latin typeface="Times New Roman"/>
                <a:cs typeface="Times New Roman"/>
              </a:rPr>
              <a:t>a</a:t>
            </a:r>
            <a:r>
              <a:rPr sz="1700" spc="-2" dirty="0">
                <a:latin typeface="Times New Roman"/>
                <a:cs typeface="Times New Roman"/>
              </a:rPr>
              <a:t>niz</a:t>
            </a:r>
            <a:r>
              <a:rPr sz="1700" spc="-10" dirty="0">
                <a:latin typeface="Times New Roman"/>
                <a:cs typeface="Times New Roman"/>
              </a:rPr>
              <a:t>a</a:t>
            </a:r>
            <a:r>
              <a:rPr sz="1700" spc="-2" dirty="0">
                <a:latin typeface="Times New Roman"/>
                <a:cs typeface="Times New Roman"/>
              </a:rPr>
              <a:t>ti</a:t>
            </a:r>
            <a:r>
              <a:rPr sz="1700" spc="5" dirty="0">
                <a:latin typeface="Times New Roman"/>
                <a:cs typeface="Times New Roman"/>
              </a:rPr>
              <a:t>o</a:t>
            </a:r>
            <a:r>
              <a:rPr sz="1700" dirty="0">
                <a:latin typeface="Times New Roman"/>
                <a:cs typeface="Times New Roman"/>
              </a:rPr>
              <a:t>n </a:t>
            </a:r>
            <a:r>
              <a:rPr sz="1700" spc="43" dirty="0">
                <a:latin typeface="Times New Roman"/>
                <a:cs typeface="Times New Roman"/>
              </a:rPr>
              <a:t> </a:t>
            </a:r>
            <a:r>
              <a:rPr sz="1700" spc="-5" dirty="0">
                <a:latin typeface="Times New Roman"/>
                <a:cs typeface="Times New Roman"/>
              </a:rPr>
              <a:t>&amp;Ar</a:t>
            </a:r>
            <a:r>
              <a:rPr sz="1700" spc="-10" dirty="0">
                <a:latin typeface="Times New Roman"/>
                <a:cs typeface="Times New Roman"/>
              </a:rPr>
              <a:t>c</a:t>
            </a:r>
            <a:r>
              <a:rPr sz="1700" spc="-2" dirty="0">
                <a:latin typeface="Times New Roman"/>
                <a:cs typeface="Times New Roman"/>
              </a:rPr>
              <a:t>hit</a:t>
            </a:r>
            <a:r>
              <a:rPr sz="1700" spc="-7" dirty="0">
                <a:latin typeface="Times New Roman"/>
                <a:cs typeface="Times New Roman"/>
              </a:rPr>
              <a:t>ec</a:t>
            </a:r>
            <a:r>
              <a:rPr sz="1700" spc="-2" dirty="0">
                <a:latin typeface="Times New Roman"/>
                <a:cs typeface="Times New Roman"/>
              </a:rPr>
              <a:t>tu</a:t>
            </a:r>
            <a:r>
              <a:rPr sz="1700" dirty="0">
                <a:latin typeface="Times New Roman"/>
                <a:cs typeface="Times New Roman"/>
              </a:rPr>
              <a:t>re</a:t>
            </a:r>
            <a:r>
              <a:rPr sz="1700" spc="-2" dirty="0">
                <a:latin typeface="Times New Roman"/>
                <a:cs typeface="Times New Roman"/>
              </a:rPr>
              <a:t>”</a:t>
            </a:r>
            <a:r>
              <a:rPr sz="1700" dirty="0">
                <a:latin typeface="Times New Roman"/>
                <a:cs typeface="Times New Roman"/>
              </a:rPr>
              <a:t>, </a:t>
            </a:r>
            <a:r>
              <a:rPr sz="1700" spc="51" dirty="0">
                <a:latin typeface="Times New Roman"/>
                <a:cs typeface="Times New Roman"/>
              </a:rPr>
              <a:t> </a:t>
            </a:r>
            <a:r>
              <a:rPr sz="1700" spc="-5" dirty="0">
                <a:latin typeface="Times New Roman"/>
                <a:cs typeface="Times New Roman"/>
              </a:rPr>
              <a:t>F</a:t>
            </a:r>
            <a:r>
              <a:rPr sz="1700" dirty="0">
                <a:latin typeface="Times New Roman"/>
                <a:cs typeface="Times New Roman"/>
              </a:rPr>
              <a:t>ou</a:t>
            </a:r>
            <a:r>
              <a:rPr sz="1700" spc="2" dirty="0">
                <a:latin typeface="Times New Roman"/>
                <a:cs typeface="Times New Roman"/>
              </a:rPr>
              <a:t>r</a:t>
            </a:r>
            <a:r>
              <a:rPr sz="1700" spc="-2" dirty="0">
                <a:latin typeface="Times New Roman"/>
                <a:cs typeface="Times New Roman"/>
              </a:rPr>
              <a:t>th</a:t>
            </a:r>
            <a:r>
              <a:rPr sz="1700" dirty="0">
                <a:latin typeface="Times New Roman"/>
                <a:cs typeface="Times New Roman"/>
              </a:rPr>
              <a:t> </a:t>
            </a:r>
            <a:r>
              <a:rPr sz="1700" spc="46" dirty="0">
                <a:latin typeface="Times New Roman"/>
                <a:cs typeface="Times New Roman"/>
              </a:rPr>
              <a:t> </a:t>
            </a:r>
            <a:r>
              <a:rPr sz="1700" spc="-2" dirty="0">
                <a:latin typeface="Times New Roman"/>
                <a:cs typeface="Times New Roman"/>
              </a:rPr>
              <a:t>Editi</a:t>
            </a:r>
            <a:r>
              <a:rPr sz="1700" dirty="0">
                <a:latin typeface="Times New Roman"/>
                <a:cs typeface="Times New Roman"/>
              </a:rPr>
              <a:t>on, </a:t>
            </a:r>
            <a:r>
              <a:rPr sz="1700" spc="-2" dirty="0">
                <a:latin typeface="Times New Roman"/>
                <a:cs typeface="Times New Roman"/>
              </a:rPr>
              <a:t>Addiso</a:t>
            </a:r>
            <a:r>
              <a:rPr sz="1700" dirty="0">
                <a:latin typeface="Times New Roman"/>
                <a:cs typeface="Times New Roman"/>
              </a:rPr>
              <a:t>n </a:t>
            </a:r>
            <a:r>
              <a:rPr sz="1700" spc="-10" dirty="0">
                <a:latin typeface="Times New Roman"/>
                <a:cs typeface="Times New Roman"/>
              </a:rPr>
              <a:t>W</a:t>
            </a:r>
            <a:r>
              <a:rPr sz="1700" spc="-5" dirty="0">
                <a:latin typeface="Times New Roman"/>
                <a:cs typeface="Times New Roman"/>
              </a:rPr>
              <a:t>esley.</a:t>
            </a:r>
            <a:endParaRPr sz="1700" dirty="0">
              <a:latin typeface="Times New Roman"/>
              <a:cs typeface="Times New Roman"/>
            </a:endParaRPr>
          </a:p>
          <a:p>
            <a:pPr marL="225716" indent="-109651">
              <a:spcBef>
                <a:spcPts val="409"/>
              </a:spcBef>
              <a:buFont typeface="Times New Roman"/>
              <a:buChar char="●"/>
              <a:tabLst>
                <a:tab pos="226022" algn="l"/>
              </a:tabLst>
            </a:pPr>
            <a:r>
              <a:rPr sz="1700" dirty="0">
                <a:latin typeface="Times New Roman"/>
                <a:cs typeface="Times New Roman"/>
              </a:rPr>
              <a:t>P</a:t>
            </a:r>
            <a:r>
              <a:rPr sz="1700" spc="-7" dirty="0">
                <a:latin typeface="Times New Roman"/>
                <a:cs typeface="Times New Roman"/>
              </a:rPr>
              <a:t>a</a:t>
            </a:r>
            <a:r>
              <a:rPr sz="1700" spc="-2" dirty="0">
                <a:latin typeface="Times New Roman"/>
                <a:cs typeface="Times New Roman"/>
              </a:rPr>
              <a:t>tt</a:t>
            </a:r>
            <a:r>
              <a:rPr sz="1700" spc="-7" dirty="0">
                <a:latin typeface="Times New Roman"/>
                <a:cs typeface="Times New Roman"/>
              </a:rPr>
              <a:t>e</a:t>
            </a:r>
            <a:r>
              <a:rPr sz="1700" dirty="0">
                <a:latin typeface="Times New Roman"/>
                <a:cs typeface="Times New Roman"/>
              </a:rPr>
              <a:t>rson</a:t>
            </a:r>
            <a:r>
              <a:rPr sz="1700" spc="-2" dirty="0">
                <a:latin typeface="Times New Roman"/>
                <a:cs typeface="Times New Roman"/>
              </a:rPr>
              <a:t> </a:t>
            </a:r>
            <a:r>
              <a:rPr sz="1700" spc="-10" dirty="0">
                <a:latin typeface="Times New Roman"/>
                <a:cs typeface="Times New Roman"/>
              </a:rPr>
              <a:t>a</a:t>
            </a:r>
            <a:r>
              <a:rPr sz="1700" dirty="0">
                <a:latin typeface="Times New Roman"/>
                <a:cs typeface="Times New Roman"/>
              </a:rPr>
              <a:t>nd </a:t>
            </a:r>
            <a:r>
              <a:rPr sz="1700" spc="-2" dirty="0">
                <a:latin typeface="Times New Roman"/>
                <a:cs typeface="Times New Roman"/>
              </a:rPr>
              <a:t>H</a:t>
            </a:r>
            <a:r>
              <a:rPr sz="1700" spc="-5" dirty="0">
                <a:latin typeface="Times New Roman"/>
                <a:cs typeface="Times New Roman"/>
              </a:rPr>
              <a:t>e</a:t>
            </a:r>
            <a:r>
              <a:rPr sz="1700" dirty="0">
                <a:latin typeface="Times New Roman"/>
                <a:cs typeface="Times New Roman"/>
              </a:rPr>
              <a:t>n</a:t>
            </a:r>
            <a:r>
              <a:rPr sz="1700" spc="5" dirty="0">
                <a:latin typeface="Times New Roman"/>
                <a:cs typeface="Times New Roman"/>
              </a:rPr>
              <a:t>n</a:t>
            </a:r>
            <a:r>
              <a:rPr sz="1700" spc="-7" dirty="0">
                <a:latin typeface="Times New Roman"/>
                <a:cs typeface="Times New Roman"/>
              </a:rPr>
              <a:t>e</a:t>
            </a:r>
            <a:r>
              <a:rPr sz="1700" spc="-2" dirty="0">
                <a:latin typeface="Times New Roman"/>
                <a:cs typeface="Times New Roman"/>
              </a:rPr>
              <a:t>ssy</a:t>
            </a:r>
            <a:r>
              <a:rPr sz="1700" dirty="0">
                <a:latin typeface="Times New Roman"/>
                <a:cs typeface="Times New Roman"/>
              </a:rPr>
              <a:t>,</a:t>
            </a:r>
            <a:r>
              <a:rPr sz="1700" spc="2" dirty="0">
                <a:latin typeface="Times New Roman"/>
                <a:cs typeface="Times New Roman"/>
              </a:rPr>
              <a:t> </a:t>
            </a:r>
            <a:r>
              <a:rPr sz="1700" spc="-2" dirty="0">
                <a:latin typeface="Times New Roman"/>
                <a:cs typeface="Times New Roman"/>
              </a:rPr>
              <a:t>“</a:t>
            </a:r>
            <a:r>
              <a:rPr sz="1700" spc="-5" dirty="0">
                <a:latin typeface="Times New Roman"/>
                <a:cs typeface="Times New Roman"/>
              </a:rPr>
              <a:t>Comput</a:t>
            </a:r>
            <a:r>
              <a:rPr sz="1700" spc="-7" dirty="0">
                <a:latin typeface="Times New Roman"/>
                <a:cs typeface="Times New Roman"/>
              </a:rPr>
              <a:t>e</a:t>
            </a:r>
            <a:r>
              <a:rPr sz="1700" dirty="0">
                <a:latin typeface="Times New Roman"/>
                <a:cs typeface="Times New Roman"/>
              </a:rPr>
              <a:t>r </a:t>
            </a:r>
            <a:r>
              <a:rPr sz="1700" spc="-5" dirty="0">
                <a:latin typeface="Times New Roman"/>
                <a:cs typeface="Times New Roman"/>
              </a:rPr>
              <a:t>A</a:t>
            </a:r>
            <a:r>
              <a:rPr sz="1700" spc="-2" dirty="0">
                <a:latin typeface="Times New Roman"/>
                <a:cs typeface="Times New Roman"/>
              </a:rPr>
              <a:t>r</a:t>
            </a:r>
            <a:r>
              <a:rPr sz="1700" spc="-10" dirty="0">
                <a:latin typeface="Times New Roman"/>
                <a:cs typeface="Times New Roman"/>
              </a:rPr>
              <a:t>c</a:t>
            </a:r>
            <a:r>
              <a:rPr sz="1700" spc="-2" dirty="0">
                <a:latin typeface="Times New Roman"/>
                <a:cs typeface="Times New Roman"/>
              </a:rPr>
              <a:t>hite</a:t>
            </a:r>
            <a:r>
              <a:rPr sz="1700" spc="-7" dirty="0">
                <a:latin typeface="Times New Roman"/>
                <a:cs typeface="Times New Roman"/>
              </a:rPr>
              <a:t>c</a:t>
            </a:r>
            <a:r>
              <a:rPr sz="1700" spc="-2" dirty="0">
                <a:latin typeface="Times New Roman"/>
                <a:cs typeface="Times New Roman"/>
              </a:rPr>
              <a:t>tur</a:t>
            </a:r>
            <a:r>
              <a:rPr sz="1700" dirty="0">
                <a:latin typeface="Times New Roman"/>
                <a:cs typeface="Times New Roman"/>
              </a:rPr>
              <a:t>e”</a:t>
            </a:r>
            <a:r>
              <a:rPr sz="1700" spc="2" dirty="0">
                <a:latin typeface="Times New Roman"/>
                <a:cs typeface="Times New Roman"/>
              </a:rPr>
              <a:t> </a:t>
            </a:r>
            <a:r>
              <a:rPr sz="1700" dirty="0">
                <a:latin typeface="Times New Roman"/>
                <a:cs typeface="Times New Roman"/>
              </a:rPr>
              <a:t>, </a:t>
            </a:r>
            <a:r>
              <a:rPr sz="1700" spc="-5" dirty="0">
                <a:latin typeface="Times New Roman"/>
                <a:cs typeface="Times New Roman"/>
              </a:rPr>
              <a:t>F</a:t>
            </a:r>
            <a:r>
              <a:rPr sz="1700" spc="-2" dirty="0">
                <a:latin typeface="Times New Roman"/>
                <a:cs typeface="Times New Roman"/>
              </a:rPr>
              <a:t>ifth Edition Morga</a:t>
            </a:r>
            <a:r>
              <a:rPr sz="1700" dirty="0">
                <a:latin typeface="Times New Roman"/>
                <a:cs typeface="Times New Roman"/>
              </a:rPr>
              <a:t>on</a:t>
            </a:r>
            <a:r>
              <a:rPr sz="1700" spc="5" dirty="0">
                <a:latin typeface="Times New Roman"/>
                <a:cs typeface="Times New Roman"/>
              </a:rPr>
              <a:t> </a:t>
            </a:r>
            <a:r>
              <a:rPr sz="1700" spc="-2" dirty="0">
                <a:latin typeface="Times New Roman"/>
                <a:cs typeface="Times New Roman"/>
              </a:rPr>
              <a:t>K</a:t>
            </a:r>
            <a:r>
              <a:rPr sz="1700" spc="-5" dirty="0">
                <a:latin typeface="Times New Roman"/>
                <a:cs typeface="Times New Roman"/>
              </a:rPr>
              <a:t>a</a:t>
            </a:r>
            <a:r>
              <a:rPr sz="1700" dirty="0">
                <a:latin typeface="Times New Roman"/>
                <a:cs typeface="Times New Roman"/>
              </a:rPr>
              <a:t>uf</a:t>
            </a:r>
            <a:r>
              <a:rPr sz="1700" spc="-5" dirty="0">
                <a:latin typeface="Times New Roman"/>
                <a:cs typeface="Times New Roman"/>
              </a:rPr>
              <a:t>fman.</a:t>
            </a:r>
            <a:endParaRPr sz="1700" dirty="0">
              <a:latin typeface="Times New Roman"/>
              <a:cs typeface="Times New Roman"/>
            </a:endParaRPr>
          </a:p>
        </p:txBody>
      </p:sp>
    </p:spTree>
    <p:extLst>
      <p:ext uri="{BB962C8B-B14F-4D97-AF65-F5344CB8AC3E}">
        <p14:creationId xmlns:p14="http://schemas.microsoft.com/office/powerpoint/2010/main" val="34243980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8754A6-4C53-7BD5-F89C-C5C531B5DEB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16B6807-C1AD-B15D-FE28-D3FA234F307D}"/>
              </a:ext>
            </a:extLst>
          </p:cNvPr>
          <p:cNvPicPr>
            <a:picLocks noChangeAspect="1"/>
          </p:cNvPicPr>
          <p:nvPr/>
        </p:nvPicPr>
        <p:blipFill>
          <a:blip r:embed="rId2"/>
          <a:stretch>
            <a:fillRect/>
          </a:stretch>
        </p:blipFill>
        <p:spPr>
          <a:xfrm>
            <a:off x="100454" y="116065"/>
            <a:ext cx="476476" cy="806935"/>
          </a:xfrm>
          <a:prstGeom prst="rect">
            <a:avLst/>
          </a:prstGeom>
        </p:spPr>
      </p:pic>
      <p:pic>
        <p:nvPicPr>
          <p:cNvPr id="6" name="Picture 5">
            <a:extLst>
              <a:ext uri="{FF2B5EF4-FFF2-40B4-BE49-F238E27FC236}">
                <a16:creationId xmlns:a16="http://schemas.microsoft.com/office/drawing/2014/main" id="{9022B443-62A3-1CF7-ECBF-535A228D2F1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7" y="116065"/>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6751D284-6BBE-B4A6-2FE8-3D2ADCD3F474}"/>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70BDB787-292C-2790-0FA1-66DDEFF1925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a:extLst>
              <a:ext uri="{FF2B5EF4-FFF2-40B4-BE49-F238E27FC236}">
                <a16:creationId xmlns:a16="http://schemas.microsoft.com/office/drawing/2014/main" id="{C429E6C7-6A9C-B147-8E88-25E5960429BD}"/>
              </a:ext>
            </a:extLst>
          </p:cNvPr>
          <p:cNvSpPr txBox="1"/>
          <p:nvPr/>
        </p:nvSpPr>
        <p:spPr>
          <a:xfrm>
            <a:off x="838200" y="1047750"/>
            <a:ext cx="7239000" cy="2457083"/>
          </a:xfrm>
          <a:prstGeom prst="rect">
            <a:avLst/>
          </a:prstGeom>
        </p:spPr>
        <p:txBody>
          <a:bodyPr vert="horz" wrap="square" lIns="0" tIns="0" rIns="0" bIns="0" rtlCol="0">
            <a:spAutoFit/>
          </a:bodyPr>
          <a:lstStyle/>
          <a:p>
            <a:pPr marL="6109">
              <a:spcBef>
                <a:spcPts val="404"/>
              </a:spcBef>
            </a:pPr>
            <a:r>
              <a:rPr sz="1700" b="1" spc="-5" dirty="0">
                <a:latin typeface="Times New Roman"/>
                <a:cs typeface="Times New Roman"/>
              </a:rPr>
              <a:t>Oth</a:t>
            </a:r>
            <a:r>
              <a:rPr sz="1700" b="1" spc="-7" dirty="0">
                <a:latin typeface="Times New Roman"/>
                <a:cs typeface="Times New Roman"/>
              </a:rPr>
              <a:t>e</a:t>
            </a:r>
            <a:r>
              <a:rPr sz="1700" b="1" spc="-5" dirty="0">
                <a:latin typeface="Times New Roman"/>
                <a:cs typeface="Times New Roman"/>
              </a:rPr>
              <a:t>r</a:t>
            </a:r>
            <a:r>
              <a:rPr sz="1700" b="1" spc="-2" dirty="0">
                <a:latin typeface="Times New Roman"/>
                <a:cs typeface="Times New Roman"/>
              </a:rPr>
              <a:t> R</a:t>
            </a:r>
            <a:r>
              <a:rPr sz="1700" b="1" spc="-5" dirty="0">
                <a:latin typeface="Times New Roman"/>
                <a:cs typeface="Times New Roman"/>
              </a:rPr>
              <a:t>e</a:t>
            </a:r>
            <a:r>
              <a:rPr sz="1700" b="1" spc="2" dirty="0">
                <a:latin typeface="Times New Roman"/>
                <a:cs typeface="Times New Roman"/>
              </a:rPr>
              <a:t>f</a:t>
            </a:r>
            <a:r>
              <a:rPr sz="1700" b="1" spc="-7" dirty="0">
                <a:latin typeface="Times New Roman"/>
                <a:cs typeface="Times New Roman"/>
              </a:rPr>
              <a:t>e</a:t>
            </a:r>
            <a:r>
              <a:rPr sz="1700" b="1" spc="-2" dirty="0">
                <a:latin typeface="Times New Roman"/>
                <a:cs typeface="Times New Roman"/>
              </a:rPr>
              <a:t>r</a:t>
            </a:r>
            <a:r>
              <a:rPr sz="1700" b="1" spc="-7" dirty="0">
                <a:latin typeface="Times New Roman"/>
                <a:cs typeface="Times New Roman"/>
              </a:rPr>
              <a:t>e</a:t>
            </a:r>
            <a:r>
              <a:rPr sz="1700" b="1" dirty="0">
                <a:latin typeface="Times New Roman"/>
                <a:cs typeface="Times New Roman"/>
              </a:rPr>
              <a:t>n</a:t>
            </a:r>
            <a:r>
              <a:rPr sz="1700" b="1" spc="-7" dirty="0">
                <a:latin typeface="Times New Roman"/>
                <a:cs typeface="Times New Roman"/>
              </a:rPr>
              <a:t>ce</a:t>
            </a:r>
            <a:r>
              <a:rPr sz="1700" b="1" dirty="0">
                <a:latin typeface="Times New Roman"/>
                <a:cs typeface="Times New Roman"/>
              </a:rPr>
              <a:t>s</a:t>
            </a:r>
            <a:endParaRPr lang="en-US" sz="1700" b="1" dirty="0">
              <a:latin typeface="Times New Roman"/>
              <a:cs typeface="Times New Roman"/>
            </a:endParaRPr>
          </a:p>
          <a:p>
            <a:pPr marL="6109">
              <a:spcBef>
                <a:spcPts val="404"/>
              </a:spcBef>
            </a:pPr>
            <a:endParaRPr sz="1700" dirty="0">
              <a:latin typeface="Times New Roman"/>
              <a:cs typeface="Times New Roman"/>
            </a:endParaRPr>
          </a:p>
          <a:p>
            <a:pPr marL="225716" indent="-109651">
              <a:spcBef>
                <a:spcPts val="409"/>
              </a:spcBef>
              <a:buFont typeface="Times New Roman"/>
              <a:buChar char="●"/>
              <a:tabLst>
                <a:tab pos="226022" algn="l"/>
              </a:tabLst>
            </a:pPr>
            <a:r>
              <a:rPr lang="en-US" sz="1700" u="sng" spc="-2" dirty="0">
                <a:solidFill>
                  <a:srgbClr val="0000FF"/>
                </a:solidFill>
                <a:latin typeface="Times New Roman"/>
                <a:cs typeface="Times New Roman"/>
                <a:hlinkClick r:id="rId6"/>
              </a:rPr>
              <a:t> </a:t>
            </a:r>
            <a:r>
              <a:rPr sz="1700" u="sng" spc="-2" dirty="0">
                <a:solidFill>
                  <a:srgbClr val="0000FF"/>
                </a:solidFill>
                <a:latin typeface="Times New Roman"/>
                <a:cs typeface="Times New Roman"/>
                <a:hlinkClick r:id="rId6"/>
              </a:rPr>
              <a:t>https:</a:t>
            </a:r>
            <a:r>
              <a:rPr sz="1700" u="sng" dirty="0">
                <a:solidFill>
                  <a:srgbClr val="0000FF"/>
                </a:solidFill>
                <a:latin typeface="Times New Roman"/>
                <a:cs typeface="Times New Roman"/>
                <a:hlinkClick r:id="rId6"/>
              </a:rPr>
              <a:t>//ww</a:t>
            </a:r>
            <a:r>
              <a:rPr sz="1700" u="sng" spc="-5" dirty="0">
                <a:solidFill>
                  <a:srgbClr val="0000FF"/>
                </a:solidFill>
                <a:latin typeface="Times New Roman"/>
                <a:cs typeface="Times New Roman"/>
                <a:hlinkClick r:id="rId6"/>
              </a:rPr>
              <a:t>w</a:t>
            </a:r>
            <a:r>
              <a:rPr sz="1700" u="sng" spc="-2" dirty="0">
                <a:solidFill>
                  <a:srgbClr val="0000FF"/>
                </a:solidFill>
                <a:latin typeface="Times New Roman"/>
                <a:cs typeface="Times New Roman"/>
                <a:hlinkClick r:id="rId6"/>
              </a:rPr>
              <a:t>.sl</a:t>
            </a:r>
            <a:r>
              <a:rPr sz="1700" u="sng" dirty="0">
                <a:solidFill>
                  <a:srgbClr val="0000FF"/>
                </a:solidFill>
                <a:latin typeface="Times New Roman"/>
                <a:cs typeface="Times New Roman"/>
                <a:hlinkClick r:id="rId6"/>
              </a:rPr>
              <a:t>i</a:t>
            </a:r>
            <a:r>
              <a:rPr sz="1700" u="sng" spc="-5" dirty="0">
                <a:solidFill>
                  <a:srgbClr val="0000FF"/>
                </a:solidFill>
                <a:latin typeface="Times New Roman"/>
                <a:cs typeface="Times New Roman"/>
                <a:hlinkClick r:id="rId6"/>
              </a:rPr>
              <a:t>d</a:t>
            </a:r>
            <a:r>
              <a:rPr sz="1700" u="sng" spc="-7" dirty="0">
                <a:solidFill>
                  <a:srgbClr val="0000FF"/>
                </a:solidFill>
                <a:latin typeface="Times New Roman"/>
                <a:cs typeface="Times New Roman"/>
                <a:hlinkClick r:id="rId6"/>
              </a:rPr>
              <a:t>e</a:t>
            </a:r>
            <a:r>
              <a:rPr sz="1700" u="sng" spc="-2" dirty="0">
                <a:solidFill>
                  <a:srgbClr val="0000FF"/>
                </a:solidFill>
                <a:latin typeface="Times New Roman"/>
                <a:cs typeface="Times New Roman"/>
                <a:hlinkClick r:id="rId6"/>
              </a:rPr>
              <a:t>shar</a:t>
            </a:r>
            <a:r>
              <a:rPr sz="1700" u="sng" spc="-10" dirty="0">
                <a:solidFill>
                  <a:srgbClr val="0000FF"/>
                </a:solidFill>
                <a:latin typeface="Times New Roman"/>
                <a:cs typeface="Times New Roman"/>
                <a:hlinkClick r:id="rId6"/>
              </a:rPr>
              <a:t>e</a:t>
            </a:r>
            <a:r>
              <a:rPr sz="1700" u="sng" spc="-2" dirty="0">
                <a:solidFill>
                  <a:srgbClr val="0000FF"/>
                </a:solidFill>
                <a:latin typeface="Times New Roman"/>
                <a:cs typeface="Times New Roman"/>
                <a:hlinkClick r:id="rId6"/>
              </a:rPr>
              <a:t>.n</a:t>
            </a:r>
            <a:r>
              <a:rPr sz="1700" u="sng" spc="-7" dirty="0">
                <a:solidFill>
                  <a:srgbClr val="0000FF"/>
                </a:solidFill>
                <a:latin typeface="Times New Roman"/>
                <a:cs typeface="Times New Roman"/>
                <a:hlinkClick r:id="rId6"/>
              </a:rPr>
              <a:t>e</a:t>
            </a:r>
            <a:r>
              <a:rPr sz="1700" u="sng" spc="-2" dirty="0">
                <a:solidFill>
                  <a:srgbClr val="0000FF"/>
                </a:solidFill>
                <a:latin typeface="Times New Roman"/>
                <a:cs typeface="Times New Roman"/>
                <a:hlinkClick r:id="rId6"/>
              </a:rPr>
              <a:t>t/sangit</a:t>
            </a:r>
            <a:r>
              <a:rPr sz="1700" u="sng" spc="-7" dirty="0">
                <a:solidFill>
                  <a:srgbClr val="0000FF"/>
                </a:solidFill>
                <a:latin typeface="Times New Roman"/>
                <a:cs typeface="Times New Roman"/>
                <a:hlinkClick r:id="rId6"/>
              </a:rPr>
              <a:t>a</a:t>
            </a:r>
            <a:r>
              <a:rPr sz="1700" u="sng" dirty="0">
                <a:solidFill>
                  <a:srgbClr val="0000FF"/>
                </a:solidFill>
                <a:latin typeface="Times New Roman"/>
                <a:cs typeface="Times New Roman"/>
                <a:hlinkClick r:id="rId6"/>
              </a:rPr>
              <a:t>vishw</a:t>
            </a:r>
            <a:r>
              <a:rPr sz="1700" u="sng" spc="-2" dirty="0">
                <a:solidFill>
                  <a:srgbClr val="0000FF"/>
                </a:solidFill>
                <a:latin typeface="Times New Roman"/>
                <a:cs typeface="Times New Roman"/>
                <a:hlinkClick r:id="rId6"/>
              </a:rPr>
              <a:t>a</a:t>
            </a:r>
            <a:r>
              <a:rPr sz="1700" u="sng" spc="-5" dirty="0">
                <a:solidFill>
                  <a:srgbClr val="0000FF"/>
                </a:solidFill>
                <a:latin typeface="Times New Roman"/>
                <a:cs typeface="Times New Roman"/>
                <a:hlinkClick r:id="rId6"/>
              </a:rPr>
              <a:t>k</a:t>
            </a:r>
            <a:r>
              <a:rPr sz="1700" u="sng" spc="-7" dirty="0">
                <a:solidFill>
                  <a:srgbClr val="0000FF"/>
                </a:solidFill>
                <a:latin typeface="Times New Roman"/>
                <a:cs typeface="Times New Roman"/>
                <a:hlinkClick r:id="rId6"/>
              </a:rPr>
              <a:t>a</a:t>
            </a:r>
            <a:r>
              <a:rPr sz="1700" u="sng" spc="-5" dirty="0">
                <a:solidFill>
                  <a:srgbClr val="0000FF"/>
                </a:solidFill>
                <a:latin typeface="Times New Roman"/>
                <a:cs typeface="Times New Roman"/>
                <a:hlinkClick r:id="rId6"/>
              </a:rPr>
              <a:t>rm</a:t>
            </a:r>
            <a:r>
              <a:rPr sz="1700" u="sng" spc="-10" dirty="0">
                <a:solidFill>
                  <a:srgbClr val="0000FF"/>
                </a:solidFill>
                <a:latin typeface="Times New Roman"/>
                <a:cs typeface="Times New Roman"/>
                <a:hlinkClick r:id="rId6"/>
              </a:rPr>
              <a:t>a</a:t>
            </a:r>
            <a:r>
              <a:rPr sz="1700" u="sng" spc="-5" dirty="0">
                <a:solidFill>
                  <a:srgbClr val="0000FF"/>
                </a:solidFill>
                <a:latin typeface="Times New Roman"/>
                <a:cs typeface="Times New Roman"/>
                <a:hlinkClick r:id="rId6"/>
              </a:rPr>
              <a:t>1</a:t>
            </a:r>
            <a:r>
              <a:rPr sz="1700" u="sng" dirty="0">
                <a:solidFill>
                  <a:srgbClr val="0000FF"/>
                </a:solidFill>
                <a:latin typeface="Times New Roman"/>
                <a:cs typeface="Times New Roman"/>
                <a:hlinkClick r:id="rId6"/>
              </a:rPr>
              <a:t>/</a:t>
            </a:r>
            <a:r>
              <a:rPr sz="1700" u="sng" spc="-7" dirty="0">
                <a:solidFill>
                  <a:srgbClr val="0000FF"/>
                </a:solidFill>
                <a:latin typeface="Times New Roman"/>
                <a:cs typeface="Times New Roman"/>
                <a:hlinkClick r:id="rId6"/>
              </a:rPr>
              <a:t>c</a:t>
            </a:r>
            <a:r>
              <a:rPr sz="1700" u="sng" dirty="0">
                <a:solidFill>
                  <a:srgbClr val="0000FF"/>
                </a:solidFill>
                <a:latin typeface="Times New Roman"/>
                <a:cs typeface="Times New Roman"/>
                <a:hlinkClick r:id="rId6"/>
              </a:rPr>
              <a:t>p</a:t>
            </a:r>
            <a:r>
              <a:rPr sz="1700" u="sng" spc="5" dirty="0">
                <a:solidFill>
                  <a:srgbClr val="0000FF"/>
                </a:solidFill>
                <a:latin typeface="Times New Roman"/>
                <a:cs typeface="Times New Roman"/>
                <a:hlinkClick r:id="rId6"/>
              </a:rPr>
              <a:t>u</a:t>
            </a:r>
            <a:r>
              <a:rPr sz="1700" u="sng" spc="-2" dirty="0">
                <a:solidFill>
                  <a:srgbClr val="0000FF"/>
                </a:solidFill>
                <a:latin typeface="Times New Roman"/>
                <a:cs typeface="Times New Roman"/>
                <a:hlinkClick r:id="rId6"/>
              </a:rPr>
              <a:t>-</a:t>
            </a:r>
            <a:r>
              <a:rPr sz="1700" u="sng" spc="-5" dirty="0">
                <a:solidFill>
                  <a:srgbClr val="0000FF"/>
                </a:solidFill>
                <a:latin typeface="Times New Roman"/>
                <a:cs typeface="Times New Roman"/>
                <a:hlinkClick r:id="rId6"/>
              </a:rPr>
              <a:t>org</a:t>
            </a:r>
            <a:r>
              <a:rPr sz="1700" u="sng" spc="-10" dirty="0">
                <a:solidFill>
                  <a:srgbClr val="0000FF"/>
                </a:solidFill>
                <a:latin typeface="Times New Roman"/>
                <a:cs typeface="Times New Roman"/>
                <a:hlinkClick r:id="rId6"/>
              </a:rPr>
              <a:t>a</a:t>
            </a:r>
            <a:r>
              <a:rPr sz="1700" u="sng" spc="-2" dirty="0">
                <a:solidFill>
                  <a:srgbClr val="0000FF"/>
                </a:solidFill>
                <a:latin typeface="Times New Roman"/>
                <a:cs typeface="Times New Roman"/>
                <a:hlinkClick r:id="rId6"/>
              </a:rPr>
              <a:t>nisation</a:t>
            </a:r>
            <a:endParaRPr sz="1700" dirty="0">
              <a:latin typeface="Times New Roman"/>
              <a:cs typeface="Times New Roman"/>
            </a:endParaRPr>
          </a:p>
          <a:p>
            <a:pPr marL="225716" indent="-109651">
              <a:buFont typeface="Times New Roman"/>
              <a:buChar char="●"/>
              <a:tabLst>
                <a:tab pos="226022" algn="l"/>
              </a:tabLst>
            </a:pPr>
            <a:r>
              <a:rPr lang="en-US" sz="1700" u="sng" spc="-2" dirty="0">
                <a:latin typeface="Times New Roman"/>
                <a:cs typeface="Times New Roman"/>
                <a:hlinkClick r:id="rId7"/>
              </a:rPr>
              <a:t> </a:t>
            </a:r>
            <a:r>
              <a:rPr sz="1700" u="sng" spc="-2" dirty="0">
                <a:latin typeface="Times New Roman"/>
                <a:cs typeface="Times New Roman"/>
                <a:hlinkClick r:id="rId7"/>
              </a:rPr>
              <a:t>https:</a:t>
            </a:r>
            <a:r>
              <a:rPr sz="1700" u="sng" dirty="0">
                <a:latin typeface="Times New Roman"/>
                <a:cs typeface="Times New Roman"/>
                <a:hlinkClick r:id="rId7"/>
              </a:rPr>
              <a:t>/</a:t>
            </a:r>
            <a:r>
              <a:rPr sz="1700" u="sng" spc="-2" dirty="0">
                <a:latin typeface="Times New Roman"/>
                <a:cs typeface="Times New Roman"/>
                <a:hlinkClick r:id="rId7"/>
              </a:rPr>
              <a:t>/dodi</a:t>
            </a:r>
            <a:r>
              <a:rPr sz="1700" u="sng" spc="-5" dirty="0">
                <a:latin typeface="Times New Roman"/>
                <a:cs typeface="Times New Roman"/>
                <a:hlinkClick r:id="rId7"/>
              </a:rPr>
              <a:t>y</a:t>
            </a:r>
            <a:r>
              <a:rPr sz="1700" u="sng" spc="-7" dirty="0">
                <a:latin typeface="Times New Roman"/>
                <a:cs typeface="Times New Roman"/>
                <a:hlinkClick r:id="rId7"/>
              </a:rPr>
              <a:t>a</a:t>
            </a:r>
            <a:r>
              <a:rPr sz="1700" u="sng" spc="-2" dirty="0">
                <a:latin typeface="Times New Roman"/>
                <a:cs typeface="Times New Roman"/>
                <a:hlinkClick r:id="rId7"/>
              </a:rPr>
              <a:t>hit</a:t>
            </a:r>
            <a:r>
              <a:rPr sz="1700" u="sng" spc="-7" dirty="0">
                <a:latin typeface="Times New Roman"/>
                <a:cs typeface="Times New Roman"/>
                <a:hlinkClick r:id="rId7"/>
              </a:rPr>
              <a:t>e</a:t>
            </a:r>
            <a:r>
              <a:rPr sz="1700" u="sng" spc="-2" dirty="0">
                <a:latin typeface="Times New Roman"/>
                <a:cs typeface="Times New Roman"/>
                <a:hlinkClick r:id="rId7"/>
              </a:rPr>
              <a:t>n.fil</a:t>
            </a:r>
            <a:r>
              <a:rPr sz="1700" u="sng" spc="-7" dirty="0">
                <a:latin typeface="Times New Roman"/>
                <a:cs typeface="Times New Roman"/>
                <a:hlinkClick r:id="rId7"/>
              </a:rPr>
              <a:t>e</a:t>
            </a:r>
            <a:r>
              <a:rPr sz="1700" u="sng" spc="-2" dirty="0">
                <a:latin typeface="Times New Roman"/>
                <a:cs typeface="Times New Roman"/>
                <a:hlinkClick r:id="rId7"/>
              </a:rPr>
              <a:t>s</a:t>
            </a:r>
            <a:r>
              <a:rPr sz="1700" u="sng" spc="-7" dirty="0">
                <a:latin typeface="Times New Roman"/>
                <a:cs typeface="Times New Roman"/>
                <a:hlinkClick r:id="rId7"/>
              </a:rPr>
              <a:t>.</a:t>
            </a:r>
            <a:r>
              <a:rPr sz="1700" u="sng" spc="-2" dirty="0">
                <a:latin typeface="Times New Roman"/>
                <a:cs typeface="Times New Roman"/>
                <a:hlinkClick r:id="rId7"/>
              </a:rPr>
              <a:t>wo</a:t>
            </a:r>
            <a:r>
              <a:rPr sz="1700" u="sng" spc="-5" dirty="0">
                <a:latin typeface="Times New Roman"/>
                <a:cs typeface="Times New Roman"/>
                <a:hlinkClick r:id="rId7"/>
              </a:rPr>
              <a:t>rdpr</a:t>
            </a:r>
            <a:r>
              <a:rPr sz="1700" u="sng" spc="-10" dirty="0">
                <a:latin typeface="Times New Roman"/>
                <a:cs typeface="Times New Roman"/>
                <a:hlinkClick r:id="rId7"/>
              </a:rPr>
              <a:t>e</a:t>
            </a:r>
            <a:r>
              <a:rPr sz="1700" u="sng" spc="-7" dirty="0">
                <a:latin typeface="Times New Roman"/>
                <a:cs typeface="Times New Roman"/>
                <a:hlinkClick r:id="rId7"/>
              </a:rPr>
              <a:t>ss.com/2012</a:t>
            </a:r>
            <a:r>
              <a:rPr sz="1700" u="sng" dirty="0">
                <a:latin typeface="Times New Roman"/>
                <a:cs typeface="Times New Roman"/>
                <a:hlinkClick r:id="rId7"/>
              </a:rPr>
              <a:t>/</a:t>
            </a:r>
            <a:r>
              <a:rPr sz="1700" u="sng" spc="-5" dirty="0">
                <a:latin typeface="Times New Roman"/>
                <a:cs typeface="Times New Roman"/>
                <a:hlinkClick r:id="rId7"/>
              </a:rPr>
              <a:t>09</a:t>
            </a:r>
            <a:r>
              <a:rPr sz="1700" u="sng" dirty="0">
                <a:latin typeface="Times New Roman"/>
                <a:cs typeface="Times New Roman"/>
                <a:hlinkClick r:id="rId7"/>
              </a:rPr>
              <a:t>/</a:t>
            </a:r>
            <a:r>
              <a:rPr sz="1700" u="sng" spc="-7" dirty="0">
                <a:latin typeface="Times New Roman"/>
                <a:cs typeface="Times New Roman"/>
                <a:hlinkClick r:id="rId7"/>
              </a:rPr>
              <a:t>c</a:t>
            </a:r>
            <a:r>
              <a:rPr sz="1700" u="sng" spc="-5" dirty="0">
                <a:latin typeface="Times New Roman"/>
                <a:cs typeface="Times New Roman"/>
                <a:hlinkClick r:id="rId7"/>
              </a:rPr>
              <a:t>h</a:t>
            </a:r>
            <a:r>
              <a:rPr sz="1700" u="sng" spc="-7" dirty="0">
                <a:latin typeface="Times New Roman"/>
                <a:cs typeface="Times New Roman"/>
                <a:hlinkClick r:id="rId7"/>
              </a:rPr>
              <a:t>a</a:t>
            </a:r>
            <a:r>
              <a:rPr sz="1700" u="sng" spc="-2" dirty="0">
                <a:latin typeface="Times New Roman"/>
                <a:cs typeface="Times New Roman"/>
                <a:hlinkClick r:id="rId7"/>
              </a:rPr>
              <a:t>pte</a:t>
            </a:r>
            <a:r>
              <a:rPr sz="1700" u="sng" spc="5" dirty="0">
                <a:latin typeface="Times New Roman"/>
                <a:cs typeface="Times New Roman"/>
                <a:hlinkClick r:id="rId7"/>
              </a:rPr>
              <a:t>r</a:t>
            </a:r>
            <a:r>
              <a:rPr sz="1700" u="sng" spc="-2" dirty="0">
                <a:latin typeface="Times New Roman"/>
                <a:cs typeface="Times New Roman"/>
                <a:hlinkClick r:id="rId7"/>
              </a:rPr>
              <a:t>-</a:t>
            </a:r>
            <a:r>
              <a:rPr sz="1700" u="sng" dirty="0">
                <a:latin typeface="Times New Roman"/>
                <a:cs typeface="Times New Roman"/>
                <a:hlinkClick r:id="rId7"/>
              </a:rPr>
              <a:t>7</a:t>
            </a:r>
            <a:r>
              <a:rPr sz="1700" u="sng" spc="-2" dirty="0">
                <a:latin typeface="Times New Roman"/>
                <a:cs typeface="Times New Roman"/>
                <a:hlinkClick r:id="rId7"/>
              </a:rPr>
              <a:t>-c</a:t>
            </a:r>
            <a:r>
              <a:rPr sz="1700" u="sng" spc="-7" dirty="0">
                <a:latin typeface="Times New Roman"/>
                <a:cs typeface="Times New Roman"/>
                <a:hlinkClick r:id="rId7"/>
              </a:rPr>
              <a:t>e</a:t>
            </a:r>
            <a:r>
              <a:rPr sz="1700" u="sng" spc="-2" dirty="0">
                <a:latin typeface="Times New Roman"/>
                <a:cs typeface="Times New Roman"/>
                <a:hlinkClick r:id="rId7"/>
              </a:rPr>
              <a:t>ntr</a:t>
            </a:r>
            <a:r>
              <a:rPr sz="1700" u="sng" spc="-10" dirty="0">
                <a:latin typeface="Times New Roman"/>
                <a:cs typeface="Times New Roman"/>
                <a:hlinkClick r:id="rId7"/>
              </a:rPr>
              <a:t>a</a:t>
            </a:r>
            <a:r>
              <a:rPr sz="1700" u="sng" spc="-2" dirty="0">
                <a:latin typeface="Times New Roman"/>
                <a:cs typeface="Times New Roman"/>
                <a:hlinkClick r:id="rId7"/>
              </a:rPr>
              <a:t>l-</a:t>
            </a:r>
            <a:r>
              <a:rPr sz="1700" u="sng" spc="5" dirty="0">
                <a:latin typeface="Times New Roman"/>
                <a:cs typeface="Times New Roman"/>
                <a:hlinkClick r:id="rId7"/>
              </a:rPr>
              <a:t>p</a:t>
            </a:r>
            <a:r>
              <a:rPr sz="1700" u="sng" spc="-2" dirty="0">
                <a:latin typeface="Times New Roman"/>
                <a:cs typeface="Times New Roman"/>
                <a:hlinkClick r:id="rId7"/>
              </a:rPr>
              <a:t>ro</a:t>
            </a:r>
            <a:r>
              <a:rPr sz="1700" u="sng" spc="-10" dirty="0">
                <a:latin typeface="Times New Roman"/>
                <a:cs typeface="Times New Roman"/>
                <a:hlinkClick r:id="rId7"/>
              </a:rPr>
              <a:t>c</a:t>
            </a:r>
            <a:r>
              <a:rPr sz="1700" u="sng" spc="-7" dirty="0">
                <a:latin typeface="Times New Roman"/>
                <a:cs typeface="Times New Roman"/>
                <a:hlinkClick r:id="rId7"/>
              </a:rPr>
              <a:t>e</a:t>
            </a:r>
            <a:r>
              <a:rPr sz="1700" u="sng" spc="-2" dirty="0">
                <a:latin typeface="Times New Roman"/>
                <a:cs typeface="Times New Roman"/>
                <a:hlinkClick r:id="rId7"/>
              </a:rPr>
              <a:t>s</a:t>
            </a:r>
            <a:r>
              <a:rPr sz="1700" u="sng" spc="5" dirty="0">
                <a:latin typeface="Times New Roman"/>
                <a:cs typeface="Times New Roman"/>
                <a:hlinkClick r:id="rId7"/>
              </a:rPr>
              <a:t>s</a:t>
            </a:r>
            <a:r>
              <a:rPr sz="1700" u="sng" spc="-2" dirty="0">
                <a:latin typeface="Times New Roman"/>
                <a:cs typeface="Times New Roman"/>
                <a:hlinkClick r:id="rId7"/>
              </a:rPr>
              <a:t>ing-unit</a:t>
            </a:r>
            <a:r>
              <a:rPr sz="1700" u="sng" dirty="0">
                <a:latin typeface="Times New Roman"/>
                <a:cs typeface="Times New Roman"/>
                <a:hlinkClick r:id="rId7"/>
              </a:rPr>
              <a:t>.pdf</a:t>
            </a:r>
            <a:endParaRPr sz="1700" dirty="0">
              <a:latin typeface="Times New Roman"/>
              <a:cs typeface="Times New Roman"/>
            </a:endParaRPr>
          </a:p>
          <a:p>
            <a:endParaRPr sz="1700" dirty="0">
              <a:latin typeface="Times New Roman"/>
              <a:cs typeface="Times New Roman"/>
            </a:endParaRPr>
          </a:p>
          <a:p>
            <a:pPr marL="6109"/>
            <a:r>
              <a:rPr sz="1700" b="1" spc="-2" dirty="0">
                <a:latin typeface="Times New Roman"/>
                <a:cs typeface="Times New Roman"/>
              </a:rPr>
              <a:t>Vi</a:t>
            </a:r>
            <a:r>
              <a:rPr sz="1700" b="1" dirty="0">
                <a:latin typeface="Times New Roman"/>
                <a:cs typeface="Times New Roman"/>
              </a:rPr>
              <a:t>d</a:t>
            </a:r>
            <a:r>
              <a:rPr sz="1700" b="1" spc="-7" dirty="0">
                <a:latin typeface="Times New Roman"/>
                <a:cs typeface="Times New Roman"/>
              </a:rPr>
              <a:t>e</a:t>
            </a:r>
            <a:r>
              <a:rPr sz="1700" b="1" dirty="0">
                <a:latin typeface="Times New Roman"/>
                <a:cs typeface="Times New Roman"/>
              </a:rPr>
              <a:t>o </a:t>
            </a:r>
            <a:r>
              <a:rPr sz="1700" b="1" spc="-2" dirty="0">
                <a:latin typeface="Times New Roman"/>
                <a:cs typeface="Times New Roman"/>
              </a:rPr>
              <a:t>R</a:t>
            </a:r>
            <a:r>
              <a:rPr sz="1700" b="1" spc="-5" dirty="0">
                <a:latin typeface="Times New Roman"/>
                <a:cs typeface="Times New Roman"/>
              </a:rPr>
              <a:t>e</a:t>
            </a:r>
            <a:r>
              <a:rPr sz="1700" b="1" spc="-2" dirty="0">
                <a:latin typeface="Times New Roman"/>
                <a:cs typeface="Times New Roman"/>
              </a:rPr>
              <a:t>fe</a:t>
            </a:r>
            <a:r>
              <a:rPr sz="1700" b="1" spc="-7" dirty="0">
                <a:latin typeface="Times New Roman"/>
                <a:cs typeface="Times New Roman"/>
              </a:rPr>
              <a:t>re</a:t>
            </a:r>
            <a:r>
              <a:rPr sz="1700" b="1" dirty="0">
                <a:latin typeface="Times New Roman"/>
                <a:cs typeface="Times New Roman"/>
              </a:rPr>
              <a:t>n</a:t>
            </a:r>
            <a:r>
              <a:rPr sz="1700" b="1" spc="-7" dirty="0">
                <a:latin typeface="Times New Roman"/>
                <a:cs typeface="Times New Roman"/>
              </a:rPr>
              <a:t>ce</a:t>
            </a:r>
            <a:r>
              <a:rPr sz="1700" b="1" dirty="0">
                <a:latin typeface="Times New Roman"/>
                <a:cs typeface="Times New Roman"/>
              </a:rPr>
              <a:t>s</a:t>
            </a:r>
            <a:endParaRPr sz="1700" dirty="0">
              <a:latin typeface="Times New Roman"/>
              <a:cs typeface="Times New Roman"/>
            </a:endParaRPr>
          </a:p>
          <a:p>
            <a:pPr>
              <a:spcBef>
                <a:spcPts val="26"/>
              </a:spcBef>
            </a:pPr>
            <a:endParaRPr sz="1700" dirty="0">
              <a:latin typeface="Times New Roman"/>
              <a:cs typeface="Times New Roman"/>
            </a:endParaRPr>
          </a:p>
          <a:p>
            <a:pPr marL="225716" indent="-109651">
              <a:buSzPct val="83333"/>
              <a:buFont typeface="Times New Roman"/>
              <a:buChar char="●"/>
              <a:tabLst>
                <a:tab pos="226022" algn="l"/>
              </a:tabLst>
            </a:pPr>
            <a:r>
              <a:rPr sz="1700" u="sng" spc="-2" dirty="0">
                <a:latin typeface="Times New Roman"/>
                <a:cs typeface="Times New Roman"/>
                <a:hlinkClick r:id="rId8"/>
              </a:rPr>
              <a:t>https:</a:t>
            </a:r>
            <a:r>
              <a:rPr sz="1700" u="sng" dirty="0">
                <a:latin typeface="Times New Roman"/>
                <a:cs typeface="Times New Roman"/>
                <a:hlinkClick r:id="rId8"/>
              </a:rPr>
              <a:t>//ww</a:t>
            </a:r>
            <a:r>
              <a:rPr sz="1700" u="sng" spc="-5" dirty="0">
                <a:latin typeface="Times New Roman"/>
                <a:cs typeface="Times New Roman"/>
                <a:hlinkClick r:id="rId8"/>
              </a:rPr>
              <a:t>w</a:t>
            </a:r>
            <a:r>
              <a:rPr sz="1700" u="sng" spc="-2" dirty="0">
                <a:latin typeface="Times New Roman"/>
                <a:cs typeface="Times New Roman"/>
                <a:hlinkClick r:id="rId8"/>
              </a:rPr>
              <a:t>.youtube.</a:t>
            </a:r>
            <a:r>
              <a:rPr sz="1700" u="sng" spc="-10" dirty="0">
                <a:latin typeface="Times New Roman"/>
                <a:cs typeface="Times New Roman"/>
                <a:hlinkClick r:id="rId8"/>
              </a:rPr>
              <a:t>c</a:t>
            </a:r>
            <a:r>
              <a:rPr sz="1700" u="sng" spc="-5" dirty="0">
                <a:latin typeface="Times New Roman"/>
                <a:cs typeface="Times New Roman"/>
                <a:hlinkClick r:id="rId8"/>
              </a:rPr>
              <a:t>om/</a:t>
            </a:r>
            <a:r>
              <a:rPr sz="1700" u="sng" spc="-2" dirty="0">
                <a:latin typeface="Times New Roman"/>
                <a:cs typeface="Times New Roman"/>
                <a:hlinkClick r:id="rId8"/>
              </a:rPr>
              <a:t>w</a:t>
            </a:r>
            <a:r>
              <a:rPr sz="1700" u="sng" spc="-5" dirty="0">
                <a:latin typeface="Times New Roman"/>
                <a:cs typeface="Times New Roman"/>
                <a:hlinkClick r:id="rId8"/>
              </a:rPr>
              <a:t>a</a:t>
            </a:r>
            <a:r>
              <a:rPr sz="1700" u="sng" spc="-2" dirty="0">
                <a:latin typeface="Times New Roman"/>
                <a:cs typeface="Times New Roman"/>
                <a:hlinkClick r:id="rId8"/>
              </a:rPr>
              <a:t>tch</a:t>
            </a:r>
            <a:r>
              <a:rPr sz="1700" u="sng" spc="-10" dirty="0">
                <a:latin typeface="Times New Roman"/>
                <a:cs typeface="Times New Roman"/>
                <a:hlinkClick r:id="rId8"/>
              </a:rPr>
              <a:t>?</a:t>
            </a:r>
            <a:r>
              <a:rPr sz="1700" u="sng" spc="-5" dirty="0">
                <a:latin typeface="Times New Roman"/>
                <a:cs typeface="Times New Roman"/>
                <a:hlinkClick r:id="rId8"/>
              </a:rPr>
              <a:t>v</a:t>
            </a:r>
            <a:r>
              <a:rPr sz="1700" u="sng" spc="-7" dirty="0">
                <a:latin typeface="Times New Roman"/>
                <a:cs typeface="Times New Roman"/>
                <a:hlinkClick r:id="rId8"/>
              </a:rPr>
              <a:t>=</a:t>
            </a:r>
            <a:r>
              <a:rPr sz="1700" u="sng" spc="-2" dirty="0">
                <a:latin typeface="Times New Roman"/>
                <a:cs typeface="Times New Roman"/>
                <a:hlinkClick r:id="rId8"/>
              </a:rPr>
              <a:t>ll</a:t>
            </a:r>
            <a:r>
              <a:rPr sz="1700" u="sng" spc="-5" dirty="0">
                <a:latin typeface="Times New Roman"/>
                <a:cs typeface="Times New Roman"/>
                <a:hlinkClick r:id="rId8"/>
              </a:rPr>
              <a:t>B</a:t>
            </a:r>
            <a:r>
              <a:rPr sz="1700" u="sng" spc="-2" dirty="0">
                <a:latin typeface="Times New Roman"/>
                <a:cs typeface="Times New Roman"/>
                <a:hlinkClick r:id="rId8"/>
              </a:rPr>
              <a:t>Y</a:t>
            </a:r>
            <a:r>
              <a:rPr sz="1700" u="sng" spc="-5" dirty="0">
                <a:latin typeface="Times New Roman"/>
                <a:cs typeface="Times New Roman"/>
                <a:hlinkClick r:id="rId8"/>
              </a:rPr>
              <a:t>r</a:t>
            </a:r>
            <a:r>
              <a:rPr sz="1700" u="sng" spc="-2" dirty="0">
                <a:latin typeface="Times New Roman"/>
                <a:cs typeface="Times New Roman"/>
                <a:hlinkClick r:id="rId8"/>
              </a:rPr>
              <a:t>Jd6y</a:t>
            </a:r>
            <a:r>
              <a:rPr sz="1700" u="sng" spc="5" dirty="0">
                <a:latin typeface="Times New Roman"/>
                <a:cs typeface="Times New Roman"/>
                <a:hlinkClick r:id="rId8"/>
              </a:rPr>
              <a:t>U</a:t>
            </a:r>
            <a:r>
              <a:rPr sz="1700" u="sng" dirty="0">
                <a:latin typeface="Times New Roman"/>
                <a:cs typeface="Times New Roman"/>
                <a:hlinkClick r:id="rId8"/>
              </a:rPr>
              <a:t>w</a:t>
            </a:r>
            <a:endParaRPr lang="en-US" sz="1700" u="sng" dirty="0">
              <a:latin typeface="Times New Roman"/>
              <a:cs typeface="Times New Roman"/>
            </a:endParaRPr>
          </a:p>
        </p:txBody>
      </p:sp>
    </p:spTree>
    <p:extLst>
      <p:ext uri="{BB962C8B-B14F-4D97-AF65-F5344CB8AC3E}">
        <p14:creationId xmlns:p14="http://schemas.microsoft.com/office/powerpoint/2010/main" val="1563205475"/>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103</TotalTime>
  <Words>1980</Words>
  <Application>Microsoft Office PowerPoint</Application>
  <PresentationFormat>On-screen Show (16:9)</PresentationFormat>
  <Paragraphs>230</Paragraphs>
  <Slides>22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Calibri</vt:lpstr>
      <vt:lpstr>Calibri Light</vt:lpstr>
      <vt:lpstr>Symbol</vt:lpstr>
      <vt:lpstr>Times New Roman</vt: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Online2PDF.com</dc:creator>
  <cp:lastModifiedBy>Shikha Atwal</cp:lastModifiedBy>
  <cp:revision>4</cp:revision>
  <dcterms:created xsi:type="dcterms:W3CDTF">2024-12-20T11:33:30Z</dcterms:created>
  <dcterms:modified xsi:type="dcterms:W3CDTF">2024-12-24T05:03:48Z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2024-12-20T00:00:00Z</vt:filetime>
  </property>
  <property fmtid="{D5CDD505-2E9C-101B-9397-08002B2CF9AE}" pid="3" name="LastSaved">
    <vt:filetime>2024-12-20T00:00:00Z</vt:filetime>
  </property>
</Properties>
</file>