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ppt/media/image9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19"/>
  </p:notesMasterIdLst>
  <p:sldIdLst>
    <p:sldId id="265" r:id="rId2"/>
    <p:sldId id="326" r:id="rId3"/>
    <p:sldId id="330" r:id="rId4"/>
    <p:sldId id="331" r:id="rId5"/>
    <p:sldId id="327" r:id="rId6"/>
    <p:sldId id="328" r:id="rId7"/>
    <p:sldId id="334" r:id="rId8"/>
    <p:sldId id="329" r:id="rId9"/>
    <p:sldId id="332" r:id="rId10"/>
    <p:sldId id="333" r:id="rId11"/>
    <p:sldId id="335" r:id="rId12"/>
    <p:sldId id="336" r:id="rId13"/>
    <p:sldId id="339" r:id="rId14"/>
    <p:sldId id="337" r:id="rId15"/>
    <p:sldId id="338" r:id="rId16"/>
    <p:sldId id="340" r:id="rId17"/>
    <p:sldId id="342" r:id="rId18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0895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6101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46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4138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519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463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712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1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785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1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73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517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cs.uwm.edu/classes/cs458/Lecture/HTML/ch05s05.html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://www.eie.polyu.edu.hk/%7Eenyhchan/addrmode.pdf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lideshare.net/shweta-sharma99/instruction-cycle" TargetMode="External"/><Relationship Id="rId5" Type="http://schemas.openxmlformats.org/officeDocument/2006/relationships/image" Target="../media/image5.png"/><Relationship Id="rId10" Type="http://schemas.openxmlformats.org/officeDocument/2006/relationships/hyperlink" Target="https://www.youtube.com/watch?v=3MfyrwPjYk4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www.youtube.com/watch?v=p9n91lXeJ8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8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26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26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26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26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0" y="3655677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FFF6-4753-10CD-C6DC-7B78E6B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C01D7-8B90-77BB-D68A-65D212F7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39C9F-1AF0-38B8-5D2B-DA696E5D0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4D3CF15-407D-651A-9742-24F87C9800A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D76A3-ACA9-2604-5589-4FA16740E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004" y="888710"/>
            <a:ext cx="7063195" cy="36574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AS</a:t>
            </a:r>
            <a:r>
              <a:rPr sz="1700" b="1" spc="2" dirty="0">
                <a:latin typeface="Times New Roman"/>
                <a:cs typeface="Times New Roman"/>
              </a:rPr>
              <a:t>S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BL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LA</a:t>
            </a:r>
            <a:r>
              <a:rPr sz="1700" b="1" spc="-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GUAGE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INS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RUCTI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NS</a:t>
            </a:r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358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 algn="just">
              <a:spcBef>
                <a:spcPts val="358"/>
              </a:spcBef>
            </a:pP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am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Ex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the 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PU</a:t>
            </a:r>
            <a:endParaRPr sz="170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78"/>
              </a:spcBef>
            </a:pPr>
            <a:endParaRPr lang="en-US" sz="1700" spc="-10" dirty="0">
              <a:latin typeface="Times New Roman"/>
              <a:cs typeface="Times New Roman"/>
            </a:endParaRPr>
          </a:p>
          <a:p>
            <a:pPr marL="6109" marR="3665" algn="just">
              <a:spcBef>
                <a:spcPts val="378"/>
              </a:spcBef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ste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—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—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whos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tte</a:t>
            </a:r>
            <a:r>
              <a:rPr sz="1700" dirty="0">
                <a:latin typeface="Times New Roman"/>
                <a:cs typeface="Times New Roman"/>
              </a:rPr>
              <a:t>rn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 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ntr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rn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modifi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5" dirty="0">
                <a:latin typeface="Times New Roman"/>
                <a:cs typeface="Times New Roman"/>
              </a:rPr>
              <a:t>nomin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tive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rn.</a:t>
            </a:r>
          </a:p>
          <a:p>
            <a:pPr marL="6109" marR="2443" algn="just">
              <a:spcBef>
                <a:spcPts val="378"/>
              </a:spcBef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ince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ply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rns,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they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pt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ontinuousl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oint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to)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uted. 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spc="1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riv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</p:txBody>
      </p:sp>
    </p:spTree>
    <p:extLst>
      <p:ext uri="{BB962C8B-B14F-4D97-AF65-F5344CB8AC3E}">
        <p14:creationId xmlns:p14="http://schemas.microsoft.com/office/powerpoint/2010/main" val="23256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55B03-1D74-0D9F-6BBB-5DD2DB404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4F070C-4F83-3057-6446-70C434183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5B8199-CE5A-19AB-4E58-9CFC2FE691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AB078DD0-5464-375C-9BC3-83D640776AF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57FC8B-0CE0-8C8B-028C-FB821D503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9CF1F0C4-D6D4-40A2-50F8-1E41448B64E3}"/>
              </a:ext>
            </a:extLst>
          </p:cNvPr>
          <p:cNvSpPr txBox="1"/>
          <p:nvPr/>
        </p:nvSpPr>
        <p:spPr>
          <a:xfrm>
            <a:off x="914400" y="778162"/>
            <a:ext cx="7315200" cy="371383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spcBef>
                <a:spcPts val="378"/>
              </a:spcBef>
            </a:pP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-2" dirty="0">
                <a:latin typeface="Times New Roman"/>
                <a:cs typeface="Times New Roman"/>
              </a:rPr>
              <a:t> f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lows: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04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s</a:t>
            </a:r>
            <a:r>
              <a:rPr sz="1700" spc="-5" dirty="0">
                <a:latin typeface="Times New Roman"/>
                <a:cs typeface="Times New Roman"/>
              </a:rPr>
              <a:t>equ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tor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225716" marR="3971" indent="-109651">
              <a:spcBef>
                <a:spcPts val="22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i</a:t>
            </a:r>
            <a:r>
              <a:rPr sz="1700" spc="-2" dirty="0">
                <a:latin typeface="Times New Roman"/>
                <a:cs typeface="Times New Roman"/>
              </a:rPr>
              <a:t>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found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opied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indent="-109651"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</a:p>
          <a:p>
            <a:pPr marL="225716">
              <a:spcBef>
                <a:spcPts val="22"/>
              </a:spcBef>
            </a:pPr>
            <a:r>
              <a:rPr sz="1700" dirty="0">
                <a:latin typeface="Times New Roman"/>
                <a:cs typeface="Times New Roman"/>
              </a:rPr>
              <a:t>bus.</a:t>
            </a:r>
          </a:p>
          <a:p>
            <a:pPr marL="225716" indent="-109651">
              <a:spcBef>
                <a:spcPts val="22"/>
              </a:spcBef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”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dirty="0">
                <a:latin typeface="Times New Roman"/>
                <a:cs typeface="Times New Roman"/>
              </a:rPr>
              <a:t> bus.</a:t>
            </a:r>
          </a:p>
          <a:p>
            <a:pPr marL="225716" marR="3971" indent="-109651"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spond</a:t>
            </a:r>
            <a:r>
              <a:rPr sz="1700" dirty="0">
                <a:latin typeface="Times New Roman"/>
                <a:cs typeface="Times New Roman"/>
              </a:rPr>
              <a:t>s by </a:t>
            </a:r>
            <a:r>
              <a:rPr sz="1700" spc="-7" dirty="0">
                <a:latin typeface="Times New Roman"/>
                <a:cs typeface="Times New Roman"/>
              </a:rPr>
              <a:t>sendin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opy 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sta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bus,</a:t>
            </a:r>
            <a:r>
              <a:rPr sz="1700" spc="-2" dirty="0">
                <a:latin typeface="Times New Roman"/>
                <a:cs typeface="Times New Roman"/>
              </a:rPr>
              <a:t> 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opies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ins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marR="5192" indent="-109651"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utom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men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24"/>
              </a:spcBef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 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indent="-109651">
              <a:spcBef>
                <a:spcPts val="22"/>
              </a:spcBef>
              <a:buFont typeface="Times New Roman"/>
              <a:buAutoNum type="arabicPeriod" startAt="4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p 3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97237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A73E-D603-2370-72F5-41B77402C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BAF8D-A7EA-488B-36CB-87BFDE78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AAF864-0D11-81C4-0254-F0F60E6BD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D48265D-B6B3-87E6-A1F2-D7BD212D6A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33A1EF-38DB-6497-5250-E9C88E34A9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03DD761-7256-35DD-C132-CA7A320FC134}"/>
              </a:ext>
            </a:extLst>
          </p:cNvPr>
          <p:cNvSpPr txBox="1"/>
          <p:nvPr/>
        </p:nvSpPr>
        <p:spPr>
          <a:xfrm>
            <a:off x="4371149" y="1276350"/>
            <a:ext cx="3477451" cy="1308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665" algn="just">
              <a:spcBef>
                <a:spcPts val="387"/>
              </a:spcBef>
            </a:pP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teps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3,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4,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5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f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tch.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Notic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step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3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–</a:t>
            </a:r>
            <a:r>
              <a:rPr lang="en-US" sz="1700" spc="1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constitute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le,</a:t>
            </a:r>
            <a:r>
              <a:rPr lang="en-US" sz="1700" spc="1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2" dirty="0">
                <a:latin typeface="Times New Roman"/>
                <a:cs typeface="Times New Roman"/>
              </a:rPr>
              <a:t>cle.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show</a:t>
            </a:r>
            <a:r>
              <a:rPr lang="en-US" sz="1700" dirty="0">
                <a:latin typeface="Times New Roman"/>
                <a:cs typeface="Times New Roman"/>
              </a:rPr>
              <a:t>n g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phic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low:</a:t>
            </a:r>
            <a:endParaRPr lang="en-US"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091099" y="354303"/>
            <a:ext cx="2332337" cy="427484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2305403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FFF6-4753-10CD-C6DC-7B78E6B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C01D7-8B90-77BB-D68A-65D212F7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39C9F-1AF0-38B8-5D2B-DA696E5D0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4D3CF15-407D-651A-9742-24F87C9800A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D76A3-ACA9-2604-5589-4FA16740E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52500" y="1047750"/>
            <a:ext cx="7239000" cy="29290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5" dirty="0">
                <a:latin typeface="Times New Roman"/>
                <a:cs typeface="Times New Roman"/>
              </a:rPr>
              <a:t>y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endParaRPr lang="en-US" sz="1700" b="1" spc="-2" dirty="0">
              <a:latin typeface="Times New Roman"/>
              <a:cs typeface="Times New Roman"/>
            </a:endParaRPr>
          </a:p>
          <a:p>
            <a:pPr marL="6109"/>
            <a:endParaRPr sz="1700" dirty="0">
              <a:latin typeface="Times New Roman"/>
              <a:cs typeface="Times New Roman"/>
            </a:endParaRPr>
          </a:p>
          <a:p>
            <a:pPr marL="6109" marR="3665">
              <a:spcBef>
                <a:spcPts val="380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time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rop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ds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ntire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le.</a:t>
            </a:r>
            <a:endParaRPr sz="1700" dirty="0">
              <a:latin typeface="Times New Roman"/>
              <a:cs typeface="Times New Roman"/>
            </a:endParaRPr>
          </a:p>
          <a:p>
            <a:pPr marL="6109">
              <a:spcBef>
                <a:spcPts val="22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>
              <a:spcBef>
                <a:spcPts val="22"/>
              </a:spcBef>
            </a:pP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typic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 fo</a:t>
            </a:r>
            <a:r>
              <a:rPr sz="1700" spc="-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tag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</a:t>
            </a:r>
            <a:r>
              <a:rPr sz="1700" spc="10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-</a:t>
            </a:r>
          </a:p>
          <a:p>
            <a:pPr marL="225716" marR="2443" indent="-149052" algn="just">
              <a:spcBef>
                <a:spcPts val="7"/>
              </a:spcBef>
            </a:pPr>
            <a:endParaRPr lang="en-US" sz="1700" spc="-2" dirty="0">
              <a:latin typeface="Times New Roman"/>
              <a:cs typeface="Times New Roman"/>
            </a:endParaRPr>
          </a:p>
          <a:p>
            <a:pPr marL="225716" marR="2443" indent="-149052" algn="just">
              <a:spcBef>
                <a:spcPts val="7"/>
              </a:spcBef>
            </a:pPr>
            <a:r>
              <a:rPr sz="1700" spc="-2" dirty="0" err="1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.      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-29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the</a:t>
            </a:r>
            <a:r>
              <a:rPr sz="1700" b="1" spc="-3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is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sto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ounter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(PC)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).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e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C </a:t>
            </a:r>
            <a:r>
              <a:rPr sz="1700" spc="-2" dirty="0">
                <a:latin typeface="Times New Roman"/>
                <a:cs typeface="Times New Roman"/>
              </a:rPr>
              <a:t>point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be</a:t>
            </a:r>
            <a:r>
              <a:rPr sz="1700" spc="-2" dirty="0">
                <a:latin typeface="Times New Roman"/>
                <a:cs typeface="Times New Roman"/>
              </a:rPr>
              <a:t>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cy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2504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FFF6-4753-10CD-C6DC-7B78E6B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C01D7-8B90-77BB-D68A-65D212F7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39C9F-1AF0-38B8-5D2B-DA696E5D0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4D3CF15-407D-651A-9742-24F87C9800A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D76A3-ACA9-2604-5589-4FA16740E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438400" y="830988"/>
            <a:ext cx="3621924" cy="348152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1151804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5F240-4339-E858-3DC8-88EA272D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3EB001-91D5-9C99-0884-BE272467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A0AC87-7DC2-4F3D-9225-48FB2FF563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F5BFE19-B437-1674-36D2-6518C5273AE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94E6FE-6D23-49B3-DC21-4EA04D0B59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7AC6A53C-E6A8-D9A0-C522-B3064FFEE5F4}"/>
              </a:ext>
            </a:extLst>
          </p:cNvPr>
          <p:cNvSpPr txBox="1"/>
          <p:nvPr/>
        </p:nvSpPr>
        <p:spPr>
          <a:xfrm>
            <a:off x="1066800" y="1047750"/>
            <a:ext cx="70866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508" marR="3665" indent="-169516" algn="just"/>
            <a:r>
              <a:rPr sz="1700" b="1" spc="-2" dirty="0">
                <a:latin typeface="Times New Roman"/>
                <a:cs typeface="Times New Roman"/>
              </a:rPr>
              <a:t>ii. </a:t>
            </a:r>
            <a:r>
              <a:rPr lang="en-US"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the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Du</a:t>
            </a:r>
            <a:r>
              <a:rPr sz="1700" spc="-5" dirty="0">
                <a:latin typeface="Times New Roman"/>
                <a:cs typeface="Times New Roman"/>
              </a:rPr>
              <a:t>ring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(instru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endParaRPr lang="en-US" sz="1700" dirty="0">
              <a:latin typeface="Times New Roman"/>
              <a:cs typeface="Times New Roman"/>
            </a:endParaRPr>
          </a:p>
          <a:p>
            <a:pPr marL="191508" marR="3665" indent="-169516" algn="just"/>
            <a:endParaRPr lang="en-US" sz="1700" b="1" spc="-2" dirty="0">
              <a:latin typeface="Times New Roman"/>
              <a:cs typeface="Times New Roman"/>
            </a:endParaRPr>
          </a:p>
          <a:p>
            <a:pPr marL="191508" marR="3665" indent="-169516" algn="just"/>
            <a:r>
              <a:rPr lang="en-US" sz="1700" b="1" spc="-2" dirty="0">
                <a:latin typeface="Times New Roman"/>
                <a:cs typeface="Times New Roman"/>
              </a:rPr>
              <a:t>iii. 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</a:t>
            </a:r>
            <a:r>
              <a:rPr sz="1700" b="1" spc="53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the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ff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spc="-2" dirty="0">
                <a:latin typeface="Times New Roman"/>
                <a:cs typeface="Times New Roman"/>
              </a:rPr>
              <a:t>tive</a:t>
            </a:r>
            <a:r>
              <a:rPr sz="1700" b="1" spc="48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add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r>
              <a:rPr sz="1700" b="1" spc="6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(di</a:t>
            </a:r>
            <a:r>
              <a:rPr sz="1700" spc="-5" dirty="0">
                <a:latin typeface="Times New Roman"/>
                <a:cs typeface="Times New Roman"/>
              </a:rPr>
              <a:t>rec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t)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lock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pulse.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ss, 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ff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tive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(Clock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7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ulse: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T3)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t,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nothi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done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pulse.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or </a:t>
            </a:r>
            <a:r>
              <a:rPr sz="1700" spc="-5" dirty="0">
                <a:latin typeface="Times New Roman"/>
                <a:cs typeface="Times New Roman"/>
              </a:rPr>
              <a:t>a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d)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lock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lse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1208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6FFF6-4753-10CD-C6DC-7B78E6B89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FC01D7-8B90-77BB-D68A-65D212F7E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539C9F-1AF0-38B8-5D2B-DA696E5D04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4D3CF15-407D-651A-9742-24F87C9800A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1D76A3-ACA9-2604-5589-4FA16740EF4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66800" y="926810"/>
            <a:ext cx="7086600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1508" marR="3360" indent="-185704" algn="just"/>
            <a:r>
              <a:rPr sz="1700" b="1" spc="-2" dirty="0">
                <a:latin typeface="Times New Roman"/>
                <a:cs typeface="Times New Roman"/>
              </a:rPr>
              <a:t>iv.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Ex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te</a:t>
            </a:r>
            <a:r>
              <a:rPr sz="1700" b="1" dirty="0">
                <a:latin typeface="Times New Roman"/>
                <a:cs typeface="Times New Roman"/>
              </a:rPr>
              <a:t> the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</a:t>
            </a:r>
            <a:r>
              <a:rPr sz="1700" b="1" dirty="0">
                <a:latin typeface="Times New Roman"/>
                <a:cs typeface="Times New Roman"/>
              </a:rPr>
              <a:t>n:</a:t>
            </a:r>
            <a:r>
              <a:rPr sz="1700" b="1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spc="-5" dirty="0">
                <a:latin typeface="Times New Roman"/>
                <a:cs typeface="Times New Roman"/>
              </a:rPr>
              <a:t>qu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signal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lev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form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struc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ding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ass</a:t>
            </a:r>
            <a:r>
              <a:rPr sz="1700" dirty="0">
                <a:latin typeface="Times New Roman"/>
                <a:cs typeface="Times New Roman"/>
              </a:rPr>
              <a:t>ing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-2" dirty="0">
                <a:latin typeface="Times New Roman"/>
                <a:cs typeface="Times New Roman"/>
              </a:rPr>
              <a:t> 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math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matic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logic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functi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them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esult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ter.</a:t>
            </a:r>
            <a:endParaRPr lang="en-US" sz="1700" spc="26" dirty="0">
              <a:latin typeface="Times New Roman"/>
              <a:cs typeface="Times New Roman"/>
            </a:endParaRPr>
          </a:p>
          <a:p>
            <a:pPr marL="191508" marR="3360" indent="-185704" algn="just"/>
            <a:r>
              <a:rPr lang="en-US" sz="1700" spc="26" dirty="0">
                <a:latin typeface="Times New Roman"/>
                <a:cs typeface="Times New Roman"/>
              </a:rPr>
              <a:t>   </a:t>
            </a:r>
          </a:p>
          <a:p>
            <a:pPr marL="191508" marR="3360" indent="-185704" algn="just"/>
            <a:r>
              <a:rPr lang="en-US" sz="1700" spc="26" dirty="0">
                <a:latin typeface="Times New Roman"/>
                <a:cs typeface="Times New Roman"/>
              </a:rPr>
              <a:t>  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involv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ondition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signa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store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main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sent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dition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ALU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Counter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upd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 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di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hich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357165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9B03E-C560-AF01-3C4E-67E08E0F4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4D260-A878-FAC7-AFBA-E719ED591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5A3B4A-646D-3BF4-21DA-EC86213FD40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7BEACAD-2A27-BFAC-D045-B9D2CC337EE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E0E535-CFA5-FFB8-81A1-A24A722894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0600" y="971550"/>
            <a:ext cx="7162800" cy="2821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Cy</a:t>
            </a:r>
            <a:r>
              <a:rPr sz="1700" b="1" spc="-5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le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Stat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Diagr</a:t>
            </a:r>
            <a:r>
              <a:rPr sz="1700" b="1" dirty="0">
                <a:latin typeface="Times New Roman"/>
                <a:cs typeface="Times New Roman"/>
              </a:rPr>
              <a:t>am</a:t>
            </a:r>
            <a:endParaRPr sz="1700" dirty="0">
              <a:latin typeface="Times New Roman"/>
              <a:cs typeface="Times New Roman"/>
            </a:endParaRPr>
          </a:p>
          <a:p>
            <a:pPr marL="6109" marR="3665">
              <a:spcBef>
                <a:spcPts val="387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6109" marR="3665">
              <a:spcBef>
                <a:spcPts val="387"/>
              </a:spcBef>
            </a:pP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rious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ca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null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whil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vis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The 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low</a:t>
            </a:r>
            <a:r>
              <a:rPr sz="1700" spc="-2" dirty="0">
                <a:latin typeface="Times New Roman"/>
                <a:cs typeface="Times New Roman"/>
              </a:rPr>
              <a:t> figu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-2" dirty="0">
                <a:latin typeface="Times New Roman"/>
                <a:cs typeface="Times New Roman"/>
              </a:rPr>
              <a:t>vide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le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basic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indent="-109651">
              <a:spcBef>
                <a:spcPts val="409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34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34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Calc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lation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instru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tion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omput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rm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numb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is ins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rt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spc="-2" dirty="0">
                <a:latin typeface="Times New Roman"/>
                <a:cs typeface="Times New Roman"/>
              </a:rPr>
              <a:t>rlie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indent="-109651">
              <a:spcBef>
                <a:spcPts val="409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spc="4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instru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tion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rom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ific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memo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lo</a:t>
            </a:r>
            <a:r>
              <a:rPr sz="1700" spc="2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tion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973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F98A6-D197-051B-E160-622483E7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71863F-A06E-C4FB-F16E-FC2B38817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327968-1CE1-CFD9-DBB1-F30D7A3261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0E25E30-486D-139B-45EA-452FD12AB58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7DDE35-3944-D1C1-827F-BDDAD7F258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90600" y="1047750"/>
            <a:ext cx="7162800" cy="2431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760" indent="-109651">
              <a:buSzPct val="83333"/>
              <a:buFont typeface="Symbol"/>
              <a:buChar char=""/>
              <a:tabLst>
                <a:tab pos="116065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4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9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dirty="0">
                <a:latin typeface="Times New Roman"/>
                <a:cs typeface="Times New Roman"/>
              </a:rPr>
              <a:t>g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instruction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te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ted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he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type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nd(s)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ided.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>
              <a:buSzPct val="83333"/>
              <a:buFont typeface="Symbol"/>
              <a:buChar char=""/>
              <a:tabLst>
                <a:tab pos="116065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and</a:t>
            </a:r>
            <a:r>
              <a:rPr sz="1700" b="1" spc="46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Ad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spc="-2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46" dirty="0">
                <a:latin typeface="Times New Roman"/>
                <a:cs typeface="Times New Roman"/>
              </a:rPr>
              <a:t> </a:t>
            </a:r>
            <a:r>
              <a:rPr sz="1700" b="1" spc="-7" dirty="0">
                <a:latin typeface="Times New Roman"/>
                <a:cs typeface="Times New Roman"/>
              </a:rPr>
              <a:t>Cal</a:t>
            </a:r>
            <a:r>
              <a:rPr sz="1700" b="1" spc="-14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lation</a:t>
            </a:r>
            <a:r>
              <a:rPr sz="1700" b="1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luat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spc="-5" dirty="0">
                <a:latin typeface="Times New Roman"/>
                <a:cs typeface="Times New Roman"/>
              </a:rPr>
              <a:t>an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in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or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ppli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nput/Out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ut.</a:t>
            </a:r>
            <a:endParaRPr sz="1700" dirty="0">
              <a:latin typeface="Times New Roman"/>
              <a:cs typeface="Times New Roman"/>
            </a:endParaRPr>
          </a:p>
          <a:p>
            <a:pPr marL="115760" indent="-109651">
              <a:spcBef>
                <a:spcPts val="173"/>
              </a:spcBef>
              <a:buSzPct val="83333"/>
              <a:buFont typeface="Symbol"/>
              <a:buChar char=""/>
              <a:tabLst>
                <a:tab pos="116065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and 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c</a:t>
            </a:r>
            <a:r>
              <a:rPr sz="1700" b="1" dirty="0">
                <a:latin typeface="Times New Roman"/>
                <a:cs typeface="Times New Roman"/>
              </a:rPr>
              <a:t>h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is re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 f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om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memo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 or the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/O.</a:t>
            </a:r>
          </a:p>
          <a:p>
            <a:pPr marL="115760" indent="-109651">
              <a:spcBef>
                <a:spcPts val="173"/>
              </a:spcBef>
              <a:buSzPct val="83333"/>
              <a:buFont typeface="Symbol"/>
              <a:buChar char=""/>
              <a:tabLst>
                <a:tab pos="116065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Da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a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spc="-5" dirty="0">
                <a:latin typeface="Times New Roman"/>
                <a:cs typeface="Times New Roman"/>
              </a:rPr>
              <a:t>ation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tual 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tion that the i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stru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tion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ontains is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uted.</a:t>
            </a:r>
          </a:p>
          <a:p>
            <a:pPr marL="115760" indent="-109651">
              <a:spcBef>
                <a:spcPts val="173"/>
              </a:spcBef>
              <a:buSzPct val="83333"/>
              <a:buFont typeface="Symbol"/>
              <a:buChar char=""/>
              <a:tabLst>
                <a:tab pos="116065" algn="l"/>
              </a:tabLst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to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3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p</a:t>
            </a:r>
            <a:r>
              <a:rPr sz="1700" b="1" spc="-7" dirty="0">
                <a:latin typeface="Times New Roman"/>
                <a:cs typeface="Times New Roman"/>
              </a:rPr>
              <a:t>er</a:t>
            </a:r>
            <a:r>
              <a:rPr sz="1700" b="1" dirty="0">
                <a:latin typeface="Times New Roman"/>
                <a:cs typeface="Times New Roman"/>
              </a:rPr>
              <a:t>ands</a:t>
            </a:r>
            <a:r>
              <a:rPr sz="1700" b="1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store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sult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quired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memo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/O.</a:t>
            </a:r>
          </a:p>
        </p:txBody>
      </p:sp>
    </p:spTree>
    <p:extLst>
      <p:ext uri="{BB962C8B-B14F-4D97-AF65-F5344CB8AC3E}">
        <p14:creationId xmlns:p14="http://schemas.microsoft.com/office/powerpoint/2010/main" val="3514436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7248-6DDD-E986-11C2-FDDE47104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6A808E-7778-2148-C280-5AC03DA81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D90F5F-D436-5588-30CE-CA4AD38DE1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B90961C7-E43A-63D2-384E-83EC9AD0459B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083D8-49E2-F431-391B-2B2D006E2A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914649" y="923000"/>
            <a:ext cx="5314701" cy="34290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sz="866" dirty="0"/>
          </a:p>
        </p:txBody>
      </p:sp>
    </p:spTree>
    <p:extLst>
      <p:ext uri="{BB962C8B-B14F-4D97-AF65-F5344CB8AC3E}">
        <p14:creationId xmlns:p14="http://schemas.microsoft.com/office/powerpoint/2010/main" val="349695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0656E-E7F9-E42A-4390-FD157EB5F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30EB36-152B-FDC1-3E5F-FFCDD49D8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BAB6DD-5882-047B-F753-3A52226678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81420D4-112C-2D89-96B4-393EE24FC1BE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A43470-3B1A-6EC5-F5CE-B37F07515E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942D99B-A03F-0CCB-C1C6-87553FC2A5C4}"/>
              </a:ext>
            </a:extLst>
          </p:cNvPr>
          <p:cNvSpPr txBox="1"/>
          <p:nvPr/>
        </p:nvSpPr>
        <p:spPr>
          <a:xfrm>
            <a:off x="838200" y="742950"/>
            <a:ext cx="739140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5192"/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nstr</a:t>
            </a:r>
            <a:r>
              <a:rPr lang="en-US" sz="1700" spc="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nds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</a:t>
            </a:r>
            <a:r>
              <a:rPr lang="en-US" sz="1700" spc="2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rams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itten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-2" dirty="0">
                <a:latin typeface="Times New Roman"/>
                <a:cs typeface="Times New Roman"/>
              </a:rPr>
              <a:t> (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r)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 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rec</a:t>
            </a:r>
            <a:r>
              <a:rPr lang="en-US" sz="1700" spc="-5" dirty="0">
                <a:latin typeface="Times New Roman"/>
                <a:cs typeface="Times New Roman"/>
              </a:rPr>
              <a:t>ognize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ute.</a:t>
            </a:r>
            <a:endParaRPr lang="en-US" sz="1700" dirty="0">
              <a:latin typeface="Times New Roman"/>
              <a:cs typeface="Times New Roman"/>
            </a:endParaRPr>
          </a:p>
          <a:p>
            <a:pPr marL="171044" marR="3971" indent="-109957">
              <a:spcBef>
                <a:spcPts val="358"/>
              </a:spcBef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dirty="0">
                <a:latin typeface="Times New Roman"/>
                <a:cs typeface="Times New Roman"/>
              </a:rPr>
              <a:t>A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consist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se</a:t>
            </a:r>
            <a:r>
              <a:rPr lang="en-US" sz="1700" spc="-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bytes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tells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form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one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o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171044" marR="4276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 </a:t>
            </a:r>
            <a:r>
              <a:rPr lang="en-US" sz="1700" spc="-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sso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looks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4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fte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nothe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orms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o</a:t>
            </a:r>
            <a:r>
              <a:rPr lang="en-US" sz="1700" spc="2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f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eac</a:t>
            </a:r>
            <a:r>
              <a:rPr lang="en-US" sz="1700" dirty="0">
                <a:latin typeface="Times New Roman"/>
                <a:cs typeface="Times New Roman"/>
              </a:rPr>
              <a:t>h 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</a:p>
          <a:p>
            <a:pPr marL="171044" marR="2443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olle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ac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ne</a:t>
            </a:r>
            <a:r>
              <a:rPr lang="en-US" sz="1700" spc="6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main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6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6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prog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m.</a:t>
            </a:r>
            <a:endParaRPr lang="en-US" sz="1700" dirty="0">
              <a:latin typeface="Times New Roman"/>
              <a:cs typeface="Times New Roman"/>
            </a:endParaRPr>
          </a:p>
          <a:p>
            <a:pPr marL="6109" marR="2443" algn="just"/>
            <a:endParaRPr lang="en-US" sz="1700" spc="-2" dirty="0">
              <a:latin typeface="Times New Roman"/>
              <a:cs typeface="Times New Roman"/>
            </a:endParaRPr>
          </a:p>
          <a:p>
            <a:pPr marL="6109" marR="2443" algn="just"/>
            <a:r>
              <a:rPr lang="en-US" sz="1700" spc="-2" dirty="0">
                <a:latin typeface="Times New Roman"/>
                <a:cs typeface="Times New Roman"/>
              </a:rPr>
              <a:t>Ma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ode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langu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ons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uted</a:t>
            </a:r>
            <a:r>
              <a:rPr lang="en-US" sz="1700" spc="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di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by</a:t>
            </a:r>
            <a:r>
              <a:rPr lang="en-US" sz="1700" spc="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2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’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ntr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spc="-7" dirty="0">
                <a:latin typeface="Times New Roman"/>
                <a:cs typeface="Times New Roman"/>
              </a:rPr>
              <a:t>ce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ing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unit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(CP</a:t>
            </a:r>
            <a:r>
              <a:rPr lang="en-US" sz="1700" spc="-2" dirty="0">
                <a:latin typeface="Times New Roman"/>
                <a:cs typeface="Times New Roman"/>
              </a:rPr>
              <a:t>U</a:t>
            </a:r>
            <a:r>
              <a:rPr lang="en-US" sz="1700" spc="-5" dirty="0">
                <a:latin typeface="Times New Roman"/>
                <a:cs typeface="Times New Roman"/>
              </a:rPr>
              <a:t>)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orms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v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ry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sp</a:t>
            </a:r>
            <a:r>
              <a:rPr lang="en-US" sz="1700" spc="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ific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task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 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load,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jum</a:t>
            </a:r>
            <a:r>
              <a:rPr lang="en-US" sz="1700" dirty="0">
                <a:latin typeface="Times New Roman"/>
                <a:cs typeface="Times New Roman"/>
              </a:rPr>
              <a:t>p,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AL</a:t>
            </a:r>
            <a:r>
              <a:rPr lang="en-US" sz="1700" dirty="0">
                <a:latin typeface="Times New Roman"/>
                <a:cs typeface="Times New Roman"/>
              </a:rPr>
              <a:t>U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</a:t>
            </a:r>
            <a:r>
              <a:rPr lang="en-US" sz="1700" spc="5" dirty="0">
                <a:latin typeface="Times New Roman"/>
                <a:cs typeface="Times New Roman"/>
              </a:rPr>
              <a:t>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ion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5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unit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5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</a:t>
            </a:r>
            <a:r>
              <a:rPr lang="en-US" sz="1700" spc="5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ter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</a:t>
            </a:r>
            <a:r>
              <a:rPr lang="en-US" sz="1700" dirty="0">
                <a:latin typeface="Times New Roman"/>
                <a:cs typeface="Times New Roman"/>
              </a:rPr>
              <a:t>ory.</a:t>
            </a:r>
            <a:r>
              <a:rPr lang="en-US" sz="1700" spc="4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Ev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ry</a:t>
            </a:r>
            <a:r>
              <a:rPr lang="en-US" sz="1700" spc="53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progr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 dir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uted</a:t>
            </a:r>
            <a:r>
              <a:rPr lang="en-US" sz="1700" dirty="0">
                <a:latin typeface="Times New Roman"/>
                <a:cs typeface="Times New Roman"/>
              </a:rPr>
              <a:t> by </a:t>
            </a:r>
            <a:r>
              <a:rPr lang="en-US" sz="1700" spc="-5" dirty="0">
                <a:latin typeface="Times New Roman"/>
                <a:cs typeface="Times New Roman"/>
              </a:rPr>
              <a:t>a </a:t>
            </a:r>
            <a:r>
              <a:rPr lang="en-US" sz="1700" dirty="0">
                <a:latin typeface="Times New Roman"/>
                <a:cs typeface="Times New Roman"/>
              </a:rPr>
              <a:t>CPU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up of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ser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su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7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34510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26CEA-16DE-F466-A94D-6BCBAFF80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54DF4-B87B-55C7-B2BA-B24605027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C4930A-5053-9052-1144-D3C3328A76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54C545F-8877-093C-3828-6B39E80E8E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75898E-4979-CFD5-50A7-4857250DAC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D663B3-1399-1E01-B6ED-9688F7C632EF}"/>
              </a:ext>
            </a:extLst>
          </p:cNvPr>
          <p:cNvSpPr txBox="1"/>
          <p:nvPr/>
        </p:nvSpPr>
        <p:spPr>
          <a:xfrm>
            <a:off x="838200" y="742950"/>
            <a:ext cx="7391400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algn="just"/>
            <a:r>
              <a:rPr lang="en-US" sz="1700" spc="-5" dirty="0">
                <a:latin typeface="Times New Roman"/>
                <a:cs typeface="Times New Roman"/>
              </a:rPr>
              <a:t>The 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er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fo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of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endParaRPr lang="en-US" sz="1700" dirty="0">
              <a:latin typeface="Times New Roman"/>
              <a:cs typeface="Times New Roman"/>
            </a:endParaRPr>
          </a:p>
          <a:p>
            <a:endParaRPr lang="en-US" sz="1700" dirty="0">
              <a:latin typeface="Times New Roman"/>
              <a:cs typeface="Times New Roman"/>
            </a:endParaRPr>
          </a:p>
          <a:p>
            <a:pPr marL="6109" algn="just"/>
            <a:r>
              <a:rPr lang="en-US" sz="1700" b="1" dirty="0">
                <a:latin typeface="Times New Roman"/>
                <a:cs typeface="Times New Roman"/>
              </a:rPr>
              <a:t>[Lab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l:]</a:t>
            </a:r>
            <a:r>
              <a:rPr lang="en-US" sz="1700" b="1" dirty="0">
                <a:latin typeface="Times New Roman"/>
                <a:cs typeface="Times New Roman"/>
              </a:rPr>
              <a:t>  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dirty="0">
                <a:latin typeface="Times New Roman"/>
                <a:cs typeface="Times New Roman"/>
              </a:rPr>
              <a:t>on</a:t>
            </a:r>
            <a:r>
              <a:rPr lang="en-US" sz="1700" b="1" spc="-2" dirty="0">
                <a:latin typeface="Times New Roman"/>
                <a:cs typeface="Times New Roman"/>
              </a:rPr>
              <a:t>ic</a:t>
            </a:r>
            <a:r>
              <a:rPr lang="en-US" sz="1700" b="1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[O</a:t>
            </a:r>
            <a:r>
              <a:rPr lang="en-US" sz="1700" b="1" spc="-2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dirty="0">
                <a:latin typeface="Times New Roman"/>
                <a:cs typeface="Times New Roman"/>
              </a:rPr>
              <a:t>and, </a:t>
            </a:r>
            <a:r>
              <a:rPr lang="en-US" sz="1700" b="1" spc="-5" dirty="0">
                <a:latin typeface="Times New Roman"/>
                <a:cs typeface="Times New Roman"/>
              </a:rPr>
              <a:t>O</a:t>
            </a:r>
            <a:r>
              <a:rPr lang="en-US" sz="1700" b="1" spc="-2" dirty="0">
                <a:latin typeface="Times New Roman"/>
                <a:cs typeface="Times New Roman"/>
              </a:rPr>
              <a:t>p</a:t>
            </a:r>
            <a:r>
              <a:rPr lang="en-US" sz="1700" b="1" spc="-7" dirty="0">
                <a:latin typeface="Times New Roman"/>
                <a:cs typeface="Times New Roman"/>
              </a:rPr>
              <a:t>er</a:t>
            </a:r>
            <a:r>
              <a:rPr lang="en-US" sz="1700" b="1" dirty="0">
                <a:latin typeface="Times New Roman"/>
                <a:cs typeface="Times New Roman"/>
              </a:rPr>
              <a:t>and]     </a:t>
            </a:r>
            <a:r>
              <a:rPr lang="en-US" sz="1700" b="1" spc="5" dirty="0">
                <a:latin typeface="Times New Roman"/>
                <a:cs typeface="Times New Roman"/>
              </a:rPr>
              <a:t> </a:t>
            </a:r>
            <a:r>
              <a:rPr lang="en-US" sz="1700" b="1" dirty="0">
                <a:latin typeface="Times New Roman"/>
                <a:cs typeface="Times New Roman"/>
              </a:rPr>
              <a:t>[</a:t>
            </a:r>
            <a:r>
              <a:rPr lang="en-US" sz="1700" b="1" spc="-5" dirty="0">
                <a:latin typeface="Times New Roman"/>
                <a:cs typeface="Times New Roman"/>
              </a:rPr>
              <a:t>;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dirty="0">
                <a:latin typeface="Times New Roman"/>
                <a:cs typeface="Times New Roman"/>
              </a:rPr>
              <a:t>o</a:t>
            </a:r>
            <a:r>
              <a:rPr lang="en-US" sz="1700" b="1" spc="2" dirty="0">
                <a:latin typeface="Times New Roman"/>
                <a:cs typeface="Times New Roman"/>
              </a:rPr>
              <a:t>mm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nts]</a:t>
            </a:r>
            <a:endParaRPr lang="en-US" sz="1700" dirty="0">
              <a:latin typeface="Times New Roman"/>
              <a:cs typeface="Times New Roman"/>
            </a:endParaRPr>
          </a:p>
          <a:p>
            <a:pPr>
              <a:spcBef>
                <a:spcPts val="26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171044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Br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k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ts 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5" dirty="0">
                <a:latin typeface="Times New Roman"/>
                <a:cs typeface="Times New Roman"/>
              </a:rPr>
              <a:t>ndic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ld 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optional.</a:t>
            </a:r>
            <a:endParaRPr lang="en-US" sz="1700" dirty="0">
              <a:latin typeface="Times New Roman"/>
              <a:cs typeface="Times New Roman"/>
            </a:endParaRPr>
          </a:p>
          <a:p>
            <a:pPr marL="171044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 Mne</a:t>
            </a:r>
            <a:r>
              <a:rPr lang="en-US" sz="1700" spc="-5" dirty="0">
                <a:latin typeface="Times New Roman"/>
                <a:cs typeface="Times New Roman"/>
              </a:rPr>
              <a:t>monic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sy</a:t>
            </a:r>
            <a:r>
              <a:rPr lang="en-US" sz="1700" spc="-5" dirty="0">
                <a:latin typeface="Times New Roman"/>
                <a:cs typeface="Times New Roman"/>
              </a:rPr>
              <a:t>mbol</a:t>
            </a:r>
            <a:r>
              <a:rPr lang="en-US" sz="1700" dirty="0">
                <a:latin typeface="Times New Roman"/>
                <a:cs typeface="Times New Roman"/>
              </a:rPr>
              <a:t> for</a:t>
            </a:r>
            <a:r>
              <a:rPr lang="en-US" sz="1700" spc="-2" dirty="0">
                <a:latin typeface="Times New Roman"/>
                <a:cs typeface="Times New Roman"/>
              </a:rPr>
              <a:t> instru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 marL="171044" marR="112095" indent="-109957">
              <a:spcBef>
                <a:spcPts val="31"/>
              </a:spcBef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L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identifi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 </a:t>
            </a:r>
            <a:r>
              <a:rPr lang="en-US" sz="1700" dirty="0">
                <a:latin typeface="Times New Roman"/>
                <a:cs typeface="Times New Roman"/>
              </a:rPr>
              <a:t>assi</a:t>
            </a:r>
            <a:r>
              <a:rPr lang="en-US" sz="1700" spc="-5" dirty="0">
                <a:latin typeface="Times New Roman"/>
                <a:cs typeface="Times New Roman"/>
              </a:rPr>
              <a:t>gn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ddr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s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5" dirty="0">
                <a:latin typeface="Times New Roman"/>
                <a:cs typeface="Times New Roman"/>
              </a:rPr>
              <a:t>rs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by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inst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u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2" dirty="0">
                <a:latin typeface="Times New Roman"/>
                <a:cs typeface="Times New Roman"/>
              </a:rPr>
              <a:t>in </a:t>
            </a:r>
            <a:r>
              <a:rPr lang="en-US" sz="1700" spc="-7" dirty="0">
                <a:latin typeface="Times New Roman"/>
                <a:cs typeface="Times New Roman"/>
              </a:rPr>
              <a:t>whic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pp</a:t>
            </a:r>
            <a:r>
              <a:rPr lang="en-US" sz="1700" spc="-7" dirty="0">
                <a:latin typeface="Times New Roman"/>
                <a:cs typeface="Times New Roman"/>
              </a:rPr>
              <a:t>ea</a:t>
            </a:r>
            <a:r>
              <a:rPr lang="en-US" sz="1700" dirty="0">
                <a:latin typeface="Times New Roman"/>
                <a:cs typeface="Times New Roman"/>
              </a:rPr>
              <a:t>rs.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must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follow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by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“:</a:t>
            </a:r>
            <a:r>
              <a:rPr lang="en-US" sz="1700" dirty="0">
                <a:latin typeface="Times New Roman"/>
                <a:cs typeface="Times New Roman"/>
              </a:rPr>
              <a:t>”</a:t>
            </a:r>
          </a:p>
          <a:p>
            <a:pPr marL="171044" marR="4276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10" dirty="0">
                <a:latin typeface="Times New Roman"/>
                <a:cs typeface="Times New Roman"/>
              </a:rPr>
              <a:t> I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lusi</a:t>
            </a:r>
            <a:r>
              <a:rPr lang="en-US" sz="1700" dirty="0">
                <a:latin typeface="Times New Roman"/>
                <a:cs typeface="Times New Roman"/>
              </a:rPr>
              <a:t>on of</a:t>
            </a:r>
            <a:r>
              <a:rPr lang="en-US" sz="1700" spc="-2" dirty="0">
                <a:latin typeface="Times New Roman"/>
                <a:cs typeface="Times New Roman"/>
              </a:rPr>
              <a:t> spac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 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2" dirty="0">
                <a:latin typeface="Times New Roman"/>
                <a:cs typeface="Times New Roman"/>
              </a:rPr>
              <a:t>b</a:t>
            </a:r>
            <a:r>
              <a:rPr lang="en-US" sz="1700" spc="-2" dirty="0">
                <a:latin typeface="Times New Roman"/>
                <a:cs typeface="Times New Roman"/>
              </a:rPr>
              <a:t>itr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ry, 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x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pt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at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spc="-2" dirty="0">
                <a:latin typeface="Times New Roman"/>
                <a:cs typeface="Times New Roman"/>
              </a:rPr>
              <a:t> spa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must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" dirty="0">
                <a:latin typeface="Times New Roman"/>
                <a:cs typeface="Times New Roman"/>
              </a:rPr>
              <a:t> inser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d.  </a:t>
            </a:r>
            <a:r>
              <a:rPr lang="en-US" sz="1700" spc="-2" dirty="0">
                <a:latin typeface="Times New Roman"/>
                <a:cs typeface="Times New Roman"/>
              </a:rPr>
              <a:t>N</a:t>
            </a:r>
            <a:r>
              <a:rPr lang="en-US" sz="1700" dirty="0">
                <a:latin typeface="Times New Roman"/>
                <a:cs typeface="Times New Roman"/>
              </a:rPr>
              <a:t>o </a:t>
            </a:r>
            <a:r>
              <a:rPr lang="en-US" sz="1700" spc="-2" dirty="0">
                <a:latin typeface="Times New Roman"/>
                <a:cs typeface="Times New Roman"/>
              </a:rPr>
              <a:t>sp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woul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2" dirty="0">
                <a:latin typeface="Times New Roman"/>
                <a:cs typeface="Times New Roman"/>
              </a:rPr>
              <a:t>to </a:t>
            </a:r>
            <a:r>
              <a:rPr lang="en-US" sz="1700" spc="-5" dirty="0">
                <a:latin typeface="Times New Roman"/>
                <a:cs typeface="Times New Roman"/>
              </a:rPr>
              <a:t>an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mbigu</a:t>
            </a:r>
            <a:r>
              <a:rPr lang="en-US" sz="1700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ty.</a:t>
            </a:r>
            <a:endParaRPr lang="en-US" sz="1700" dirty="0">
              <a:latin typeface="Times New Roman"/>
              <a:cs typeface="Times New Roman"/>
            </a:endParaRPr>
          </a:p>
          <a:p>
            <a:pPr marL="171044" indent="-109957">
              <a:buSzPct val="83333"/>
              <a:buFont typeface="Calibri"/>
              <a:buChar char="●"/>
              <a:tabLst>
                <a:tab pos="171044" algn="l"/>
              </a:tabLst>
            </a:pPr>
            <a:r>
              <a:rPr lang="en-US" sz="1700" spc="-5" dirty="0">
                <a:latin typeface="Times New Roman"/>
                <a:cs typeface="Times New Roman"/>
              </a:rPr>
              <a:t> Comm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nt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fi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ld </a:t>
            </a:r>
            <a:r>
              <a:rPr lang="en-US" sz="1700" spc="-5" dirty="0">
                <a:latin typeface="Times New Roman"/>
                <a:cs typeface="Times New Roman"/>
              </a:rPr>
              <a:t>begins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 se</a:t>
            </a:r>
            <a:r>
              <a:rPr lang="en-US" sz="1700" spc="-5" dirty="0">
                <a:latin typeface="Times New Roman"/>
                <a:cs typeface="Times New Roman"/>
              </a:rPr>
              <a:t>mi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olon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(;</a:t>
            </a:r>
            <a:r>
              <a:rPr lang="en-US" sz="1700" spc="-5" dirty="0">
                <a:latin typeface="Times New Roman"/>
                <a:cs typeface="Times New Roman"/>
              </a:rPr>
              <a:t>)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26"/>
              </a:spcBef>
            </a:pPr>
            <a:endParaRPr lang="en-US" sz="1700" dirty="0">
              <a:latin typeface="Times New Roman"/>
              <a:cs typeface="Times New Roman"/>
            </a:endParaRPr>
          </a:p>
          <a:p>
            <a:pPr marL="6109" algn="just">
              <a:tabLst>
                <a:tab pos="1384231" algn="l"/>
              </a:tabLst>
            </a:pPr>
            <a:r>
              <a:rPr lang="en-US" sz="1700" b="1" spc="-5" dirty="0">
                <a:latin typeface="Times New Roman"/>
                <a:cs typeface="Times New Roman"/>
              </a:rPr>
              <a:t>Exa</a:t>
            </a:r>
            <a:r>
              <a:rPr lang="en-US" sz="1700" b="1" spc="2" dirty="0">
                <a:latin typeface="Times New Roman"/>
                <a:cs typeface="Times New Roman"/>
              </a:rPr>
              <a:t>m</a:t>
            </a:r>
            <a:r>
              <a:rPr lang="en-US" sz="1700" b="1" spc="-5" dirty="0">
                <a:latin typeface="Times New Roman"/>
                <a:cs typeface="Times New Roman"/>
              </a:rPr>
              <a:t>p</a:t>
            </a:r>
            <a:r>
              <a:rPr lang="en-US" sz="1700" b="1" spc="-2" dirty="0">
                <a:latin typeface="Times New Roman"/>
                <a:cs typeface="Times New Roman"/>
              </a:rPr>
              <a:t>l</a:t>
            </a:r>
            <a:r>
              <a:rPr lang="en-US" sz="1700" b="1" spc="-7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:  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:</a:t>
            </a:r>
            <a:r>
              <a:rPr lang="en-US" sz="1700" dirty="0">
                <a:latin typeface="Times New Roman"/>
                <a:cs typeface="Times New Roman"/>
              </a:rPr>
              <a:t>     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M</a:t>
            </a:r>
            <a:r>
              <a:rPr lang="en-US" sz="1700" spc="2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V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dirty="0">
                <a:latin typeface="Times New Roman"/>
                <a:cs typeface="Times New Roman"/>
              </a:rPr>
              <a:t>5, #25H	</a:t>
            </a:r>
            <a:r>
              <a:rPr lang="en-US" sz="1700" spc="-2" dirty="0">
                <a:latin typeface="Times New Roman"/>
                <a:cs typeface="Times New Roman"/>
              </a:rPr>
              <a:t>;lo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 25H</a:t>
            </a:r>
            <a:r>
              <a:rPr lang="en-US" sz="1700" spc="-2" dirty="0">
                <a:latin typeface="Times New Roman"/>
                <a:cs typeface="Times New Roman"/>
              </a:rPr>
              <a:t> into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5" dirty="0">
                <a:latin typeface="Times New Roman"/>
                <a:cs typeface="Times New Roman"/>
              </a:rPr>
              <a:t>R5</a:t>
            </a:r>
            <a:endParaRPr lang="en-US"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57610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7C3D9-C2CA-F5BE-F53E-F65CA834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2805BD-68DE-D67C-8D1E-1510985FC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D971AB5-3F3A-5BFB-936F-5F9D90846E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0AEF645-99E8-3685-7747-8C00392853C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03D977-334B-D255-4C71-10B546AC00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914399" y="942050"/>
            <a:ext cx="6699717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dirty="0">
                <a:latin typeface="Times New Roman"/>
                <a:cs typeface="Times New Roman"/>
              </a:rPr>
              <a:t>What </a:t>
            </a:r>
            <a:r>
              <a:rPr sz="1700" b="1" spc="-2" dirty="0">
                <a:latin typeface="Times New Roman"/>
                <a:cs typeface="Times New Roman"/>
              </a:rPr>
              <a:t>ha</a:t>
            </a:r>
            <a:r>
              <a:rPr sz="1700" b="1" dirty="0">
                <a:latin typeface="Times New Roman"/>
                <a:cs typeface="Times New Roman"/>
              </a:rPr>
              <a:t>pp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ns</a:t>
            </a:r>
            <a:r>
              <a:rPr sz="1700" b="1" spc="-7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du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in</a:t>
            </a:r>
            <a:r>
              <a:rPr sz="1700" b="1" dirty="0">
                <a:latin typeface="Times New Roman"/>
                <a:cs typeface="Times New Roman"/>
              </a:rPr>
              <a:t>g </a:t>
            </a:r>
            <a:r>
              <a:rPr sz="1700" b="1" spc="-7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Ex</a:t>
            </a:r>
            <a:r>
              <a:rPr sz="1700" b="1" spc="-7" dirty="0">
                <a:latin typeface="Times New Roman"/>
                <a:cs typeface="Times New Roman"/>
              </a:rPr>
              <a:t>ec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r>
              <a:rPr sz="1700" b="1" dirty="0">
                <a:latin typeface="Times New Roman"/>
                <a:cs typeface="Times New Roman"/>
              </a:rPr>
              <a:t>?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066800" y="1276350"/>
            <a:ext cx="5257800" cy="34289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890746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A6B78-45E7-C47B-6223-57A0DB7DB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4EB10-0E85-97FF-FDEC-146C53D04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900369-B135-57EB-E053-EC677848F4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AED3F31-81A7-FFF6-7598-18E5DB414CB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C909F9-FB28-612F-6398-6518D6B255A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B88205-F188-59C8-9D69-A3AA5F269A47}"/>
              </a:ext>
            </a:extLst>
          </p:cNvPr>
          <p:cNvSpPr txBox="1"/>
          <p:nvPr/>
        </p:nvSpPr>
        <p:spPr>
          <a:xfrm>
            <a:off x="914399" y="819150"/>
            <a:ext cx="7239001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109" marR="4582" algn="just"/>
            <a:r>
              <a:rPr lang="en-US" sz="1700" b="1" spc="-10" dirty="0">
                <a:latin typeface="Times New Roman"/>
                <a:cs typeface="Times New Roman"/>
              </a:rPr>
              <a:t>M</a:t>
            </a:r>
            <a:r>
              <a:rPr lang="en-US" sz="1700" b="1" spc="-2" dirty="0">
                <a:latin typeface="Times New Roman"/>
                <a:cs typeface="Times New Roman"/>
              </a:rPr>
              <a:t>AC</a:t>
            </a:r>
            <a:r>
              <a:rPr lang="en-US" sz="1700" b="1" dirty="0">
                <a:latin typeface="Times New Roman"/>
                <a:cs typeface="Times New Roman"/>
              </a:rPr>
              <a:t>HINE</a:t>
            </a:r>
            <a:r>
              <a:rPr lang="en-US" sz="1700" b="1" spc="5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CYCL</a:t>
            </a:r>
            <a:r>
              <a:rPr lang="en-US" sz="1700" b="1" spc="5" dirty="0">
                <a:latin typeface="Times New Roman"/>
                <a:cs typeface="Times New Roman"/>
              </a:rPr>
              <a:t>E</a:t>
            </a:r>
            <a:r>
              <a:rPr lang="en-US" sz="1700" b="1" dirty="0">
                <a:latin typeface="Times New Roman"/>
                <a:cs typeface="Times New Roman"/>
              </a:rPr>
              <a:t>:</a:t>
            </a:r>
            <a:r>
              <a:rPr lang="en-US" sz="1700" b="1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5" dirty="0">
                <a:latin typeface="Times New Roman"/>
                <a:cs typeface="Times New Roman"/>
              </a:rPr>
              <a:t>umber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les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do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ith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7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h,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op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2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on.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may</a:t>
            </a:r>
            <a:r>
              <a:rPr lang="en-US" sz="1700" spc="-1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be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more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than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sing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if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ns</a:t>
            </a:r>
            <a:r>
              <a:rPr lang="en-US" sz="1700" spc="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tw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dirty="0">
                <a:latin typeface="Times New Roman"/>
                <a:cs typeface="Times New Roman"/>
              </a:rPr>
              <a:t>CPU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2" dirty="0">
                <a:latin typeface="Times New Roman"/>
                <a:cs typeface="Times New Roman"/>
              </a:rPr>
              <a:t>e</a:t>
            </a:r>
            <a:r>
              <a:rPr lang="en-US" sz="1700" spc="-5" dirty="0">
                <a:latin typeface="Times New Roman"/>
                <a:cs typeface="Times New Roman"/>
              </a:rPr>
              <a:t>mory</a:t>
            </a:r>
            <a:r>
              <a:rPr lang="en-US" sz="1700" spc="-2" dirty="0">
                <a:latin typeface="Times New Roman"/>
                <a:cs typeface="Times New Roman"/>
              </a:rPr>
              <a:t> is </a:t>
            </a:r>
            <a:r>
              <a:rPr lang="en-US" sz="1700" spc="-5" dirty="0">
                <a:latin typeface="Times New Roman"/>
                <a:cs typeface="Times New Roman"/>
              </a:rPr>
              <a:t>long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th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 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widt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tch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or 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rit</a:t>
            </a:r>
            <a:r>
              <a:rPr lang="en-US" sz="1700" spc="2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6109" marR="4887" algn="just"/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spc="-2" dirty="0">
                <a:latin typeface="Times New Roman"/>
                <a:cs typeface="Times New Roman"/>
              </a:rPr>
              <a:t>U</a:t>
            </a:r>
            <a:r>
              <a:rPr lang="en-US" sz="1700" b="1" dirty="0">
                <a:latin typeface="Times New Roman"/>
                <a:cs typeface="Times New Roman"/>
              </a:rPr>
              <a:t>S </a:t>
            </a:r>
            <a:r>
              <a:rPr lang="en-US" sz="1700" b="1" spc="-70" dirty="0">
                <a:latin typeface="Times New Roman"/>
                <a:cs typeface="Times New Roman"/>
              </a:rPr>
              <a:t> </a:t>
            </a:r>
            <a:r>
              <a:rPr lang="en-US" sz="1700" b="1" spc="-2" dirty="0">
                <a:latin typeface="Times New Roman"/>
                <a:cs typeface="Times New Roman"/>
              </a:rPr>
              <a:t>CYCL</a:t>
            </a:r>
            <a:r>
              <a:rPr lang="en-US" sz="1700" b="1" dirty="0">
                <a:latin typeface="Times New Roman"/>
                <a:cs typeface="Times New Roman"/>
              </a:rPr>
              <a:t>E: </a:t>
            </a:r>
            <a:r>
              <a:rPr lang="en-US" sz="1700" b="1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The</a:t>
            </a:r>
            <a:r>
              <a:rPr lang="en-US" sz="1700" spc="7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time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2" dirty="0">
                <a:latin typeface="Times New Roman"/>
                <a:cs typeface="Times New Roman"/>
              </a:rPr>
              <a:t>k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5" dirty="0">
                <a:latin typeface="Times New Roman"/>
                <a:cs typeface="Times New Roman"/>
              </a:rPr>
              <a:t>s</a:t>
            </a:r>
            <a:r>
              <a:rPr lang="en-US" sz="1700" spc="-2" dirty="0">
                <a:latin typeface="Times New Roman"/>
                <a:cs typeface="Times New Roman"/>
              </a:rPr>
              <a:t>ingle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72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rite tr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ns</a:t>
            </a:r>
            <a:r>
              <a:rPr lang="en-US" sz="1700" spc="-2" dirty="0">
                <a:latin typeface="Times New Roman"/>
                <a:cs typeface="Times New Roman"/>
              </a:rPr>
              <a:t>a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ti</a:t>
            </a:r>
            <a:r>
              <a:rPr lang="en-US" sz="1700" dirty="0">
                <a:latin typeface="Times New Roman"/>
                <a:cs typeface="Times New Roman"/>
              </a:rPr>
              <a:t>on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5" dirty="0">
                <a:latin typeface="Times New Roman"/>
                <a:cs typeface="Times New Roman"/>
              </a:rPr>
              <a:t>w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de</a:t>
            </a:r>
            <a:r>
              <a:rPr lang="en-US" sz="1700" spc="-2" dirty="0">
                <a:latin typeface="Times New Roman"/>
                <a:cs typeface="Times New Roman"/>
              </a:rPr>
              <a:t>vice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suc</a:t>
            </a:r>
            <a:r>
              <a:rPr lang="en-US" sz="1700" dirty="0">
                <a:latin typeface="Times New Roman"/>
                <a:cs typeface="Times New Roman"/>
              </a:rPr>
              <a:t>h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xte</a:t>
            </a:r>
            <a:r>
              <a:rPr lang="en-US" sz="1700" spc="-7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mory.</a:t>
            </a:r>
          </a:p>
          <a:p>
            <a:pPr algn="just"/>
            <a:endParaRPr lang="en-US" sz="1700" dirty="0">
              <a:latin typeface="Times New Roman"/>
              <a:cs typeface="Times New Roman"/>
            </a:endParaRPr>
          </a:p>
          <a:p>
            <a:pPr marL="6109" marR="2749" algn="just"/>
            <a:r>
              <a:rPr lang="en-US" sz="1700" spc="-5" dirty="0">
                <a:latin typeface="Times New Roman"/>
                <a:cs typeface="Times New Roman"/>
              </a:rPr>
              <a:t>F</a:t>
            </a:r>
            <a:r>
              <a:rPr lang="en-US" sz="1700" dirty="0">
                <a:latin typeface="Times New Roman"/>
                <a:cs typeface="Times New Roman"/>
              </a:rPr>
              <a:t>or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5" dirty="0">
                <a:latin typeface="Times New Roman"/>
                <a:cs typeface="Times New Roman"/>
              </a:rPr>
              <a:t>x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5" dirty="0">
                <a:latin typeface="Times New Roman"/>
                <a:cs typeface="Times New Roman"/>
              </a:rPr>
              <a:t>mpl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,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8085</a:t>
            </a:r>
            <a:r>
              <a:rPr lang="en-US" sz="1700" spc="38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hine,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spc="4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2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idt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8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b</a:t>
            </a:r>
            <a:r>
              <a:rPr lang="en-US" sz="1700" spc="-7" dirty="0">
                <a:latin typeface="Times New Roman"/>
                <a:cs typeface="Times New Roman"/>
              </a:rPr>
              <a:t>i</a:t>
            </a:r>
            <a:r>
              <a:rPr lang="en-US" sz="1700" spc="-2" dirty="0">
                <a:latin typeface="Times New Roman"/>
                <a:cs typeface="Times New Roman"/>
              </a:rPr>
              <a:t>ts.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10" dirty="0">
                <a:latin typeface="Times New Roman"/>
                <a:cs typeface="Times New Roman"/>
              </a:rPr>
              <a:t>I</a:t>
            </a:r>
            <a:r>
              <a:rPr lang="en-US" sz="1700" dirty="0">
                <a:latin typeface="Times New Roman"/>
                <a:cs typeface="Times New Roman"/>
              </a:rPr>
              <a:t>f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PU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n</a:t>
            </a:r>
            <a:r>
              <a:rPr lang="en-US" sz="1700" spc="-7" dirty="0">
                <a:latin typeface="Times New Roman"/>
                <a:cs typeface="Times New Roman"/>
              </a:rPr>
              <a:t>ee</a:t>
            </a:r>
            <a:r>
              <a:rPr lang="en-US" sz="1700" dirty="0">
                <a:latin typeface="Times New Roman"/>
                <a:cs typeface="Times New Roman"/>
              </a:rPr>
              <a:t>ds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to</a:t>
            </a:r>
            <a:r>
              <a:rPr lang="en-US" sz="1700" spc="3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tch</a:t>
            </a:r>
            <a:r>
              <a:rPr lang="en-US" sz="1700" spc="31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or </a:t>
            </a:r>
            <a:r>
              <a:rPr lang="en-US" sz="1700" spc="-2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-2" dirty="0">
                <a:latin typeface="Times New Roman"/>
                <a:cs typeface="Times New Roman"/>
              </a:rPr>
              <a:t>ite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16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bit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ta,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</a:t>
            </a:r>
            <a:r>
              <a:rPr lang="en-US" sz="1700" spc="-5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wil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quire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two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</a:t>
            </a:r>
            <a:r>
              <a:rPr lang="en-US" sz="1700" spc="-7" dirty="0">
                <a:latin typeface="Times New Roman"/>
                <a:cs typeface="Times New Roman"/>
              </a:rPr>
              <a:t> 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l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one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hine</a:t>
            </a:r>
            <a:r>
              <a:rPr lang="en-US" sz="1700" spc="-7" dirty="0">
                <a:latin typeface="Times New Roman"/>
                <a:cs typeface="Times New Roman"/>
              </a:rPr>
              <a:t> c</a:t>
            </a:r>
            <a:r>
              <a:rPr lang="en-US" sz="1700" spc="-5" dirty="0">
                <a:latin typeface="Times New Roman"/>
                <a:cs typeface="Times New Roman"/>
              </a:rPr>
              <a:t>y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le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s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it</a:t>
            </a:r>
            <a:r>
              <a:rPr lang="en-US" sz="1700" spc="-1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wil</a:t>
            </a:r>
            <a:r>
              <a:rPr lang="en-US" sz="1700" spc="-2" dirty="0">
                <a:latin typeface="Times New Roman"/>
                <a:cs typeface="Times New Roman"/>
              </a:rPr>
              <a:t>l</a:t>
            </a:r>
            <a:r>
              <a:rPr lang="en-US" sz="1700" spc="-10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use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1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1</a:t>
            </a:r>
            <a:r>
              <a:rPr lang="en-US" sz="1700" spc="2" dirty="0">
                <a:latin typeface="Times New Roman"/>
                <a:cs typeface="Times New Roman"/>
              </a:rPr>
              <a:t>6</a:t>
            </a:r>
            <a:r>
              <a:rPr lang="en-US" sz="1700" dirty="0">
                <a:latin typeface="Times New Roman"/>
                <a:cs typeface="Times New Roman"/>
              </a:rPr>
              <a:t>- </a:t>
            </a:r>
            <a:r>
              <a:rPr lang="en-US" sz="1700" spc="-2" dirty="0">
                <a:latin typeface="Times New Roman"/>
                <a:cs typeface="Times New Roman"/>
              </a:rPr>
              <a:t>bit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gis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</a:t>
            </a:r>
            <a:r>
              <a:rPr lang="en-US" sz="1700" spc="-2" dirty="0">
                <a:latin typeface="Times New Roman"/>
                <a:cs typeface="Times New Roman"/>
              </a:rPr>
              <a:t>di</a:t>
            </a:r>
            <a:r>
              <a:rPr lang="en-US" sz="1700" spc="-5" dirty="0">
                <a:latin typeface="Times New Roman"/>
                <a:cs typeface="Times New Roman"/>
              </a:rPr>
              <a:t>rec</a:t>
            </a:r>
            <a:r>
              <a:rPr lang="en-US" sz="1700" spc="-2" dirty="0">
                <a:latin typeface="Times New Roman"/>
                <a:cs typeface="Times New Roman"/>
              </a:rPr>
              <a:t>tl</a:t>
            </a:r>
            <a:r>
              <a:rPr lang="en-US" sz="1700" dirty="0">
                <a:latin typeface="Times New Roman"/>
                <a:cs typeface="Times New Roman"/>
              </a:rPr>
              <a:t>y </a:t>
            </a:r>
            <a:r>
              <a:rPr lang="en-US" sz="1700" spc="-2" dirty="0">
                <a:latin typeface="Times New Roman"/>
                <a:cs typeface="Times New Roman"/>
              </a:rPr>
              <a:t>to f</a:t>
            </a:r>
            <a:r>
              <a:rPr lang="en-US" sz="1700" spc="-10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dirty="0">
                <a:latin typeface="Times New Roman"/>
                <a:cs typeface="Times New Roman"/>
              </a:rPr>
              <a:t>h or </a:t>
            </a:r>
            <a:r>
              <a:rPr lang="en-US" sz="1700" spc="-5" dirty="0">
                <a:latin typeface="Times New Roman"/>
                <a:cs typeface="Times New Roman"/>
              </a:rPr>
              <a:t>w</a:t>
            </a:r>
            <a:r>
              <a:rPr lang="en-US" sz="1700" spc="-2" dirty="0">
                <a:latin typeface="Times New Roman"/>
                <a:cs typeface="Times New Roman"/>
              </a:rPr>
              <a:t>rite the </a:t>
            </a:r>
            <a:r>
              <a:rPr lang="en-US" sz="1700" spc="2" dirty="0">
                <a:latin typeface="Times New Roman"/>
                <a:cs typeface="Times New Roman"/>
              </a:rPr>
              <a:t>d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ta</a:t>
            </a:r>
            <a:r>
              <a:rPr lang="en-US"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4161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4FC6E-B6CE-083B-A376-9B727997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91950-31B8-3FF0-828A-58743FDD0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EBD9EA-34CC-C8AC-3E98-0009A57811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C3B24575-0718-46DC-3BF9-03F532D088C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3CC564-BC2C-A738-AF85-89D0F40F614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684894"/>
            <a:ext cx="7467600" cy="381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fe</a:t>
            </a:r>
            <a:r>
              <a:rPr sz="1700" b="1" spc="-7" dirty="0">
                <a:latin typeface="Times New Roman"/>
                <a:cs typeface="Times New Roman"/>
              </a:rPr>
              <a:t>re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algn="just"/>
            <a:endParaRPr sz="1700" dirty="0">
              <a:latin typeface="Times New Roman"/>
              <a:cs typeface="Times New Roman"/>
            </a:endParaRPr>
          </a:p>
          <a:p>
            <a:pPr marL="6109" algn="just">
              <a:spcBef>
                <a:spcPts val="416"/>
              </a:spcBef>
            </a:pP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ence </a:t>
            </a:r>
            <a:r>
              <a:rPr sz="1700" b="1" spc="-2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</a:t>
            </a:r>
            <a:r>
              <a:rPr sz="1700" b="1" spc="-7" dirty="0">
                <a:latin typeface="Times New Roman"/>
                <a:cs typeface="Times New Roman"/>
              </a:rPr>
              <a:t>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J.P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aye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iz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Thi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n.</a:t>
            </a: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ano,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em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Ar</a:t>
            </a:r>
            <a:r>
              <a:rPr sz="1700" dirty="0">
                <a:latin typeface="Times New Roman"/>
                <a:cs typeface="Times New Roman"/>
              </a:rPr>
              <a:t>ch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rd E</a:t>
            </a:r>
            <a:r>
              <a:rPr sz="1700" spc="-7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ion, </a:t>
            </a:r>
            <a:r>
              <a:rPr sz="1700" spc="-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2" dirty="0">
                <a:latin typeface="Times New Roman"/>
                <a:cs typeface="Times New Roman"/>
              </a:rPr>
              <a:t>Ha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l.</a:t>
            </a: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St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ngs,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W.,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iz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and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Ei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hth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tio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Pe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so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Educa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ion.</a:t>
            </a:r>
          </a:p>
          <a:p>
            <a:pPr marL="6109" algn="just">
              <a:spcBef>
                <a:spcPts val="409"/>
              </a:spcBef>
            </a:pPr>
            <a:endParaRPr lang="en-US" sz="1700" b="1" spc="-2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ext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B</a:t>
            </a:r>
            <a:r>
              <a:rPr sz="1700" b="1" dirty="0">
                <a:latin typeface="Times New Roman"/>
                <a:cs typeface="Times New Roman"/>
              </a:rPr>
              <a:t>ook</a:t>
            </a:r>
            <a:r>
              <a:rPr sz="1700" b="1" spc="-7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21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pi</a:t>
            </a:r>
            <a:r>
              <a:rPr sz="1700" spc="-7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li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dirty="0">
                <a:latin typeface="Times New Roman"/>
                <a:cs typeface="Times New Roman"/>
              </a:rPr>
              <a:t>,”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om</a:t>
            </a:r>
            <a:r>
              <a:rPr sz="1700" spc="-7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ut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ms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rga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z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ion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&amp;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rch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”,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Fo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rth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Ed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ti</a:t>
            </a:r>
            <a:r>
              <a:rPr sz="1700" spc="-7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n,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ddi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on We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ley.</a:t>
            </a:r>
          </a:p>
          <a:p>
            <a:pPr marL="225716" indent="-109651">
              <a:spcBef>
                <a:spcPts val="445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Pa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on a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enn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sy,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“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omp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ter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tur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” , </a:t>
            </a:r>
            <a:r>
              <a:rPr sz="1700" spc="-7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th Ed</a:t>
            </a:r>
            <a:r>
              <a:rPr sz="1700" spc="-5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ion </a:t>
            </a:r>
            <a:r>
              <a:rPr sz="1700" spc="-7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7" dirty="0">
                <a:latin typeface="Times New Roman"/>
                <a:cs typeface="Times New Roman"/>
              </a:rPr>
              <a:t>g</a:t>
            </a:r>
            <a:r>
              <a:rPr sz="1700" dirty="0">
                <a:latin typeface="Times New Roman"/>
                <a:cs typeface="Times New Roman"/>
              </a:rPr>
              <a:t>aon </a:t>
            </a:r>
            <a:r>
              <a:rPr sz="1700" spc="-2" dirty="0">
                <a:latin typeface="Times New Roman"/>
                <a:cs typeface="Times New Roman"/>
              </a:rPr>
              <a:t>Ka</a:t>
            </a:r>
            <a:r>
              <a:rPr sz="1700" spc="-7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man.</a:t>
            </a:r>
          </a:p>
        </p:txBody>
      </p:sp>
    </p:spTree>
    <p:extLst>
      <p:ext uri="{BB962C8B-B14F-4D97-AF65-F5344CB8AC3E}">
        <p14:creationId xmlns:p14="http://schemas.microsoft.com/office/powerpoint/2010/main" val="28582422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3F4A-88CA-AFE8-DB05-3FC4A541C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9E1E9E-E2E0-289F-ADD6-B9BC2C47A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4" y="116065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59D872-3580-2E6F-1250-15A7A2979F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7" y="116065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47CF0089-FA71-AF19-F995-686CBBDB02C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2D9C06-E4C3-EC43-04CA-9D5E8D799B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4AA5D18-AE70-D1C4-5C6F-3457154B7F11}"/>
              </a:ext>
            </a:extLst>
          </p:cNvPr>
          <p:cNvSpPr txBox="1"/>
          <p:nvPr/>
        </p:nvSpPr>
        <p:spPr>
          <a:xfrm>
            <a:off x="858196" y="923000"/>
            <a:ext cx="7467600" cy="27186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ence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Web</a:t>
            </a:r>
            <a:r>
              <a:rPr sz="1700" b="1" spc="-7" dirty="0">
                <a:latin typeface="Times New Roman"/>
                <a:cs typeface="Times New Roman"/>
              </a:rPr>
              <a:t>s</a:t>
            </a:r>
            <a:r>
              <a:rPr sz="1700" b="1" dirty="0">
                <a:latin typeface="Times New Roman"/>
                <a:cs typeface="Times New Roman"/>
              </a:rPr>
              <a:t>i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e</a:t>
            </a:r>
            <a:endParaRPr lang="en-US" sz="1700" b="1" dirty="0">
              <a:latin typeface="Times New Roman"/>
              <a:cs typeface="Times New Roman"/>
            </a:endParaRPr>
          </a:p>
          <a:p>
            <a:pPr marL="6109" algn="just">
              <a:spcBef>
                <a:spcPts val="409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4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htt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p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www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li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d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esh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re.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shwe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h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ma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9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9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in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i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o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-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6"/>
              </a:rPr>
              <a:t>cycle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htt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p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: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www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.e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e.p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lyu.e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u.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k/~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nyhc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h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an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add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de.p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d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7"/>
              </a:rPr>
              <a:t>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12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htt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p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: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www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.cs.u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m.e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d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u/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s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458/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tu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r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e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H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L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/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ch05s0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5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.h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8"/>
              </a:rPr>
              <a:t>ml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2" dirty="0">
                <a:latin typeface="Times New Roman"/>
                <a:cs typeface="Times New Roman"/>
              </a:rPr>
              <a:t>V</a:t>
            </a:r>
            <a:r>
              <a:rPr sz="1700" b="1" dirty="0">
                <a:latin typeface="Times New Roman"/>
                <a:cs typeface="Times New Roman"/>
              </a:rPr>
              <a:t>i</a:t>
            </a:r>
            <a:r>
              <a:rPr sz="1700" b="1" spc="-7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eo </a:t>
            </a:r>
            <a:r>
              <a:rPr sz="1700" b="1" spc="-2" dirty="0">
                <a:latin typeface="Times New Roman"/>
                <a:cs typeface="Times New Roman"/>
              </a:rPr>
              <a:t>Re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dirty="0">
                <a:latin typeface="Times New Roman"/>
                <a:cs typeface="Times New Roman"/>
              </a:rPr>
              <a:t>ere</a:t>
            </a:r>
            <a:r>
              <a:rPr sz="1700" b="1" spc="-7" dirty="0">
                <a:latin typeface="Times New Roman"/>
                <a:cs typeface="Times New Roman"/>
              </a:rPr>
              <a:t>n</a:t>
            </a:r>
            <a:r>
              <a:rPr sz="1700" b="1" dirty="0">
                <a:latin typeface="Times New Roman"/>
                <a:cs typeface="Times New Roman"/>
              </a:rPr>
              <a:t>ces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43860" indent="-109957" algn="just">
              <a:buSzPct val="90909"/>
              <a:buFont typeface="Symbol"/>
              <a:buChar char=""/>
              <a:tabLst>
                <a:tab pos="144165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htt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p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www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.yo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tub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.c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m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/w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a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ch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?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v=p9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91l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Xe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9"/>
              </a:rPr>
              <a:t>J8Y</a:t>
            </a:r>
            <a:endParaRPr sz="1700" dirty="0">
              <a:latin typeface="Times New Roman"/>
              <a:cs typeface="Times New Roman"/>
            </a:endParaRPr>
          </a:p>
          <a:p>
            <a:pPr marL="143860" indent="-109957" algn="just">
              <a:buSzPct val="90909"/>
              <a:buFont typeface="Symbol"/>
              <a:buChar char=""/>
              <a:tabLst>
                <a:tab pos="144165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htt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p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//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www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.yo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u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tub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.c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o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m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/w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a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t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ch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?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v=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3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M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f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y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r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w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  <a:hlinkClick r:id="rId10"/>
              </a:rPr>
              <a:t>PjYk4</a:t>
            </a:r>
            <a:endParaRPr lang="en-US" sz="1700" u="sng" spc="-2" dirty="0">
              <a:solidFill>
                <a:srgbClr val="0000FF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6831563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50</TotalTime>
  <Words>1426</Words>
  <Application>Microsoft Office PowerPoint</Application>
  <PresentationFormat>On-screen Show (16:9)</PresentationFormat>
  <Paragraphs>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2</cp:revision>
  <dcterms:created xsi:type="dcterms:W3CDTF">2024-12-20T11:33:06Z</dcterms:created>
  <dcterms:modified xsi:type="dcterms:W3CDTF">2024-12-23T10:15:58Z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2024-12-20T00:00:00Z</vt:filetime>
  </property>
  <property fmtid="{D5CDD505-2E9C-101B-9397-08002B2CF9AE}" pid="3" name="LastSaved">
    <vt:filetime>2024-12-20T00:00:00Z</vt:filetime>
  </property>
</Properties>
</file>