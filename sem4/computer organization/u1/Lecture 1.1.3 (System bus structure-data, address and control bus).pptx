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7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7"/>
  </p:notesMasterIdLst>
  <p:sldIdLst>
    <p:sldId id="265" r:id="rId2"/>
    <p:sldId id="291" r:id="rId3"/>
    <p:sldId id="292" r:id="rId4"/>
    <p:sldId id="293" r:id="rId5"/>
    <p:sldId id="294" r:id="rId6"/>
    <p:sldId id="295" r:id="rId7"/>
    <p:sldId id="298" r:id="rId8"/>
    <p:sldId id="296" r:id="rId9"/>
    <p:sldId id="297" r:id="rId10"/>
    <p:sldId id="299" r:id="rId11"/>
    <p:sldId id="300" r:id="rId12"/>
    <p:sldId id="302" r:id="rId13"/>
    <p:sldId id="301" r:id="rId14"/>
    <p:sldId id="306" r:id="rId15"/>
    <p:sldId id="303" r:id="rId16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266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373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6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92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17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7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90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2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14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01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47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80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489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www.youtube.com/watch?v=qX_rqLO-tk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xBYhHC8_A6o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8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26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26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0" y="3655677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351D3-2D38-5104-290D-9CBC9228D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6D93D9-E202-5A5D-95DF-B164B3469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4E073A-DF67-130D-F901-3D07EEC33E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51AA5BC-6BFD-8D1B-69DE-76CB2A7B8F1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8FC55F-2D13-7332-B3EA-216A31FE99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90600" y="839224"/>
            <a:ext cx="7239000" cy="3465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/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YS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-5" dirty="0">
                <a:latin typeface="Times New Roman"/>
                <a:cs typeface="Times New Roman"/>
              </a:rPr>
              <a:t>EM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spc="-2" dirty="0">
                <a:latin typeface="Times New Roman"/>
                <a:cs typeface="Times New Roman"/>
              </a:rPr>
              <a:t>US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9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basic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eight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rs,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 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unit.</a:t>
            </a:r>
            <a:endParaRPr sz="1700" dirty="0">
              <a:latin typeface="Times New Roman"/>
              <a:cs typeface="Times New Roman"/>
            </a:endParaRPr>
          </a:p>
          <a:p>
            <a:pPr marL="225716" marR="3360" indent="-109651" algn="just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ths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must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provid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nsfer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one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not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rs.</a:t>
            </a:r>
          </a:p>
          <a:p>
            <a:pPr marL="225716" marR="4887" indent="-109651" algn="just">
              <a:spcBef>
                <a:spcPts val="41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number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ve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onn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made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outputs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 </a:t>
            </a:r>
            <a:r>
              <a:rPr sz="1700" spc="-7" dirty="0">
                <a:latin typeface="Times New Roman"/>
                <a:cs typeface="Times New Roman"/>
              </a:rPr>
              <a:t>eac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input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the other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rs.</a:t>
            </a:r>
          </a:p>
          <a:p>
            <a:pPr marL="225716" marR="4276" indent="-109651" algn="just">
              <a:spcBef>
                <a:spcPts val="41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more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ici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sc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nsf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ring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ion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1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ny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to use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dirty="0">
                <a:latin typeface="Times New Roman"/>
                <a:cs typeface="Times New Roman"/>
              </a:rPr>
              <a:t>on bus.</a:t>
            </a:r>
          </a:p>
          <a:p>
            <a:pPr marL="225716" marR="3360" indent="-109651" algn="just">
              <a:spcBef>
                <a:spcPts val="2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omponent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othe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sour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omponent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output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bus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st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omponent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ece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that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ta. 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xit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</a:t>
            </a:r>
            <a:r>
              <a:rPr sz="1700" spc="-7" dirty="0">
                <a:latin typeface="Times New Roman"/>
                <a:cs typeface="Times New Roman"/>
              </a:rPr>
              <a:t>re</a:t>
            </a:r>
            <a:r>
              <a:rPr sz="1700" spc="-2" dirty="0">
                <a:latin typeface="Times New Roman"/>
                <a:cs typeface="Times New Roman"/>
              </a:rPr>
              <a:t>ases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omes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more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ient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onn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7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Bus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uses</a:t>
            </a:r>
            <a:r>
              <a:rPr sz="1700" spc="-2" dirty="0">
                <a:latin typeface="Times New Roman"/>
                <a:cs typeface="Times New Roman"/>
              </a:rPr>
              <a:t> spa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p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er. 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lso 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less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pins</a:t>
            </a:r>
            <a:r>
              <a:rPr sz="1700" dirty="0">
                <a:latin typeface="Times New Roman"/>
                <a:cs typeface="Times New Roman"/>
              </a:rPr>
              <a:t> on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hip.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3213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351D3-2D38-5104-290D-9CBC9228D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6D93D9-E202-5A5D-95DF-B164B3469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4E073A-DF67-130D-F901-3D07EEC33E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51AA5BC-6BFD-8D1B-69DE-76CB2A7B8F1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8FC55F-2D13-7332-B3EA-216A31FE99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271173" y="923000"/>
            <a:ext cx="4339549" cy="3048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37EBC4-0CC4-C81B-828A-E5B4971EB260}"/>
              </a:ext>
            </a:extLst>
          </p:cNvPr>
          <p:cNvSpPr txBox="1"/>
          <p:nvPr/>
        </p:nvSpPr>
        <p:spPr>
          <a:xfrm>
            <a:off x="2732023" y="397100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 indent="1046115"/>
            <a:r>
              <a:rPr lang="en-US" sz="1100" i="1" dirty="0">
                <a:latin typeface="Times New Roman"/>
                <a:cs typeface="Times New Roman"/>
              </a:rPr>
              <a:t>Sys</a:t>
            </a:r>
            <a:r>
              <a:rPr lang="en-US" sz="1100" i="1" spc="-5" dirty="0">
                <a:latin typeface="Times New Roman"/>
                <a:cs typeface="Times New Roman"/>
              </a:rPr>
              <a:t>t</a:t>
            </a:r>
            <a:r>
              <a:rPr lang="en-US" sz="1100" i="1" dirty="0">
                <a:latin typeface="Times New Roman"/>
                <a:cs typeface="Times New Roman"/>
              </a:rPr>
              <a:t>em Bus </a:t>
            </a:r>
            <a:r>
              <a:rPr lang="en-US" sz="1100" i="1" spc="-7" dirty="0">
                <a:latin typeface="Times New Roman"/>
                <a:cs typeface="Times New Roman"/>
              </a:rPr>
              <a:t>o</a:t>
            </a:r>
            <a:r>
              <a:rPr lang="en-US" sz="1100" i="1" spc="-2" dirty="0">
                <a:latin typeface="Times New Roman"/>
                <a:cs typeface="Times New Roman"/>
              </a:rPr>
              <a:t>rga</a:t>
            </a:r>
            <a:r>
              <a:rPr lang="en-US" sz="1100" i="1" spc="-5" dirty="0">
                <a:latin typeface="Times New Roman"/>
                <a:cs typeface="Times New Roman"/>
              </a:rPr>
              <a:t>n</a:t>
            </a:r>
            <a:r>
              <a:rPr lang="en-US" sz="1100" i="1" dirty="0">
                <a:latin typeface="Times New Roman"/>
                <a:cs typeface="Times New Roman"/>
              </a:rPr>
              <a:t>i</a:t>
            </a:r>
            <a:r>
              <a:rPr lang="en-US" sz="1100" i="1" spc="-2" dirty="0">
                <a:latin typeface="Times New Roman"/>
                <a:cs typeface="Times New Roman"/>
              </a:rPr>
              <a:t>z</a:t>
            </a:r>
            <a:r>
              <a:rPr lang="en-US" sz="1100" i="1" spc="-5" dirty="0">
                <a:latin typeface="Times New Roman"/>
                <a:cs typeface="Times New Roman"/>
              </a:rPr>
              <a:t>a</a:t>
            </a:r>
            <a:r>
              <a:rPr lang="en-US" sz="1100" i="1" dirty="0">
                <a:latin typeface="Times New Roman"/>
                <a:cs typeface="Times New Roman"/>
              </a:rPr>
              <a:t>tion</a:t>
            </a:r>
            <a:endParaRPr lang="en-US"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89905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07B38-FDA3-24BA-0F12-7973C504C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BAD172-E9C7-1F2B-8F46-33315CE3C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68EA8A-A60C-39ED-654F-8CE15EFB31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6C4CDD6-3526-0D24-2906-5CB978BEB64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3C1F92-54DE-B7C7-E8B9-1E99CE58C0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838200" y="819150"/>
            <a:ext cx="7467600" cy="334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2" dirty="0">
                <a:latin typeface="Times New Roman"/>
                <a:cs typeface="Times New Roman"/>
              </a:rPr>
              <a:t>A</a:t>
            </a:r>
            <a:r>
              <a:rPr sz="1700" b="1" dirty="0">
                <a:latin typeface="Times New Roman"/>
                <a:cs typeface="Times New Roman"/>
              </a:rPr>
              <a:t>dd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s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us</a:t>
            </a:r>
            <a:endParaRPr sz="1700" dirty="0">
              <a:latin typeface="Times New Roman"/>
              <a:cs typeface="Times New Roman"/>
            </a:endParaRPr>
          </a:p>
          <a:p>
            <a:pPr marL="6109" marR="2749">
              <a:spcBef>
                <a:spcPts val="397"/>
              </a:spcBef>
            </a:pPr>
            <a:endParaRPr lang="en-US" sz="1700" spc="-10" dirty="0">
              <a:latin typeface="Times New Roman"/>
              <a:cs typeface="Times New Roman"/>
            </a:endParaRPr>
          </a:p>
          <a:p>
            <a:pPr marL="6109" marR="2749">
              <a:spcBef>
                <a:spcPts val="397"/>
              </a:spcBef>
            </a:pP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ta/instru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must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ify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 loc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wishe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to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ss.</a:t>
            </a:r>
            <a:endParaRPr sz="1700" dirty="0">
              <a:latin typeface="Times New Roman"/>
              <a:cs typeface="Times New Roman"/>
            </a:endParaRPr>
          </a:p>
          <a:p>
            <a:pPr marL="225716" marR="3971" indent="-109651" algn="just">
              <a:spcBef>
                <a:spcPts val="387"/>
              </a:spcBef>
              <a:buSzPct val="83333"/>
              <a:buFont typeface="Times New Roman"/>
              <a:buChar char="●"/>
              <a:tabLst>
                <a:tab pos="226022" algn="l"/>
              </a:tabLst>
            </a:pPr>
            <a:endParaRPr lang="en-US" sz="1700" spc="-5" dirty="0">
              <a:latin typeface="Times New Roman"/>
              <a:cs typeface="Times New Roman"/>
            </a:endParaRPr>
          </a:p>
          <a:p>
            <a:pPr marL="225716" marR="3971" indent="-109651" algn="just">
              <a:spcBef>
                <a:spcPts val="387"/>
              </a:spcBef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puts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bus,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tak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input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225716" marR="2443" indent="-109651" algn="just">
              <a:buSzPct val="83333"/>
              <a:buFont typeface="Times New Roman"/>
              <a:buChar char="●"/>
              <a:tabLst>
                <a:tab pos="226022" algn="l"/>
              </a:tabLst>
            </a:pPr>
            <a:endParaRPr lang="en-US" sz="1700" spc="-7" dirty="0">
              <a:latin typeface="Times New Roman"/>
              <a:cs typeface="Times New Roman"/>
            </a:endParaRPr>
          </a:p>
          <a:p>
            <a:pPr marL="225716" marR="2443" indent="-109651" algn="just"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7" dirty="0">
                <a:latin typeface="Times New Roman"/>
                <a:cs typeface="Times New Roman"/>
              </a:rPr>
              <a:t>Al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omponents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like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k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ybo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rd,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monitor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</a:t>
            </a:r>
            <a:r>
              <a:rPr sz="1700" dirty="0">
                <a:latin typeface="Times New Roman"/>
                <a:cs typeface="Times New Roman"/>
              </a:rPr>
              <a:t>sk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drive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unique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hile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pla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rticular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vice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bus.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vice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pla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designate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omes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dirty="0">
                <a:latin typeface="Times New Roman"/>
                <a:cs typeface="Times New Roman"/>
              </a:rPr>
              <a:t>know</a:t>
            </a:r>
            <a:r>
              <a:rPr sz="1700" spc="-2" dirty="0">
                <a:latin typeface="Times New Roman"/>
                <a:cs typeface="Times New Roman"/>
              </a:rPr>
              <a:t> that 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5" dirty="0">
                <a:latin typeface="Times New Roman"/>
                <a:cs typeface="Times New Roman"/>
              </a:rPr>
              <a:t>being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acce</a:t>
            </a:r>
            <a:r>
              <a:rPr sz="1700" spc="-2" dirty="0">
                <a:latin typeface="Times New Roman"/>
                <a:cs typeface="Times New Roman"/>
              </a:rPr>
              <a:t>ssed.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84163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39540-F9BD-EDBD-77CD-D4C28C22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22463B-2C9D-4058-7AE9-389DC0B87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31CAA2-0B59-E34C-C275-20C5782F1E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98BB7C7-9E51-535A-F79A-BA40B048DBB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6D3463-A1A5-3203-87EA-A1177C2DE60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1E9DCE-BB5B-B47C-0D29-2748255D1B6B}"/>
              </a:ext>
            </a:extLst>
          </p:cNvPr>
          <p:cNvSpPr txBox="1"/>
          <p:nvPr/>
        </p:nvSpPr>
        <p:spPr>
          <a:xfrm>
            <a:off x="914400" y="1123950"/>
            <a:ext cx="731520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716" marR="3971" indent="-109651" algn="just"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 Add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bus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unidir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tion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eca</a:t>
            </a:r>
            <a:r>
              <a:rPr lang="en-US" sz="1700" dirty="0">
                <a:latin typeface="Times New Roman"/>
                <a:cs typeface="Times New Roman"/>
              </a:rPr>
              <a:t>use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low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 </a:t>
            </a:r>
            <a:r>
              <a:rPr lang="en-US" sz="1700" spc="-5" dirty="0">
                <a:latin typeface="Times New Roman"/>
                <a:cs typeface="Times New Roman"/>
              </a:rPr>
              <a:t>one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di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on, f</a:t>
            </a:r>
            <a:r>
              <a:rPr lang="en-US" sz="1700" spc="-5" dirty="0">
                <a:latin typeface="Times New Roman"/>
                <a:cs typeface="Times New Roman"/>
              </a:rPr>
              <a:t>rom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pro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ssor to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or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rom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o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-2" dirty="0">
                <a:latin typeface="Times New Roman"/>
                <a:cs typeface="Times New Roman"/>
              </a:rPr>
              <a:t>sso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to input/out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devi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5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116065" marR="2443" algn="just">
              <a:buSzPct val="83333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</a:t>
            </a:r>
          </a:p>
          <a:p>
            <a:pPr marL="225716" marR="2443" indent="-109651" algn="just"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The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length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Ad</a:t>
            </a:r>
            <a:r>
              <a:rPr lang="en-US" sz="1700" spc="2" dirty="0">
                <a:latin typeface="Times New Roman"/>
                <a:cs typeface="Times New Roman"/>
              </a:rPr>
              <a:t>d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bus 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8085 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opro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sso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2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1</a:t>
            </a:r>
            <a:r>
              <a:rPr lang="en-US" sz="1700" spc="10" dirty="0">
                <a:latin typeface="Times New Roman"/>
                <a:cs typeface="Times New Roman"/>
              </a:rPr>
              <a:t>6</a:t>
            </a:r>
            <a:r>
              <a:rPr lang="en-US" sz="1700" spc="-2" dirty="0">
                <a:latin typeface="Times New Roman"/>
                <a:cs typeface="Times New Roman"/>
              </a:rPr>
              <a:t>-bit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2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(T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is,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four 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im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digi</a:t>
            </a:r>
            <a:r>
              <a:rPr lang="en-US" sz="1700" dirty="0">
                <a:latin typeface="Times New Roman"/>
                <a:cs typeface="Times New Roman"/>
              </a:rPr>
              <a:t>ts),  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nging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rom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0000H  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dirty="0">
                <a:latin typeface="Times New Roman"/>
                <a:cs typeface="Times New Roman"/>
              </a:rPr>
              <a:t>   </a:t>
            </a:r>
            <a:r>
              <a:rPr lang="en-US" sz="1700" spc="-5" dirty="0">
                <a:latin typeface="Times New Roman"/>
                <a:cs typeface="Times New Roman"/>
              </a:rPr>
              <a:t>FF</a:t>
            </a:r>
            <a:r>
              <a:rPr lang="en-US" sz="1700" dirty="0">
                <a:latin typeface="Times New Roman"/>
                <a:cs typeface="Times New Roman"/>
              </a:rPr>
              <a:t>FF   H  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 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20</a:t>
            </a:r>
            <a:r>
              <a:rPr lang="en-US" sz="1700" spc="-2" dirty="0">
                <a:latin typeface="Times New Roman"/>
                <a:cs typeface="Times New Roman"/>
              </a:rPr>
              <a:t>-bit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for   8086 </a:t>
            </a:r>
            <a:r>
              <a:rPr lang="en-US" sz="1700" spc="-5" dirty="0">
                <a:latin typeface="Times New Roman"/>
                <a:cs typeface="Times New Roman"/>
              </a:rPr>
              <a:t>mi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rop</a:t>
            </a:r>
            <a:r>
              <a:rPr lang="en-US" sz="1700" spc="-5" dirty="0">
                <a:latin typeface="Times New Roman"/>
                <a:cs typeface="Times New Roman"/>
              </a:rPr>
              <a:t>ro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-2" dirty="0">
                <a:latin typeface="Times New Roman"/>
                <a:cs typeface="Times New Roman"/>
              </a:rPr>
              <a:t>ss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r.</a:t>
            </a:r>
          </a:p>
          <a:p>
            <a:pPr marL="225716" marR="2749" indent="-109651" algn="just">
              <a:buSzPct val="83333"/>
              <a:buFont typeface="Times New Roman"/>
              <a:buChar char="●"/>
              <a:tabLst>
                <a:tab pos="226022" algn="l"/>
              </a:tabLst>
            </a:pPr>
            <a:endParaRPr lang="en-US" sz="1700" spc="-5" dirty="0">
              <a:latin typeface="Times New Roman"/>
              <a:cs typeface="Times New Roman"/>
            </a:endParaRPr>
          </a:p>
          <a:p>
            <a:pPr marL="225716" marR="2749" indent="-109651" algn="just"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The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rop</a:t>
            </a:r>
            <a:r>
              <a:rPr lang="en-US" sz="1700" spc="-5" dirty="0">
                <a:latin typeface="Times New Roman"/>
                <a:cs typeface="Times New Roman"/>
              </a:rPr>
              <a:t>ro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sso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80</a:t>
            </a:r>
            <a:r>
              <a:rPr lang="en-US" sz="1700" spc="5" dirty="0">
                <a:latin typeface="Times New Roman"/>
                <a:cs typeface="Times New Roman"/>
              </a:rPr>
              <a:t>8</a:t>
            </a:r>
            <a:r>
              <a:rPr lang="en-US" sz="1700" dirty="0">
                <a:latin typeface="Times New Roman"/>
                <a:cs typeface="Times New Roman"/>
              </a:rPr>
              <a:t>5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ns</a:t>
            </a:r>
            <a:r>
              <a:rPr lang="en-US" sz="1700" spc="2" dirty="0">
                <a:latin typeface="Times New Roman"/>
                <a:cs typeface="Times New Roman"/>
              </a:rPr>
              <a:t>f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maxim</a:t>
            </a:r>
            <a:r>
              <a:rPr lang="en-US" sz="1700" dirty="0">
                <a:latin typeface="Times New Roman"/>
                <a:cs typeface="Times New Roman"/>
              </a:rPr>
              <a:t>u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1</a:t>
            </a:r>
            <a:r>
              <a:rPr lang="en-US" sz="1700" spc="10" dirty="0">
                <a:latin typeface="Times New Roman"/>
                <a:cs typeface="Times New Roman"/>
              </a:rPr>
              <a:t>6</a:t>
            </a:r>
            <a:r>
              <a:rPr lang="en-US" sz="1700" spc="-2" dirty="0">
                <a:latin typeface="Times New Roman"/>
                <a:cs typeface="Times New Roman"/>
              </a:rPr>
              <a:t>-bit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ddr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spc="2" dirty="0">
                <a:latin typeface="Times New Roman"/>
                <a:cs typeface="Times New Roman"/>
              </a:rPr>
              <a:t>h</a:t>
            </a:r>
            <a:r>
              <a:rPr lang="en-US" sz="1700" spc="-2" dirty="0">
                <a:latin typeface="Times New Roman"/>
                <a:cs typeface="Times New Roman"/>
              </a:rPr>
              <a:t>ich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ns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it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dd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65,536 </a:t>
            </a:r>
            <a:r>
              <a:rPr lang="en-US" sz="1700" spc="-2" dirty="0">
                <a:latin typeface="Times New Roman"/>
                <a:cs typeface="Times New Roman"/>
              </a:rPr>
              <a:t>di</a:t>
            </a:r>
            <a:r>
              <a:rPr lang="en-US" sz="1700" dirty="0">
                <a:latin typeface="Times New Roman"/>
                <a:cs typeface="Times New Roman"/>
              </a:rPr>
              <a:t>ff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</a:t>
            </a:r>
            <a:r>
              <a:rPr lang="en-US" sz="1700" spc="-2" dirty="0">
                <a:latin typeface="Times New Roman"/>
                <a:cs typeface="Times New Roman"/>
              </a:rPr>
              <a:t> loc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</a:t>
            </a:r>
            <a:r>
              <a:rPr lang="en-US" sz="1700" spc="-2" dirty="0">
                <a:latin typeface="Times New Roman"/>
                <a:cs typeface="Times New Roman"/>
              </a:rPr>
              <a:t> i.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64KB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6200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C659B-0012-1EB2-BA34-06715F03F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3F65F9-2CC1-BCA1-5CA4-ECE42EBE6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541909-F852-4A64-FD79-A69E31732F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7A8BCD0-713A-74C4-45D3-D36AC2EC895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DDE740-5C5E-6241-BB35-0389B155E5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354303"/>
            <a:ext cx="7315200" cy="44473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2" dirty="0">
                <a:latin typeface="Times New Roman"/>
                <a:cs typeface="Times New Roman"/>
              </a:rPr>
              <a:t>D</a:t>
            </a:r>
            <a:r>
              <a:rPr sz="1700" b="1" dirty="0">
                <a:latin typeface="Times New Roman"/>
                <a:cs typeface="Times New Roman"/>
              </a:rPr>
              <a:t>ata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us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usi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bus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225716" marR="4582" indent="-109651" algn="just">
              <a:spcBef>
                <a:spcPts val="31"/>
              </a:spcBef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ows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rop</a:t>
            </a:r>
            <a:r>
              <a:rPr sz="1700" spc="-5" dirty="0">
                <a:latin typeface="Times New Roman"/>
                <a:cs typeface="Times New Roman"/>
              </a:rPr>
              <a:t>ro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(CP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)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(RAM</a:t>
            </a:r>
            <a:r>
              <a:rPr sz="1700" spc="-5" dirty="0">
                <a:latin typeface="Times New Roman"/>
                <a:cs typeface="Times New Roman"/>
              </a:rPr>
              <a:t>)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 algn="just"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h:</a:t>
            </a:r>
            <a:r>
              <a:rPr sz="1700" b="1" spc="-1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y,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pla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bus,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outputs</a:t>
            </a:r>
            <a:r>
              <a:rPr sz="1700" dirty="0">
                <a:latin typeface="Times New Roman"/>
                <a:cs typeface="Times New Roman"/>
              </a:rPr>
              <a:t> 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d by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U.</a:t>
            </a:r>
            <a:endParaRPr sz="1700" dirty="0">
              <a:latin typeface="Times New Roman"/>
              <a:cs typeface="Times New Roman"/>
            </a:endParaRPr>
          </a:p>
          <a:p>
            <a:pPr marL="225716" marR="4887" indent="-109651" algn="just"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b="1" spc="-7" dirty="0">
                <a:latin typeface="Times New Roman"/>
                <a:cs typeface="Times New Roman"/>
              </a:rPr>
              <a:t>Wr</a:t>
            </a:r>
            <a:r>
              <a:rPr sz="1700" b="1" spc="-2" dirty="0">
                <a:latin typeface="Times New Roman"/>
                <a:cs typeface="Times New Roman"/>
              </a:rPr>
              <a:t>it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output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then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pla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bus.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then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sto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5" dirty="0">
                <a:latin typeface="Times New Roman"/>
                <a:cs typeface="Times New Roman"/>
              </a:rPr>
              <a:t> 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ndic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bus.</a:t>
            </a:r>
          </a:p>
          <a:p>
            <a:pPr marL="225716" marR="3665" indent="-109651" algn="just"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tion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eca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flow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both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ons,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 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inpu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/ou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put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input/output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ssors.</a:t>
            </a:r>
            <a:endParaRPr sz="1700" dirty="0">
              <a:latin typeface="Times New Roman"/>
              <a:cs typeface="Times New Roman"/>
            </a:endParaRPr>
          </a:p>
          <a:p>
            <a:pPr marL="225716" marR="6109" indent="-109651" algn="just"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length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8085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rop</a:t>
            </a:r>
            <a:r>
              <a:rPr sz="1700" spc="-5" dirty="0">
                <a:latin typeface="Times New Roman"/>
                <a:cs typeface="Times New Roman"/>
              </a:rPr>
              <a:t>ro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8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(th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is,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two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im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 </a:t>
            </a:r>
            <a:r>
              <a:rPr sz="1700" spc="-7" dirty="0">
                <a:latin typeface="Times New Roman"/>
                <a:cs typeface="Times New Roman"/>
              </a:rPr>
              <a:t>Digi</a:t>
            </a:r>
            <a:r>
              <a:rPr sz="1700" spc="-2" dirty="0">
                <a:latin typeface="Times New Roman"/>
                <a:cs typeface="Times New Roman"/>
              </a:rPr>
              <a:t>ts0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nging</a:t>
            </a:r>
            <a:r>
              <a:rPr sz="1700" dirty="0">
                <a:latin typeface="Times New Roman"/>
                <a:cs typeface="Times New Roman"/>
              </a:rPr>
              <a:t> f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om</a:t>
            </a:r>
            <a:r>
              <a:rPr sz="1700" dirty="0">
                <a:latin typeface="Times New Roman"/>
                <a:cs typeface="Times New Roman"/>
              </a:rPr>
              <a:t> 00H</a:t>
            </a:r>
            <a:r>
              <a:rPr sz="1700" spc="-2" dirty="0">
                <a:latin typeface="Times New Roman"/>
                <a:cs typeface="Times New Roman"/>
              </a:rPr>
              <a:t> to 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16</a:t>
            </a:r>
            <a:r>
              <a:rPr sz="1700" spc="-2" dirty="0">
                <a:latin typeface="Times New Roman"/>
                <a:cs typeface="Times New Roman"/>
              </a:rPr>
              <a:t>-bit</a:t>
            </a:r>
            <a:r>
              <a:rPr sz="1700" dirty="0">
                <a:latin typeface="Times New Roman"/>
                <a:cs typeface="Times New Roman"/>
              </a:rPr>
              <a:t> for 8086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r.</a:t>
            </a:r>
          </a:p>
        </p:txBody>
      </p:sp>
    </p:spTree>
    <p:extLst>
      <p:ext uri="{BB962C8B-B14F-4D97-AF65-F5344CB8AC3E}">
        <p14:creationId xmlns:p14="http://schemas.microsoft.com/office/powerpoint/2010/main" val="3624520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08760-66F1-C92B-AC9A-F7DBF34D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35764E-E54D-6B1C-E0FB-CBEA53653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E831A5-F5BB-28D9-B23D-24B0225F57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39BBE94-2D81-8DB5-A5EF-9140EC178D4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791C13-FA6D-6BF3-1F05-352AF5AC10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6472795-FF1B-24F6-699B-BE70F1E1E523}"/>
              </a:ext>
            </a:extLst>
          </p:cNvPr>
          <p:cNvSpPr txBox="1"/>
          <p:nvPr/>
        </p:nvSpPr>
        <p:spPr>
          <a:xfrm>
            <a:off x="952500" y="684894"/>
            <a:ext cx="7239000" cy="4078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2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on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ol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us</a:t>
            </a:r>
            <a:endParaRPr sz="1700" dirty="0">
              <a:latin typeface="Times New Roman"/>
              <a:cs typeface="Times New Roman"/>
            </a:endParaRPr>
          </a:p>
          <a:p>
            <a:pPr marL="6109">
              <a:spcBef>
                <a:spcPts val="354"/>
              </a:spcBef>
            </a:pPr>
            <a:endParaRPr lang="en-US" sz="1700" spc="-2" dirty="0">
              <a:latin typeface="Times New Roman"/>
              <a:cs typeface="Times New Roman"/>
            </a:endParaRPr>
          </a:p>
          <a:p>
            <a:pPr marL="6109">
              <a:spcBef>
                <a:spcPts val="354"/>
              </a:spcBef>
            </a:pPr>
            <a:r>
              <a:rPr sz="1700" spc="-2" dirty="0">
                <a:latin typeface="Times New Roman"/>
                <a:cs typeface="Times New Roman"/>
              </a:rPr>
              <a:t>Us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by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nic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oth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with</a:t>
            </a:r>
            <a:r>
              <a:rPr sz="1700" dirty="0">
                <a:latin typeface="Times New Roman"/>
                <a:cs typeface="Times New Roman"/>
              </a:rPr>
              <a:t>in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</a:p>
          <a:p>
            <a:pPr marL="225716" marR="4582" indent="-109651" algn="just">
              <a:spcBef>
                <a:spcPts val="404"/>
              </a:spcBef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Control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ies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turns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statu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signal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Lines:</a:t>
            </a:r>
            <a:endParaRPr sz="1700" dirty="0">
              <a:latin typeface="Times New Roman"/>
              <a:cs typeface="Times New Roman"/>
            </a:endParaRPr>
          </a:p>
          <a:p>
            <a:pPr marL="445630" marR="4887" lvl="1" indent="-109957">
              <a:spcBef>
                <a:spcPts val="31"/>
              </a:spcBef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ad</a:t>
            </a:r>
            <a:r>
              <a:rPr sz="1700" b="1" spc="-29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(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’</a:t>
            </a:r>
            <a:r>
              <a:rPr sz="1700" b="1" dirty="0">
                <a:latin typeface="Times New Roman"/>
                <a:cs typeface="Times New Roman"/>
              </a:rPr>
              <a:t>)</a:t>
            </a:r>
            <a:r>
              <a:rPr sz="1700" b="1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–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sing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tive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(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0)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indic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vice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d by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CP</a:t>
            </a:r>
            <a:r>
              <a:rPr sz="1700" spc="-2" dirty="0">
                <a:latin typeface="Times New Roman"/>
                <a:cs typeface="Times New Roman"/>
              </a:rPr>
              <a:t>U.</a:t>
            </a:r>
            <a:endParaRPr sz="1700" dirty="0">
              <a:latin typeface="Times New Roman"/>
              <a:cs typeface="Times New Roman"/>
            </a:endParaRPr>
          </a:p>
          <a:p>
            <a:pPr marL="445630" marR="4887" lvl="1" indent="-109957"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b="1" spc="-7" dirty="0">
                <a:latin typeface="Times New Roman"/>
                <a:cs typeface="Times New Roman"/>
              </a:rPr>
              <a:t>Wr</a:t>
            </a:r>
            <a:r>
              <a:rPr sz="1700" b="1" spc="-2" dirty="0">
                <a:latin typeface="Times New Roman"/>
                <a:cs typeface="Times New Roman"/>
              </a:rPr>
              <a:t>ite</a:t>
            </a:r>
            <a:r>
              <a:rPr sz="1700" b="1" spc="36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(W</a:t>
            </a:r>
            <a:r>
              <a:rPr sz="1700" b="1" spc="-2" dirty="0">
                <a:latin typeface="Times New Roman"/>
                <a:cs typeface="Times New Roman"/>
              </a:rPr>
              <a:t>’</a:t>
            </a:r>
            <a:r>
              <a:rPr sz="1700" b="1" dirty="0">
                <a:latin typeface="Times New Roman"/>
                <a:cs typeface="Times New Roman"/>
              </a:rPr>
              <a:t>)</a:t>
            </a:r>
            <a:r>
              <a:rPr sz="1700" b="1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-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sing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tive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(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0)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indi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tes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spc="-2" dirty="0">
                <a:latin typeface="Times New Roman"/>
                <a:cs typeface="Times New Roman"/>
              </a:rPr>
              <a:t> w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itten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U.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b="1" spc="-2" dirty="0">
                <a:latin typeface="Times New Roman"/>
                <a:cs typeface="Times New Roman"/>
              </a:rPr>
              <a:t>AC</a:t>
            </a:r>
            <a:r>
              <a:rPr sz="1700" b="1" spc="2" dirty="0">
                <a:latin typeface="Times New Roman"/>
                <a:cs typeface="Times New Roman"/>
              </a:rPr>
              <a:t>K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liv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 in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-2" dirty="0">
                <a:latin typeface="Times New Roman"/>
                <a:cs typeface="Times New Roman"/>
              </a:rPr>
              <a:t>ati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that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dirty="0">
                <a:latin typeface="Times New Roman"/>
                <a:cs typeface="Times New Roman"/>
              </a:rPr>
              <a:t>kn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wle</a:t>
            </a:r>
            <a:r>
              <a:rPr sz="1700" spc="-5" dirty="0">
                <a:latin typeface="Times New Roman"/>
                <a:cs typeface="Times New Roman"/>
              </a:rPr>
              <a:t>dg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by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445630" lvl="1" indent="-109957"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Bus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qu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spc="2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ndi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 th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quest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g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bus.</a:t>
            </a:r>
          </a:p>
          <a:p>
            <a:pPr marL="445630" lvl="1" indent="-109957"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se</a:t>
            </a:r>
            <a:r>
              <a:rPr sz="1700" b="1" spc="2" dirty="0">
                <a:latin typeface="Times New Roman"/>
                <a:cs typeface="Times New Roman"/>
              </a:rPr>
              <a:t>t</a:t>
            </a:r>
            <a:r>
              <a:rPr sz="1700" b="1" dirty="0">
                <a:latin typeface="Times New Roman"/>
                <a:cs typeface="Times New Roman"/>
              </a:rPr>
              <a:t>: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m.</a:t>
            </a:r>
            <a:endParaRPr sz="1700" dirty="0">
              <a:latin typeface="Times New Roman"/>
              <a:cs typeface="Times New Roman"/>
            </a:endParaRPr>
          </a:p>
          <a:p>
            <a:pPr marL="445630" marR="4887" lvl="1" indent="-109957">
              <a:spcBef>
                <a:spcPts val="31"/>
              </a:spcBef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b="1" spc="-7" dirty="0">
                <a:latin typeface="Times New Roman"/>
                <a:cs typeface="Times New Roman"/>
              </a:rPr>
              <a:t>Cloc</a:t>
            </a:r>
            <a:r>
              <a:rPr sz="1700" b="1" dirty="0">
                <a:latin typeface="Times New Roman"/>
                <a:cs typeface="Times New Roman"/>
              </a:rPr>
              <a:t>k</a:t>
            </a:r>
            <a:r>
              <a:rPr sz="1700" b="1" spc="41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ign</a:t>
            </a:r>
            <a:r>
              <a:rPr sz="1700" b="1" spc="-7" dirty="0">
                <a:latin typeface="Times New Roman"/>
                <a:cs typeface="Times New Roman"/>
              </a:rPr>
              <a:t>a</a:t>
            </a:r>
            <a:r>
              <a:rPr sz="1700" b="1" dirty="0">
                <a:latin typeface="Times New Roman"/>
                <a:cs typeface="Times New Roman"/>
              </a:rPr>
              <a:t>ls:</a:t>
            </a:r>
            <a:r>
              <a:rPr sz="1700" b="1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</a:t>
            </a:r>
            <a:r>
              <a:rPr sz="1700" spc="-1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synchroni</a:t>
            </a:r>
            <a:r>
              <a:rPr sz="1700" spc="-10" dirty="0">
                <a:latin typeface="Times New Roman"/>
                <a:cs typeface="Times New Roman"/>
              </a:rPr>
              <a:t>z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CPU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9015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01232-125D-E855-6C6A-BF7ABBFC0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C437FB-5A2F-7157-909E-470DB535F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C60CE9-D1EE-686C-AF04-6FD0EEDB18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5437738-0C4C-3E18-9D5A-9DF9ED7EE83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E3DB6F-85B0-AF45-C4C0-DF993A51E3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C6A8A2-3E25-A3FE-9CAE-496F90EB7FED}"/>
              </a:ext>
            </a:extLst>
          </p:cNvPr>
          <p:cNvSpPr txBox="1"/>
          <p:nvPr/>
        </p:nvSpPr>
        <p:spPr>
          <a:xfrm>
            <a:off x="990600" y="1054668"/>
            <a:ext cx="7162800" cy="146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716" indent="-109651"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Control Bus</a:t>
            </a:r>
            <a:r>
              <a:rPr lang="en-US" sz="1700" spc="-2" dirty="0">
                <a:latin typeface="Times New Roman"/>
                <a:cs typeface="Times New Roman"/>
              </a:rPr>
              <a:t> i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bidir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spc="-7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4276" indent="-109651" algn="just">
              <a:spcBef>
                <a:spcPts val="495"/>
              </a:spcBef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The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ontrol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bus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ontrol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signal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ontrol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associa</a:t>
            </a:r>
            <a:r>
              <a:rPr lang="en-US" sz="1700" spc="-2" dirty="0">
                <a:latin typeface="Times New Roman"/>
                <a:cs typeface="Times New Roman"/>
              </a:rPr>
              <a:t>ted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5" dirty="0">
                <a:latin typeface="Times New Roman"/>
                <a:cs typeface="Times New Roman"/>
              </a:rPr>
              <a:t>ph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ls,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spc="-5" dirty="0">
                <a:latin typeface="Times New Roman"/>
                <a:cs typeface="Times New Roman"/>
              </a:rPr>
              <a:t>mi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rop</a:t>
            </a:r>
            <a:r>
              <a:rPr lang="en-US" sz="1700" spc="-5" dirty="0">
                <a:latin typeface="Times New Roman"/>
                <a:cs typeface="Times New Roman"/>
              </a:rPr>
              <a:t>ro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-2" dirty="0">
                <a:latin typeface="Times New Roman"/>
                <a:cs typeface="Times New Roman"/>
              </a:rPr>
              <a:t>ss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ontrol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bus 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pro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ta,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that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wh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do 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dirty="0">
                <a:latin typeface="Times New Roman"/>
                <a:cs typeface="Times New Roman"/>
              </a:rPr>
              <a:t>h 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sele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ted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2" dirty="0">
                <a:latin typeface="Times New Roman"/>
                <a:cs typeface="Times New Roman"/>
              </a:rPr>
              <a:t>loc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5" dirty="0">
                <a:latin typeface="Times New Roman"/>
                <a:cs typeface="Times New Roman"/>
              </a:rPr>
              <a:t>sign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ls </a:t>
            </a:r>
            <a:r>
              <a:rPr lang="en-US" sz="1700" spc="-5" dirty="0">
                <a:latin typeface="Times New Roman"/>
                <a:cs typeface="Times New Roman"/>
              </a:rPr>
              <a:t>are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rd, </a:t>
            </a:r>
            <a:r>
              <a:rPr lang="en-US" sz="1700" spc="-2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</a:t>
            </a:r>
            <a:r>
              <a:rPr lang="en-US" sz="1700" dirty="0">
                <a:latin typeface="Times New Roman"/>
                <a:cs typeface="Times New Roman"/>
              </a:rPr>
              <a:t>ry 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2" dirty="0">
                <a:latin typeface="Times New Roman"/>
                <a:cs typeface="Times New Roman"/>
              </a:rPr>
              <a:t>input/output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write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45973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72835-4C9B-3E2E-8239-697295504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AB3A47-A997-E7C2-036B-2F85D33EF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57E28D-B3A9-69CF-AB6C-1D494B827C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4A1D881-32E3-4C1B-1E25-184F5BCD8B4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E6B480-F0AA-8D09-BAEB-5C9B5AE61F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68416E-DFB7-AA74-ADE0-A18172D598CF}"/>
              </a:ext>
            </a:extLst>
          </p:cNvPr>
          <p:cNvSpPr txBox="1"/>
          <p:nvPr/>
        </p:nvSpPr>
        <p:spPr>
          <a:xfrm>
            <a:off x="1108602" y="738334"/>
            <a:ext cx="7044798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 algn="ctr"/>
            <a:r>
              <a:rPr lang="en-US" sz="1700" b="1" spc="-2" dirty="0">
                <a:latin typeface="Times New Roman"/>
                <a:cs typeface="Times New Roman"/>
              </a:rPr>
              <a:t>Co</a:t>
            </a:r>
            <a:r>
              <a:rPr lang="en-US" sz="1700" b="1" spc="2" dirty="0">
                <a:latin typeface="Times New Roman"/>
                <a:cs typeface="Times New Roman"/>
              </a:rPr>
              <a:t>mm</a:t>
            </a:r>
            <a:r>
              <a:rPr lang="en-US" sz="1700" b="1" spc="-7" dirty="0">
                <a:latin typeface="Times New Roman"/>
                <a:cs typeface="Times New Roman"/>
              </a:rPr>
              <a:t>o</a:t>
            </a:r>
            <a:r>
              <a:rPr lang="en-US" sz="1700" b="1" dirty="0">
                <a:latin typeface="Times New Roman"/>
                <a:cs typeface="Times New Roman"/>
              </a:rPr>
              <a:t>n </a:t>
            </a:r>
            <a:r>
              <a:rPr lang="en-US" sz="1700" b="1" spc="-5" dirty="0">
                <a:latin typeface="Times New Roman"/>
                <a:cs typeface="Times New Roman"/>
              </a:rPr>
              <a:t>B</a:t>
            </a:r>
            <a:r>
              <a:rPr lang="en-US" sz="1700" b="1" dirty="0">
                <a:latin typeface="Times New Roman"/>
                <a:cs typeface="Times New Roman"/>
              </a:rPr>
              <a:t>us</a:t>
            </a:r>
            <a:r>
              <a:rPr lang="en-US" sz="1700" b="1" spc="-7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Syst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m</a:t>
            </a:r>
          </a:p>
          <a:p>
            <a:pPr marL="6109" algn="just"/>
            <a:endParaRPr lang="en-US" sz="1700" dirty="0">
              <a:latin typeface="Times New Roman"/>
              <a:cs typeface="Times New Roman"/>
            </a:endParaRPr>
          </a:p>
          <a:p>
            <a:pPr marL="6109"/>
            <a:r>
              <a:rPr lang="en-US" sz="1700" b="1" spc="-2" dirty="0">
                <a:latin typeface="Times New Roman"/>
                <a:cs typeface="Times New Roman"/>
              </a:rPr>
              <a:t>Con</a:t>
            </a:r>
            <a:r>
              <a:rPr lang="en-US" sz="1700" b="1" spc="2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ec</a:t>
            </a:r>
            <a:r>
              <a:rPr lang="en-US" sz="1700" b="1" spc="-2" dirty="0">
                <a:latin typeface="Times New Roman"/>
                <a:cs typeface="Times New Roman"/>
              </a:rPr>
              <a:t>tions: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1"/>
              </a:spcBef>
            </a:pPr>
            <a:endParaRPr lang="en-US" sz="1700" spc="-5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1"/>
              </a:spcBef>
            </a:pPr>
            <a:r>
              <a:rPr lang="en-US" sz="1700" spc="-5" dirty="0">
                <a:latin typeface="Times New Roman"/>
                <a:cs typeface="Times New Roman"/>
              </a:rPr>
              <a:t>The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output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rs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-2" dirty="0">
                <a:latin typeface="Times New Roman"/>
                <a:cs typeface="Times New Roman"/>
              </a:rPr>
              <a:t>pt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OU</a:t>
            </a:r>
            <a:r>
              <a:rPr lang="en-US" sz="1700" spc="-5" dirty="0">
                <a:latin typeface="Times New Roman"/>
                <a:cs typeface="Times New Roman"/>
              </a:rPr>
              <a:t>TR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(</a:t>
            </a:r>
            <a:r>
              <a:rPr lang="en-US" sz="1700" spc="2" dirty="0">
                <a:latin typeface="Times New Roman"/>
                <a:cs typeface="Times New Roman"/>
              </a:rPr>
              <a:t>o</a:t>
            </a:r>
            <a:r>
              <a:rPr lang="en-US" sz="1700" spc="-2" dirty="0">
                <a:latin typeface="Times New Roman"/>
                <a:cs typeface="Times New Roman"/>
              </a:rPr>
              <a:t>utput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r)</a:t>
            </a:r>
            <a:r>
              <a:rPr lang="en-US" sz="1700" spc="-29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onn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cted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omm</a:t>
            </a:r>
            <a:r>
              <a:rPr lang="en-US" sz="1700" dirty="0">
                <a:latin typeface="Times New Roman"/>
                <a:cs typeface="Times New Roman"/>
              </a:rPr>
              <a:t>on bus.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The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output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sele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ted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nds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upon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bina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lue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ri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bles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S2,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S1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S0.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The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lin</a:t>
            </a:r>
            <a:r>
              <a:rPr lang="en-US" sz="1700" spc="-14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 f</a:t>
            </a:r>
            <a:r>
              <a:rPr lang="en-US" sz="1700" spc="-5" dirty="0">
                <a:latin typeface="Times New Roman"/>
                <a:cs typeface="Times New Roman"/>
              </a:rPr>
              <a:t>rom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omm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bus</a:t>
            </a:r>
            <a:r>
              <a:rPr lang="en-US" sz="1700" spc="-7" dirty="0">
                <a:latin typeface="Times New Roman"/>
                <a:cs typeface="Times New Roman"/>
              </a:rPr>
              <a:t> 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nn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ted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input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rs</a:t>
            </a:r>
            <a:r>
              <a:rPr lang="en-US" sz="1700" spc="-7" dirty="0">
                <a:latin typeface="Times New Roman"/>
                <a:cs typeface="Times New Roman"/>
              </a:rPr>
              <a:t> 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mory.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ece</a:t>
            </a:r>
            <a:r>
              <a:rPr lang="en-US" sz="1700" spc="-2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info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mation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rom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bus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wh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LD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(lo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d)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</a:t>
            </a:r>
            <a:r>
              <a:rPr lang="en-US" sz="1700" spc="-10" dirty="0">
                <a:latin typeface="Times New Roman"/>
                <a:cs typeface="Times New Roman"/>
              </a:rPr>
              <a:t>n</a:t>
            </a:r>
            <a:r>
              <a:rPr lang="en-US" sz="1700" spc="-5" dirty="0">
                <a:latin typeface="Times New Roman"/>
                <a:cs typeface="Times New Roman"/>
              </a:rPr>
              <a:t>put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ac</a:t>
            </a:r>
            <a:r>
              <a:rPr lang="en-US" sz="1700" spc="-2" dirty="0">
                <a:latin typeface="Times New Roman"/>
                <a:cs typeface="Times New Roman"/>
              </a:rPr>
              <a:t>tiv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ted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whil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e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spc="-10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rite</a:t>
            </a:r>
            <a:r>
              <a:rPr lang="en-US" sz="1700" spc="3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input</a:t>
            </a:r>
            <a:r>
              <a:rPr lang="en-US" sz="1700" spc="4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must</a:t>
            </a:r>
            <a:r>
              <a:rPr lang="en-US" sz="1700" spc="4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spc="4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bled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41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ece</a:t>
            </a:r>
            <a:r>
              <a:rPr lang="en-US" sz="1700" spc="-2" dirty="0">
                <a:latin typeface="Times New Roman"/>
                <a:cs typeface="Times New Roman"/>
              </a:rPr>
              <a:t>ive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nfor</a:t>
            </a:r>
            <a:r>
              <a:rPr lang="en-US" sz="1700" spc="-5" dirty="0">
                <a:latin typeface="Times New Roman"/>
                <a:cs typeface="Times New Roman"/>
              </a:rPr>
              <a:t>mation.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The</a:t>
            </a:r>
            <a:r>
              <a:rPr lang="en-US" sz="1700" spc="3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on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nts</a:t>
            </a:r>
            <a:r>
              <a:rPr lang="en-US" sz="1700" spc="4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3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pla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5" dirty="0">
                <a:latin typeface="Times New Roman"/>
                <a:cs typeface="Times New Roman"/>
              </a:rPr>
              <a:t>onto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dirty="0">
                <a:latin typeface="Times New Roman"/>
                <a:cs typeface="Times New Roman"/>
              </a:rPr>
              <a:t>bus</a:t>
            </a:r>
            <a:r>
              <a:rPr lang="en-US" sz="1700" spc="-2" dirty="0">
                <a:latin typeface="Times New Roman"/>
                <a:cs typeface="Times New Roman"/>
              </a:rPr>
              <a:t> wh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2" dirty="0">
                <a:latin typeface="Times New Roman"/>
                <a:cs typeface="Times New Roman"/>
              </a:rPr>
              <a:t>input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tiv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ted.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6339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BDA0A-9064-1355-D23C-3AF898794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25DA13-0171-1034-3842-0BF05659E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2FFD56-7D69-FFB5-67F1-4BF4205E73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A1F4543-123E-8422-990B-364E246BE8E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A8D82C-4F61-82E1-DF0F-F5B22FA7DB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66800" y="1123950"/>
            <a:ext cx="6934200" cy="21954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latin typeface="Times New Roman"/>
                <a:cs typeface="Times New Roman"/>
              </a:rPr>
              <a:t>Va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iou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gist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spc="5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6109" marR="43677" algn="just">
              <a:spcBef>
                <a:spcPts val="385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6109" marR="43677" algn="just">
              <a:spcBef>
                <a:spcPts val="385"/>
              </a:spcBef>
            </a:pPr>
            <a:r>
              <a:rPr sz="1700" dirty="0">
                <a:latin typeface="Times New Roman"/>
                <a:cs typeface="Times New Roman"/>
              </a:rPr>
              <a:t>4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 D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AC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TR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have </a:t>
            </a:r>
            <a:r>
              <a:rPr sz="1700" dirty="0">
                <a:latin typeface="Times New Roman"/>
                <a:cs typeface="Times New Roman"/>
              </a:rPr>
              <a:t>16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2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 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P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12 </a:t>
            </a:r>
            <a:r>
              <a:rPr sz="1700" spc="-2" dirty="0">
                <a:latin typeface="Times New Roman"/>
                <a:cs typeface="Times New Roman"/>
              </a:rPr>
              <a:t>bits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OU</a:t>
            </a:r>
            <a:r>
              <a:rPr sz="1700" spc="-5" dirty="0">
                <a:latin typeface="Times New Roman"/>
                <a:cs typeface="Times New Roman"/>
              </a:rPr>
              <a:t>TR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have </a:t>
            </a:r>
            <a:r>
              <a:rPr sz="1700" dirty="0">
                <a:latin typeface="Times New Roman"/>
                <a:cs typeface="Times New Roman"/>
              </a:rPr>
              <a:t>8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eac</a:t>
            </a:r>
            <a:r>
              <a:rPr sz="1700" dirty="0">
                <a:latin typeface="Times New Roman"/>
                <a:cs typeface="Times New Roman"/>
              </a:rPr>
              <a:t>h.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I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eives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ter</a:t>
            </a:r>
            <a:r>
              <a:rPr sz="1700" dirty="0">
                <a:latin typeface="Times New Roman"/>
                <a:cs typeface="Times New Roman"/>
              </a:rPr>
              <a:t> 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input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devi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liv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 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2" dirty="0">
                <a:latin typeface="Times New Roman"/>
                <a:cs typeface="Times New Roman"/>
              </a:rPr>
              <a:t>the A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OU</a:t>
            </a:r>
            <a:r>
              <a:rPr sz="1700" spc="-5" dirty="0">
                <a:latin typeface="Times New Roman"/>
                <a:cs typeface="Times New Roman"/>
              </a:rPr>
              <a:t>TR</a:t>
            </a:r>
            <a:r>
              <a:rPr sz="1700" spc="2" dirty="0">
                <a:latin typeface="Times New Roman"/>
                <a:cs typeface="Times New Roman"/>
              </a:rPr>
              <a:t> r</a:t>
            </a:r>
            <a:r>
              <a:rPr sz="1700" spc="-7" dirty="0">
                <a:latin typeface="Times New Roman"/>
                <a:cs typeface="Times New Roman"/>
              </a:rPr>
              <a:t>ece</a:t>
            </a:r>
            <a:r>
              <a:rPr sz="1700" spc="-2" dirty="0">
                <a:latin typeface="Times New Roman"/>
                <a:cs typeface="Times New Roman"/>
              </a:rPr>
              <a:t>ives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from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 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output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 5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inputs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(load</a:t>
            </a:r>
            <a:r>
              <a:rPr sz="1700" spc="-7" dirty="0">
                <a:latin typeface="Times New Roman"/>
                <a:cs typeface="Times New Roman"/>
              </a:rPr>
              <a:t>)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(in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nt)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CLR</a:t>
            </a:r>
            <a:r>
              <a:rPr sz="1700" spc="-2" dirty="0">
                <a:latin typeface="Times New Roman"/>
                <a:cs typeface="Times New Roman"/>
              </a:rPr>
              <a:t> (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lea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)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types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 are</a:t>
            </a:r>
            <a:r>
              <a:rPr sz="1700" spc="-5" dirty="0">
                <a:latin typeface="Times New Roman"/>
                <a:cs typeface="Times New Roman"/>
              </a:rPr>
              <a:t> si</a:t>
            </a:r>
            <a:r>
              <a:rPr sz="1700" spc="-2" dirty="0">
                <a:latin typeface="Times New Roman"/>
                <a:cs typeface="Times New Roman"/>
              </a:rPr>
              <a:t>mil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a bina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nte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3304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DA089-7456-8202-F075-C16E48F5A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04AFDF-D2A1-F0FE-6268-B1EE869B2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6A0AB5-11A7-F71F-953B-EB4F07D874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70EEA8A-4930-2F91-6F1B-6C21B9B3DE0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6581C8-B16D-E60E-8F66-23BDE9047F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graphicFrame>
        <p:nvGraphicFramePr>
          <p:cNvPr id="2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147475"/>
              </p:ext>
            </p:extLst>
          </p:nvPr>
        </p:nvGraphicFramePr>
        <p:xfrm>
          <a:off x="2286000" y="819150"/>
          <a:ext cx="3505200" cy="37337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818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Ab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viation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gist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na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73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OU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Outpu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 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gis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73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TR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mpor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ry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gis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743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nstr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tion 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gis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73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PR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nput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gis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73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umul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tor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73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DR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ta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gis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856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PC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Prog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 count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73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 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gis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</a:p>
                  </a:txBody>
                  <a:tcPr marL="0" marR="0" marT="0" marB="0">
                    <a:lnL w="4317">
                      <a:solidFill>
                        <a:srgbClr val="DFDFDF"/>
                      </a:solidFill>
                      <a:prstDash val="solid"/>
                    </a:lnL>
                    <a:lnR w="4317">
                      <a:solidFill>
                        <a:srgbClr val="DFDFDF"/>
                      </a:solidFill>
                      <a:prstDash val="solid"/>
                    </a:lnR>
                    <a:lnT w="4317">
                      <a:solidFill>
                        <a:srgbClr val="DFDFDF"/>
                      </a:solidFill>
                      <a:prstDash val="solid"/>
                    </a:lnT>
                    <a:lnB w="4317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152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B623B-B48F-12BC-B576-AFA6A67B6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98390E-9C2D-C684-AF7F-59D74C65C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8253BB-507B-73A5-C174-91504F86B3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40BD79F-5ECE-6AAB-1FCB-1ABC538CBDA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FB8A66-2267-3475-E0D6-723AF62AF5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/>
          <p:nvPr/>
        </p:nvSpPr>
        <p:spPr>
          <a:xfrm>
            <a:off x="2133601" y="439824"/>
            <a:ext cx="3699840" cy="38845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D79258-206C-267E-1BD7-A18CFFF67D48}"/>
              </a:ext>
            </a:extLst>
          </p:cNvPr>
          <p:cNvSpPr txBox="1"/>
          <p:nvPr/>
        </p:nvSpPr>
        <p:spPr>
          <a:xfrm>
            <a:off x="1905000" y="4400550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58518"/>
            <a:r>
              <a:rPr lang="en-US" sz="1000" i="1" dirty="0">
                <a:latin typeface="Times New Roman"/>
                <a:cs typeface="Times New Roman"/>
              </a:rPr>
              <a:t>Basic Co</a:t>
            </a:r>
            <a:r>
              <a:rPr lang="en-US" sz="1000" i="1" spc="-5" dirty="0">
                <a:latin typeface="Times New Roman"/>
                <a:cs typeface="Times New Roman"/>
              </a:rPr>
              <a:t>m</a:t>
            </a:r>
            <a:r>
              <a:rPr lang="en-US" sz="1000" i="1" spc="-7" dirty="0">
                <a:latin typeface="Times New Roman"/>
                <a:cs typeface="Times New Roman"/>
              </a:rPr>
              <a:t>p</a:t>
            </a:r>
            <a:r>
              <a:rPr lang="en-US" sz="1000" i="1" dirty="0">
                <a:latin typeface="Times New Roman"/>
                <a:cs typeface="Times New Roman"/>
              </a:rPr>
              <a:t>ut</a:t>
            </a:r>
            <a:r>
              <a:rPr lang="en-US" sz="1000" i="1" spc="-5" dirty="0">
                <a:latin typeface="Times New Roman"/>
                <a:cs typeface="Times New Roman"/>
              </a:rPr>
              <a:t>e</a:t>
            </a:r>
            <a:r>
              <a:rPr lang="en-US" sz="1000" i="1" dirty="0">
                <a:latin typeface="Times New Roman"/>
                <a:cs typeface="Times New Roman"/>
              </a:rPr>
              <a:t>r Re</a:t>
            </a:r>
            <a:r>
              <a:rPr lang="en-US" sz="1000" i="1" spc="-5" dirty="0">
                <a:latin typeface="Times New Roman"/>
                <a:cs typeface="Times New Roman"/>
              </a:rPr>
              <a:t>g</a:t>
            </a:r>
            <a:r>
              <a:rPr lang="en-US" sz="1000" i="1" dirty="0">
                <a:latin typeface="Times New Roman"/>
                <a:cs typeface="Times New Roman"/>
              </a:rPr>
              <a:t>i</a:t>
            </a:r>
            <a:r>
              <a:rPr lang="en-US" sz="1000" i="1" spc="-7" dirty="0">
                <a:latin typeface="Times New Roman"/>
                <a:cs typeface="Times New Roman"/>
              </a:rPr>
              <a:t>s</a:t>
            </a:r>
            <a:r>
              <a:rPr lang="en-US" sz="1000" i="1" dirty="0">
                <a:latin typeface="Times New Roman"/>
                <a:cs typeface="Times New Roman"/>
              </a:rPr>
              <a:t>te</a:t>
            </a:r>
            <a:r>
              <a:rPr lang="en-US" sz="1000" i="1" spc="-5" dirty="0">
                <a:latin typeface="Times New Roman"/>
                <a:cs typeface="Times New Roman"/>
              </a:rPr>
              <a:t>r</a:t>
            </a:r>
            <a:r>
              <a:rPr lang="en-US" sz="1000" i="1" dirty="0">
                <a:latin typeface="Times New Roman"/>
                <a:cs typeface="Times New Roman"/>
              </a:rPr>
              <a:t>s</a:t>
            </a:r>
            <a:r>
              <a:rPr lang="en-US" sz="1000" i="1" spc="-5" dirty="0">
                <a:latin typeface="Times New Roman"/>
                <a:cs typeface="Times New Roman"/>
              </a:rPr>
              <a:t> </a:t>
            </a:r>
            <a:r>
              <a:rPr lang="en-US" sz="1000" i="1" spc="-2" dirty="0">
                <a:latin typeface="Times New Roman"/>
                <a:cs typeface="Times New Roman"/>
              </a:rPr>
              <a:t>C</a:t>
            </a:r>
            <a:r>
              <a:rPr lang="en-US" sz="1000" i="1" dirty="0">
                <a:latin typeface="Times New Roman"/>
                <a:cs typeface="Times New Roman"/>
              </a:rPr>
              <a:t>onnec</a:t>
            </a:r>
            <a:r>
              <a:rPr lang="en-US" sz="1000" i="1" spc="-5" dirty="0">
                <a:latin typeface="Times New Roman"/>
                <a:cs typeface="Times New Roman"/>
              </a:rPr>
              <a:t>t</a:t>
            </a:r>
            <a:r>
              <a:rPr lang="en-US" sz="1000" i="1" dirty="0">
                <a:latin typeface="Times New Roman"/>
                <a:cs typeface="Times New Roman"/>
              </a:rPr>
              <a:t>ed</a:t>
            </a:r>
            <a:r>
              <a:rPr lang="en-US" sz="1000" i="1" spc="-5" dirty="0">
                <a:latin typeface="Times New Roman"/>
                <a:cs typeface="Times New Roman"/>
              </a:rPr>
              <a:t> </a:t>
            </a:r>
            <a:r>
              <a:rPr lang="en-US" sz="1000" i="1" dirty="0">
                <a:latin typeface="Times New Roman"/>
                <a:cs typeface="Times New Roman"/>
              </a:rPr>
              <a:t>to </a:t>
            </a:r>
            <a:r>
              <a:rPr lang="en-US" sz="1000" i="1" spc="-2" dirty="0">
                <a:latin typeface="Times New Roman"/>
                <a:cs typeface="Times New Roman"/>
              </a:rPr>
              <a:t>C</a:t>
            </a:r>
            <a:r>
              <a:rPr lang="en-US" sz="1000" i="1" dirty="0">
                <a:latin typeface="Times New Roman"/>
                <a:cs typeface="Times New Roman"/>
              </a:rPr>
              <a:t>o</a:t>
            </a:r>
            <a:r>
              <a:rPr lang="en-US" sz="1000" i="1" spc="-5" dirty="0">
                <a:latin typeface="Times New Roman"/>
                <a:cs typeface="Times New Roman"/>
              </a:rPr>
              <a:t>mm</a:t>
            </a:r>
            <a:r>
              <a:rPr lang="en-US" sz="1000" i="1" dirty="0">
                <a:latin typeface="Times New Roman"/>
                <a:cs typeface="Times New Roman"/>
              </a:rPr>
              <a:t>on Bus</a:t>
            </a:r>
            <a:endParaRPr lang="en-US" sz="1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4707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576F-8301-7959-3A9F-D2D2541F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DC22D9-B1E8-76BF-80E0-BCF8AAB5D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0456D6-6A0E-F202-06E5-5923EB506C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C453ABC-467E-1D3D-6F28-E8936DC5860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9E1D29-BA73-88FB-E524-EAD6E7268FC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6448" y="923000"/>
            <a:ext cx="7213152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>
              <a:spcBef>
                <a:spcPts val="349"/>
              </a:spcBef>
            </a:pPr>
            <a:r>
              <a:rPr sz="1700" b="1" spc="-2" dirty="0">
                <a:latin typeface="Times New Roman"/>
                <a:cs typeface="Times New Roman"/>
              </a:rPr>
              <a:t>Ad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and </a:t>
            </a:r>
            <a:r>
              <a:rPr sz="1700" b="1" spc="-2" dirty="0">
                <a:latin typeface="Times New Roman"/>
                <a:cs typeface="Times New Roman"/>
              </a:rPr>
              <a:t>logic 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ir</a:t>
            </a:r>
            <a:r>
              <a:rPr sz="1700" b="1" spc="-10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2" dirty="0">
                <a:latin typeface="Times New Roman"/>
                <a:cs typeface="Times New Roman"/>
              </a:rPr>
              <a:t>it:</a:t>
            </a:r>
            <a:endParaRPr sz="1700" dirty="0">
              <a:latin typeface="Times New Roman"/>
              <a:cs typeface="Times New Roman"/>
            </a:endParaRPr>
          </a:p>
          <a:p>
            <a:pPr marL="6109" marR="5803" algn="just">
              <a:spcBef>
                <a:spcPts val="31"/>
              </a:spcBef>
            </a:pPr>
            <a:endParaRPr lang="en-US" sz="1700" spc="-5" dirty="0">
              <a:latin typeface="Times New Roman"/>
              <a:cs typeface="Times New Roman"/>
            </a:endParaRPr>
          </a:p>
          <a:p>
            <a:pPr marL="6109" marR="5803" algn="just">
              <a:spcBef>
                <a:spcPts val="31"/>
              </a:spcBef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logic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pro</a:t>
            </a:r>
            <a:r>
              <a:rPr sz="1700" spc="-2" dirty="0">
                <a:latin typeface="Times New Roman"/>
                <a:cs typeface="Times New Roman"/>
              </a:rPr>
              <a:t>vide the </a:t>
            </a:r>
            <a:r>
              <a:rPr sz="1700" dirty="0">
                <a:latin typeface="Times New Roman"/>
                <a:cs typeface="Times New Roman"/>
              </a:rPr>
              <a:t>16 </a:t>
            </a:r>
            <a:r>
              <a:rPr sz="1700" spc="-2" dirty="0">
                <a:latin typeface="Times New Roman"/>
                <a:cs typeface="Times New Roman"/>
              </a:rPr>
              <a:t>input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-2" dirty="0">
                <a:latin typeface="Times New Roman"/>
                <a:cs typeface="Times New Roman"/>
              </a:rPr>
              <a:t> ci</a:t>
            </a:r>
            <a:r>
              <a:rPr sz="1700" spc="-5" dirty="0">
                <a:latin typeface="Times New Roman"/>
                <a:cs typeface="Times New Roman"/>
              </a:rPr>
              <a:t>rc</a:t>
            </a:r>
            <a:r>
              <a:rPr sz="1700" spc="-2" dirty="0">
                <a:latin typeface="Times New Roman"/>
                <a:cs typeface="Times New Roman"/>
              </a:rPr>
              <a:t>uit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 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ts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inputs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2" dirty="0">
                <a:latin typeface="Times New Roman"/>
                <a:cs typeface="Times New Roman"/>
              </a:rPr>
              <a:t>One set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outp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ts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C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ments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ons.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2" dirty="0">
                <a:latin typeface="Times New Roman"/>
                <a:cs typeface="Times New Roman"/>
              </a:rPr>
              <a:t> other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set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DR</a:t>
            </a:r>
            <a:r>
              <a:rPr sz="1700" dirty="0">
                <a:latin typeface="Times New Roman"/>
                <a:cs typeface="Times New Roman"/>
              </a:rPr>
              <a:t> (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r)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5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pe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fo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rithm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tic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logic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0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-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esul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these</a:t>
            </a:r>
            <a:r>
              <a:rPr sz="1700" spc="-5" dirty="0">
                <a:latin typeface="Times New Roman"/>
                <a:cs typeface="Times New Roman"/>
              </a:rPr>
              <a:t> 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sen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A</a:t>
            </a:r>
            <a:r>
              <a:rPr sz="1700" dirty="0">
                <a:latin typeface="Times New Roman"/>
                <a:cs typeface="Times New Roman"/>
              </a:rPr>
              <a:t>C </a:t>
            </a:r>
            <a:r>
              <a:rPr sz="1700" spc="-7" dirty="0">
                <a:latin typeface="Times New Roman"/>
                <a:cs typeface="Times New Roman"/>
              </a:rPr>
              <a:t>whil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ro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show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in di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bov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uts</a:t>
            </a:r>
            <a:r>
              <a:rPr sz="1700" dirty="0">
                <a:latin typeface="Times New Roman"/>
                <a:cs typeface="Times New Roman"/>
              </a:rPr>
              <a:t> is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NP</a:t>
            </a:r>
            <a:r>
              <a:rPr sz="1700" dirty="0">
                <a:latin typeface="Times New Roman"/>
                <a:cs typeface="Times New Roman"/>
              </a:rPr>
              <a:t>R.</a:t>
            </a:r>
          </a:p>
          <a:p>
            <a:pPr algn="just">
              <a:spcBef>
                <a:spcPts val="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b="1" spc="-2" dirty="0">
                <a:latin typeface="Times New Roman"/>
                <a:cs typeface="Times New Roman"/>
              </a:rPr>
              <a:t>No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1"/>
              </a:spcBef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ny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pla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bus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 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logic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during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sa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lock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le.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46968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3F8AF-4771-3DC7-FF1B-17C87CF98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7B7E39-4482-5E28-A7FC-EB4185932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E87767-36C0-40FB-A0B7-0555769D6E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AF095B5-5206-4D34-A03D-C9E854EF144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A3FD5B-A027-7B3F-85FA-A52FE6CAC4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4610B0A2-4985-1F2C-CE04-B3D4A8DA5335}"/>
              </a:ext>
            </a:extLst>
          </p:cNvPr>
          <p:cNvSpPr txBox="1"/>
          <p:nvPr/>
        </p:nvSpPr>
        <p:spPr>
          <a:xfrm>
            <a:off x="1016448" y="923000"/>
            <a:ext cx="7213152" cy="3370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2" dirty="0">
                <a:latin typeface="Times New Roman"/>
                <a:cs typeface="Times New Roman"/>
              </a:rPr>
              <a:t>ADVANTAG</a:t>
            </a:r>
            <a:r>
              <a:rPr sz="1700" b="1" dirty="0">
                <a:latin typeface="Times New Roman"/>
                <a:cs typeface="Times New Roman"/>
              </a:rPr>
              <a:t>ES </a:t>
            </a:r>
            <a:r>
              <a:rPr sz="1700" b="1" spc="-5" dirty="0">
                <a:latin typeface="Times New Roman"/>
                <a:cs typeface="Times New Roman"/>
              </a:rPr>
              <a:t>OF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spc="-2" dirty="0">
                <a:latin typeface="Times New Roman"/>
                <a:cs typeface="Times New Roman"/>
              </a:rPr>
              <a:t>US</a:t>
            </a:r>
            <a:r>
              <a:rPr sz="1700" b="1" dirty="0">
                <a:latin typeface="Times New Roman"/>
                <a:cs typeface="Times New Roman"/>
              </a:rPr>
              <a:t>ES: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/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51"/>
              </a:spcBef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le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</a:p>
          <a:p>
            <a:pPr marL="225716" indent="-109651"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Low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ost.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du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xit</a:t>
            </a:r>
            <a:r>
              <a:rPr sz="1700" dirty="0">
                <a:latin typeface="Times New Roman"/>
                <a:cs typeface="Times New Roman"/>
              </a:rPr>
              <a:t>y.</a:t>
            </a:r>
          </a:p>
          <a:p>
            <a:pPr>
              <a:buFont typeface="Times New Roman"/>
              <a:buChar char="●"/>
            </a:pPr>
            <a:endParaRPr sz="1700" dirty="0">
              <a:latin typeface="Times New Roman"/>
              <a:cs typeface="Times New Roman"/>
            </a:endParaRPr>
          </a:p>
          <a:p>
            <a:pPr marL="6109">
              <a:spcBef>
                <a:spcPts val="454"/>
              </a:spcBef>
            </a:pPr>
            <a:r>
              <a:rPr sz="1700" b="1" spc="-2" dirty="0">
                <a:latin typeface="Times New Roman"/>
                <a:cs typeface="Times New Roman"/>
              </a:rPr>
              <a:t>DISADVAN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AG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 </a:t>
            </a:r>
            <a:r>
              <a:rPr sz="1700" b="1" spc="-5" dirty="0">
                <a:latin typeface="Times New Roman"/>
                <a:cs typeface="Times New Roman"/>
              </a:rPr>
              <a:t>OF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spc="-2" dirty="0">
                <a:latin typeface="Times New Roman"/>
                <a:cs typeface="Times New Roman"/>
              </a:rPr>
              <a:t>US</a:t>
            </a:r>
            <a:r>
              <a:rPr sz="1700" b="1" dirty="0">
                <a:latin typeface="Times New Roman"/>
                <a:cs typeface="Times New Roman"/>
              </a:rPr>
              <a:t>ES: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>
              <a:spcBef>
                <a:spcPts val="45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51"/>
              </a:spcBef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ommunic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bottlen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k.</a:t>
            </a:r>
          </a:p>
          <a:p>
            <a:pPr marL="225716" indent="-109651"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spc="-5" dirty="0">
                <a:latin typeface="Times New Roman"/>
                <a:cs typeface="Times New Roman"/>
              </a:rPr>
              <a:t>ximum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2" dirty="0">
                <a:latin typeface="Times New Roman"/>
                <a:cs typeface="Times New Roman"/>
              </a:rPr>
              <a:t>imit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by</a:t>
            </a:r>
          </a:p>
          <a:p>
            <a:pPr marL="225716" indent="-109651"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ngth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bus</a:t>
            </a:r>
          </a:p>
          <a:p>
            <a:pPr marL="225716" indent="-109651"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umber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-5" dirty="0">
                <a:latin typeface="Times New Roman"/>
                <a:cs typeface="Times New Roman"/>
              </a:rPr>
              <a:t> 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bus.</a:t>
            </a:r>
          </a:p>
        </p:txBody>
      </p:sp>
    </p:spTree>
    <p:extLst>
      <p:ext uri="{BB962C8B-B14F-4D97-AF65-F5344CB8AC3E}">
        <p14:creationId xmlns:p14="http://schemas.microsoft.com/office/powerpoint/2010/main" val="2924234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0C28-F249-CF37-603C-014BFBC3E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91E479-C6D0-E858-EEFD-F11E49E3F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EFEC49-C830-F389-FCF3-2EA23E96B3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974E41B-F940-DE7D-A2B2-2BB90B6C0C6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E6147E-6501-CD98-904D-0F3E5BDFD9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49636" y="390954"/>
            <a:ext cx="7391400" cy="4283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213487"/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 marR="2213487"/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9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J.</a:t>
            </a:r>
            <a:r>
              <a:rPr sz="1700" dirty="0">
                <a:latin typeface="Times New Roman"/>
                <a:cs typeface="Times New Roman"/>
              </a:rPr>
              <a:t>P.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ay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Third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dition.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4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no,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 </a:t>
            </a:r>
            <a:r>
              <a:rPr sz="1700" spc="-2" dirty="0">
                <a:latin typeface="Times New Roman"/>
                <a:cs typeface="Times New Roman"/>
              </a:rPr>
              <a:t>Edition,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387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tallings,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chit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5" dirty="0">
                <a:latin typeface="Times New Roman"/>
                <a:cs typeface="Times New Roman"/>
              </a:rPr>
              <a:t>Edu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409"/>
              </a:spcBef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387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11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endParaRPr lang="en-US" sz="1700" spc="-7" dirty="0">
              <a:latin typeface="Times New Roman"/>
              <a:cs typeface="Times New Roman"/>
            </a:endParaRPr>
          </a:p>
          <a:p>
            <a:pPr marL="6109"/>
            <a:r>
              <a:rPr sz="1700" b="1" spc="-7" dirty="0">
                <a:latin typeface="Times New Roman"/>
                <a:cs typeface="Times New Roman"/>
              </a:rPr>
              <a:t>Vide</a:t>
            </a:r>
            <a:r>
              <a:rPr sz="1700" b="1" dirty="0">
                <a:latin typeface="Times New Roman"/>
                <a:cs typeface="Times New Roman"/>
              </a:rPr>
              <a:t>o 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5" dirty="0">
                <a:latin typeface="Times New Roman"/>
                <a:cs typeface="Times New Roman"/>
              </a:rPr>
              <a:t>s:</a:t>
            </a:r>
            <a:endParaRPr sz="1700" b="1" dirty="0">
              <a:latin typeface="Times New Roman"/>
              <a:cs typeface="Times New Roman"/>
            </a:endParaRPr>
          </a:p>
          <a:p>
            <a:pPr marL="253816" lvl="1" indent="-109957">
              <a:spcBef>
                <a:spcPts val="409"/>
              </a:spcBef>
              <a:buSzPct val="83333"/>
              <a:buFont typeface="Times New Roman"/>
              <a:buChar char="●"/>
              <a:tabLst>
                <a:tab pos="2541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sz="1700" u="sng" spc="-2" dirty="0">
                <a:latin typeface="Times New Roman"/>
                <a:cs typeface="Times New Roman"/>
                <a:hlinkClick r:id="rId6"/>
              </a:rPr>
              <a:t>https:</a:t>
            </a:r>
            <a:r>
              <a:rPr sz="1700" u="sng" dirty="0">
                <a:latin typeface="Times New Roman"/>
                <a:cs typeface="Times New Roman"/>
                <a:hlinkClick r:id="rId6"/>
              </a:rPr>
              <a:t>//ww</a:t>
            </a:r>
            <a:r>
              <a:rPr sz="1700" u="sng" spc="-5" dirty="0">
                <a:latin typeface="Times New Roman"/>
                <a:cs typeface="Times New Roman"/>
                <a:hlinkClick r:id="rId6"/>
              </a:rPr>
              <a:t>w</a:t>
            </a:r>
            <a:r>
              <a:rPr sz="1700" u="sng" spc="-2" dirty="0">
                <a:latin typeface="Times New Roman"/>
                <a:cs typeface="Times New Roman"/>
                <a:hlinkClick r:id="rId6"/>
              </a:rPr>
              <a:t>.youtube.</a:t>
            </a:r>
            <a:r>
              <a:rPr sz="1700" u="sng" spc="-10" dirty="0">
                <a:latin typeface="Times New Roman"/>
                <a:cs typeface="Times New Roman"/>
                <a:hlinkClick r:id="rId6"/>
              </a:rPr>
              <a:t>c</a:t>
            </a:r>
            <a:r>
              <a:rPr sz="1700" u="sng" spc="-5" dirty="0">
                <a:latin typeface="Times New Roman"/>
                <a:cs typeface="Times New Roman"/>
                <a:hlinkClick r:id="rId6"/>
              </a:rPr>
              <a:t>om/</a:t>
            </a:r>
            <a:r>
              <a:rPr sz="1700" u="sng" spc="-2" dirty="0">
                <a:latin typeface="Times New Roman"/>
                <a:cs typeface="Times New Roman"/>
                <a:hlinkClick r:id="rId6"/>
              </a:rPr>
              <a:t>w</a:t>
            </a:r>
            <a:r>
              <a:rPr sz="1700" u="sng" spc="-5" dirty="0">
                <a:latin typeface="Times New Roman"/>
                <a:cs typeface="Times New Roman"/>
                <a:hlinkClick r:id="rId6"/>
              </a:rPr>
              <a:t>a</a:t>
            </a:r>
            <a:r>
              <a:rPr sz="1700" u="sng" spc="-2" dirty="0">
                <a:latin typeface="Times New Roman"/>
                <a:cs typeface="Times New Roman"/>
                <a:hlinkClick r:id="rId6"/>
              </a:rPr>
              <a:t>tch</a:t>
            </a:r>
            <a:r>
              <a:rPr sz="1700" u="sng" spc="-10" dirty="0">
                <a:latin typeface="Times New Roman"/>
                <a:cs typeface="Times New Roman"/>
                <a:hlinkClick r:id="rId6"/>
              </a:rPr>
              <a:t>?</a:t>
            </a:r>
            <a:r>
              <a:rPr sz="1700" u="sng" spc="-5" dirty="0">
                <a:latin typeface="Times New Roman"/>
                <a:cs typeface="Times New Roman"/>
                <a:hlinkClick r:id="rId6"/>
              </a:rPr>
              <a:t>v</a:t>
            </a:r>
            <a:r>
              <a:rPr sz="1700" u="sng" spc="-7" dirty="0">
                <a:latin typeface="Times New Roman"/>
                <a:cs typeface="Times New Roman"/>
                <a:hlinkClick r:id="rId6"/>
              </a:rPr>
              <a:t>=</a:t>
            </a:r>
            <a:r>
              <a:rPr sz="1700" u="sng" spc="-5" dirty="0">
                <a:latin typeface="Times New Roman"/>
                <a:cs typeface="Times New Roman"/>
                <a:hlinkClick r:id="rId6"/>
              </a:rPr>
              <a:t>xB</a:t>
            </a:r>
            <a:r>
              <a:rPr sz="1700" u="sng" spc="-2" dirty="0">
                <a:latin typeface="Times New Roman"/>
                <a:cs typeface="Times New Roman"/>
                <a:hlinkClick r:id="rId6"/>
              </a:rPr>
              <a:t>YhH</a:t>
            </a:r>
            <a:r>
              <a:rPr sz="1700" u="sng" spc="-5" dirty="0">
                <a:latin typeface="Times New Roman"/>
                <a:cs typeface="Times New Roman"/>
                <a:hlinkClick r:id="rId6"/>
              </a:rPr>
              <a:t>C</a:t>
            </a:r>
            <a:r>
              <a:rPr sz="1700" u="sng" dirty="0">
                <a:latin typeface="Times New Roman"/>
                <a:cs typeface="Times New Roman"/>
                <a:hlinkClick r:id="rId6"/>
              </a:rPr>
              <a:t>8</a:t>
            </a:r>
            <a:r>
              <a:rPr sz="1700" u="sng" spc="5" dirty="0">
                <a:latin typeface="Times New Roman"/>
                <a:cs typeface="Times New Roman"/>
                <a:hlinkClick r:id="rId6"/>
              </a:rPr>
              <a:t>_</a:t>
            </a:r>
            <a:r>
              <a:rPr sz="1700" u="sng" spc="-2" dirty="0">
                <a:latin typeface="Times New Roman"/>
                <a:cs typeface="Times New Roman"/>
                <a:hlinkClick r:id="rId6"/>
              </a:rPr>
              <a:t>A6o</a:t>
            </a:r>
            <a:endParaRPr sz="1700" dirty="0">
              <a:latin typeface="Times New Roman"/>
              <a:cs typeface="Times New Roman"/>
            </a:endParaRPr>
          </a:p>
          <a:p>
            <a:pPr marL="253816" lvl="1" indent="-109957">
              <a:buSzPct val="83333"/>
              <a:buFont typeface="Times New Roman"/>
              <a:buChar char="●"/>
              <a:tabLst>
                <a:tab pos="2541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sz="1700" u="sng" spc="-2" dirty="0">
                <a:latin typeface="Times New Roman"/>
                <a:cs typeface="Times New Roman"/>
                <a:hlinkClick r:id="rId7"/>
              </a:rPr>
              <a:t>https:</a:t>
            </a:r>
            <a:r>
              <a:rPr sz="1700" u="sng" dirty="0">
                <a:latin typeface="Times New Roman"/>
                <a:cs typeface="Times New Roman"/>
                <a:hlinkClick r:id="rId7"/>
              </a:rPr>
              <a:t>//ww</a:t>
            </a:r>
            <a:r>
              <a:rPr sz="1700" u="sng" spc="-5" dirty="0">
                <a:latin typeface="Times New Roman"/>
                <a:cs typeface="Times New Roman"/>
                <a:hlinkClick r:id="rId7"/>
              </a:rPr>
              <a:t>w</a:t>
            </a:r>
            <a:r>
              <a:rPr sz="1700" u="sng" spc="-2" dirty="0">
                <a:latin typeface="Times New Roman"/>
                <a:cs typeface="Times New Roman"/>
                <a:hlinkClick r:id="rId7"/>
              </a:rPr>
              <a:t>.youtube.</a:t>
            </a:r>
            <a:r>
              <a:rPr sz="1700" u="sng" spc="-10" dirty="0"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5" dirty="0">
                <a:latin typeface="Times New Roman"/>
                <a:cs typeface="Times New Roman"/>
                <a:hlinkClick r:id="rId7"/>
              </a:rPr>
              <a:t>om/</a:t>
            </a:r>
            <a:r>
              <a:rPr sz="1700" u="sng" spc="-2" dirty="0">
                <a:latin typeface="Times New Roman"/>
                <a:cs typeface="Times New Roman"/>
                <a:hlinkClick r:id="rId7"/>
              </a:rPr>
              <a:t>w</a:t>
            </a:r>
            <a:r>
              <a:rPr sz="1700" u="sng" spc="-5" dirty="0"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latin typeface="Times New Roman"/>
                <a:cs typeface="Times New Roman"/>
                <a:hlinkClick r:id="rId7"/>
              </a:rPr>
              <a:t>tch</a:t>
            </a:r>
            <a:r>
              <a:rPr sz="1700" u="sng" spc="-10" dirty="0">
                <a:latin typeface="Times New Roman"/>
                <a:cs typeface="Times New Roman"/>
                <a:hlinkClick r:id="rId7"/>
              </a:rPr>
              <a:t>?</a:t>
            </a:r>
            <a:r>
              <a:rPr sz="1700" u="sng" spc="-5" dirty="0">
                <a:latin typeface="Times New Roman"/>
                <a:cs typeface="Times New Roman"/>
                <a:hlinkClick r:id="rId7"/>
              </a:rPr>
              <a:t>v</a:t>
            </a:r>
            <a:r>
              <a:rPr sz="1700" u="sng" spc="-7" dirty="0">
                <a:latin typeface="Times New Roman"/>
                <a:cs typeface="Times New Roman"/>
                <a:hlinkClick r:id="rId7"/>
              </a:rPr>
              <a:t>=</a:t>
            </a:r>
            <a:r>
              <a:rPr sz="1700" u="sng" dirty="0">
                <a:latin typeface="Times New Roman"/>
                <a:cs typeface="Times New Roman"/>
                <a:hlinkClick r:id="rId7"/>
              </a:rPr>
              <a:t>qX</a:t>
            </a:r>
            <a:r>
              <a:rPr sz="1700" u="sng" spc="2" dirty="0">
                <a:latin typeface="Times New Roman"/>
                <a:cs typeface="Times New Roman"/>
                <a:hlinkClick r:id="rId7"/>
              </a:rPr>
              <a:t>_</a:t>
            </a:r>
            <a:r>
              <a:rPr sz="1700" u="sng" spc="-2" dirty="0">
                <a:latin typeface="Times New Roman"/>
                <a:cs typeface="Times New Roman"/>
                <a:hlinkClick r:id="rId7"/>
              </a:rPr>
              <a:t>rq</a:t>
            </a:r>
            <a:r>
              <a:rPr sz="1700" u="sng" spc="-7" dirty="0">
                <a:latin typeface="Times New Roman"/>
                <a:cs typeface="Times New Roman"/>
                <a:hlinkClick r:id="rId7"/>
              </a:rPr>
              <a:t>L</a:t>
            </a:r>
            <a:r>
              <a:rPr sz="1700" u="sng" spc="2" dirty="0">
                <a:latin typeface="Times New Roman"/>
                <a:cs typeface="Times New Roman"/>
                <a:hlinkClick r:id="rId7"/>
              </a:rPr>
              <a:t>O</a:t>
            </a:r>
            <a:r>
              <a:rPr sz="1700" u="sng" spc="-2" dirty="0">
                <a:latin typeface="Times New Roman"/>
                <a:cs typeface="Times New Roman"/>
                <a:hlinkClick r:id="rId7"/>
              </a:rPr>
              <a:t>-t</a:t>
            </a:r>
            <a:r>
              <a:rPr sz="1700" u="sng" dirty="0">
                <a:latin typeface="Times New Roman"/>
                <a:cs typeface="Times New Roman"/>
                <a:hlinkClick r:id="rId7"/>
              </a:rPr>
              <a:t>kU</a:t>
            </a:r>
            <a:endParaRPr lang="en-US" sz="1700" u="sng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7636554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</TotalTime>
  <Words>1256</Words>
  <Application>Microsoft Office PowerPoint</Application>
  <PresentationFormat>On-screen Show (16:9)</PresentationFormat>
  <Paragraphs>107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Calibri Light</vt:lpstr>
      <vt:lpstr>Courier New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3</cp:revision>
  <dcterms:created xsi:type="dcterms:W3CDTF">2024-12-20T10:46:32Z</dcterms:created>
  <dcterms:modified xsi:type="dcterms:W3CDTF">2024-12-23T08:39:01Z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2024-12-20T00:00:00Z</vt:filetime>
  </property>
  <property fmtid="{D5CDD505-2E9C-101B-9397-08002B2CF9AE}" pid="3" name="LastSaved">
    <vt:filetime>2024-12-20T00:00:00Z</vt:filetime>
  </property>
</Properties>
</file>