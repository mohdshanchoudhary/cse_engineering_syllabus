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2"/>
  </p:notesMasterIdLst>
  <p:sldIdLst>
    <p:sldId id="265" r:id="rId2"/>
    <p:sldId id="272" r:id="rId3"/>
    <p:sldId id="273" r:id="rId4"/>
    <p:sldId id="274" r:id="rId5"/>
    <p:sldId id="286" r:id="rId6"/>
    <p:sldId id="275" r:id="rId7"/>
    <p:sldId id="276" r:id="rId8"/>
    <p:sldId id="277" r:id="rId9"/>
    <p:sldId id="278" r:id="rId10"/>
    <p:sldId id="287" r:id="rId11"/>
    <p:sldId id="279" r:id="rId12"/>
    <p:sldId id="280" r:id="rId13"/>
    <p:sldId id="288" r:id="rId14"/>
    <p:sldId id="281" r:id="rId15"/>
    <p:sldId id="282" r:id="rId16"/>
    <p:sldId id="283" r:id="rId17"/>
    <p:sldId id="289" r:id="rId18"/>
    <p:sldId id="284" r:id="rId19"/>
    <p:sldId id="285" r:id="rId20"/>
    <p:sldId id="290" r:id="rId21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4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859" y="62"/>
      </p:cViewPr>
      <p:guideLst>
        <p:guide orient="horz" pos="2880"/>
        <p:guide pos="54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47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0928" y="1183403"/>
            <a:ext cx="15683508" cy="556056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474" spc="-7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5249" y="6947467"/>
            <a:ext cx="15683508" cy="1782233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742" cap="all" spc="312" baseline="0">
                <a:solidFill>
                  <a:schemeClr val="tx2"/>
                </a:solidFill>
                <a:latin typeface="+mj-lt"/>
              </a:defRPr>
            </a:lvl1pPr>
            <a:lvl2pPr marL="712866" indent="0" algn="ctr">
              <a:buNone/>
              <a:defRPr sz="3742"/>
            </a:lvl2pPr>
            <a:lvl3pPr marL="1425732" indent="0" algn="ctr">
              <a:buNone/>
              <a:defRPr sz="3742"/>
            </a:lvl3pPr>
            <a:lvl4pPr marL="2138599" indent="0" algn="ctr">
              <a:buNone/>
              <a:defRPr sz="3118"/>
            </a:lvl4pPr>
            <a:lvl5pPr marL="2851465" indent="0" algn="ctr">
              <a:buNone/>
              <a:defRPr sz="3118"/>
            </a:lvl5pPr>
            <a:lvl6pPr marL="3564331" indent="0" algn="ctr">
              <a:buNone/>
              <a:defRPr sz="3118"/>
            </a:lvl6pPr>
            <a:lvl7pPr marL="4277197" indent="0" algn="ctr">
              <a:buNone/>
              <a:defRPr sz="3118"/>
            </a:lvl7pPr>
            <a:lvl8pPr marL="4990064" indent="0" algn="ctr">
              <a:buNone/>
              <a:defRPr sz="3118"/>
            </a:lvl8pPr>
            <a:lvl9pPr marL="5702930" indent="0" algn="ctr">
              <a:buNone/>
              <a:defRPr sz="311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83034" y="6772487"/>
            <a:ext cx="1539835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503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28" y="1183403"/>
            <a:ext cx="15683508" cy="5560568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474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6943581"/>
            <a:ext cx="15683508" cy="1782233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742" cap="all" spc="312" baseline="0">
                <a:solidFill>
                  <a:schemeClr val="tx2"/>
                </a:solidFill>
                <a:latin typeface="+mj-lt"/>
              </a:defRPr>
            </a:lvl1pPr>
            <a:lvl2pPr marL="712866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83034" y="6772487"/>
            <a:ext cx="1539835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29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0926" y="2877978"/>
            <a:ext cx="7699177" cy="627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95260" y="2877980"/>
            <a:ext cx="7699177" cy="627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30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2878473"/>
            <a:ext cx="7699177" cy="114805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118" b="0" cap="all" baseline="0">
                <a:solidFill>
                  <a:schemeClr val="tx2"/>
                </a:solidFill>
              </a:defRPr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0928" y="4026528"/>
            <a:ext cx="7699177" cy="5267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95260" y="2878473"/>
            <a:ext cx="7699177" cy="1148055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118" b="0" cap="all" baseline="0">
                <a:solidFill>
                  <a:schemeClr val="tx2"/>
                </a:solidFill>
              </a:defRPr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95260" y="4026528"/>
            <a:ext cx="7699177" cy="5267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26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5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6" y="0"/>
            <a:ext cx="6316175" cy="1069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299460" y="0"/>
            <a:ext cx="99804" cy="1069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87" y="926760"/>
            <a:ext cx="4990207" cy="3564467"/>
          </a:xfrm>
        </p:spPr>
        <p:txBody>
          <a:bodyPr anchor="b">
            <a:normAutofit/>
          </a:bodyPr>
          <a:lstStyle>
            <a:lvl1pPr>
              <a:defRPr sz="5613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5311" y="1140630"/>
            <a:ext cx="10122992" cy="81982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887" y="4562518"/>
            <a:ext cx="4990207" cy="526893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339">
                <a:solidFill>
                  <a:srgbClr val="FFFFFF"/>
                </a:solidFill>
              </a:defRPr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5847" y="10072480"/>
            <a:ext cx="4082898" cy="5693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485311" y="10072480"/>
            <a:ext cx="7247682" cy="569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7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723011"/>
            <a:ext cx="19005362" cy="2970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4" y="7663878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928" y="7913116"/>
            <a:ext cx="15769055" cy="1283208"/>
          </a:xfrm>
        </p:spPr>
        <p:txBody>
          <a:bodyPr lIns="91440" tIns="0" rIns="91440" bIns="0" anchor="b">
            <a:noAutofit/>
          </a:bodyPr>
          <a:lstStyle>
            <a:lvl1pPr>
              <a:defRPr sz="5613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" y="0"/>
            <a:ext cx="19010290" cy="7663878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989">
                <a:solidFill>
                  <a:schemeClr val="bg1"/>
                </a:solidFill>
              </a:defRPr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0928" y="9210580"/>
            <a:ext cx="15769055" cy="926761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36"/>
              </a:spcAft>
              <a:buNone/>
              <a:defRPr sz="2339">
                <a:solidFill>
                  <a:srgbClr val="FFFFFF"/>
                </a:solidFill>
              </a:defRPr>
            </a:lvl1pPr>
            <a:lvl2pPr marL="712866" indent="0">
              <a:buNone/>
              <a:defRPr sz="1871"/>
            </a:lvl2pPr>
            <a:lvl3pPr marL="1425732" indent="0">
              <a:buNone/>
              <a:defRPr sz="1559"/>
            </a:lvl3pPr>
            <a:lvl4pPr marL="2138599" indent="0">
              <a:buNone/>
              <a:defRPr sz="1403"/>
            </a:lvl4pPr>
            <a:lvl5pPr marL="2851465" indent="0">
              <a:buNone/>
              <a:defRPr sz="1403"/>
            </a:lvl5pPr>
            <a:lvl6pPr marL="3564331" indent="0">
              <a:buNone/>
              <a:defRPr sz="1403"/>
            </a:lvl6pPr>
            <a:lvl7pPr marL="4277197" indent="0">
              <a:buNone/>
              <a:defRPr sz="1403"/>
            </a:lvl7pPr>
            <a:lvl8pPr marL="4990064" indent="0">
              <a:buNone/>
              <a:defRPr sz="1403"/>
            </a:lvl8pPr>
            <a:lvl9pPr marL="5702930" indent="0">
              <a:buNone/>
              <a:defRPr sz="1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0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9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52" y="9980507"/>
            <a:ext cx="19005362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4" y="9876841"/>
            <a:ext cx="19005362" cy="998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646747"/>
            <a:ext cx="4099099" cy="89773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646746"/>
            <a:ext cx="12059667" cy="8977314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65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980507"/>
            <a:ext cx="19010313" cy="7128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876841"/>
            <a:ext cx="19010315" cy="1029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0928" y="446889"/>
            <a:ext cx="15683508" cy="22621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0928" y="2877978"/>
            <a:ext cx="15683508" cy="627346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0929" y="10072480"/>
            <a:ext cx="3854876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7665" y="10072480"/>
            <a:ext cx="7519932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37239" y="10072480"/>
            <a:ext cx="2045768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7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861009" y="2709751"/>
            <a:ext cx="1554093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7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1425732" rtl="0" eaLnBrk="1" latinLnBrk="0" hangingPunct="1">
        <a:lnSpc>
          <a:spcPct val="85000"/>
        </a:lnSpc>
        <a:spcBef>
          <a:spcPct val="0"/>
        </a:spcBef>
        <a:buNone/>
        <a:defRPr sz="7484" kern="1200" spc="-7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42573" indent="-142573" algn="l" defTabSz="1425732" rtl="0" eaLnBrk="1" latinLnBrk="0" hangingPunct="1">
        <a:lnSpc>
          <a:spcPct val="90000"/>
        </a:lnSpc>
        <a:spcBef>
          <a:spcPts val="1871"/>
        </a:spcBef>
        <a:spcAft>
          <a:spcPts val="312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11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98808" indent="-285146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8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83954" indent="-285146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69101" indent="-285146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54247" indent="-285146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15120" indent="-356433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26960" indent="-356433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338800" indent="-356433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650640" indent="-356433" algn="l" defTabSz="1425732" rtl="0" eaLnBrk="1" latinLnBrk="0" hangingPunct="1">
        <a:lnSpc>
          <a:spcPct val="90000"/>
        </a:lnSpc>
        <a:spcBef>
          <a:spcPts val="312"/>
        </a:spcBef>
        <a:spcAft>
          <a:spcPts val="624"/>
        </a:spcAft>
        <a:buClr>
          <a:schemeClr val="accent1"/>
        </a:buClr>
        <a:buFont typeface="Calibri" pitchFamily="34" charset="0"/>
        <a:buChar char="◦"/>
        <a:defRPr sz="21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study.com/academy/lesson/arithmetic-logic-unit-alu-definition-design-function.html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svecw.edu.in/Docs%5CITIIBTechIISemLecCOA.pdf" TargetMode="External"/><Relationship Id="rId12" Type="http://schemas.openxmlformats.org/officeDocument/2006/relationships/hyperlink" Target="http://www.youtube.com/watch?v=WLKGmfiorcQ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ddegjust.ac.in/studymaterial/msc-cs/ms-07.pdf" TargetMode="External"/><Relationship Id="rId11" Type="http://schemas.openxmlformats.org/officeDocument/2006/relationships/hyperlink" Target="http://www.youtube.com/watch?v=fpnE6UAfbtU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://www.youtube.com/watch?v=Z5JC9Ve1sfI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tutorialspoint.com/computer_logical_organization/cpu_architecture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1999456" y="2984500"/>
            <a:ext cx="15011400" cy="3850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Institute of Engineering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</a:t>
            </a:r>
            <a:r>
              <a:rPr lang="en-US" sz="4600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</a:t>
            </a: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742156" y="7937500"/>
            <a:ext cx="4914900" cy="1677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D2AC-F59B-7C7B-B610-436561CE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D7BF8-4A4A-186F-7255-6B9F5DD6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AADF8-39BC-17D9-F2AA-73458378EB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8B328CD-1EEF-20FF-5BA2-6E2D73C881D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0D5134-3527-37C9-246C-24705F3B66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808956" y="1689100"/>
            <a:ext cx="15544800" cy="4580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0795" algn="just"/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ntr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5" dirty="0">
                <a:latin typeface="Times New Roman"/>
                <a:cs typeface="Times New Roman"/>
              </a:rPr>
              <a:t>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</a:t>
            </a:r>
            <a:r>
              <a:rPr sz="2600" dirty="0">
                <a:latin typeface="Times New Roman"/>
                <a:cs typeface="Times New Roman"/>
              </a:rPr>
              <a:t>ing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Uni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(CP</a:t>
            </a:r>
            <a:r>
              <a:rPr sz="2600" spc="-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)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prim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ry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omponent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spons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ble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5" dirty="0">
                <a:latin typeface="Times New Roman"/>
                <a:cs typeface="Times New Roman"/>
              </a:rPr>
              <a:t>int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rp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ng</a:t>
            </a:r>
            <a:r>
              <a:rPr sz="2600" spc="-15" dirty="0">
                <a:latin typeface="Times New Roman"/>
                <a:cs typeface="Times New Roman"/>
              </a:rPr>
              <a:t> 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15" dirty="0">
                <a:latin typeface="Times New Roman"/>
                <a:cs typeface="Times New Roman"/>
              </a:rPr>
              <a:t> e</a:t>
            </a:r>
            <a:r>
              <a:rPr sz="2600" spc="-10" dirty="0">
                <a:latin typeface="Times New Roman"/>
                <a:cs typeface="Times New Roman"/>
              </a:rPr>
              <a:t>x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uti</a:t>
            </a:r>
            <a:r>
              <a:rPr sz="2600" dirty="0">
                <a:latin typeface="Times New Roman"/>
                <a:cs typeface="Times New Roman"/>
              </a:rPr>
              <a:t>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ons.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oft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fe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"b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in"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r. 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niz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  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ar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hit</a:t>
            </a:r>
            <a:r>
              <a:rPr sz="2600" spc="-15" dirty="0">
                <a:latin typeface="Times New Roman"/>
                <a:cs typeface="Times New Roman"/>
              </a:rPr>
              <a:t>ec</a:t>
            </a:r>
            <a:r>
              <a:rPr sz="2600" spc="-5" dirty="0">
                <a:latin typeface="Times New Roman"/>
                <a:cs typeface="Times New Roman"/>
              </a:rPr>
              <a:t>tu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 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 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ca</a:t>
            </a:r>
            <a:r>
              <a:rPr sz="2600" dirty="0">
                <a:latin typeface="Times New Roman"/>
                <a:cs typeface="Times New Roman"/>
              </a:rPr>
              <a:t>n 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b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b</a:t>
            </a:r>
            <a:r>
              <a:rPr sz="2600" spc="-10" dirty="0">
                <a:latin typeface="Times New Roman"/>
                <a:cs typeface="Times New Roman"/>
              </a:rPr>
              <a:t>rok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  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down 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</a:t>
            </a:r>
            <a:r>
              <a:rPr sz="2600" dirty="0">
                <a:latin typeface="Times New Roman"/>
                <a:cs typeface="Times New Roman"/>
              </a:rPr>
              <a:t>o 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rious </a:t>
            </a:r>
            <a:r>
              <a:rPr sz="2600" spc="-5" dirty="0">
                <a:latin typeface="Times New Roman"/>
                <a:cs typeface="Times New Roman"/>
              </a:rPr>
              <a:t>subc</a:t>
            </a:r>
            <a:r>
              <a:rPr sz="2600" spc="-10" dirty="0">
                <a:latin typeface="Times New Roman"/>
                <a:cs typeface="Times New Roman"/>
              </a:rPr>
              <a:t>omponents,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eac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wit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 s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ec</a:t>
            </a:r>
            <a:r>
              <a:rPr sz="2600" spc="-5" dirty="0">
                <a:latin typeface="Times New Roman"/>
                <a:cs typeface="Times New Roman"/>
              </a:rPr>
              <a:t>ific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spons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bilities.</a:t>
            </a: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2700" algn="just"/>
            <a:r>
              <a:rPr sz="2600" b="1" spc="-5" dirty="0">
                <a:latin typeface="Times New Roman"/>
                <a:cs typeface="Times New Roman"/>
              </a:rPr>
              <a:t>Co</a:t>
            </a:r>
            <a:r>
              <a:rPr sz="2600" b="1" spc="5" dirty="0">
                <a:latin typeface="Times New Roman"/>
                <a:cs typeface="Times New Roman"/>
              </a:rPr>
              <a:t>m</a:t>
            </a:r>
            <a:r>
              <a:rPr sz="2600" b="1" dirty="0">
                <a:latin typeface="Times New Roman"/>
                <a:cs typeface="Times New Roman"/>
              </a:rPr>
              <a:t>pon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nts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of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the </a:t>
            </a:r>
            <a:r>
              <a:rPr sz="2600" b="1" spc="-10" dirty="0">
                <a:latin typeface="Times New Roman"/>
                <a:cs typeface="Times New Roman"/>
              </a:rPr>
              <a:t>C</a:t>
            </a:r>
            <a:r>
              <a:rPr sz="2600" b="1" dirty="0">
                <a:latin typeface="Times New Roman"/>
                <a:cs typeface="Times New Roman"/>
              </a:rPr>
              <a:t>PU</a:t>
            </a:r>
            <a:endParaRPr sz="2600" dirty="0">
              <a:latin typeface="Times New Roman"/>
              <a:cs typeface="Times New Roman"/>
            </a:endParaRPr>
          </a:p>
          <a:p>
            <a:pPr marL="241300">
              <a:spcBef>
                <a:spcPts val="745"/>
              </a:spcBef>
            </a:pPr>
            <a:endParaRPr lang="en-US" sz="2600" b="1" dirty="0">
              <a:latin typeface="Times New Roman"/>
              <a:cs typeface="Times New Roman"/>
            </a:endParaRPr>
          </a:p>
          <a:p>
            <a:pPr marL="241300">
              <a:spcBef>
                <a:spcPts val="745"/>
              </a:spcBef>
            </a:pPr>
            <a:r>
              <a:rPr sz="2600" b="1" dirty="0">
                <a:latin typeface="Times New Roman"/>
                <a:cs typeface="Times New Roman"/>
              </a:rPr>
              <a:t>1.  </a:t>
            </a:r>
            <a:r>
              <a:rPr sz="2600" b="1" spc="-5" dirty="0">
                <a:latin typeface="Times New Roman"/>
                <a:cs typeface="Times New Roman"/>
              </a:rPr>
              <a:t> Cont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spc="-5" dirty="0">
                <a:latin typeface="Times New Roman"/>
                <a:cs typeface="Times New Roman"/>
              </a:rPr>
              <a:t>ol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U</a:t>
            </a:r>
            <a:r>
              <a:rPr sz="2600" b="1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it</a:t>
            </a:r>
            <a:endParaRPr sz="2600" dirty="0">
              <a:latin typeface="Times New Roman"/>
              <a:cs typeface="Times New Roman"/>
            </a:endParaRPr>
          </a:p>
          <a:p>
            <a:pPr marL="469265" marR="5080" algn="just">
              <a:spcBef>
                <a:spcPts val="30"/>
              </a:spcBef>
            </a:pPr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ontrol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un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omponent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15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’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(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ntr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</a:t>
            </a:r>
            <a:r>
              <a:rPr sz="2600" dirty="0">
                <a:latin typeface="Times New Roman"/>
                <a:cs typeface="Times New Roman"/>
              </a:rPr>
              <a:t>ing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unit</a:t>
            </a:r>
            <a:r>
              <a:rPr sz="2600" dirty="0">
                <a:latin typeface="Times New Roman"/>
                <a:cs typeface="Times New Roman"/>
              </a:rPr>
              <a:t>) </a:t>
            </a:r>
            <a:r>
              <a:rPr sz="2600" spc="-5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 dir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ts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sso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’</a:t>
            </a:r>
            <a:r>
              <a:rPr sz="2600" dirty="0">
                <a:latin typeface="Times New Roman"/>
                <a:cs typeface="Times New Roman"/>
              </a:rPr>
              <a:t>s 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on. </a:t>
            </a:r>
            <a:r>
              <a:rPr sz="2600" spc="-5" dirty="0">
                <a:latin typeface="Times New Roman"/>
                <a:cs typeface="Times New Roman"/>
              </a:rPr>
              <a:t> Joh</a:t>
            </a:r>
            <a:r>
              <a:rPr sz="2600" dirty="0">
                <a:latin typeface="Times New Roman"/>
                <a:cs typeface="Times New Roman"/>
              </a:rPr>
              <a:t>n  von </a:t>
            </a:r>
            <a:r>
              <a:rPr sz="2600" spc="-5" dirty="0">
                <a:latin typeface="Times New Roman"/>
                <a:cs typeface="Times New Roman"/>
              </a:rPr>
              <a:t> N</a:t>
            </a:r>
            <a:r>
              <a:rPr sz="2600" spc="-10" dirty="0">
                <a:latin typeface="Times New Roman"/>
                <a:cs typeface="Times New Roman"/>
              </a:rPr>
              <a:t>eumann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 includ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5" dirty="0">
                <a:latin typeface="Times New Roman"/>
                <a:cs typeface="Times New Roman"/>
              </a:rPr>
              <a:t> it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5" dirty="0">
                <a:latin typeface="Times New Roman"/>
                <a:cs typeface="Times New Roman"/>
              </a:rPr>
              <a:t>his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Von N</a:t>
            </a:r>
            <a:r>
              <a:rPr sz="2600" spc="-10" dirty="0">
                <a:latin typeface="Times New Roman"/>
                <a:cs typeface="Times New Roman"/>
              </a:rPr>
              <a:t>eumann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hite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tur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.  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ontrol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uni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’</a:t>
            </a:r>
            <a:r>
              <a:rPr sz="2600" dirty="0">
                <a:latin typeface="Times New Roman"/>
                <a:cs typeface="Times New Roman"/>
              </a:rPr>
              <a:t>s  </a:t>
            </a:r>
            <a:r>
              <a:rPr sz="2600" spc="-15" dirty="0">
                <a:latin typeface="Times New Roman"/>
                <a:cs typeface="Times New Roman"/>
              </a:rPr>
              <a:t> j</a:t>
            </a:r>
            <a:r>
              <a:rPr sz="2600" dirty="0">
                <a:latin typeface="Times New Roman"/>
                <a:cs typeface="Times New Roman"/>
              </a:rPr>
              <a:t>ob  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’</a:t>
            </a:r>
            <a:r>
              <a:rPr sz="2600" dirty="0">
                <a:latin typeface="Times New Roman"/>
                <a:cs typeface="Times New Roman"/>
              </a:rPr>
              <a:t>s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rithm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/logic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unit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-2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mory,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input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out</a:t>
            </a:r>
            <a:r>
              <a:rPr sz="2600" spc="-20" dirty="0">
                <a:latin typeface="Times New Roman"/>
                <a:cs typeface="Times New Roman"/>
              </a:rPr>
              <a:t>p</a:t>
            </a:r>
            <a:r>
              <a:rPr sz="2600" spc="-5" dirty="0">
                <a:latin typeface="Times New Roman"/>
                <a:cs typeface="Times New Roman"/>
              </a:rPr>
              <a:t>ut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vic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spon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 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supp</a:t>
            </a:r>
            <a:r>
              <a:rPr sz="2600" spc="-5" dirty="0">
                <a:latin typeface="Times New Roman"/>
                <a:cs typeface="Times New Roman"/>
              </a:rPr>
              <a:t>lied to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he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AD38D74-07EA-8EF2-DC0C-7E4FD2BE36D5}"/>
              </a:ext>
            </a:extLst>
          </p:cNvPr>
          <p:cNvSpPr txBox="1"/>
          <p:nvPr/>
        </p:nvSpPr>
        <p:spPr>
          <a:xfrm>
            <a:off x="7615911" y="844490"/>
            <a:ext cx="9906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/>
            <a:r>
              <a:rPr sz="3200" b="1" spc="-10" dirty="0">
                <a:latin typeface="Times New Roman"/>
                <a:cs typeface="Times New Roman"/>
              </a:rPr>
              <a:t>C</a:t>
            </a:r>
            <a:r>
              <a:rPr sz="3200" b="1" dirty="0">
                <a:latin typeface="Times New Roman"/>
                <a:cs typeface="Times New Roman"/>
              </a:rPr>
              <a:t>P</a:t>
            </a:r>
            <a:r>
              <a:rPr sz="3200" b="1" spc="-5" dirty="0">
                <a:latin typeface="Times New Roman"/>
                <a:cs typeface="Times New Roman"/>
              </a:rPr>
              <a:t>U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71356" y="6413500"/>
            <a:ext cx="6934200" cy="34354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322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D2AC-F59B-7C7B-B610-436561CE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D7BF8-4A4A-186F-7255-6B9F5DD6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AADF8-39BC-17D9-F2AA-73458378EB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8B328CD-1EEF-20FF-5BA2-6E2D73C881D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0D5134-3527-37C9-246C-24705F3B66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1961356" y="1565776"/>
            <a:ext cx="15087600" cy="5239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 algn="just"/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ontrol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unit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f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tch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rn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progr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ions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0" dirty="0">
                <a:latin typeface="Times New Roman"/>
                <a:cs typeface="Times New Roman"/>
              </a:rPr>
              <a:t>rom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main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mory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pro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sso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ster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-15" dirty="0">
                <a:latin typeface="Times New Roman"/>
                <a:cs typeface="Times New Roman"/>
              </a:rPr>
              <a:t> 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spc="-10" dirty="0">
                <a:latin typeface="Times New Roman"/>
                <a:cs typeface="Times New Roman"/>
              </a:rPr>
              <a:t> 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ntrol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 b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se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ontents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thi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5" dirty="0">
                <a:latin typeface="Times New Roman"/>
                <a:cs typeface="Times New Roman"/>
              </a:rPr>
              <a:t>to supervise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x</a:t>
            </a:r>
            <a:r>
              <a:rPr sz="2600" spc="-15" dirty="0">
                <a:latin typeface="Times New Roman"/>
                <a:cs typeface="Times New Roman"/>
              </a:rPr>
              <a:t>ec</a:t>
            </a:r>
            <a:r>
              <a:rPr sz="2600" spc="-5" dirty="0">
                <a:latin typeface="Times New Roman"/>
                <a:cs typeface="Times New Roman"/>
              </a:rPr>
              <a:t>uti</a:t>
            </a:r>
            <a:r>
              <a:rPr sz="2600" dirty="0">
                <a:latin typeface="Times New Roman"/>
                <a:cs typeface="Times New Roman"/>
              </a:rPr>
              <a:t>on of</a:t>
            </a:r>
            <a:r>
              <a:rPr sz="2600" spc="-5" dirty="0">
                <a:latin typeface="Times New Roman"/>
                <a:cs typeface="Times New Roman"/>
              </a:rPr>
              <a:t> the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 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ons.</a:t>
            </a:r>
          </a:p>
          <a:p>
            <a:pPr>
              <a:spcBef>
                <a:spcPts val="19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2700" algn="just"/>
            <a:r>
              <a:rPr sz="2600" b="1" spc="-10" dirty="0">
                <a:latin typeface="Times New Roman"/>
                <a:cs typeface="Times New Roman"/>
              </a:rPr>
              <a:t>Wo</a:t>
            </a:r>
            <a:r>
              <a:rPr sz="2600" b="1" spc="-15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k</a:t>
            </a:r>
            <a:r>
              <a:rPr sz="2600" b="1" spc="-5" dirty="0">
                <a:latin typeface="Times New Roman"/>
                <a:cs typeface="Times New Roman"/>
              </a:rPr>
              <a:t>in</a:t>
            </a:r>
            <a:r>
              <a:rPr sz="2600" b="1" dirty="0">
                <a:latin typeface="Times New Roman"/>
                <a:cs typeface="Times New Roman"/>
              </a:rPr>
              <a:t>g of </a:t>
            </a:r>
            <a:r>
              <a:rPr sz="2600" b="1" spc="-10" dirty="0">
                <a:latin typeface="Times New Roman"/>
                <a:cs typeface="Times New Roman"/>
              </a:rPr>
              <a:t>C</a:t>
            </a:r>
            <a:r>
              <a:rPr sz="2600" b="1" dirty="0">
                <a:latin typeface="Times New Roman"/>
                <a:cs typeface="Times New Roman"/>
              </a:rPr>
              <a:t>on</a:t>
            </a:r>
            <a:r>
              <a:rPr sz="2600" b="1" spc="-5" dirty="0">
                <a:latin typeface="Times New Roman"/>
                <a:cs typeface="Times New Roman"/>
              </a:rPr>
              <a:t>t</a:t>
            </a:r>
            <a:r>
              <a:rPr sz="2600" b="1" spc="-20" dirty="0">
                <a:latin typeface="Times New Roman"/>
                <a:cs typeface="Times New Roman"/>
              </a:rPr>
              <a:t>r</a:t>
            </a:r>
            <a:r>
              <a:rPr sz="2600" b="1" spc="-5" dirty="0">
                <a:latin typeface="Times New Roman"/>
                <a:cs typeface="Times New Roman"/>
              </a:rPr>
              <a:t>ol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U</a:t>
            </a:r>
            <a:r>
              <a:rPr sz="2600" b="1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it</a:t>
            </a:r>
            <a:endParaRPr sz="2600" dirty="0">
              <a:latin typeface="Times New Roman"/>
              <a:cs typeface="Times New Roman"/>
            </a:endParaRPr>
          </a:p>
          <a:p>
            <a:pPr marL="12700" marR="5080" algn="just">
              <a:spcBef>
                <a:spcPts val="65"/>
              </a:spcBef>
            </a:pPr>
            <a:endParaRPr lang="en-US" sz="2600" dirty="0">
              <a:latin typeface="Times New Roman"/>
              <a:cs typeface="Times New Roman"/>
            </a:endParaRPr>
          </a:p>
          <a:p>
            <a:pPr marL="12700" marR="5080" algn="just">
              <a:spcBef>
                <a:spcPts val="65"/>
              </a:spcBef>
            </a:pP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ontrol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unit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ives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ta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0" dirty="0">
                <a:latin typeface="Times New Roman"/>
                <a:cs typeface="Times New Roman"/>
              </a:rPr>
              <a:t>rom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10" dirty="0">
                <a:latin typeface="Times New Roman"/>
                <a:cs typeface="Times New Roman"/>
              </a:rPr>
              <a:t>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translat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ontrol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signal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 subsequ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ntl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liv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ce</a:t>
            </a:r>
            <a:r>
              <a:rPr sz="2600" spc="-5" dirty="0">
                <a:latin typeface="Times New Roman"/>
                <a:cs typeface="Times New Roman"/>
              </a:rPr>
              <a:t>ntr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r.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sso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10" dirty="0">
                <a:latin typeface="Times New Roman"/>
                <a:cs typeface="Times New Roman"/>
              </a:rPr>
              <a:t>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then</a:t>
            </a:r>
            <a:r>
              <a:rPr sz="2600" spc="-5" dirty="0">
                <a:latin typeface="Times New Roman"/>
                <a:cs typeface="Times New Roman"/>
              </a:rPr>
              <a:t> 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associa</a:t>
            </a:r>
            <a:r>
              <a:rPr sz="2600" spc="-5" dirty="0">
                <a:latin typeface="Times New Roman"/>
                <a:cs typeface="Times New Roman"/>
              </a:rPr>
              <a:t>ted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rd</a:t>
            </a:r>
            <a:r>
              <a:rPr sz="2600" spc="-10" dirty="0">
                <a:latin typeface="Times New Roman"/>
                <a:cs typeface="Times New Roman"/>
              </a:rPr>
              <a:t>w</a:t>
            </a:r>
            <a:r>
              <a:rPr sz="2600" spc="-5" dirty="0">
                <a:latin typeface="Times New Roman"/>
                <a:cs typeface="Times New Roman"/>
              </a:rPr>
              <a:t>are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wh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do.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</a:t>
            </a:r>
            <a:r>
              <a:rPr sz="2600" spc="-15" dirty="0">
                <a:latin typeface="Times New Roman"/>
                <a:cs typeface="Times New Roman"/>
              </a:rPr>
              <a:t>eca</a:t>
            </a:r>
            <a:r>
              <a:rPr sz="2600" dirty="0">
                <a:latin typeface="Times New Roman"/>
                <a:cs typeface="Times New Roman"/>
              </a:rPr>
              <a:t>use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hit</a:t>
            </a:r>
            <a:r>
              <a:rPr sz="2600" spc="-15" dirty="0">
                <a:latin typeface="Times New Roman"/>
                <a:cs typeface="Times New Roman"/>
              </a:rPr>
              <a:t>ec</a:t>
            </a:r>
            <a:r>
              <a:rPr sz="2600" spc="25" dirty="0">
                <a:latin typeface="Times New Roman"/>
                <a:cs typeface="Times New Roman"/>
              </a:rPr>
              <a:t>t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spc="-5" dirty="0">
                <a:latin typeface="Times New Roman"/>
                <a:cs typeface="Times New Roman"/>
              </a:rPr>
              <a:t>re dif</a:t>
            </a:r>
            <a:r>
              <a:rPr sz="2600" spc="-10" dirty="0">
                <a:latin typeface="Times New Roman"/>
                <a:cs typeface="Times New Roman"/>
              </a:rPr>
              <a:t>fe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f</a:t>
            </a:r>
            <a:r>
              <a:rPr sz="2600" spc="-10" dirty="0">
                <a:latin typeface="Times New Roman"/>
                <a:cs typeface="Times New Roman"/>
              </a:rPr>
              <a:t>rom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manu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ture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manu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tur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fu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form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ntrol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unit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nd</a:t>
            </a:r>
            <a:r>
              <a:rPr sz="2600" spc="-5" dirty="0">
                <a:latin typeface="Times New Roman"/>
                <a:cs typeface="Times New Roman"/>
              </a:rPr>
              <a:t>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 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 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type.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spc="-25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following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som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x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mpl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vic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quiring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ont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ol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unit: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 algn="just"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s or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ntr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spc="-5" dirty="0">
                <a:latin typeface="Times New Roman"/>
                <a:cs typeface="Times New Roman"/>
              </a:rPr>
              <a:t>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</a:t>
            </a:r>
            <a:r>
              <a:rPr sz="2600" dirty="0">
                <a:latin typeface="Times New Roman"/>
                <a:cs typeface="Times New Roman"/>
              </a:rPr>
              <a:t>ing </a:t>
            </a:r>
            <a:r>
              <a:rPr sz="2600" spc="-15" dirty="0">
                <a:latin typeface="Times New Roman"/>
                <a:cs typeface="Times New Roman"/>
              </a:rPr>
              <a:t>Units</a:t>
            </a:r>
            <a:endParaRPr sz="2600" dirty="0">
              <a:latin typeface="Times New Roman"/>
              <a:cs typeface="Times New Roman"/>
            </a:endParaRPr>
          </a:p>
          <a:p>
            <a:pPr marL="241300" indent="-228600" algn="just">
              <a:spcBef>
                <a:spcPts val="5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2600" spc="-5" dirty="0">
                <a:latin typeface="Times New Roman"/>
                <a:cs typeface="Times New Roman"/>
              </a:rPr>
              <a:t>GPU</a:t>
            </a:r>
            <a:r>
              <a:rPr sz="2600" dirty="0">
                <a:latin typeface="Times New Roman"/>
                <a:cs typeface="Times New Roman"/>
              </a:rPr>
              <a:t>s or </a:t>
            </a:r>
            <a:r>
              <a:rPr sz="2600" spc="-5" dirty="0">
                <a:latin typeface="Times New Roman"/>
                <a:cs typeface="Times New Roman"/>
              </a:rPr>
              <a:t>Gr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phics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ess</a:t>
            </a:r>
            <a:r>
              <a:rPr sz="2600" dirty="0">
                <a:latin typeface="Times New Roman"/>
                <a:cs typeface="Times New Roman"/>
              </a:rPr>
              <a:t>ing </a:t>
            </a:r>
            <a:r>
              <a:rPr sz="2600" spc="-15" dirty="0">
                <a:latin typeface="Times New Roman"/>
                <a:cs typeface="Times New Roman"/>
              </a:rPr>
              <a:t>Units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6"/>
          <p:cNvSpPr/>
          <p:nvPr/>
        </p:nvSpPr>
        <p:spPr>
          <a:xfrm>
            <a:off x="7371556" y="6184900"/>
            <a:ext cx="5181600" cy="2743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 txBox="1"/>
          <p:nvPr/>
        </p:nvSpPr>
        <p:spPr>
          <a:xfrm>
            <a:off x="8590756" y="9127624"/>
            <a:ext cx="30480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i="1" dirty="0">
                <a:latin typeface="Times New Roman"/>
                <a:cs typeface="Times New Roman"/>
              </a:rPr>
              <a:t>Block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dia</a:t>
            </a:r>
            <a:r>
              <a:rPr i="1" spc="-15" dirty="0">
                <a:latin typeface="Times New Roman"/>
                <a:cs typeface="Times New Roman"/>
              </a:rPr>
              <a:t>g</a:t>
            </a:r>
            <a:r>
              <a:rPr i="1" spc="-5" dirty="0">
                <a:latin typeface="Times New Roman"/>
                <a:cs typeface="Times New Roman"/>
              </a:rPr>
              <a:t>ra</a:t>
            </a:r>
            <a:r>
              <a:rPr i="1" dirty="0">
                <a:latin typeface="Times New Roman"/>
                <a:cs typeface="Times New Roman"/>
              </a:rPr>
              <a:t>m of</a:t>
            </a:r>
            <a:r>
              <a:rPr i="1" spc="-10" dirty="0">
                <a:latin typeface="Times New Roman"/>
                <a:cs typeface="Times New Roman"/>
              </a:rPr>
              <a:t> </a:t>
            </a:r>
            <a:r>
              <a:rPr i="1" spc="-5" dirty="0">
                <a:latin typeface="Times New Roman"/>
                <a:cs typeface="Times New Roman"/>
              </a:rPr>
              <a:t>C</a:t>
            </a:r>
            <a:r>
              <a:rPr i="1" dirty="0">
                <a:latin typeface="Times New Roman"/>
                <a:cs typeface="Times New Roman"/>
              </a:rPr>
              <a:t>on</a:t>
            </a:r>
            <a:r>
              <a:rPr i="1" spc="-10" dirty="0">
                <a:latin typeface="Times New Roman"/>
                <a:cs typeface="Times New Roman"/>
              </a:rPr>
              <a:t>t</a:t>
            </a:r>
            <a:r>
              <a:rPr i="1" spc="-5" dirty="0">
                <a:latin typeface="Times New Roman"/>
                <a:cs typeface="Times New Roman"/>
              </a:rPr>
              <a:t>ro</a:t>
            </a:r>
            <a:r>
              <a:rPr i="1" dirty="0">
                <a:latin typeface="Times New Roman"/>
                <a:cs typeface="Times New Roman"/>
              </a:rPr>
              <a:t>l</a:t>
            </a:r>
            <a:r>
              <a:rPr i="1" spc="-5" dirty="0">
                <a:latin typeface="Times New Roman"/>
                <a:cs typeface="Times New Roman"/>
              </a:rPr>
              <a:t> </a:t>
            </a:r>
            <a:r>
              <a:rPr i="1" spc="-10" dirty="0">
                <a:latin typeface="Times New Roman"/>
                <a:cs typeface="Times New Roman"/>
              </a:rPr>
              <a:t>U</a:t>
            </a:r>
            <a:r>
              <a:rPr i="1" dirty="0">
                <a:latin typeface="Times New Roman"/>
                <a:cs typeface="Times New Roman"/>
              </a:rPr>
              <a:t>nit</a:t>
            </a:r>
            <a:endParaRPr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228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D2AC-F59B-7C7B-B610-436561CE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D7BF8-4A4A-186F-7255-6B9F5DD6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AADF8-39BC-17D9-F2AA-73458378EB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8B328CD-1EEF-20FF-5BA2-6E2D73C881D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0D5134-3527-37C9-246C-24705F3B66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B3C1AA-D629-109B-C890-305B690A2A17}"/>
              </a:ext>
            </a:extLst>
          </p:cNvPr>
          <p:cNvSpPr txBox="1"/>
          <p:nvPr/>
        </p:nvSpPr>
        <p:spPr>
          <a:xfrm>
            <a:off x="1656556" y="1408242"/>
            <a:ext cx="15544800" cy="7345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/>
            <a:r>
              <a:rPr lang="en-US" sz="2600" b="1" spc="-10" dirty="0">
                <a:latin typeface="Times New Roman"/>
                <a:cs typeface="Times New Roman"/>
              </a:rPr>
              <a:t>Fun</a:t>
            </a:r>
            <a:r>
              <a:rPr lang="en-US" sz="2600" b="1" spc="-15" dirty="0">
                <a:latin typeface="Times New Roman"/>
                <a:cs typeface="Times New Roman"/>
              </a:rPr>
              <a:t>c</a:t>
            </a:r>
            <a:r>
              <a:rPr lang="en-US" sz="2600" b="1" spc="-5" dirty="0">
                <a:latin typeface="Times New Roman"/>
                <a:cs typeface="Times New Roman"/>
              </a:rPr>
              <a:t>tion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of </a:t>
            </a:r>
            <a:r>
              <a:rPr lang="en-US" sz="2600" b="1" spc="-5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on</a:t>
            </a:r>
            <a:r>
              <a:rPr lang="en-US" sz="2600" b="1" spc="-5" dirty="0">
                <a:latin typeface="Times New Roman"/>
                <a:cs typeface="Times New Roman"/>
              </a:rPr>
              <a:t>t</a:t>
            </a:r>
            <a:r>
              <a:rPr lang="en-US" sz="2600" b="1" spc="-20" dirty="0">
                <a:latin typeface="Times New Roman"/>
                <a:cs typeface="Times New Roman"/>
              </a:rPr>
              <a:t>r</a:t>
            </a:r>
            <a:r>
              <a:rPr lang="en-US" sz="2600" b="1" spc="-5" dirty="0">
                <a:latin typeface="Times New Roman"/>
                <a:cs typeface="Times New Roman"/>
              </a:rPr>
              <a:t>ol</a:t>
            </a:r>
            <a:r>
              <a:rPr lang="en-US" sz="2600" b="1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U</a:t>
            </a:r>
            <a:r>
              <a:rPr lang="en-US" sz="2600" b="1" dirty="0">
                <a:latin typeface="Times New Roman"/>
                <a:cs typeface="Times New Roman"/>
              </a:rPr>
              <a:t>n</a:t>
            </a:r>
            <a:r>
              <a:rPr lang="en-US" sz="2600" b="1" spc="-5" dirty="0">
                <a:latin typeface="Times New Roman"/>
                <a:cs typeface="Times New Roman"/>
              </a:rPr>
              <a:t>it</a:t>
            </a:r>
            <a:endParaRPr lang="en-US" sz="26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lang="en-US" sz="2600" dirty="0">
              <a:latin typeface="Times New Roman"/>
              <a:cs typeface="Times New Roman"/>
            </a:endParaRPr>
          </a:p>
          <a:p>
            <a:pPr marL="469265" marR="5715" indent="-228600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spc="-5" dirty="0">
                <a:latin typeface="Times New Roman"/>
                <a:cs typeface="Times New Roman"/>
              </a:rPr>
              <a:t>rdin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tes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flow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out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of,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int</a:t>
            </a:r>
            <a:r>
              <a:rPr lang="en-US" sz="2600" dirty="0">
                <a:latin typeface="Times New Roman"/>
                <a:cs typeface="Times New Roman"/>
              </a:rPr>
              <a:t>o,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tw</a:t>
            </a:r>
            <a:r>
              <a:rPr lang="en-US" sz="2600" spc="-15" dirty="0">
                <a:latin typeface="Times New Roman"/>
                <a:cs typeface="Times New Roman"/>
              </a:rPr>
              <a:t>ee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v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rious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subun</a:t>
            </a:r>
            <a:r>
              <a:rPr lang="en-US" sz="2600" spc="-5" dirty="0">
                <a:latin typeface="Times New Roman"/>
                <a:cs typeface="Times New Roman"/>
              </a:rPr>
              <a:t>its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pro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ssor.</a:t>
            </a:r>
            <a:endParaRPr lang="en-US" sz="2600" dirty="0">
              <a:latin typeface="Times New Roman"/>
              <a:cs typeface="Times New Roman"/>
            </a:endParaRPr>
          </a:p>
          <a:p>
            <a:pPr marL="469265" indent="-228600">
              <a:spcBef>
                <a:spcPts val="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und</a:t>
            </a:r>
            <a:r>
              <a:rPr lang="en-US" sz="2600" spc="-5" dirty="0">
                <a:latin typeface="Times New Roman"/>
                <a:cs typeface="Times New Roman"/>
              </a:rPr>
              <a:t>erst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omm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5" dirty="0">
                <a:latin typeface="Times New Roman"/>
                <a:cs typeface="Times New Roman"/>
              </a:rPr>
              <a:t>instru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ons.</a:t>
            </a:r>
          </a:p>
          <a:p>
            <a:pPr marL="469265" indent="-228600">
              <a:spcBef>
                <a:spcPts val="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gulat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the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flow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 </a:t>
            </a:r>
            <a:r>
              <a:rPr lang="en-US" sz="2600" spc="5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within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spc="-10" dirty="0">
                <a:latin typeface="Times New Roman"/>
                <a:cs typeface="Times New Roman"/>
              </a:rPr>
              <a:t>pro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r.</a:t>
            </a:r>
          </a:p>
          <a:p>
            <a:pPr marL="469265" marR="6985" indent="-228600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ce</a:t>
            </a:r>
            <a:r>
              <a:rPr lang="en-US" sz="2600" spc="-5" dirty="0">
                <a:latin typeface="Times New Roman"/>
                <a:cs typeface="Times New Roman"/>
              </a:rPr>
              <a:t>pts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xte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com</a:t>
            </a:r>
            <a:r>
              <a:rPr lang="en-US" sz="2600" dirty="0">
                <a:latin typeface="Times New Roman"/>
                <a:cs typeface="Times New Roman"/>
              </a:rPr>
              <a:t>m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or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instru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ons,</a:t>
            </a:r>
            <a:r>
              <a:rPr lang="en-US" sz="2600" spc="-5" dirty="0">
                <a:latin typeface="Times New Roman"/>
                <a:cs typeface="Times New Roman"/>
              </a:rPr>
              <a:t> wh</a:t>
            </a:r>
            <a:r>
              <a:rPr lang="en-US" sz="2600" spc="10" dirty="0">
                <a:latin typeface="Times New Roman"/>
                <a:cs typeface="Times New Roman"/>
              </a:rPr>
              <a:t>i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5" dirty="0">
                <a:latin typeface="Times New Roman"/>
                <a:cs typeface="Times New Roman"/>
              </a:rPr>
              <a:t>it</a:t>
            </a:r>
            <a:r>
              <a:rPr lang="en-US" sz="2600" dirty="0">
                <a:latin typeface="Times New Roman"/>
                <a:cs typeface="Times New Roman"/>
              </a:rPr>
              <a:t> turns</a:t>
            </a:r>
            <a:r>
              <a:rPr lang="en-US" sz="2600" spc="-5" dirty="0">
                <a:latin typeface="Times New Roman"/>
                <a:cs typeface="Times New Roman"/>
              </a:rPr>
              <a:t> int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ri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 </a:t>
            </a:r>
            <a:r>
              <a:rPr lang="en-US" sz="2600" spc="-10" dirty="0">
                <a:latin typeface="Times New Roman"/>
                <a:cs typeface="Times New Roman"/>
              </a:rPr>
              <a:t>signals.</a:t>
            </a:r>
            <a:endParaRPr lang="en-US" sz="2600" dirty="0">
              <a:latin typeface="Times New Roman"/>
              <a:cs typeface="Times New Roman"/>
            </a:endParaRPr>
          </a:p>
          <a:p>
            <a:pPr marL="469265" marR="6350" indent="-228600">
              <a:spcBef>
                <a:spcPts val="1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rge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-5" dirty="0">
                <a:latin typeface="Times New Roman"/>
                <a:cs typeface="Times New Roman"/>
              </a:rPr>
              <a:t>’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multiple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x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uti</a:t>
            </a:r>
            <a:r>
              <a:rPr lang="en-US" sz="2600" dirty="0">
                <a:latin typeface="Times New Roman"/>
                <a:cs typeface="Times New Roman"/>
              </a:rPr>
              <a:t>on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uni</a:t>
            </a:r>
            <a:r>
              <a:rPr lang="en-US" sz="2600" spc="-1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(su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ALUs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buff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rs,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-10" dirty="0">
                <a:latin typeface="Times New Roman"/>
                <a:cs typeface="Times New Roman"/>
              </a:rPr>
              <a:t>)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  <a:p>
            <a:pPr marL="469265" marR="8255" indent="-228600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lso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dirty="0">
                <a:latin typeface="Times New Roman"/>
                <a:cs typeface="Times New Roman"/>
              </a:rPr>
              <a:t>orms 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v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riety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 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tivities,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including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tching,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oding,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ndli</a:t>
            </a:r>
            <a:r>
              <a:rPr lang="en-US" sz="2600" dirty="0">
                <a:latin typeface="Times New Roman"/>
                <a:cs typeface="Times New Roman"/>
              </a:rPr>
              <a:t>ng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x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uti</a:t>
            </a:r>
            <a:r>
              <a:rPr lang="en-US" sz="2600" dirty="0">
                <a:latin typeface="Times New Roman"/>
                <a:cs typeface="Times New Roman"/>
              </a:rPr>
              <a:t>on,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1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toring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sul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5" dirty="0">
                <a:latin typeface="Times New Roman"/>
                <a:cs typeface="Times New Roman"/>
              </a:rPr>
              <a:t>s.</a:t>
            </a:r>
            <a:endParaRPr lang="en-US" sz="2600" dirty="0">
              <a:latin typeface="Times New Roman"/>
              <a:cs typeface="Times New Roman"/>
            </a:endParaRPr>
          </a:p>
          <a:p>
            <a:pPr>
              <a:spcBef>
                <a:spcPts val="51"/>
              </a:spcBef>
            </a:pPr>
            <a:endParaRPr lang="en-US" sz="2600" dirty="0">
              <a:latin typeface="Times New Roman"/>
              <a:cs typeface="Times New Roman"/>
            </a:endParaRPr>
          </a:p>
          <a:p>
            <a:pPr marL="240665"/>
            <a:r>
              <a:rPr lang="en-US" sz="2600" b="1" spc="-10" dirty="0">
                <a:latin typeface="Times New Roman"/>
                <a:cs typeface="Times New Roman"/>
              </a:rPr>
              <a:t>Typ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of </a:t>
            </a:r>
            <a:r>
              <a:rPr lang="en-US" sz="2600" b="1" spc="-5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on</a:t>
            </a:r>
            <a:r>
              <a:rPr lang="en-US" sz="2600" b="1" spc="-5" dirty="0">
                <a:latin typeface="Times New Roman"/>
                <a:cs typeface="Times New Roman"/>
              </a:rPr>
              <a:t>t</a:t>
            </a:r>
            <a:r>
              <a:rPr lang="en-US" sz="2600" b="1" spc="-20" dirty="0">
                <a:latin typeface="Times New Roman"/>
                <a:cs typeface="Times New Roman"/>
              </a:rPr>
              <a:t>r</a:t>
            </a:r>
            <a:r>
              <a:rPr lang="en-US" sz="2600" b="1" spc="-5" dirty="0">
                <a:latin typeface="Times New Roman"/>
                <a:cs typeface="Times New Roman"/>
              </a:rPr>
              <a:t>ol</a:t>
            </a:r>
            <a:r>
              <a:rPr lang="en-US" sz="2600" b="1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U</a:t>
            </a:r>
            <a:r>
              <a:rPr lang="en-US" sz="2600" b="1" dirty="0">
                <a:latin typeface="Times New Roman"/>
                <a:cs typeface="Times New Roman"/>
              </a:rPr>
              <a:t>n</a:t>
            </a:r>
            <a:r>
              <a:rPr lang="en-US" sz="2600" b="1" spc="-5" dirty="0">
                <a:latin typeface="Times New Roman"/>
                <a:cs typeface="Times New Roman"/>
              </a:rPr>
              <a:t>it</a:t>
            </a:r>
            <a:endParaRPr lang="en-US" sz="2600" dirty="0">
              <a:latin typeface="Times New Roman"/>
              <a:cs typeface="Times New Roman"/>
            </a:endParaRPr>
          </a:p>
          <a:p>
            <a:pPr marL="240665" marR="10160" algn="just">
              <a:spcBef>
                <a:spcPts val="65"/>
              </a:spcBef>
            </a:pPr>
            <a:endParaRPr lang="en-US" sz="2600" spc="-10" dirty="0">
              <a:latin typeface="Times New Roman"/>
              <a:cs typeface="Times New Roman"/>
            </a:endParaRPr>
          </a:p>
          <a:p>
            <a:pPr marL="240665" marR="10160" algn="just">
              <a:spcBef>
                <a:spcPts val="65"/>
              </a:spcBef>
            </a:pPr>
            <a:r>
              <a:rPr lang="en-US" sz="2600" spc="-10" dirty="0">
                <a:latin typeface="Times New Roman"/>
                <a:cs typeface="Times New Roman"/>
              </a:rPr>
              <a:t>The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design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3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nds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on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type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3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  <a:r>
              <a:rPr lang="en-US" sz="2600" spc="30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types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units:</a:t>
            </a:r>
            <a:endParaRPr lang="en-US" sz="2600" dirty="0">
              <a:latin typeface="Times New Roman"/>
              <a:cs typeface="Times New Roman"/>
            </a:endParaRPr>
          </a:p>
          <a:p>
            <a:pPr>
              <a:spcBef>
                <a:spcPts val="45"/>
              </a:spcBef>
            </a:pPr>
            <a:endParaRPr lang="en-US" sz="2600" dirty="0">
              <a:latin typeface="Times New Roman"/>
              <a:cs typeface="Times New Roman"/>
            </a:endParaRPr>
          </a:p>
          <a:p>
            <a:pPr marL="697865" lvl="1" indent="-228600">
              <a:buFont typeface="Symbol"/>
              <a:buChar char=""/>
              <a:tabLst>
                <a:tab pos="698500" algn="l"/>
              </a:tabLst>
            </a:pPr>
            <a:r>
              <a:rPr lang="en-US" sz="2600" b="1" spc="-10" dirty="0">
                <a:latin typeface="Times New Roman"/>
                <a:cs typeface="Times New Roman"/>
              </a:rPr>
              <a:t>Hardwir</a:t>
            </a:r>
            <a:r>
              <a:rPr lang="en-US" sz="2600" b="1" spc="-20" dirty="0">
                <a:latin typeface="Times New Roman"/>
                <a:cs typeface="Times New Roman"/>
              </a:rPr>
              <a:t>e</a:t>
            </a:r>
            <a:r>
              <a:rPr lang="en-US" sz="2600" b="1" dirty="0">
                <a:latin typeface="Times New Roman"/>
                <a:cs typeface="Times New Roman"/>
              </a:rPr>
              <a:t>d </a:t>
            </a:r>
            <a:r>
              <a:rPr lang="en-US" sz="2600" b="1" spc="-5" dirty="0">
                <a:latin typeface="Times New Roman"/>
                <a:cs typeface="Times New Roman"/>
              </a:rPr>
              <a:t>Cont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spc="-5" dirty="0">
                <a:latin typeface="Times New Roman"/>
                <a:cs typeface="Times New Roman"/>
              </a:rPr>
              <a:t>ol</a:t>
            </a:r>
            <a:r>
              <a:rPr lang="en-US" sz="2600" b="1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U</a:t>
            </a:r>
            <a:r>
              <a:rPr lang="en-US" sz="2600" b="1" dirty="0">
                <a:latin typeface="Times New Roman"/>
                <a:cs typeface="Times New Roman"/>
              </a:rPr>
              <a:t>n</a:t>
            </a:r>
            <a:r>
              <a:rPr lang="en-US" sz="2600" b="1" spc="-5" dirty="0">
                <a:latin typeface="Times New Roman"/>
                <a:cs typeface="Times New Roman"/>
              </a:rPr>
              <a:t>it</a:t>
            </a:r>
            <a:endParaRPr lang="en-US" sz="2600" dirty="0">
              <a:latin typeface="Times New Roman"/>
              <a:cs typeface="Times New Roman"/>
            </a:endParaRPr>
          </a:p>
          <a:p>
            <a:pPr marL="697865" marR="6350" algn="just">
              <a:spcBef>
                <a:spcPts val="65"/>
              </a:spcBef>
            </a:pPr>
            <a:r>
              <a:rPr lang="en-US" sz="2600" spc="-10" dirty="0">
                <a:latin typeface="Times New Roman"/>
                <a:cs typeface="Times New Roman"/>
              </a:rPr>
              <a:t>The</a:t>
            </a:r>
            <a:r>
              <a:rPr lang="en-US" sz="2600" spc="8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signal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9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that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8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ssa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for</a:t>
            </a:r>
            <a:r>
              <a:rPr lang="en-US" sz="2600" spc="9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instructi</a:t>
            </a:r>
            <a:r>
              <a:rPr lang="en-US" sz="2600" dirty="0">
                <a:latin typeface="Times New Roman"/>
                <a:cs typeface="Times New Roman"/>
              </a:rPr>
              <a:t>on</a:t>
            </a:r>
            <a:r>
              <a:rPr lang="en-US" sz="2600" spc="9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x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uti</a:t>
            </a:r>
            <a:r>
              <a:rPr lang="en-US" sz="2600" dirty="0">
                <a:latin typeface="Times New Roman"/>
                <a:cs typeface="Times New Roman"/>
              </a:rPr>
              <a:t>on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</a:t>
            </a:r>
            <a:r>
              <a:rPr lang="en-US" sz="2600" spc="9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H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rd</a:t>
            </a:r>
            <a:r>
              <a:rPr lang="en-US" sz="2600" spc="-10" dirty="0">
                <a:latin typeface="Times New Roman"/>
                <a:cs typeface="Times New Roman"/>
              </a:rPr>
              <a:t>w</a:t>
            </a:r>
            <a:r>
              <a:rPr lang="en-US" sz="2600" spc="-5" dirty="0">
                <a:latin typeface="Times New Roman"/>
                <a:cs typeface="Times New Roman"/>
              </a:rPr>
              <a:t>i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Control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Uni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0" dirty="0">
                <a:latin typeface="Times New Roman"/>
                <a:cs typeface="Times New Roman"/>
              </a:rPr>
              <a:t>g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5" dirty="0">
                <a:latin typeface="Times New Roman"/>
                <a:cs typeface="Times New Roman"/>
              </a:rPr>
              <a:t>er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ted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by 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spe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built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rd</a:t>
            </a:r>
            <a:r>
              <a:rPr lang="en-US" sz="2600" spc="-10" dirty="0">
                <a:latin typeface="Times New Roman"/>
                <a:cs typeface="Times New Roman"/>
              </a:rPr>
              <a:t>w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5" dirty="0">
                <a:latin typeface="Times New Roman"/>
                <a:cs typeface="Times New Roman"/>
              </a:rPr>
              <a:t>logi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5" dirty="0">
                <a:latin typeface="Times New Roman"/>
                <a:cs typeface="Times New Roman"/>
              </a:rPr>
              <a:t>l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ir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uits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w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5" dirty="0">
                <a:latin typeface="Times New Roman"/>
                <a:cs typeface="Times New Roman"/>
              </a:rPr>
              <a:t>n</a:t>
            </a:r>
            <a:r>
              <a:rPr lang="en-US" sz="2600" spc="-5" dirty="0">
                <a:latin typeface="Times New Roman"/>
                <a:cs typeface="Times New Roman"/>
              </a:rPr>
              <a:t>’t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nge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signa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pro</a:t>
            </a:r>
            <a:r>
              <a:rPr lang="en-US" sz="2600" spc="5" dirty="0">
                <a:latin typeface="Times New Roman"/>
                <a:cs typeface="Times New Roman"/>
              </a:rPr>
              <a:t>d</a:t>
            </a:r>
            <a:r>
              <a:rPr lang="en-US" sz="2600" spc="-10" dirty="0">
                <a:latin typeface="Times New Roman"/>
                <a:cs typeface="Times New Roman"/>
              </a:rPr>
              <a:t>u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me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nism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out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physi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nging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cir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uit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struc</a:t>
            </a:r>
            <a:r>
              <a:rPr lang="en-US" sz="2600" spc="-5" dirty="0">
                <a:latin typeface="Times New Roman"/>
                <a:cs typeface="Times New Roman"/>
              </a:rPr>
              <a:t>tur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1732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B9D3-716B-DE90-DB41-CDE9F7B2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2012F9-2859-521C-C600-EF69B1408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861E15-6F00-6345-89A7-1FEF492932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FBC34A4-2DEC-B8A9-266A-11BCC6685DA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712ED6-5DB9-2760-1C97-0FC633D888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53944B-243F-5F6F-4F66-8E748C92612C}"/>
              </a:ext>
            </a:extLst>
          </p:cNvPr>
          <p:cNvSpPr txBox="1"/>
          <p:nvPr/>
        </p:nvSpPr>
        <p:spPr>
          <a:xfrm>
            <a:off x="1732756" y="2070100"/>
            <a:ext cx="15544800" cy="6052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7865" lvl="1" indent="-228600">
              <a:buFont typeface="Symbol"/>
              <a:buChar char=""/>
              <a:tabLst>
                <a:tab pos="698500" algn="l"/>
              </a:tabLst>
            </a:pPr>
            <a:r>
              <a:rPr lang="en-US" sz="2600" b="1" spc="-20" dirty="0">
                <a:latin typeface="Times New Roman"/>
                <a:cs typeface="Times New Roman"/>
              </a:rPr>
              <a:t>M</a:t>
            </a:r>
            <a:r>
              <a:rPr lang="en-US" sz="2600" b="1" spc="-5" dirty="0">
                <a:latin typeface="Times New Roman"/>
                <a:cs typeface="Times New Roman"/>
              </a:rPr>
              <a:t>ic</a:t>
            </a:r>
            <a:r>
              <a:rPr lang="en-US" sz="2600" b="1" spc="-20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op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og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a</a:t>
            </a:r>
            <a:r>
              <a:rPr lang="en-US" sz="2600" b="1" spc="5" dirty="0">
                <a:latin typeface="Times New Roman"/>
                <a:cs typeface="Times New Roman"/>
              </a:rPr>
              <a:t>mm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dirty="0">
                <a:latin typeface="Times New Roman"/>
                <a:cs typeface="Times New Roman"/>
              </a:rPr>
              <a:t>d </a:t>
            </a:r>
            <a:r>
              <a:rPr lang="en-US" sz="2600" b="1" spc="-5" dirty="0">
                <a:latin typeface="Times New Roman"/>
                <a:cs typeface="Times New Roman"/>
              </a:rPr>
              <a:t>Cont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spc="-5" dirty="0">
                <a:latin typeface="Times New Roman"/>
                <a:cs typeface="Times New Roman"/>
              </a:rPr>
              <a:t>ol</a:t>
            </a:r>
            <a:r>
              <a:rPr lang="en-US" sz="2600" b="1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U</a:t>
            </a:r>
            <a:r>
              <a:rPr lang="en-US" sz="2600" b="1" dirty="0">
                <a:latin typeface="Times New Roman"/>
                <a:cs typeface="Times New Roman"/>
              </a:rPr>
              <a:t>n</a:t>
            </a:r>
            <a:r>
              <a:rPr lang="en-US" sz="2600" b="1" spc="-5" dirty="0">
                <a:latin typeface="Times New Roman"/>
                <a:cs typeface="Times New Roman"/>
              </a:rPr>
              <a:t>it</a:t>
            </a:r>
            <a:endParaRPr lang="en-US" sz="2600" dirty="0">
              <a:latin typeface="Times New Roman"/>
              <a:cs typeface="Times New Roman"/>
            </a:endParaRPr>
          </a:p>
          <a:p>
            <a:pPr marL="697865" marR="6350" algn="just">
              <a:spcBef>
                <a:spcPts val="30"/>
              </a:spcBef>
            </a:pPr>
            <a:r>
              <a:rPr lang="en-US" sz="2600" spc="-10" dirty="0">
                <a:latin typeface="Times New Roman"/>
                <a:cs typeface="Times New Roman"/>
              </a:rPr>
              <a:t>The </a:t>
            </a:r>
            <a:r>
              <a:rPr lang="en-US" sz="2600" spc="-1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xis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14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 </a:t>
            </a:r>
            <a:r>
              <a:rPr lang="en-US" sz="2600" spc="-114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14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spc="-5" dirty="0">
                <a:latin typeface="Times New Roman"/>
                <a:cs typeface="Times New Roman"/>
              </a:rPr>
              <a:t>ntrol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store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whic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store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14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wo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ds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onta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10" dirty="0">
                <a:latin typeface="Times New Roman"/>
                <a:cs typeface="Times New Roman"/>
              </a:rPr>
              <a:t>ning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od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signa</a:t>
            </a:r>
            <a:r>
              <a:rPr lang="en-US" sz="2600" dirty="0">
                <a:latin typeface="Times New Roman"/>
                <a:cs typeface="Times New Roman"/>
              </a:rPr>
              <a:t>ls  </a:t>
            </a:r>
            <a:r>
              <a:rPr lang="en-US" sz="2600" spc="-1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quir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for  </a:t>
            </a:r>
            <a:r>
              <a:rPr lang="en-US" sz="2600" spc="-13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instru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5" dirty="0">
                <a:latin typeface="Times New Roman"/>
                <a:cs typeface="Times New Roman"/>
              </a:rPr>
              <a:t>i</a:t>
            </a:r>
            <a:r>
              <a:rPr lang="en-US" sz="2600" dirty="0">
                <a:latin typeface="Times New Roman"/>
                <a:cs typeface="Times New Roman"/>
              </a:rPr>
              <a:t>on  </a:t>
            </a:r>
            <a:r>
              <a:rPr lang="en-US" sz="2600" spc="-1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x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uti</a:t>
            </a:r>
            <a:r>
              <a:rPr lang="en-US" sz="2600" dirty="0">
                <a:latin typeface="Times New Roman"/>
                <a:cs typeface="Times New Roman"/>
              </a:rPr>
              <a:t>on,  </a:t>
            </a:r>
            <a:r>
              <a:rPr lang="en-US" sz="2600" spc="-1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14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main</a:t>
            </a:r>
            <a:r>
              <a:rPr lang="en-US" sz="2600" spc="-5" dirty="0">
                <a:latin typeface="Times New Roman"/>
                <a:cs typeface="Times New Roman"/>
              </a:rPr>
              <a:t> dis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5" dirty="0">
                <a:latin typeface="Times New Roman"/>
                <a:cs typeface="Times New Roman"/>
              </a:rPr>
              <a:t>inction </a:t>
            </a:r>
            <a:r>
              <a:rPr lang="en-US" sz="2600" spc="-10" dirty="0">
                <a:latin typeface="Times New Roman"/>
                <a:cs typeface="Times New Roman"/>
              </a:rPr>
              <a:t>betw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spc="5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nit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struc</a:t>
            </a:r>
            <a:r>
              <a:rPr lang="en-US" sz="2600" spc="-5" dirty="0">
                <a:latin typeface="Times New Roman"/>
                <a:cs typeface="Times New Roman"/>
              </a:rPr>
              <a:t>ture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spc="-10" dirty="0">
                <a:latin typeface="Times New Roman"/>
                <a:cs typeface="Times New Roman"/>
              </a:rPr>
              <a:t>ha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5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wir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struc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  <a:p>
            <a:pPr marL="240665">
              <a:spcBef>
                <a:spcPts val="745"/>
              </a:spcBef>
            </a:pPr>
            <a:r>
              <a:rPr lang="en-US" sz="2600" spc="-20" dirty="0">
                <a:latin typeface="Times New Roman"/>
                <a:cs typeface="Times New Roman"/>
              </a:rPr>
              <a:t>W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wil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discuss</a:t>
            </a:r>
            <a:r>
              <a:rPr lang="en-US" sz="2600" spc="-5" dirty="0">
                <a:latin typeface="Times New Roman"/>
                <a:cs typeface="Times New Roman"/>
              </a:rPr>
              <a:t> th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e t</a:t>
            </a:r>
            <a:r>
              <a:rPr lang="en-US" sz="2600" spc="10" dirty="0">
                <a:latin typeface="Times New Roman"/>
                <a:cs typeface="Times New Roman"/>
              </a:rPr>
              <a:t>w</a:t>
            </a:r>
            <a:r>
              <a:rPr lang="en-US" sz="2600" dirty="0">
                <a:latin typeface="Times New Roman"/>
                <a:cs typeface="Times New Roman"/>
              </a:rPr>
              <a:t>o </a:t>
            </a:r>
            <a:r>
              <a:rPr lang="en-US" sz="2600" spc="-5" dirty="0">
                <a:latin typeface="Times New Roman"/>
                <a:cs typeface="Times New Roman"/>
              </a:rPr>
              <a:t>in det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il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wit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ir </a:t>
            </a:r>
            <a:r>
              <a:rPr lang="en-US" sz="2600" spc="-10" dirty="0">
                <a:latin typeface="Times New Roman"/>
                <a:cs typeface="Times New Roman"/>
              </a:rPr>
              <a:t>struc</a:t>
            </a:r>
            <a:r>
              <a:rPr lang="en-US" sz="2600" spc="-5" dirty="0">
                <a:latin typeface="Times New Roman"/>
                <a:cs typeface="Times New Roman"/>
              </a:rPr>
              <a:t>tur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in </a:t>
            </a:r>
            <a:r>
              <a:rPr lang="en-US" sz="2600" dirty="0">
                <a:latin typeface="Times New Roman"/>
                <a:cs typeface="Times New Roman"/>
              </a:rPr>
              <a:t>l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ter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pte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s.</a:t>
            </a:r>
          </a:p>
          <a:p>
            <a:pPr marL="240665">
              <a:spcBef>
                <a:spcPts val="745"/>
              </a:spcBef>
            </a:pPr>
            <a:endParaRPr lang="en-US" sz="2600" spc="-5" dirty="0">
              <a:latin typeface="Times New Roman"/>
              <a:cs typeface="Times New Roman"/>
            </a:endParaRPr>
          </a:p>
          <a:p>
            <a:pPr marL="240665" indent="-227965">
              <a:spcBef>
                <a:spcPts val="725"/>
              </a:spcBef>
              <a:buSzPct val="116666"/>
              <a:buFont typeface="Times New Roman"/>
              <a:buAutoNum type="arabicPeriod" startAt="2"/>
              <a:tabLst>
                <a:tab pos="2413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 A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spc="-5" dirty="0">
                <a:latin typeface="Times New Roman"/>
                <a:cs typeface="Times New Roman"/>
              </a:rPr>
              <a:t>ith</a:t>
            </a:r>
            <a:r>
              <a:rPr lang="en-US" sz="2600" b="1" spc="5" dirty="0">
                <a:latin typeface="Times New Roman"/>
                <a:cs typeface="Times New Roman"/>
              </a:rPr>
              <a:t>m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tic </a:t>
            </a:r>
            <a:r>
              <a:rPr lang="en-US" sz="2600" b="1" spc="-10" dirty="0">
                <a:latin typeface="Times New Roman"/>
                <a:cs typeface="Times New Roman"/>
              </a:rPr>
              <a:t>Logic</a:t>
            </a:r>
            <a:r>
              <a:rPr lang="en-US" sz="2600" b="1" spc="-5" dirty="0">
                <a:latin typeface="Times New Roman"/>
                <a:cs typeface="Times New Roman"/>
              </a:rPr>
              <a:t> U</a:t>
            </a:r>
            <a:r>
              <a:rPr lang="en-US" sz="2600" b="1" dirty="0">
                <a:latin typeface="Times New Roman"/>
                <a:cs typeface="Times New Roman"/>
              </a:rPr>
              <a:t>n</a:t>
            </a:r>
            <a:r>
              <a:rPr lang="en-US" sz="2600" b="1" spc="-5" dirty="0">
                <a:latin typeface="Times New Roman"/>
                <a:cs typeface="Times New Roman"/>
              </a:rPr>
              <a:t>it</a:t>
            </a:r>
            <a:endParaRPr lang="en-US" sz="2600" dirty="0">
              <a:latin typeface="Times New Roman"/>
              <a:cs typeface="Times New Roman"/>
            </a:endParaRPr>
          </a:p>
          <a:p>
            <a:pPr marL="240665" marR="8890" algn="just">
              <a:spcBef>
                <a:spcPts val="45"/>
              </a:spcBef>
            </a:pP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ond</a:t>
            </a:r>
            <a:r>
              <a:rPr lang="en-US" sz="2600" spc="10" dirty="0">
                <a:latin typeface="Times New Roman"/>
                <a:cs typeface="Times New Roman"/>
              </a:rPr>
              <a:t>u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ts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rithm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tic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logic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5" dirty="0">
                <a:latin typeface="Times New Roman"/>
                <a:cs typeface="Times New Roman"/>
              </a:rPr>
              <a:t>er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ons.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is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major</a:t>
            </a:r>
            <a:r>
              <a:rPr lang="en-US" sz="2600" spc="3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omponent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he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omput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15" dirty="0">
                <a:latin typeface="Times New Roman"/>
                <a:cs typeface="Times New Roman"/>
              </a:rPr>
              <a:t>system.</a:t>
            </a:r>
            <a:endParaRPr lang="en-US" sz="2600" dirty="0">
              <a:latin typeface="Times New Roman"/>
              <a:cs typeface="Times New Roman"/>
            </a:endParaRPr>
          </a:p>
          <a:p>
            <a:pPr marL="240665" marR="5080" algn="just"/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x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ute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rithm</a:t>
            </a:r>
            <a:r>
              <a:rPr lang="en-US" sz="2600" spc="-5" dirty="0">
                <a:latin typeface="Times New Roman"/>
                <a:cs typeface="Times New Roman"/>
              </a:rPr>
              <a:t>etic</a:t>
            </a:r>
            <a:r>
              <a:rPr lang="en-US" sz="2600" spc="-4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logic</a:t>
            </a:r>
            <a:r>
              <a:rPr lang="en-US" sz="2600" spc="-4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ons,</a:t>
            </a:r>
            <a:r>
              <a:rPr lang="en-US" sz="2600" spc="-3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including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Boole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ompa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isons,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suc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sub</a:t>
            </a:r>
            <a:r>
              <a:rPr lang="en-US" sz="2600" spc="-5" dirty="0">
                <a:latin typeface="Times New Roman"/>
                <a:cs typeface="Times New Roman"/>
              </a:rPr>
              <a:t>tr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on,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ddition,</a:t>
            </a:r>
            <a:r>
              <a:rPr lang="en-US" sz="2600" spc="6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shift</a:t>
            </a:r>
            <a:r>
              <a:rPr lang="en-US" sz="2600" dirty="0">
                <a:latin typeface="Times New Roman"/>
                <a:cs typeface="Times New Roman"/>
              </a:rPr>
              <a:t>ing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(</a:t>
            </a:r>
            <a:r>
              <a:rPr lang="en-US" sz="2600" spc="-10" dirty="0">
                <a:latin typeface="Times New Roman"/>
                <a:cs typeface="Times New Roman"/>
              </a:rPr>
              <a:t>X</a:t>
            </a:r>
            <a:r>
              <a:rPr lang="en-US" sz="2600" spc="-5" dirty="0">
                <a:latin typeface="Times New Roman"/>
                <a:cs typeface="Times New Roman"/>
              </a:rPr>
              <a:t>OR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OR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AND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NO</a:t>
            </a:r>
            <a:r>
              <a:rPr lang="en-US" sz="2600" spc="-10" dirty="0">
                <a:latin typeface="Times New Roman"/>
                <a:cs typeface="Times New Roman"/>
              </a:rPr>
              <a:t>T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ons).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Bina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0" dirty="0">
                <a:latin typeface="Times New Roman"/>
                <a:cs typeface="Times New Roman"/>
              </a:rPr>
              <a:t>numbe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lso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m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bitwis</a:t>
            </a:r>
            <a:r>
              <a:rPr lang="en-US" sz="2600" dirty="0">
                <a:latin typeface="Times New Roman"/>
                <a:cs typeface="Times New Roman"/>
              </a:rPr>
              <a:t>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math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matic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ons.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(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ri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hmetic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</a:t>
            </a:r>
            <a:r>
              <a:rPr lang="en-US" sz="2600" dirty="0">
                <a:latin typeface="Times New Roman"/>
                <a:cs typeface="Times New Roman"/>
              </a:rPr>
              <a:t>)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LU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(logic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</a:t>
            </a:r>
            <a:r>
              <a:rPr lang="en-US" sz="2600" dirty="0">
                <a:latin typeface="Times New Roman"/>
                <a:cs typeface="Times New Roman"/>
              </a:rPr>
              <a:t>)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6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5" dirty="0">
                <a:latin typeface="Times New Roman"/>
                <a:cs typeface="Times New Roman"/>
              </a:rPr>
              <a:t>w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types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rithm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tic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logic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units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The</a:t>
            </a:r>
            <a:r>
              <a:rPr lang="en-US" sz="2600" spc="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spc="1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’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nds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ode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instru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it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on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whic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form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-5" dirty="0">
                <a:latin typeface="Times New Roman"/>
                <a:cs typeface="Times New Roman"/>
              </a:rPr>
              <a:t>ase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on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incoming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ta.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W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finish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pr</a:t>
            </a:r>
            <a:r>
              <a:rPr lang="en-US" sz="2600" spc="5" dirty="0">
                <a:latin typeface="Times New Roman"/>
                <a:cs typeface="Times New Roman"/>
              </a:rPr>
              <a:t>o</a:t>
            </a:r>
            <a:r>
              <a:rPr lang="en-US" sz="2600" spc="-15" dirty="0">
                <a:latin typeface="Times New Roman"/>
                <a:cs typeface="Times New Roman"/>
              </a:rPr>
              <a:t>ce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0" dirty="0">
                <a:latin typeface="Times New Roman"/>
                <a:cs typeface="Times New Roman"/>
              </a:rPr>
              <a:t>sing</a:t>
            </a:r>
            <a:r>
              <a:rPr lang="en-US" sz="2600" dirty="0">
                <a:latin typeface="Times New Roman"/>
                <a:cs typeface="Times New Roman"/>
              </a:rPr>
              <a:t> t</a:t>
            </a:r>
            <a:r>
              <a:rPr lang="en-US" sz="2600" spc="-10" dirty="0">
                <a:latin typeface="Times New Roman"/>
                <a:cs typeface="Times New Roman"/>
              </a:rPr>
              <a:t>he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ta, it</a:t>
            </a:r>
            <a:r>
              <a:rPr lang="en-US" sz="2600" dirty="0">
                <a:latin typeface="Times New Roman"/>
                <a:cs typeface="Times New Roman"/>
              </a:rPr>
              <a:t> 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nds</a:t>
            </a:r>
            <a:r>
              <a:rPr lang="en-US" sz="2600" spc="-5" dirty="0">
                <a:latin typeface="Times New Roman"/>
                <a:cs typeface="Times New Roman"/>
              </a:rPr>
              <a:t> the 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sul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 the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omput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5" dirty="0">
                <a:latin typeface="Times New Roman"/>
                <a:cs typeface="Times New Roman"/>
              </a:rPr>
              <a:t>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mory.</a:t>
            </a:r>
            <a:endParaRPr lang="en-US" sz="2600" dirty="0">
              <a:latin typeface="Times New Roman"/>
              <a:cs typeface="Times New Roman"/>
            </a:endParaRPr>
          </a:p>
          <a:p>
            <a:pPr marL="240665">
              <a:spcBef>
                <a:spcPts val="745"/>
              </a:spcBef>
            </a:pPr>
            <a:endParaRPr lang="en-US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7321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D2AC-F59B-7C7B-B610-436561CE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D7BF8-4A4A-186F-7255-6B9F5DD6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AADF8-39BC-17D9-F2AA-73458378EB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8B328CD-1EEF-20FF-5BA2-6E2D73C881D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0D5134-3527-37C9-246C-24705F3B66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785926" y="1689100"/>
            <a:ext cx="15544799" cy="7714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/>
            <a:r>
              <a:rPr sz="2600" b="1" spc="-10" dirty="0">
                <a:latin typeface="Times New Roman"/>
                <a:cs typeface="Times New Roman"/>
              </a:rPr>
              <a:t>O</a:t>
            </a:r>
            <a:r>
              <a:rPr sz="2600" b="1" spc="-5" dirty="0">
                <a:latin typeface="Times New Roman"/>
                <a:cs typeface="Times New Roman"/>
              </a:rPr>
              <a:t>p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spc="-10" dirty="0">
                <a:latin typeface="Times New Roman"/>
                <a:cs typeface="Times New Roman"/>
              </a:rPr>
              <a:t>ation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spc="-5" dirty="0">
                <a:latin typeface="Times New Roman"/>
                <a:cs typeface="Times New Roman"/>
              </a:rPr>
              <a:t>fo</a:t>
            </a:r>
            <a:r>
              <a:rPr sz="2600" b="1" spc="-20" dirty="0">
                <a:latin typeface="Times New Roman"/>
                <a:cs typeface="Times New Roman"/>
              </a:rPr>
              <a:t>r</a:t>
            </a:r>
            <a:r>
              <a:rPr sz="2600" b="1" spc="5" dirty="0">
                <a:latin typeface="Times New Roman"/>
                <a:cs typeface="Times New Roman"/>
              </a:rPr>
              <a:t>m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d by </a:t>
            </a:r>
            <a:r>
              <a:rPr sz="2600" b="1" spc="-5" dirty="0">
                <a:latin typeface="Times New Roman"/>
                <a:cs typeface="Times New Roman"/>
              </a:rPr>
              <a:t>ALU</a:t>
            </a:r>
            <a:endParaRPr sz="2600" dirty="0">
              <a:latin typeface="Times New Roman"/>
              <a:cs typeface="Times New Roman"/>
            </a:endParaRPr>
          </a:p>
          <a:p>
            <a:pPr marL="240665" marR="5080" algn="just">
              <a:spcBef>
                <a:spcPts val="65"/>
              </a:spcBef>
            </a:pPr>
            <a:endParaRPr lang="en-US" sz="2600" spc="-5" dirty="0">
              <a:latin typeface="Times New Roman"/>
              <a:cs typeface="Times New Roman"/>
            </a:endParaRPr>
          </a:p>
          <a:p>
            <a:pPr marL="240665" marR="5080" algn="just">
              <a:spcBef>
                <a:spcPts val="65"/>
              </a:spcBef>
            </a:pP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he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design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fun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may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ry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mongst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ssors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ome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ALUs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x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mpl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esigne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lely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ondu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lcul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ons,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oth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built 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form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flo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ng</a:t>
            </a:r>
            <a:r>
              <a:rPr sz="2600" spc="-5" dirty="0">
                <a:latin typeface="Times New Roman"/>
                <a:cs typeface="Times New Roman"/>
              </a:rPr>
              <a:t>-point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ons.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ome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ssor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ve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sing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rit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metic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logic unit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orms 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5" dirty="0">
                <a:latin typeface="Times New Roman"/>
                <a:cs typeface="Times New Roman"/>
              </a:rPr>
              <a:t>er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ons, 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 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othe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s  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ve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many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ALU</a:t>
            </a:r>
            <a:r>
              <a:rPr sz="2600" dirty="0">
                <a:latin typeface="Times New Roman"/>
                <a:cs typeface="Times New Roman"/>
              </a:rPr>
              <a:t>s 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ondu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 </a:t>
            </a:r>
            <a:r>
              <a:rPr sz="2600" spc="-15" dirty="0">
                <a:latin typeface="Times New Roman"/>
                <a:cs typeface="Times New Roman"/>
              </a:rPr>
              <a:t>ca</a:t>
            </a:r>
            <a:r>
              <a:rPr sz="2600" spc="-5" dirty="0">
                <a:latin typeface="Times New Roman"/>
                <a:cs typeface="Times New Roman"/>
              </a:rPr>
              <a:t>lcul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ons.</a:t>
            </a:r>
            <a:r>
              <a:rPr sz="2600" spc="-5" dirty="0">
                <a:latin typeface="Times New Roman"/>
                <a:cs typeface="Times New Roman"/>
              </a:rPr>
              <a:t> ALU’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follows:</a:t>
            </a:r>
            <a:endParaRPr lang="en-US" sz="2600" spc="-5" dirty="0">
              <a:latin typeface="Times New Roman"/>
              <a:cs typeface="Times New Roman"/>
            </a:endParaRPr>
          </a:p>
          <a:p>
            <a:pPr marL="240665" marR="5080" algn="just">
              <a:spcBef>
                <a:spcPts val="65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697865" lvl="1" indent="-228600">
              <a:buFont typeface="Symbol"/>
              <a:buChar char=""/>
              <a:tabLst>
                <a:tab pos="6985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A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spc="-5" dirty="0">
                <a:latin typeface="Times New Roman"/>
                <a:cs typeface="Times New Roman"/>
              </a:rPr>
              <a:t>ith</a:t>
            </a:r>
            <a:r>
              <a:rPr sz="2600" b="1" spc="5" dirty="0">
                <a:latin typeface="Times New Roman"/>
                <a:cs typeface="Times New Roman"/>
              </a:rPr>
              <a:t>m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spc="-5" dirty="0">
                <a:latin typeface="Times New Roman"/>
                <a:cs typeface="Times New Roman"/>
              </a:rPr>
              <a:t>tic</a:t>
            </a:r>
            <a:r>
              <a:rPr sz="2600" b="1" spc="-10" dirty="0">
                <a:latin typeface="Times New Roman"/>
                <a:cs typeface="Times New Roman"/>
              </a:rPr>
              <a:t> O</a:t>
            </a:r>
            <a:r>
              <a:rPr sz="2600" b="1" spc="-5" dirty="0">
                <a:latin typeface="Times New Roman"/>
                <a:cs typeface="Times New Roman"/>
              </a:rPr>
              <a:t>p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spc="-10" dirty="0">
                <a:latin typeface="Times New Roman"/>
                <a:cs typeface="Times New Roman"/>
              </a:rPr>
              <a:t>ation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endParaRPr sz="2600" dirty="0">
              <a:latin typeface="Times New Roman"/>
              <a:cs typeface="Times New Roman"/>
            </a:endParaRPr>
          </a:p>
          <a:p>
            <a:pPr marL="1155700" lvl="2" indent="-228600">
              <a:buFont typeface="Courier New"/>
              <a:buChar char="o"/>
              <a:tabLst>
                <a:tab pos="1156335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Ad</a:t>
            </a:r>
            <a:r>
              <a:rPr sz="2600" b="1" spc="5" dirty="0">
                <a:latin typeface="Times New Roman"/>
                <a:cs typeface="Times New Roman"/>
              </a:rPr>
              <a:t>d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10" dirty="0">
                <a:latin typeface="Times New Roman"/>
                <a:cs typeface="Times New Roman"/>
              </a:rPr>
              <a:t>B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su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spc="-15" dirty="0">
                <a:latin typeface="Times New Roman"/>
                <a:cs typeface="Times New Roman"/>
              </a:rPr>
              <a:t>su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appea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at</a:t>
            </a:r>
            <a:r>
              <a:rPr sz="2600" dirty="0">
                <a:latin typeface="Times New Roman"/>
                <a:cs typeface="Times New Roman"/>
              </a:rPr>
              <a:t> 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15" dirty="0">
                <a:latin typeface="Times New Roman"/>
                <a:cs typeface="Times New Roman"/>
              </a:rPr>
              <a:t>ca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y</a:t>
            </a:r>
            <a:r>
              <a:rPr sz="2600" spc="-5" dirty="0">
                <a:latin typeface="Times New Roman"/>
                <a:cs typeface="Times New Roman"/>
              </a:rPr>
              <a:t>-out.</a:t>
            </a:r>
            <a:endParaRPr sz="2600" dirty="0">
              <a:latin typeface="Times New Roman"/>
              <a:cs typeface="Times New Roman"/>
            </a:endParaRPr>
          </a:p>
          <a:p>
            <a:pPr marL="1155700" marR="6350" lvl="2" indent="-228600">
              <a:buFont typeface="Courier New"/>
              <a:buChar char="o"/>
              <a:tabLst>
                <a:tab pos="1156335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Ad</a:t>
            </a:r>
            <a:r>
              <a:rPr sz="2600" b="1" dirty="0">
                <a:latin typeface="Times New Roman"/>
                <a:cs typeface="Times New Roman"/>
              </a:rPr>
              <a:t>d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wit</a:t>
            </a:r>
            <a:r>
              <a:rPr sz="2600" b="1" dirty="0">
                <a:latin typeface="Times New Roman"/>
                <a:cs typeface="Times New Roman"/>
              </a:rPr>
              <a:t>h </a:t>
            </a:r>
            <a:r>
              <a:rPr sz="2600" b="1" spc="-10" dirty="0">
                <a:latin typeface="Times New Roman"/>
                <a:cs typeface="Times New Roman"/>
              </a:rPr>
              <a:t>ca</a:t>
            </a:r>
            <a:r>
              <a:rPr sz="2600" b="1" spc="-20" dirty="0">
                <a:latin typeface="Times New Roman"/>
                <a:cs typeface="Times New Roman"/>
              </a:rPr>
              <a:t>r</a:t>
            </a:r>
            <a:r>
              <a:rPr sz="2600" b="1" spc="-15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y: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10" dirty="0">
                <a:latin typeface="Times New Roman"/>
                <a:cs typeface="Times New Roman"/>
              </a:rPr>
              <a:t>B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15" dirty="0">
                <a:latin typeface="Times New Roman"/>
                <a:cs typeface="Times New Roman"/>
              </a:rPr>
              <a:t>ca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10" dirty="0">
                <a:latin typeface="Times New Roman"/>
                <a:cs typeface="Times New Roman"/>
              </a:rPr>
              <a:t>y</a:t>
            </a:r>
            <a:r>
              <a:rPr sz="2600" spc="-5" dirty="0">
                <a:latin typeface="Times New Roman"/>
                <a:cs typeface="Times New Roman"/>
              </a:rPr>
              <a:t>-in are </a:t>
            </a:r>
            <a:r>
              <a:rPr sz="2600" spc="-15" dirty="0">
                <a:latin typeface="Times New Roman"/>
                <a:cs typeface="Times New Roman"/>
              </a:rPr>
              <a:t>su</a:t>
            </a:r>
            <a:r>
              <a:rPr sz="2600" spc="-10" dirty="0">
                <a:latin typeface="Times New Roman"/>
                <a:cs typeface="Times New Roman"/>
              </a:rPr>
              <a:t>mmed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spc="-15" dirty="0">
                <a:latin typeface="Times New Roman"/>
                <a:cs typeface="Times New Roman"/>
              </a:rPr>
              <a:t>su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pp</a:t>
            </a:r>
            <a:r>
              <a:rPr sz="2600" spc="-15" dirty="0">
                <a:latin typeface="Times New Roman"/>
                <a:cs typeface="Times New Roman"/>
              </a:rPr>
              <a:t>ea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 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-5" dirty="0">
                <a:latin typeface="Times New Roman"/>
                <a:cs typeface="Times New Roman"/>
              </a:rPr>
              <a:t>-out.</a:t>
            </a:r>
            <a:endParaRPr lang="en-US" sz="2600" spc="-5" dirty="0">
              <a:latin typeface="Times New Roman"/>
              <a:cs typeface="Times New Roman"/>
            </a:endParaRPr>
          </a:p>
          <a:p>
            <a:pPr marL="1155700" marR="6350" lvl="2" indent="-228600">
              <a:buFont typeface="Courier New"/>
              <a:buChar char="o"/>
              <a:tabLst>
                <a:tab pos="1156335" algn="l"/>
              </a:tabLst>
            </a:pPr>
            <a:r>
              <a:rPr lang="en-US" sz="2600" b="1" dirty="0">
                <a:latin typeface="Times New Roman"/>
                <a:cs typeface="Times New Roman"/>
              </a:rPr>
              <a:t> Sub</a:t>
            </a:r>
            <a:r>
              <a:rPr lang="en-US" sz="2600" b="1" spc="-5" dirty="0">
                <a:latin typeface="Times New Roman"/>
                <a:cs typeface="Times New Roman"/>
              </a:rPr>
              <a:t>t</a:t>
            </a:r>
            <a:r>
              <a:rPr lang="en-US" sz="2600" b="1" spc="-20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a</a:t>
            </a:r>
            <a:r>
              <a:rPr lang="en-US" sz="2600" b="1" spc="-15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t: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 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ubtr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te</a:t>
            </a:r>
            <a:r>
              <a:rPr lang="en-US" sz="2600" dirty="0">
                <a:latin typeface="Times New Roman"/>
                <a:cs typeface="Times New Roman"/>
              </a:rPr>
              <a:t>d f</a:t>
            </a:r>
            <a:r>
              <a:rPr lang="en-US" sz="2600" spc="-10" dirty="0">
                <a:latin typeface="Times New Roman"/>
                <a:cs typeface="Times New Roman"/>
              </a:rPr>
              <a:t>rom</a:t>
            </a:r>
            <a:r>
              <a:rPr lang="en-US" sz="2600" dirty="0">
                <a:latin typeface="Times New Roman"/>
                <a:cs typeface="Times New Roman"/>
              </a:rPr>
              <a:t> A</a:t>
            </a:r>
            <a:r>
              <a:rPr lang="en-US" sz="2600" spc="-5" dirty="0">
                <a:latin typeface="Times New Roman"/>
                <a:cs typeface="Times New Roman"/>
              </a:rPr>
              <a:t> (</a:t>
            </a:r>
            <a:r>
              <a:rPr lang="en-US" sz="2600" dirty="0">
                <a:latin typeface="Times New Roman"/>
                <a:cs typeface="Times New Roman"/>
              </a:rPr>
              <a:t>or </a:t>
            </a:r>
            <a:r>
              <a:rPr lang="en-US" sz="2600" spc="-5" dirty="0">
                <a:latin typeface="Times New Roman"/>
                <a:cs typeface="Times New Roman"/>
              </a:rPr>
              <a:t>vice-</a:t>
            </a:r>
            <a:r>
              <a:rPr lang="en-US" sz="2600" spc="10" dirty="0">
                <a:latin typeface="Times New Roman"/>
                <a:cs typeface="Times New Roman"/>
              </a:rPr>
              <a:t>v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)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5" dirty="0">
                <a:latin typeface="Times New Roman"/>
                <a:cs typeface="Times New Roman"/>
              </a:rPr>
              <a:t>the di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-5" dirty="0">
                <a:latin typeface="Times New Roman"/>
                <a:cs typeface="Times New Roman"/>
              </a:rPr>
              <a:t>fer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pp</a:t>
            </a:r>
            <a:r>
              <a:rPr lang="en-US" sz="2600" spc="-15" dirty="0">
                <a:latin typeface="Times New Roman"/>
                <a:cs typeface="Times New Roman"/>
              </a:rPr>
              <a:t>ea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Y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ry</a:t>
            </a:r>
            <a:r>
              <a:rPr lang="en-US" sz="2600" spc="-5" dirty="0">
                <a:latin typeface="Times New Roman"/>
                <a:cs typeface="Times New Roman"/>
              </a:rPr>
              <a:t>-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spc="-5" dirty="0">
                <a:latin typeface="Times New Roman"/>
                <a:cs typeface="Times New Roman"/>
              </a:rPr>
              <a:t>ut.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</a:t>
            </a:r>
            <a:r>
              <a:rPr lang="en-US" sz="2600" dirty="0">
                <a:latin typeface="Times New Roman"/>
                <a:cs typeface="Times New Roman"/>
              </a:rPr>
              <a:t>or </a:t>
            </a:r>
            <a:r>
              <a:rPr lang="en-US" sz="2600" spc="-5" dirty="0">
                <a:latin typeface="Times New Roman"/>
                <a:cs typeface="Times New Roman"/>
              </a:rPr>
              <a:t>this </a:t>
            </a:r>
            <a:r>
              <a:rPr lang="en-US" sz="2600" spc="-10" dirty="0">
                <a:latin typeface="Times New Roman"/>
                <a:cs typeface="Times New Roman"/>
              </a:rPr>
              <a:t>fun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on,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rr</a:t>
            </a:r>
            <a:r>
              <a:rPr lang="en-US" sz="2600" spc="5" dirty="0">
                <a:latin typeface="Times New Roman"/>
                <a:cs typeface="Times New Roman"/>
              </a:rPr>
              <a:t>y</a:t>
            </a:r>
            <a:r>
              <a:rPr lang="en-US" sz="2600" spc="-5" dirty="0">
                <a:latin typeface="Times New Roman"/>
                <a:cs typeface="Times New Roman"/>
              </a:rPr>
              <a:t>-</a:t>
            </a:r>
            <a:r>
              <a:rPr lang="en-US" sz="2600" spc="-10" dirty="0">
                <a:latin typeface="Times New Roman"/>
                <a:cs typeface="Times New Roman"/>
              </a:rPr>
              <a:t>out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tiv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ly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"borr</a:t>
            </a:r>
            <a:r>
              <a:rPr lang="en-US" sz="2600" dirty="0">
                <a:latin typeface="Times New Roman"/>
                <a:cs typeface="Times New Roman"/>
              </a:rPr>
              <a:t>ow"</a:t>
            </a:r>
            <a:r>
              <a:rPr lang="en-US" sz="2600" spc="-5" dirty="0">
                <a:latin typeface="Times New Roman"/>
                <a:cs typeface="Times New Roman"/>
              </a:rPr>
              <a:t> indi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5" dirty="0">
                <a:latin typeface="Times New Roman"/>
                <a:cs typeface="Times New Roman"/>
              </a:rPr>
              <a:t>tor. </a:t>
            </a:r>
            <a:r>
              <a:rPr lang="en-US" sz="2600" spc="-10" dirty="0">
                <a:latin typeface="Times New Roman"/>
                <a:cs typeface="Times New Roman"/>
              </a:rPr>
              <a:t>This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10" dirty="0">
                <a:latin typeface="Times New Roman"/>
                <a:cs typeface="Times New Roman"/>
              </a:rPr>
              <a:t>may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lso </a:t>
            </a:r>
            <a:r>
              <a:rPr lang="en-US" sz="2600" spc="-10" dirty="0">
                <a:latin typeface="Times New Roman"/>
                <a:cs typeface="Times New Roman"/>
              </a:rPr>
              <a:t>be</a:t>
            </a:r>
            <a:r>
              <a:rPr lang="en-US" sz="2600" dirty="0">
                <a:latin typeface="Times New Roman"/>
                <a:cs typeface="Times New Roman"/>
              </a:rPr>
              <a:t> u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5" dirty="0">
                <a:latin typeface="Times New Roman"/>
                <a:cs typeface="Times New Roman"/>
              </a:rPr>
              <a:t>to </a:t>
            </a:r>
            <a:r>
              <a:rPr lang="en-US" sz="2600" spc="-10" dirty="0">
                <a:latin typeface="Times New Roman"/>
                <a:cs typeface="Times New Roman"/>
              </a:rPr>
              <a:t>comp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magnitudes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10" dirty="0">
                <a:latin typeface="Times New Roman"/>
                <a:cs typeface="Times New Roman"/>
              </a:rPr>
              <a:t>B;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5" dirty="0">
                <a:latin typeface="Times New Roman"/>
                <a:cs typeface="Times New Roman"/>
              </a:rPr>
              <a:t>suc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5" dirty="0">
                <a:latin typeface="Times New Roman"/>
                <a:cs typeface="Times New Roman"/>
              </a:rPr>
              <a:t>se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output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0" dirty="0">
                <a:latin typeface="Times New Roman"/>
                <a:cs typeface="Times New Roman"/>
              </a:rPr>
              <a:t>be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ignor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by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dirty="0">
                <a:latin typeface="Times New Roman"/>
                <a:cs typeface="Times New Roman"/>
              </a:rPr>
              <a:t>p</a:t>
            </a:r>
            <a:r>
              <a:rPr lang="en-US" sz="2600" spc="-10" dirty="0">
                <a:latin typeface="Times New Roman"/>
                <a:cs typeface="Times New Roman"/>
              </a:rPr>
              <a:t>ro</a:t>
            </a:r>
            <a:r>
              <a:rPr lang="en-US" sz="2600" spc="-15" dirty="0">
                <a:latin typeface="Times New Roman"/>
                <a:cs typeface="Times New Roman"/>
              </a:rPr>
              <a:t>ce</a:t>
            </a:r>
            <a:r>
              <a:rPr lang="en-US" sz="2600" spc="-5" dirty="0">
                <a:latin typeface="Times New Roman"/>
                <a:cs typeface="Times New Roman"/>
              </a:rPr>
              <a:t>ssor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whic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5" dirty="0">
                <a:latin typeface="Times New Roman"/>
                <a:cs typeface="Times New Roman"/>
              </a:rPr>
              <a:t>is 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spc="-10" dirty="0">
                <a:latin typeface="Times New Roman"/>
                <a:cs typeface="Times New Roman"/>
              </a:rPr>
              <a:t>nly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inte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ested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 the </a:t>
            </a:r>
            <a:r>
              <a:rPr lang="en-US" sz="2600" spc="-10" dirty="0">
                <a:latin typeface="Times New Roman"/>
                <a:cs typeface="Times New Roman"/>
              </a:rPr>
              <a:t>statu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bits (p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rti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ula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ly </a:t>
            </a:r>
            <a:r>
              <a:rPr lang="en-US" sz="2600" spc="-15" dirty="0">
                <a:latin typeface="Times New Roman"/>
                <a:cs typeface="Times New Roman"/>
              </a:rPr>
              <a:t>ze</a:t>
            </a:r>
            <a:r>
              <a:rPr lang="en-US" sz="2600" dirty="0">
                <a:latin typeface="Times New Roman"/>
                <a:cs typeface="Times New Roman"/>
              </a:rPr>
              <a:t>ro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g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tive</a:t>
            </a:r>
            <a:r>
              <a:rPr lang="en-US" sz="2600" dirty="0">
                <a:latin typeface="Times New Roman"/>
                <a:cs typeface="Times New Roman"/>
              </a:rPr>
              <a:t>) </a:t>
            </a:r>
            <a:r>
              <a:rPr lang="en-US" sz="2600" spc="-5" dirty="0">
                <a:latin typeface="Times New Roman"/>
                <a:cs typeface="Times New Roman"/>
              </a:rPr>
              <a:t>th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0" dirty="0">
                <a:latin typeface="Times New Roman"/>
                <a:cs typeface="Times New Roman"/>
              </a:rPr>
              <a:t>sul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-10" dirty="0">
                <a:latin typeface="Times New Roman"/>
                <a:cs typeface="Times New Roman"/>
              </a:rPr>
              <a:t>rom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on.</a:t>
            </a:r>
          </a:p>
          <a:p>
            <a:pPr marL="1155700" marR="6350" lvl="2" indent="-228600">
              <a:buFont typeface="Courier New"/>
              <a:buChar char="o"/>
              <a:tabLst>
                <a:tab pos="1156335" algn="l"/>
              </a:tabLst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Sub</a:t>
            </a:r>
            <a:r>
              <a:rPr kumimoji="0" lang="en-US" sz="26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600" b="1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 </a:t>
            </a: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26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ith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b</a:t>
            </a: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6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ow:</a:t>
            </a:r>
            <a:r>
              <a:rPr kumimoji="0" lang="en-US" sz="26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ubtr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ted 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from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vi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lang="en-US" sz="26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with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bor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ow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y-in) 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dif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pp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Y</a:t>
            </a:r>
            <a:r>
              <a:rPr kumimoji="0" lang="en-US" sz="26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out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(bo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row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out).</a:t>
            </a:r>
            <a:endParaRPr lang="en-US" sz="2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155700" marR="6350" lvl="2" indent="-228600">
              <a:buFont typeface="Courier New"/>
              <a:buChar char="o"/>
              <a:tabLst>
                <a:tab pos="1156335" algn="l"/>
              </a:tabLst>
            </a:pP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T</a:t>
            </a:r>
            <a:r>
              <a:rPr kumimoji="0" lang="en-US" sz="26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wo'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lang="en-US" sz="26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600" b="1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6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600" b="1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1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26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 </a:t>
            </a: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6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gat</a:t>
            </a:r>
            <a:r>
              <a:rPr kumimoji="0" lang="en-US" sz="2600" b="1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):</a:t>
            </a:r>
            <a:r>
              <a:rPr kumimoji="0" lang="en-US" sz="26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 B)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is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ubtra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ted 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from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z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ro 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dif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pp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Y. </a:t>
            </a:r>
          </a:p>
          <a:p>
            <a:pPr marL="1155700" marR="6350" lvl="2" indent="-228600">
              <a:buFont typeface="Courier New"/>
              <a:buChar char="o"/>
              <a:tabLst>
                <a:tab pos="1156335" algn="l"/>
              </a:tabLst>
            </a:pPr>
            <a:r>
              <a:rPr lang="en-US" sz="26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I</a:t>
            </a:r>
            <a:r>
              <a:rPr lang="en-US" sz="2600" b="1" dirty="0">
                <a:latin typeface="Times New Roman"/>
                <a:cs typeface="Times New Roman"/>
              </a:rPr>
              <a:t>n</a:t>
            </a:r>
            <a:r>
              <a:rPr lang="en-US" sz="2600" b="1" spc="-15" dirty="0">
                <a:latin typeface="Times New Roman"/>
                <a:cs typeface="Times New Roman"/>
              </a:rPr>
              <a:t>cre</a:t>
            </a:r>
            <a:r>
              <a:rPr lang="en-US" sz="2600" b="1" spc="5" dirty="0">
                <a:latin typeface="Times New Roman"/>
                <a:cs typeface="Times New Roman"/>
              </a:rPr>
              <a:t>m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dirty="0">
                <a:latin typeface="Times New Roman"/>
                <a:cs typeface="Times New Roman"/>
              </a:rPr>
              <a:t>nt: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(</a:t>
            </a:r>
            <a:r>
              <a:rPr lang="en-US" sz="2600" dirty="0">
                <a:latin typeface="Times New Roman"/>
                <a:cs typeface="Times New Roman"/>
              </a:rPr>
              <a:t>or B)</a:t>
            </a:r>
            <a:r>
              <a:rPr lang="en-US" sz="2600" spc="-5" dirty="0">
                <a:latin typeface="Times New Roman"/>
                <a:cs typeface="Times New Roman"/>
              </a:rPr>
              <a:t> is </a:t>
            </a:r>
            <a:r>
              <a:rPr lang="en-US" sz="2600" spc="5" dirty="0">
                <a:latin typeface="Times New Roman"/>
                <a:cs typeface="Times New Roman"/>
              </a:rPr>
              <a:t>i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by </a:t>
            </a:r>
            <a:r>
              <a:rPr lang="en-US" sz="2600" spc="-10" dirty="0">
                <a:latin typeface="Times New Roman"/>
                <a:cs typeface="Times New Roman"/>
              </a:rPr>
              <a:t>one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esul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ing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value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pp</a:t>
            </a:r>
            <a:r>
              <a:rPr lang="en-US" sz="2600" spc="-15" dirty="0">
                <a:latin typeface="Times New Roman"/>
                <a:cs typeface="Times New Roman"/>
              </a:rPr>
              <a:t>ea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Y.</a:t>
            </a:r>
            <a:endParaRPr lang="en-US" sz="2600" dirty="0">
              <a:latin typeface="Times New Roman"/>
              <a:cs typeface="Times New Roman"/>
            </a:endParaRPr>
          </a:p>
          <a:p>
            <a:pPr marL="1155700" marR="6350" lvl="2" indent="-228600">
              <a:buFont typeface="Courier New"/>
              <a:buChar char="o"/>
              <a:tabLst>
                <a:tab pos="1156335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 D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15" dirty="0">
                <a:latin typeface="Times New Roman"/>
                <a:cs typeface="Times New Roman"/>
              </a:rPr>
              <a:t>c</a:t>
            </a:r>
            <a:r>
              <a:rPr lang="en-US" sz="2600" b="1" spc="-5" dirty="0">
                <a:latin typeface="Times New Roman"/>
                <a:cs typeface="Times New Roman"/>
              </a:rPr>
              <a:t>r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spc="5" dirty="0">
                <a:latin typeface="Times New Roman"/>
                <a:cs typeface="Times New Roman"/>
              </a:rPr>
              <a:t>m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dirty="0">
                <a:latin typeface="Times New Roman"/>
                <a:cs typeface="Times New Roman"/>
              </a:rPr>
              <a:t>nt: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(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r B) </a:t>
            </a:r>
            <a:r>
              <a:rPr lang="en-US" sz="2600" spc="-5" dirty="0">
                <a:latin typeface="Times New Roman"/>
                <a:cs typeface="Times New Roman"/>
              </a:rPr>
              <a:t>is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se</a:t>
            </a:r>
            <a:r>
              <a:rPr lang="en-US" sz="2600" dirty="0">
                <a:latin typeface="Times New Roman"/>
                <a:cs typeface="Times New Roman"/>
              </a:rPr>
              <a:t>d by o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sul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ing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value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pp</a:t>
            </a:r>
            <a:r>
              <a:rPr lang="en-US" sz="2600" spc="-15" dirty="0">
                <a:latin typeface="Times New Roman"/>
                <a:cs typeface="Times New Roman"/>
              </a:rPr>
              <a:t>ea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Y.</a:t>
            </a:r>
            <a:endParaRPr lang="en-US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6171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3DA45-8DA1-F773-8C55-81039C4B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C6500-840B-9D50-BCB2-49B40BD24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F59212-BB52-1F9C-1BAD-2C03B8CF19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C6AB8FB-C335-6C56-A8F7-A0B233DF3C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C91672-F90F-7DC9-0AE0-BA4EF3DA73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6"/>
          <p:cNvSpPr txBox="1"/>
          <p:nvPr/>
        </p:nvSpPr>
        <p:spPr>
          <a:xfrm>
            <a:off x="2342356" y="2545933"/>
            <a:ext cx="15392400" cy="28007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buFont typeface="Symbol"/>
              <a:buChar char=""/>
              <a:tabLst>
                <a:tab pos="2413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Bit</a:t>
            </a:r>
            <a:r>
              <a:rPr sz="2600" b="1" spc="-5" dirty="0">
                <a:latin typeface="Times New Roman"/>
                <a:cs typeface="Times New Roman"/>
              </a:rPr>
              <a:t>wise </a:t>
            </a:r>
            <a:r>
              <a:rPr sz="2600" b="1" spc="-10" dirty="0">
                <a:latin typeface="Times New Roman"/>
                <a:cs typeface="Times New Roman"/>
              </a:rPr>
              <a:t>Logi</a:t>
            </a:r>
            <a:r>
              <a:rPr sz="2600" b="1" spc="-15" dirty="0">
                <a:latin typeface="Times New Roman"/>
                <a:cs typeface="Times New Roman"/>
              </a:rPr>
              <a:t>c</a:t>
            </a:r>
            <a:r>
              <a:rPr sz="2600" b="1" spc="-5" dirty="0">
                <a:latin typeface="Times New Roman"/>
                <a:cs typeface="Times New Roman"/>
              </a:rPr>
              <a:t>al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O</a:t>
            </a:r>
            <a:r>
              <a:rPr sz="2600" b="1" dirty="0">
                <a:latin typeface="Times New Roman"/>
                <a:cs typeface="Times New Roman"/>
              </a:rPr>
              <a:t>p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spc="-10" dirty="0">
                <a:latin typeface="Times New Roman"/>
                <a:cs typeface="Times New Roman"/>
              </a:rPr>
              <a:t>ation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  <a:buFont typeface="Symbol"/>
              <a:buChar char=""/>
            </a:pP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buFont typeface="Courier New"/>
              <a:buChar char="o"/>
              <a:tabLst>
                <a:tab pos="699135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AND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bitwis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AN</a:t>
            </a:r>
            <a:r>
              <a:rPr sz="2600" dirty="0">
                <a:latin typeface="Times New Roman"/>
                <a:cs typeface="Times New Roman"/>
              </a:rPr>
              <a:t>D</a:t>
            </a:r>
          </a:p>
          <a:p>
            <a:pPr marL="698500" lvl="1" indent="-228600">
              <a:buFont typeface="Courier New"/>
              <a:buChar char="o"/>
              <a:tabLst>
                <a:tab pos="699135" algn="l"/>
              </a:tabLst>
            </a:pPr>
            <a:r>
              <a:rPr sz="2600" b="1" dirty="0">
                <a:latin typeface="Times New Roman"/>
                <a:cs typeface="Times New Roman"/>
              </a:rPr>
              <a:t>OR: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he</a:t>
            </a:r>
            <a:r>
              <a:rPr sz="2600" spc="-5" dirty="0">
                <a:latin typeface="Times New Roman"/>
                <a:cs typeface="Times New Roman"/>
              </a:rPr>
              <a:t> bitwis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 OR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buFont typeface="Courier New"/>
              <a:buChar char="o"/>
              <a:tabLst>
                <a:tab pos="699135" algn="l"/>
              </a:tabLst>
            </a:pPr>
            <a:r>
              <a:rPr sz="2600" b="1" spc="-15" dirty="0">
                <a:latin typeface="Times New Roman"/>
                <a:cs typeface="Times New Roman"/>
              </a:rPr>
              <a:t>NO</a:t>
            </a:r>
            <a:r>
              <a:rPr sz="2600" b="1" spc="-10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bitwis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 NO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buFont typeface="Courier New"/>
              <a:buChar char="o"/>
              <a:tabLst>
                <a:tab pos="699135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Ex</a:t>
            </a:r>
            <a:r>
              <a:rPr sz="2600" b="1" spc="-15" dirty="0">
                <a:latin typeface="Times New Roman"/>
                <a:cs typeface="Times New Roman"/>
              </a:rPr>
              <a:t>c</a:t>
            </a:r>
            <a:r>
              <a:rPr sz="2600" b="1" spc="-5" dirty="0">
                <a:latin typeface="Times New Roman"/>
                <a:cs typeface="Times New Roman"/>
              </a:rPr>
              <a:t>lu</a:t>
            </a:r>
            <a:r>
              <a:rPr sz="2600" b="1" spc="-10" dirty="0">
                <a:latin typeface="Times New Roman"/>
                <a:cs typeface="Times New Roman"/>
              </a:rPr>
              <a:t>sive</a:t>
            </a:r>
            <a:r>
              <a:rPr sz="2600" b="1" spc="-5" dirty="0">
                <a:latin typeface="Times New Roman"/>
                <a:cs typeface="Times New Roman"/>
              </a:rPr>
              <a:t>-</a:t>
            </a:r>
            <a:r>
              <a:rPr sz="2600" b="1" dirty="0">
                <a:latin typeface="Times New Roman"/>
                <a:cs typeface="Times New Roman"/>
              </a:rPr>
              <a:t>OR: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spc="-5" dirty="0">
                <a:latin typeface="Times New Roman"/>
                <a:cs typeface="Times New Roman"/>
              </a:rPr>
              <a:t> bitwis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 XO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endParaRPr sz="2600" dirty="0">
              <a:latin typeface="Times New Roman"/>
              <a:cs typeface="Times New Roman"/>
            </a:endParaRPr>
          </a:p>
          <a:p>
            <a:pPr marL="698500" lvl="1" indent="-228600">
              <a:buFont typeface="Courier New"/>
              <a:buChar char="o"/>
              <a:tabLst>
                <a:tab pos="699135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O</a:t>
            </a:r>
            <a:r>
              <a:rPr sz="2600" b="1" spc="-5" dirty="0">
                <a:latin typeface="Times New Roman"/>
                <a:cs typeface="Times New Roman"/>
              </a:rPr>
              <a:t>n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spc="-5" dirty="0">
                <a:latin typeface="Times New Roman"/>
                <a:cs typeface="Times New Roman"/>
              </a:rPr>
              <a:t>'s </a:t>
            </a:r>
            <a:r>
              <a:rPr sz="2600" b="1" spc="-10" dirty="0">
                <a:latin typeface="Times New Roman"/>
                <a:cs typeface="Times New Roman"/>
              </a:rPr>
              <a:t>co</a:t>
            </a:r>
            <a:r>
              <a:rPr sz="2600" b="1" spc="-5" dirty="0">
                <a:latin typeface="Times New Roman"/>
                <a:cs typeface="Times New Roman"/>
              </a:rPr>
              <a:t>m</a:t>
            </a:r>
            <a:r>
              <a:rPr sz="2600" b="1" dirty="0">
                <a:latin typeface="Times New Roman"/>
                <a:cs typeface="Times New Roman"/>
              </a:rPr>
              <a:t>p</a:t>
            </a:r>
            <a:r>
              <a:rPr sz="2600" b="1" spc="-5" dirty="0">
                <a:latin typeface="Times New Roman"/>
                <a:cs typeface="Times New Roman"/>
              </a:rPr>
              <a:t>l</a:t>
            </a:r>
            <a:r>
              <a:rPr sz="2600" b="1" spc="-25" dirty="0">
                <a:latin typeface="Times New Roman"/>
                <a:cs typeface="Times New Roman"/>
              </a:rPr>
              <a:t>e</a:t>
            </a:r>
            <a:r>
              <a:rPr sz="2600" b="1" spc="5" dirty="0">
                <a:latin typeface="Times New Roman"/>
                <a:cs typeface="Times New Roman"/>
              </a:rPr>
              <a:t>m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nt: </a:t>
            </a:r>
            <a:r>
              <a:rPr sz="2600" spc="-5" dirty="0">
                <a:latin typeface="Times New Roman"/>
                <a:cs typeface="Times New Roman"/>
              </a:rPr>
              <a:t>All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bit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-10" dirty="0">
                <a:latin typeface="Times New Roman"/>
                <a:cs typeface="Times New Roman"/>
              </a:rPr>
              <a:t> inve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ted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i.e., </a:t>
            </a:r>
            <a:r>
              <a:rPr sz="2600" dirty="0">
                <a:latin typeface="Times New Roman"/>
                <a:cs typeface="Times New Roman"/>
              </a:rPr>
              <a:t>0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1 </a:t>
            </a:r>
            <a:r>
              <a:rPr sz="2600" spc="-5" dirty="0">
                <a:latin typeface="Times New Roman"/>
                <a:cs typeface="Times New Roman"/>
              </a:rPr>
              <a:t>to </a:t>
            </a:r>
            <a:r>
              <a:rPr sz="2600" spc="5" dirty="0">
                <a:latin typeface="Times New Roman"/>
                <a:cs typeface="Times New Roman"/>
              </a:rPr>
              <a:t>0</a:t>
            </a:r>
            <a:r>
              <a:rPr sz="26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826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74B7-D48A-3CED-CAD0-AD071AFF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159592-F72B-7C83-C47B-9DF0CD1FA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F22FF0-ACC9-C66D-28DE-FA2D0EF078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5D7BC4C-545F-0635-5B1E-010BA6CB2FA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729EEC-9D74-3803-7905-2CCD2D4B80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19" name="object 12">
            <a:extLst>
              <a:ext uri="{FF2B5EF4-FFF2-40B4-BE49-F238E27FC236}">
                <a16:creationId xmlns:a16="http://schemas.microsoft.com/office/drawing/2014/main" id="{F4AFF3A8-047D-DD63-BBD3-8A8E3175A5F1}"/>
              </a:ext>
            </a:extLst>
          </p:cNvPr>
          <p:cNvSpPr/>
          <p:nvPr/>
        </p:nvSpPr>
        <p:spPr>
          <a:xfrm>
            <a:off x="7523956" y="3594101"/>
            <a:ext cx="2133600" cy="137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aseline="-25000"/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B48F7511-CD4D-3CD0-42A1-10A1F3E36867}"/>
              </a:ext>
            </a:extLst>
          </p:cNvPr>
          <p:cNvSpPr/>
          <p:nvPr/>
        </p:nvSpPr>
        <p:spPr>
          <a:xfrm>
            <a:off x="10114756" y="3594101"/>
            <a:ext cx="2362200" cy="1371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aseline="-25000"/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0B5B206F-E980-3814-13DC-60B80AC32CBC}"/>
              </a:ext>
            </a:extLst>
          </p:cNvPr>
          <p:cNvSpPr/>
          <p:nvPr/>
        </p:nvSpPr>
        <p:spPr>
          <a:xfrm>
            <a:off x="7523956" y="5327216"/>
            <a:ext cx="2286000" cy="12386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aseline="-25000"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C122C54C-F774-66D7-DD7C-BC1CBCAEA298}"/>
              </a:ext>
            </a:extLst>
          </p:cNvPr>
          <p:cNvSpPr/>
          <p:nvPr/>
        </p:nvSpPr>
        <p:spPr>
          <a:xfrm>
            <a:off x="10039243" y="5327216"/>
            <a:ext cx="2362200" cy="12386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aseline="-25000"/>
          </a:p>
        </p:txBody>
      </p:sp>
      <p:graphicFrame>
        <p:nvGraphicFramePr>
          <p:cNvPr id="23" name="object 11">
            <a:extLst>
              <a:ext uri="{FF2B5EF4-FFF2-40B4-BE49-F238E27FC236}">
                <a16:creationId xmlns:a16="http://schemas.microsoft.com/office/drawing/2014/main" id="{251688ED-E8E9-EDA9-E35E-B3D65CE0F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892007"/>
              </p:ext>
            </p:extLst>
          </p:nvPr>
        </p:nvGraphicFramePr>
        <p:xfrm>
          <a:off x="4973255" y="2374901"/>
          <a:ext cx="7696201" cy="4343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6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3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051">
                <a:tc gridSpan="3"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400" b="1" spc="-1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t ex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b="1" spc="-1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2400" b="1" spc="-1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ight-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U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0413">
                      <a:solidFill>
                        <a:srgbClr val="AAAAAA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051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ype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400" b="1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sh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ft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ight s</a:t>
                      </a:r>
                      <a:r>
                        <a:rPr sz="2400" b="1" spc="-1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3116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rit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ic</a:t>
                      </a: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0183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l</a:t>
                      </a: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DEEBC3C-49DE-B97F-309D-DB51845EDE1F}"/>
              </a:ext>
            </a:extLst>
          </p:cNvPr>
          <p:cNvSpPr txBox="1"/>
          <p:nvPr/>
        </p:nvSpPr>
        <p:spPr>
          <a:xfrm>
            <a:off x="1961356" y="1457263"/>
            <a:ext cx="950660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13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41300" algn="l"/>
              </a:tabLst>
              <a:defRPr/>
            </a:pP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</a:t>
            </a:r>
            <a:r>
              <a:rPr kumimoji="0" lang="en-US" sz="26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</a:t>
            </a:r>
            <a:r>
              <a:rPr kumimoji="0" lang="en-US" sz="26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ift </a:t>
            </a: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6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6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er</a:t>
            </a:r>
            <a:r>
              <a:rPr kumimoji="0" lang="en-US" sz="26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ation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graphicFrame>
        <p:nvGraphicFramePr>
          <p:cNvPr id="37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200685"/>
              </p:ext>
            </p:extLst>
          </p:nvPr>
        </p:nvGraphicFramePr>
        <p:xfrm>
          <a:off x="4973254" y="6731001"/>
          <a:ext cx="7696201" cy="29396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6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3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1153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ota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</a:t>
                      </a: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463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ota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2400" spc="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rou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h c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rry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0413">
                      <a:solidFill>
                        <a:srgbClr val="AAAAAA"/>
                      </a:solidFill>
                      <a:prstDash val="solid"/>
                    </a:lnL>
                    <a:lnR w="10413">
                      <a:solidFill>
                        <a:srgbClr val="AAAAAA"/>
                      </a:solidFill>
                      <a:prstDash val="solid"/>
                    </a:lnR>
                    <a:lnT w="10413">
                      <a:solidFill>
                        <a:srgbClr val="AAAAAA"/>
                      </a:solidFill>
                      <a:prstDash val="solid"/>
                    </a:lnT>
                    <a:lnB w="10413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object 9"/>
          <p:cNvSpPr/>
          <p:nvPr/>
        </p:nvSpPr>
        <p:spPr>
          <a:xfrm>
            <a:off x="7425721" y="6913839"/>
            <a:ext cx="2231835" cy="123868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0"/>
          <p:cNvSpPr/>
          <p:nvPr/>
        </p:nvSpPr>
        <p:spPr>
          <a:xfrm>
            <a:off x="10100167" y="6904909"/>
            <a:ext cx="2301276" cy="12386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1"/>
          <p:cNvSpPr/>
          <p:nvPr/>
        </p:nvSpPr>
        <p:spPr>
          <a:xfrm>
            <a:off x="7392605" y="8318499"/>
            <a:ext cx="2264951" cy="12386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2"/>
          <p:cNvSpPr/>
          <p:nvPr/>
        </p:nvSpPr>
        <p:spPr>
          <a:xfrm>
            <a:off x="10114756" y="8322420"/>
            <a:ext cx="2286687" cy="123476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505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E2AAA-9B88-73F2-87A1-17FD133F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70D01-D608-2D9A-78B6-55CABF6B9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D54BF1-741D-58F3-75F3-82F084CF41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305498A-F02F-87A2-E921-19F641F7B88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FB03FC-8E45-CE21-3CAB-AB6CDAB4CE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89956" y="2351008"/>
            <a:ext cx="14706600" cy="3611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 marR="6350" indent="-227965" algn="just">
              <a:buSzPct val="83333"/>
              <a:buFont typeface="Times New Roman"/>
              <a:buChar char="●"/>
              <a:tabLst>
                <a:tab pos="2413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A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spc="-5" dirty="0">
                <a:latin typeface="Times New Roman"/>
                <a:cs typeface="Times New Roman"/>
              </a:rPr>
              <a:t>ith</a:t>
            </a:r>
            <a:r>
              <a:rPr sz="2600" b="1" spc="5" dirty="0">
                <a:latin typeface="Times New Roman"/>
                <a:cs typeface="Times New Roman"/>
              </a:rPr>
              <a:t>m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spc="-5" dirty="0">
                <a:latin typeface="Times New Roman"/>
                <a:cs typeface="Times New Roman"/>
              </a:rPr>
              <a:t>tic</a:t>
            </a:r>
            <a:r>
              <a:rPr sz="2600" b="1" spc="6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h</a:t>
            </a:r>
            <a:r>
              <a:rPr sz="2600" b="1" spc="-5" dirty="0">
                <a:latin typeface="Times New Roman"/>
                <a:cs typeface="Times New Roman"/>
              </a:rPr>
              <a:t>if</a:t>
            </a:r>
            <a:r>
              <a:rPr sz="2600" b="1" spc="-10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two</a:t>
            </a:r>
            <a:r>
              <a:rPr sz="2600" spc="10" dirty="0">
                <a:latin typeface="Times New Roman"/>
                <a:cs typeface="Times New Roman"/>
              </a:rPr>
              <a:t>'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r,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ning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that the </a:t>
            </a:r>
            <a:r>
              <a:rPr sz="2600" spc="-10" dirty="0">
                <a:latin typeface="Times New Roman"/>
                <a:cs typeface="Times New Roman"/>
              </a:rPr>
              <a:t>most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fi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bit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 "</a:t>
            </a:r>
            <a:r>
              <a:rPr sz="2600" dirty="0">
                <a:latin typeface="Times New Roman"/>
                <a:cs typeface="Times New Roman"/>
              </a:rPr>
              <a:t>sign" </a:t>
            </a:r>
            <a:r>
              <a:rPr sz="2600" spc="-5" dirty="0">
                <a:latin typeface="Times New Roman"/>
                <a:cs typeface="Times New Roman"/>
              </a:rPr>
              <a:t>bit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d.</a:t>
            </a:r>
          </a:p>
          <a:p>
            <a:pPr marL="240665" marR="7620" indent="-227965" algn="just">
              <a:spcBef>
                <a:spcPts val="790"/>
              </a:spcBef>
              <a:buSzPct val="83333"/>
              <a:buFont typeface="Times New Roman"/>
              <a:buChar char="●"/>
              <a:tabLst>
                <a:tab pos="2413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Logical</a:t>
            </a:r>
            <a:r>
              <a:rPr sz="2600" b="1" spc="9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h</a:t>
            </a:r>
            <a:r>
              <a:rPr sz="2600" b="1" spc="-5" dirty="0">
                <a:latin typeface="Times New Roman"/>
                <a:cs typeface="Times New Roman"/>
              </a:rPr>
              <a:t>if</a:t>
            </a:r>
            <a:r>
              <a:rPr sz="2600" b="1" spc="-10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logic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ze</a:t>
            </a:r>
            <a:r>
              <a:rPr sz="2600" dirty="0">
                <a:latin typeface="Times New Roman"/>
                <a:cs typeface="Times New Roman"/>
              </a:rPr>
              <a:t>ro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shifted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5" dirty="0">
                <a:latin typeface="Times New Roman"/>
                <a:cs typeface="Times New Roman"/>
              </a:rPr>
              <a:t>er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nd.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This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sh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ft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unsign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5" dirty="0">
                <a:latin typeface="Times New Roman"/>
                <a:cs typeface="Times New Roman"/>
              </a:rPr>
              <a:t>int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rs.</a:t>
            </a:r>
          </a:p>
          <a:p>
            <a:pPr marL="240665" marR="5080" indent="-227965" algn="just">
              <a:spcBef>
                <a:spcPts val="805"/>
              </a:spcBef>
              <a:buSzPct val="83333"/>
              <a:buFont typeface="Times New Roman"/>
              <a:buChar char="●"/>
              <a:tabLst>
                <a:tab pos="2413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Ro</a:t>
            </a:r>
            <a:r>
              <a:rPr sz="2600" b="1" spc="-10" dirty="0">
                <a:latin typeface="Times New Roman"/>
                <a:cs typeface="Times New Roman"/>
              </a:rPr>
              <a:t>tate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ir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ular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buff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bit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le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most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fi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nt bit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f</a:t>
            </a:r>
            <a:r>
              <a:rPr sz="2600" spc="-5" dirty="0">
                <a:latin typeface="Times New Roman"/>
                <a:cs typeface="Times New Roman"/>
              </a:rPr>
              <a:t>f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ly </a:t>
            </a:r>
            <a:r>
              <a:rPr sz="2600" spc="-10" dirty="0">
                <a:latin typeface="Times New Roman"/>
                <a:cs typeface="Times New Roman"/>
              </a:rPr>
              <a:t>ad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nt.</a:t>
            </a:r>
            <a:endParaRPr sz="2600" dirty="0">
              <a:latin typeface="Times New Roman"/>
              <a:cs typeface="Times New Roman"/>
            </a:endParaRPr>
          </a:p>
          <a:p>
            <a:pPr marL="240665" marR="8255" indent="-227965" algn="just">
              <a:spcBef>
                <a:spcPts val="805"/>
              </a:spcBef>
              <a:buSzPct val="83333"/>
              <a:buFont typeface="Times New Roman"/>
              <a:buChar char="●"/>
              <a:tabLst>
                <a:tab pos="2413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Ro</a:t>
            </a:r>
            <a:r>
              <a:rPr sz="2600" b="1" spc="-10" dirty="0">
                <a:latin typeface="Times New Roman"/>
                <a:cs typeface="Times New Roman"/>
              </a:rPr>
              <a:t>tate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ough</a:t>
            </a:r>
            <a:r>
              <a:rPr sz="2600" b="1" spc="50" dirty="0">
                <a:latin typeface="Times New Roman"/>
                <a:cs typeface="Times New Roman"/>
              </a:rPr>
              <a:t> </a:t>
            </a:r>
            <a:r>
              <a:rPr sz="2600" b="1" spc="-15" dirty="0">
                <a:latin typeface="Times New Roman"/>
                <a:cs typeface="Times New Roman"/>
              </a:rPr>
              <a:t>c</a:t>
            </a:r>
            <a:r>
              <a:rPr sz="2600" b="1" spc="-10" dirty="0">
                <a:latin typeface="Times New Roman"/>
                <a:cs typeface="Times New Roman"/>
              </a:rPr>
              <a:t>a</a:t>
            </a:r>
            <a:r>
              <a:rPr sz="2600" b="1" spc="-15" dirty="0">
                <a:latin typeface="Times New Roman"/>
                <a:cs typeface="Times New Roman"/>
              </a:rPr>
              <a:t>rr</a:t>
            </a:r>
            <a:r>
              <a:rPr sz="2600" b="1" spc="10" dirty="0">
                <a:latin typeface="Times New Roman"/>
                <a:cs typeface="Times New Roman"/>
              </a:rPr>
              <a:t>y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ca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ry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bit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olle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ly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ted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ir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ular </a:t>
            </a:r>
            <a:r>
              <a:rPr sz="2600" dirty="0">
                <a:latin typeface="Times New Roman"/>
                <a:cs typeface="Times New Roman"/>
              </a:rPr>
              <a:t>buf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f </a:t>
            </a:r>
            <a:r>
              <a:rPr sz="2600" spc="-5" dirty="0">
                <a:latin typeface="Times New Roman"/>
                <a:cs typeface="Times New Roman"/>
              </a:rPr>
              <a:t>bits.</a:t>
            </a:r>
            <a:endParaRPr sz="2600" dirty="0">
              <a:latin typeface="Times New Roman"/>
              <a:cs typeface="Times New Roman"/>
            </a:endParaRPr>
          </a:p>
          <a:p>
            <a:pPr marL="240665" marR="8255" algn="just">
              <a:spcBef>
                <a:spcPts val="755"/>
              </a:spcBef>
            </a:pPr>
            <a:r>
              <a:rPr sz="2600" spc="-15" dirty="0">
                <a:latin typeface="Times New Roman"/>
                <a:cs typeface="Times New Roman"/>
              </a:rPr>
              <a:t>Althoug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ca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esigne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fo</a:t>
            </a:r>
            <a:r>
              <a:rPr sz="2600" spc="-10" dirty="0">
                <a:latin typeface="Times New Roman"/>
                <a:cs typeface="Times New Roman"/>
              </a:rPr>
              <a:t>rm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10" dirty="0">
                <a:latin typeface="Times New Roman"/>
                <a:cs typeface="Times New Roman"/>
              </a:rPr>
              <a:t>mpl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x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fun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spc="-5" dirty="0">
                <a:latin typeface="Times New Roman"/>
                <a:cs typeface="Times New Roman"/>
              </a:rPr>
              <a:t>lting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higher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ir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uit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xit</a:t>
            </a:r>
            <a:r>
              <a:rPr sz="2600" dirty="0">
                <a:latin typeface="Times New Roman"/>
                <a:cs typeface="Times New Roman"/>
              </a:rPr>
              <a:t>y,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ost,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pow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onsumpti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la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</a:t>
            </a:r>
            <a:r>
              <a:rPr sz="2600" dirty="0">
                <a:latin typeface="Times New Roman"/>
                <a:cs typeface="Times New Roman"/>
              </a:rPr>
              <a:t>z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mak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thi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impr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spc="-15" dirty="0">
                <a:latin typeface="Times New Roman"/>
                <a:cs typeface="Times New Roman"/>
              </a:rPr>
              <a:t>ca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 </a:t>
            </a:r>
            <a:r>
              <a:rPr sz="2600" spc="-10" dirty="0">
                <a:latin typeface="Times New Roman"/>
                <a:cs typeface="Times New Roman"/>
              </a:rPr>
              <a:t>many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ses.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824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AAB64-9BAA-FD5A-6C36-9E075FE9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5522D-5844-42DE-0400-AFD16C2A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BDEE99-F689-F87A-1C54-AE4A550BDF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051D8EE-ADE1-1967-F501-980B5C113E7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1D42C9-6499-FFCA-0D90-2A7AC35D1C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F1C9717C-74A0-F0D3-F008-CD8890E2F883}"/>
              </a:ext>
            </a:extLst>
          </p:cNvPr>
          <p:cNvSpPr txBox="1"/>
          <p:nvPr/>
        </p:nvSpPr>
        <p:spPr>
          <a:xfrm>
            <a:off x="1847056" y="2013577"/>
            <a:ext cx="15316200" cy="22057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125" algn="just"/>
            <a:r>
              <a:rPr sz="2600" b="1" spc="-5" dirty="0">
                <a:latin typeface="Times New Roman"/>
                <a:cs typeface="Times New Roman"/>
              </a:rPr>
              <a:t>AL</a:t>
            </a:r>
            <a:r>
              <a:rPr sz="2600" b="1" dirty="0">
                <a:latin typeface="Times New Roman"/>
                <a:cs typeface="Times New Roman"/>
              </a:rPr>
              <a:t>U </a:t>
            </a:r>
            <a:r>
              <a:rPr sz="2600" b="1" spc="-1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ign</a:t>
            </a:r>
            <a:r>
              <a:rPr sz="2600" b="1" spc="-5" dirty="0">
                <a:latin typeface="Times New Roman"/>
                <a:cs typeface="Times New Roman"/>
              </a:rPr>
              <a:t>als</a:t>
            </a:r>
            <a:endParaRPr sz="2600" dirty="0">
              <a:latin typeface="Times New Roman"/>
              <a:cs typeface="Times New Roman"/>
            </a:endParaRPr>
          </a:p>
          <a:p>
            <a:pPr marL="240665" marR="8255" algn="just">
              <a:spcBef>
                <a:spcPts val="825"/>
              </a:spcBef>
            </a:pPr>
            <a:endParaRPr lang="en-US" sz="2600" spc="-10" dirty="0">
              <a:latin typeface="Times New Roman"/>
              <a:cs typeface="Times New Roman"/>
            </a:endParaRPr>
          </a:p>
          <a:p>
            <a:pPr marL="240665" marR="8255" algn="just">
              <a:spcBef>
                <a:spcPts val="825"/>
              </a:spcBef>
            </a:pPr>
            <a:r>
              <a:rPr sz="2600" spc="-1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AL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ontains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</a:t>
            </a:r>
            <a:r>
              <a:rPr sz="2600" spc="-5" dirty="0">
                <a:latin typeface="Times New Roman"/>
                <a:cs typeface="Times New Roman"/>
              </a:rPr>
              <a:t>ar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ty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le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tric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input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output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onn</a:t>
            </a:r>
            <a:r>
              <a:rPr sz="2600" spc="-15" dirty="0">
                <a:latin typeface="Times New Roman"/>
                <a:cs typeface="Times New Roman"/>
              </a:rPr>
              <a:t>ec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</a:t>
            </a:r>
            <a:r>
              <a:rPr sz="2600" spc="5" dirty="0">
                <a:latin typeface="Times New Roman"/>
                <a:cs typeface="Times New Roman"/>
              </a:rPr>
              <a:t>h</a:t>
            </a:r>
            <a:r>
              <a:rPr sz="2600" spc="-5" dirty="0">
                <a:latin typeface="Times New Roman"/>
                <a:cs typeface="Times New Roman"/>
              </a:rPr>
              <a:t>ich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sul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 the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digital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signal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ing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cas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tw</a:t>
            </a:r>
            <a:r>
              <a:rPr sz="2600" spc="-15" dirty="0">
                <a:latin typeface="Times New Roman"/>
                <a:cs typeface="Times New Roman"/>
              </a:rPr>
              <a:t>ee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LU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xte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troni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rn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ir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uit</a:t>
            </a:r>
            <a:r>
              <a:rPr sz="2600" dirty="0">
                <a:latin typeface="Times New Roman"/>
                <a:cs typeface="Times New Roman"/>
              </a:rPr>
              <a:t>s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se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signal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</a:t>
            </a:r>
            <a:r>
              <a:rPr sz="2600" dirty="0">
                <a:latin typeface="Times New Roman"/>
                <a:cs typeface="Times New Roman"/>
              </a:rPr>
              <a:t>U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input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</a:t>
            </a:r>
            <a:r>
              <a:rPr sz="2600" dirty="0">
                <a:latin typeface="Times New Roman"/>
                <a:cs typeface="Times New Roman"/>
              </a:rPr>
              <a:t>U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se</a:t>
            </a:r>
            <a:r>
              <a:rPr sz="2600" dirty="0">
                <a:latin typeface="Times New Roman"/>
                <a:cs typeface="Times New Roman"/>
              </a:rPr>
              <a:t>nds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signal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xte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le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troni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s.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4A809FC-6562-0437-CDAB-C4E2F6587F66}"/>
              </a:ext>
            </a:extLst>
          </p:cNvPr>
          <p:cNvSpPr/>
          <p:nvPr/>
        </p:nvSpPr>
        <p:spPr>
          <a:xfrm>
            <a:off x="6990556" y="5016314"/>
            <a:ext cx="4495800" cy="32259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FDDA9-F31E-BFC2-EA85-97BB3AB06B4C}"/>
              </a:ext>
            </a:extLst>
          </p:cNvPr>
          <p:cNvSpPr txBox="1"/>
          <p:nvPr/>
        </p:nvSpPr>
        <p:spPr>
          <a:xfrm>
            <a:off x="4858135" y="8648514"/>
            <a:ext cx="9506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20345" algn="ctr"/>
            <a:r>
              <a:rPr lang="en-US" sz="2000" i="1" dirty="0">
                <a:latin typeface="Times New Roman"/>
                <a:cs typeface="Times New Roman"/>
              </a:rPr>
              <a:t>Basic ALU</a:t>
            </a:r>
            <a:r>
              <a:rPr lang="en-US" sz="2000" i="1" spc="-10" dirty="0">
                <a:latin typeface="Times New Roman"/>
                <a:cs typeface="Times New Roman"/>
              </a:rPr>
              <a:t> De</a:t>
            </a:r>
            <a:r>
              <a:rPr lang="en-US" sz="2000" i="1" spc="-5" dirty="0">
                <a:latin typeface="Times New Roman"/>
                <a:cs typeface="Times New Roman"/>
              </a:rPr>
              <a:t>s</a:t>
            </a:r>
            <a:r>
              <a:rPr lang="en-US" sz="2000" i="1" spc="5" dirty="0">
                <a:latin typeface="Times New Roman"/>
                <a:cs typeface="Times New Roman"/>
              </a:rPr>
              <a:t>i</a:t>
            </a:r>
            <a:r>
              <a:rPr lang="en-US" sz="2000" i="1" spc="-15" dirty="0">
                <a:latin typeface="Times New Roman"/>
                <a:cs typeface="Times New Roman"/>
              </a:rPr>
              <a:t>g</a:t>
            </a:r>
            <a:r>
              <a:rPr lang="en-US" sz="2000" i="1" dirty="0">
                <a:latin typeface="Times New Roman"/>
                <a:cs typeface="Times New Roman"/>
              </a:rPr>
              <a:t>n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707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A0882-5CD9-8471-9299-15B48940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7CE8E-63E8-A663-8A2E-250387F1C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25B4FF-B4E0-679F-B02D-C983C4DF5D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DFBABA2-5831-CEA8-5D16-0BA3F174B26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3A0AA2-E286-BE90-6779-A4B68F57F5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8"/>
          <p:cNvSpPr txBox="1"/>
          <p:nvPr/>
        </p:nvSpPr>
        <p:spPr>
          <a:xfrm>
            <a:off x="1732756" y="1536700"/>
            <a:ext cx="15697200" cy="8015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spcBef>
                <a:spcPts val="810"/>
              </a:spcBef>
              <a:buFont typeface="Symbol"/>
              <a:buChar char=""/>
              <a:tabLst>
                <a:tab pos="2413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Op</a:t>
            </a:r>
            <a:r>
              <a:rPr sz="2600" b="1" spc="-15" dirty="0">
                <a:latin typeface="Times New Roman"/>
                <a:cs typeface="Times New Roman"/>
              </a:rPr>
              <a:t>c</a:t>
            </a:r>
            <a:r>
              <a:rPr sz="2600" b="1" dirty="0">
                <a:latin typeface="Times New Roman"/>
                <a:cs typeface="Times New Roman"/>
              </a:rPr>
              <a:t>od</a:t>
            </a:r>
            <a:r>
              <a:rPr sz="2600" b="1" spc="-10" dirty="0">
                <a:latin typeface="Times New Roman"/>
                <a:cs typeface="Times New Roman"/>
              </a:rPr>
              <a:t>e</a:t>
            </a:r>
            <a:endParaRPr sz="2600" dirty="0">
              <a:latin typeface="Times New Roman"/>
              <a:cs typeface="Times New Roman"/>
            </a:endParaRPr>
          </a:p>
          <a:p>
            <a:pPr marL="469900" marR="5080" algn="just"/>
            <a:r>
              <a:rPr sz="2600" spc="-10" dirty="0">
                <a:latin typeface="Times New Roman"/>
                <a:cs typeface="Times New Roman"/>
              </a:rPr>
              <a:t>The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ode</a:t>
            </a:r>
            <a:r>
              <a:rPr sz="2600" spc="-5" dirty="0">
                <a:latin typeface="Times New Roman"/>
                <a:cs typeface="Times New Roman"/>
              </a:rPr>
              <a:t> input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bus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onv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ys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AL</a:t>
            </a:r>
            <a:r>
              <a:rPr sz="2600" dirty="0">
                <a:latin typeface="Times New Roman"/>
                <a:cs typeface="Times New Roman"/>
              </a:rPr>
              <a:t>U 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 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 </a:t>
            </a:r>
            <a:r>
              <a:rPr sz="2600" spc="-5" dirty="0">
                <a:latin typeface="Times New Roman"/>
                <a:cs typeface="Times New Roman"/>
              </a:rPr>
              <a:t>sele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 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od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whic</a:t>
            </a:r>
            <a:r>
              <a:rPr sz="2600" dirty="0">
                <a:latin typeface="Times New Roman"/>
                <a:cs typeface="Times New Roman"/>
              </a:rPr>
              <a:t>h 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 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 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num</a:t>
            </a:r>
            <a:r>
              <a:rPr sz="2600" spc="-5" dirty="0">
                <a:latin typeface="Times New Roman"/>
                <a:cs typeface="Times New Roman"/>
              </a:rPr>
              <a:t>er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ted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lue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that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spe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ifi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 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des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rithm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tic </a:t>
            </a:r>
            <a:r>
              <a:rPr lang="en-US" sz="2600" dirty="0">
                <a:latin typeface="Times New Roman"/>
                <a:cs typeface="Times New Roman"/>
              </a:rPr>
              <a:t>or </a:t>
            </a:r>
            <a:r>
              <a:rPr lang="en-US" sz="2600" spc="-5" dirty="0">
                <a:latin typeface="Times New Roman"/>
                <a:cs typeface="Times New Roman"/>
              </a:rPr>
              <a:t>logic o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er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ion</a:t>
            </a:r>
            <a:r>
              <a:rPr lang="en-US" sz="2600" spc="-5" dirty="0">
                <a:latin typeface="Times New Roman"/>
                <a:cs typeface="Times New Roman"/>
              </a:rPr>
              <a:t> t</a:t>
            </a:r>
            <a:r>
              <a:rPr lang="en-US" sz="2600" dirty="0">
                <a:latin typeface="Times New Roman"/>
                <a:cs typeface="Times New Roman"/>
              </a:rPr>
              <a:t>o </a:t>
            </a:r>
            <a:r>
              <a:rPr lang="en-US" sz="2600" spc="-10" dirty="0">
                <a:latin typeface="Times New Roman"/>
                <a:cs typeface="Times New Roman"/>
              </a:rPr>
              <a:t>be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-5" dirty="0">
                <a:latin typeface="Times New Roman"/>
                <a:cs typeface="Times New Roman"/>
              </a:rPr>
              <a:t>orm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by 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ALU</a:t>
            </a:r>
            <a:r>
              <a:rPr lang="en-US" sz="2600" dirty="0">
                <a:latin typeface="Times New Roman"/>
                <a:cs typeface="Times New Roman"/>
              </a:rPr>
              <a:t>. </a:t>
            </a:r>
            <a:r>
              <a:rPr lang="en-US" sz="2600" spc="-10" dirty="0">
                <a:latin typeface="Times New Roman"/>
                <a:cs typeface="Times New Roman"/>
              </a:rPr>
              <a:t>T</a:t>
            </a:r>
            <a:r>
              <a:rPr lang="en-US" sz="2600" spc="-5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ode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15" dirty="0">
                <a:latin typeface="Times New Roman"/>
                <a:cs typeface="Times New Roman"/>
              </a:rPr>
              <a:t>z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(its </a:t>
            </a:r>
            <a:r>
              <a:rPr lang="en-US" sz="2600" dirty="0">
                <a:latin typeface="Times New Roman"/>
                <a:cs typeface="Times New Roman"/>
              </a:rPr>
              <a:t>bus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width</a:t>
            </a:r>
            <a:r>
              <a:rPr lang="en-US" sz="2600" spc="-5" dirty="0">
                <a:latin typeface="Times New Roman"/>
                <a:cs typeface="Times New Roman"/>
              </a:rPr>
              <a:t>)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lat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-20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number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dif</a:t>
            </a:r>
            <a:r>
              <a:rPr lang="en-US" sz="2600" spc="-10" dirty="0">
                <a:latin typeface="Times New Roman"/>
                <a:cs typeface="Times New Roman"/>
              </a:rPr>
              <a:t>fe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5" dirty="0">
                <a:latin typeface="Times New Roman"/>
                <a:cs typeface="Times New Roman"/>
              </a:rPr>
              <a:t>er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5" dirty="0">
                <a:latin typeface="Times New Roman"/>
                <a:cs typeface="Times New Roman"/>
              </a:rPr>
              <a:t>rf</a:t>
            </a:r>
            <a:r>
              <a:rPr lang="en-US" sz="2600" spc="-10" dirty="0">
                <a:latin typeface="Times New Roman"/>
                <a:cs typeface="Times New Roman"/>
              </a:rPr>
              <a:t>orm;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for </a:t>
            </a:r>
            <a:r>
              <a:rPr lang="en-US" sz="2600" spc="5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x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mpl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four</a:t>
            </a:r>
            <a:r>
              <a:rPr lang="en-US" sz="2600" spc="-5" dirty="0">
                <a:latin typeface="Times New Roman"/>
                <a:cs typeface="Times New Roman"/>
              </a:rPr>
              <a:t>-bit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ode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5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ify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u</a:t>
            </a:r>
            <a:r>
              <a:rPr lang="en-US" sz="2600" dirty="0">
                <a:latin typeface="Times New Roman"/>
                <a:cs typeface="Times New Roman"/>
              </a:rPr>
              <a:t>p 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6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six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ee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dif</a:t>
            </a:r>
            <a:r>
              <a:rPr lang="en-US" sz="2600" spc="-10" dirty="0">
                <a:latin typeface="Times New Roman"/>
                <a:cs typeface="Times New Roman"/>
              </a:rPr>
              <a:t>fe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ons.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G</a:t>
            </a:r>
            <a:r>
              <a:rPr lang="en-US" sz="2600" spc="-10" dirty="0">
                <a:latin typeface="Times New Roman"/>
                <a:cs typeface="Times New Roman"/>
              </a:rPr>
              <a:t>en</a:t>
            </a:r>
            <a:r>
              <a:rPr lang="en-US" sz="2600" spc="-5" dirty="0">
                <a:latin typeface="Times New Roman"/>
                <a:cs typeface="Times New Roman"/>
              </a:rPr>
              <a:t>er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dirty="0">
                <a:latin typeface="Times New Roman"/>
                <a:cs typeface="Times New Roman"/>
              </a:rPr>
              <a:t>y,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9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ode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not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sa</a:t>
            </a:r>
            <a:r>
              <a:rPr lang="en-US" sz="2600" spc="-10" dirty="0">
                <a:latin typeface="Times New Roman"/>
                <a:cs typeface="Times New Roman"/>
              </a:rPr>
              <a:t>me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hine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lang</a:t>
            </a:r>
            <a:r>
              <a:rPr lang="en-US" sz="2600" spc="-5" dirty="0">
                <a:latin typeface="Times New Roman"/>
                <a:cs typeface="Times New Roman"/>
              </a:rPr>
              <a:t>u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ge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od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though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som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5" dirty="0">
                <a:latin typeface="Times New Roman"/>
                <a:cs typeface="Times New Roman"/>
              </a:rPr>
              <a:t>se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it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may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b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dire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tl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od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bit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fi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ld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5" dirty="0">
                <a:latin typeface="Times New Roman"/>
                <a:cs typeface="Times New Roman"/>
              </a:rPr>
              <a:t>in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hine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ngu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10" dirty="0">
                <a:latin typeface="Times New Roman"/>
                <a:cs typeface="Times New Roman"/>
              </a:rPr>
              <a:t>g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24"/>
              </a:spcBef>
            </a:pPr>
            <a:endParaRPr lang="en-US" sz="2600" dirty="0">
              <a:latin typeface="Times New Roman"/>
              <a:cs typeface="Times New Roman"/>
            </a:endParaRPr>
          </a:p>
          <a:p>
            <a:pPr marL="469900" indent="-228600">
              <a:buFont typeface="Symbol"/>
              <a:buChar char=""/>
              <a:tabLst>
                <a:tab pos="4699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Da</a:t>
            </a:r>
            <a:r>
              <a:rPr lang="en-US" sz="2600" b="1" spc="-10" dirty="0">
                <a:latin typeface="Times New Roman"/>
                <a:cs typeface="Times New Roman"/>
              </a:rPr>
              <a:t>t</a:t>
            </a:r>
            <a:r>
              <a:rPr lang="en-US" sz="2600" b="1" dirty="0">
                <a:latin typeface="Times New Roman"/>
                <a:cs typeface="Times New Roman"/>
              </a:rPr>
              <a:t>a</a:t>
            </a:r>
            <a:endParaRPr lang="en-US" sz="2600" dirty="0">
              <a:latin typeface="Times New Roman"/>
              <a:cs typeface="Times New Roman"/>
            </a:endParaRPr>
          </a:p>
          <a:p>
            <a:pPr marL="469900" marR="5715" algn="just">
              <a:spcBef>
                <a:spcPts val="65"/>
              </a:spcBef>
            </a:pPr>
            <a:r>
              <a:rPr lang="en-US" sz="2600" dirty="0">
                <a:latin typeface="Times New Roman"/>
                <a:cs typeface="Times New Roman"/>
              </a:rPr>
              <a:t>A    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basic</a:t>
            </a:r>
            <a:r>
              <a:rPr lang="en-US" sz="2600" dirty="0">
                <a:latin typeface="Times New Roman"/>
                <a:cs typeface="Times New Roman"/>
              </a:rPr>
              <a:t>    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    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    </a:t>
            </a:r>
            <a:r>
              <a:rPr lang="en-US" sz="2600" spc="-4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    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    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onsi</a:t>
            </a:r>
            <a:r>
              <a:rPr lang="en-US" sz="2600" spc="-10" dirty="0">
                <a:latin typeface="Times New Roman"/>
                <a:cs typeface="Times New Roman"/>
              </a:rPr>
              <a:t>st</a:t>
            </a:r>
            <a:r>
              <a:rPr lang="en-US" sz="2600" dirty="0">
                <a:latin typeface="Times New Roman"/>
                <a:cs typeface="Times New Roman"/>
              </a:rPr>
              <a:t>ing    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    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two </a:t>
            </a:r>
            <a:r>
              <a:rPr lang="en-US" sz="2600" spc="-5" dirty="0">
                <a:latin typeface="Times New Roman"/>
                <a:cs typeface="Times New Roman"/>
              </a:rPr>
              <a:t>input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nds </a:t>
            </a:r>
            <a:r>
              <a:rPr lang="en-US" sz="2600" spc="-5" dirty="0">
                <a:latin typeface="Times New Roman"/>
                <a:cs typeface="Times New Roman"/>
              </a:rPr>
              <a:t>(</a:t>
            </a:r>
            <a:r>
              <a:rPr lang="en-US" sz="2600" i="1" spc="-10" dirty="0">
                <a:latin typeface="Times New Roman"/>
                <a:cs typeface="Times New Roman"/>
              </a:rPr>
              <a:t>A</a:t>
            </a:r>
            <a:r>
              <a:rPr lang="en-US" sz="2600" i="1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i="1" dirty="0">
                <a:latin typeface="Times New Roman"/>
                <a:cs typeface="Times New Roman"/>
              </a:rPr>
              <a:t>B</a:t>
            </a:r>
            <a:r>
              <a:rPr lang="en-US" sz="2600" dirty="0">
                <a:latin typeface="Times New Roman"/>
                <a:cs typeface="Times New Roman"/>
              </a:rPr>
              <a:t>)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sul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output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(</a:t>
            </a:r>
            <a:r>
              <a:rPr lang="en-US" sz="2600" i="1" spc="5" dirty="0">
                <a:latin typeface="Times New Roman"/>
                <a:cs typeface="Times New Roman"/>
              </a:rPr>
              <a:t>Y</a:t>
            </a:r>
            <a:r>
              <a:rPr lang="en-US" sz="2600" dirty="0">
                <a:latin typeface="Times New Roman"/>
                <a:cs typeface="Times New Roman"/>
              </a:rPr>
              <a:t>).</a:t>
            </a:r>
            <a:r>
              <a:rPr lang="en-US" sz="2600" spc="1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bus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group</a:t>
            </a:r>
            <a:r>
              <a:rPr lang="en-US" sz="2600" spc="10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 </a:t>
            </a:r>
            <a:r>
              <a:rPr lang="en-US" sz="2600" spc="-10" dirty="0">
                <a:latin typeface="Times New Roman"/>
                <a:cs typeface="Times New Roman"/>
              </a:rPr>
              <a:t>signal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that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onv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ys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one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bina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g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numbe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ypic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dirty="0">
                <a:latin typeface="Times New Roman"/>
                <a:cs typeface="Times New Roman"/>
              </a:rPr>
              <a:t>y,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bus </a:t>
            </a:r>
            <a:r>
              <a:rPr lang="en-US" sz="2600" spc="-15" dirty="0">
                <a:latin typeface="Times New Roman"/>
                <a:cs typeface="Times New Roman"/>
              </a:rPr>
              <a:t>width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(the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number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signal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omprisi</a:t>
            </a:r>
            <a:r>
              <a:rPr lang="en-US" sz="2600" dirty="0">
                <a:latin typeface="Times New Roman"/>
                <a:cs typeface="Times New Roman"/>
              </a:rPr>
              <a:t>ng</a:t>
            </a:r>
            <a:r>
              <a:rPr lang="en-US" sz="2600" spc="-15" dirty="0">
                <a:latin typeface="Times New Roman"/>
                <a:cs typeface="Times New Roman"/>
              </a:rPr>
              <a:t> e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</a:t>
            </a:r>
            <a:r>
              <a:rPr lang="en-US" sz="2600" spc="1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)</a:t>
            </a:r>
            <a:r>
              <a:rPr lang="en-US" sz="2600" spc="-15" dirty="0">
                <a:latin typeface="Times New Roman"/>
                <a:cs typeface="Times New Roman"/>
              </a:rPr>
              <a:t> 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identic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mat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tive wo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1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i</a:t>
            </a:r>
            <a:r>
              <a:rPr lang="en-US" sz="2600" spc="-15" dirty="0">
                <a:latin typeface="Times New Roman"/>
                <a:cs typeface="Times New Roman"/>
              </a:rPr>
              <a:t>z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f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5" dirty="0">
                <a:latin typeface="Times New Roman"/>
                <a:cs typeface="Times New Roman"/>
              </a:rPr>
              <a:t>psul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ng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(</a:t>
            </a:r>
            <a:r>
              <a:rPr lang="en-US" sz="2600" dirty="0">
                <a:latin typeface="Times New Roman"/>
                <a:cs typeface="Times New Roman"/>
              </a:rPr>
              <a:t>or </a:t>
            </a:r>
            <a:r>
              <a:rPr lang="en-US" sz="2600" spc="-10" dirty="0">
                <a:latin typeface="Times New Roman"/>
                <a:cs typeface="Times New Roman"/>
              </a:rPr>
              <a:t>oth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 p</a:t>
            </a:r>
            <a:r>
              <a:rPr lang="en-US" sz="2600" spc="-10" dirty="0">
                <a:latin typeface="Times New Roman"/>
                <a:cs typeface="Times New Roman"/>
              </a:rPr>
              <a:t>ro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ssor)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48"/>
              </a:spcBef>
            </a:pPr>
            <a:endParaRPr lang="en-US" sz="2600" dirty="0">
              <a:latin typeface="Times New Roman"/>
              <a:cs typeface="Times New Roman"/>
            </a:endParaRPr>
          </a:p>
          <a:p>
            <a:pPr marL="469900" indent="-228600">
              <a:buFont typeface="Symbol"/>
              <a:buChar char=""/>
              <a:tabLst>
                <a:tab pos="469900" algn="l"/>
              </a:tabLst>
            </a:pPr>
            <a:r>
              <a:rPr lang="en-US" sz="2600" b="1" dirty="0">
                <a:latin typeface="Times New Roman"/>
                <a:cs typeface="Times New Roman"/>
              </a:rPr>
              <a:t>Sta</a:t>
            </a:r>
            <a:r>
              <a:rPr lang="en-US" sz="2600" b="1" spc="-10" dirty="0">
                <a:latin typeface="Times New Roman"/>
                <a:cs typeface="Times New Roman"/>
              </a:rPr>
              <a:t>t</a:t>
            </a:r>
            <a:r>
              <a:rPr lang="en-US" sz="2600" b="1" dirty="0">
                <a:latin typeface="Times New Roman"/>
                <a:cs typeface="Times New Roman"/>
              </a:rPr>
              <a:t>us</a:t>
            </a:r>
            <a:endParaRPr lang="en-US" sz="2600" dirty="0">
              <a:latin typeface="Times New Roman"/>
              <a:cs typeface="Times New Roman"/>
            </a:endParaRPr>
          </a:p>
          <a:p>
            <a:pPr marL="469900"/>
            <a:r>
              <a:rPr lang="en-US" sz="2600" spc="-10" dirty="0">
                <a:latin typeface="Times New Roman"/>
                <a:cs typeface="Times New Roman"/>
              </a:rPr>
              <a:t>The statu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outputs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are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v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rious </a:t>
            </a:r>
            <a:r>
              <a:rPr lang="en-US" sz="2600" spc="-5" dirty="0">
                <a:latin typeface="Times New Roman"/>
                <a:cs typeface="Times New Roman"/>
              </a:rPr>
              <a:t>individual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sign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ls </a:t>
            </a:r>
            <a:r>
              <a:rPr lang="en-US" sz="2600" spc="-15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conv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5" dirty="0">
                <a:latin typeface="Times New Roman"/>
                <a:cs typeface="Times New Roman"/>
              </a:rPr>
              <a:t>supp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ment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endParaRPr lang="en-US" sz="2600" dirty="0">
              <a:latin typeface="Times New Roman"/>
              <a:cs typeface="Times New Roman"/>
            </a:endParaRPr>
          </a:p>
          <a:p>
            <a:pPr marL="469900" marR="74295"/>
            <a:r>
              <a:rPr lang="en-US" sz="2600" spc="-5" dirty="0">
                <a:latin typeface="Times New Roman"/>
                <a:cs typeface="Times New Roman"/>
              </a:rPr>
              <a:t>info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mation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about</a:t>
            </a:r>
            <a:r>
              <a:rPr lang="en-US" sz="2600" spc="-5" dirty="0">
                <a:latin typeface="Times New Roman"/>
                <a:cs typeface="Times New Roman"/>
              </a:rPr>
              <a:t> the 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ult</a:t>
            </a:r>
            <a:r>
              <a:rPr lang="en-US" sz="2600" dirty="0">
                <a:latin typeface="Times New Roman"/>
                <a:cs typeface="Times New Roman"/>
              </a:rPr>
              <a:t> of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oper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on. </a:t>
            </a:r>
            <a:r>
              <a:rPr lang="en-US" sz="2600" spc="-10" dirty="0">
                <a:latin typeface="Times New Roman"/>
                <a:cs typeface="Times New Roman"/>
              </a:rPr>
              <a:t>Th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output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10" dirty="0">
                <a:latin typeface="Times New Roman"/>
                <a:cs typeface="Times New Roman"/>
              </a:rPr>
              <a:t>u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0" dirty="0">
                <a:latin typeface="Times New Roman"/>
                <a:cs typeface="Times New Roman"/>
              </a:rPr>
              <a:t>store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5" dirty="0">
                <a:latin typeface="Times New Roman"/>
                <a:cs typeface="Times New Roman"/>
              </a:rPr>
              <a:t>in 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-5" dirty="0">
                <a:latin typeface="Times New Roman"/>
                <a:cs typeface="Times New Roman"/>
              </a:rPr>
              <a:t> s</a:t>
            </a:r>
            <a:r>
              <a:rPr lang="en-US" sz="2600" dirty="0">
                <a:latin typeface="Times New Roman"/>
                <a:cs typeface="Times New Roman"/>
              </a:rPr>
              <a:t>o </a:t>
            </a:r>
            <a:r>
              <a:rPr lang="en-US" sz="2600" spc="-10" dirty="0">
                <a:latin typeface="Times New Roman"/>
                <a:cs typeface="Times New Roman"/>
              </a:rPr>
              <a:t>they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10" dirty="0">
                <a:latin typeface="Times New Roman"/>
                <a:cs typeface="Times New Roman"/>
              </a:rPr>
              <a:t>be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5" dirty="0">
                <a:latin typeface="Times New Roman"/>
                <a:cs typeface="Times New Roman"/>
              </a:rPr>
              <a:t>in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futu</a:t>
            </a:r>
            <a:r>
              <a:rPr lang="en-US" sz="2600" spc="-10" dirty="0">
                <a:latin typeface="Times New Roman"/>
                <a:cs typeface="Times New Roman"/>
              </a:rPr>
              <a:t>re</a:t>
            </a:r>
            <a:r>
              <a:rPr lang="en-US" sz="2600" spc="-5" dirty="0">
                <a:latin typeface="Times New Roman"/>
                <a:cs typeface="Times New Roman"/>
              </a:rPr>
              <a:t> A</a:t>
            </a:r>
            <a:r>
              <a:rPr lang="en-US" sz="2600" spc="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or 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ontrolling condition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br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hin</a:t>
            </a:r>
            <a:r>
              <a:rPr lang="en-US" sz="2600" dirty="0">
                <a:latin typeface="Times New Roman"/>
                <a:cs typeface="Times New Roman"/>
              </a:rPr>
              <a:t>g. </a:t>
            </a:r>
            <a:r>
              <a:rPr lang="en-US" sz="2600" spc="-10" dirty="0">
                <a:latin typeface="Times New Roman"/>
                <a:cs typeface="Times New Roman"/>
              </a:rPr>
              <a:t>The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olle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of</a:t>
            </a:r>
            <a:r>
              <a:rPr lang="en-US" sz="2600" spc="-5" dirty="0">
                <a:latin typeface="Times New Roman"/>
                <a:cs typeface="Times New Roman"/>
              </a:rPr>
              <a:t> bit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-5" dirty="0">
                <a:latin typeface="Times New Roman"/>
                <a:cs typeface="Times New Roman"/>
              </a:rPr>
              <a:t> th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ore 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he</a:t>
            </a:r>
            <a:endParaRPr lang="en-US" sz="2600" dirty="0">
              <a:latin typeface="Times New Roman"/>
              <a:cs typeface="Times New Roman"/>
            </a:endParaRPr>
          </a:p>
          <a:p>
            <a:pPr marL="469900" marR="74295" algn="just">
              <a:spcBef>
                <a:spcPts val="10"/>
              </a:spcBef>
            </a:pPr>
            <a:r>
              <a:rPr lang="en-US" sz="2600" spc="-10" dirty="0">
                <a:latin typeface="Times New Roman"/>
                <a:cs typeface="Times New Roman"/>
              </a:rPr>
              <a:t>statu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outputs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are</a:t>
            </a:r>
            <a:r>
              <a:rPr lang="en-US" sz="2600" spc="-5" dirty="0">
                <a:latin typeface="Times New Roman"/>
                <a:cs typeface="Times New Roman"/>
              </a:rPr>
              <a:t> oft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ea</a:t>
            </a:r>
            <a:r>
              <a:rPr lang="en-US" sz="2600" spc="-5" dirty="0">
                <a:latin typeface="Times New Roman"/>
                <a:cs typeface="Times New Roman"/>
              </a:rPr>
              <a:t>ted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sing</a:t>
            </a:r>
            <a:r>
              <a:rPr lang="en-US" sz="2600" dirty="0">
                <a:latin typeface="Times New Roman"/>
                <a:cs typeface="Times New Roman"/>
              </a:rPr>
              <a:t>l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-10" dirty="0">
                <a:latin typeface="Times New Roman"/>
                <a:cs typeface="Times New Roman"/>
              </a:rPr>
              <a:t>mult</a:t>
            </a:r>
            <a:r>
              <a:rPr lang="en-US" sz="2600" spc="5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-bit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r, </a:t>
            </a:r>
            <a:r>
              <a:rPr lang="en-US" sz="2600" spc="-10" dirty="0">
                <a:latin typeface="Times New Roman"/>
                <a:cs typeface="Times New Roman"/>
              </a:rPr>
              <a:t>which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 ref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5" dirty="0">
                <a:latin typeface="Times New Roman"/>
                <a:cs typeface="Times New Roman"/>
              </a:rPr>
              <a:t>rr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5" dirty="0">
                <a:latin typeface="Times New Roman"/>
                <a:cs typeface="Times New Roman"/>
              </a:rPr>
              <a:t>to </a:t>
            </a:r>
            <a:r>
              <a:rPr lang="en-US" sz="2600" dirty="0">
                <a:latin typeface="Times New Roman"/>
                <a:cs typeface="Times New Roman"/>
              </a:rPr>
              <a:t>as</a:t>
            </a:r>
            <a:r>
              <a:rPr lang="en-US" sz="2600" spc="-5" dirty="0">
                <a:latin typeface="Times New Roman"/>
                <a:cs typeface="Times New Roman"/>
              </a:rPr>
              <a:t> the "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tatus 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r"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or </a:t>
            </a:r>
            <a:r>
              <a:rPr lang="en-US" sz="2600" spc="-5" dirty="0">
                <a:latin typeface="Times New Roman"/>
                <a:cs typeface="Times New Roman"/>
              </a:rPr>
              <a:t>"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ondition </a:t>
            </a:r>
            <a:r>
              <a:rPr lang="en-US" sz="2600" spc="-10" dirty="0">
                <a:latin typeface="Times New Roman"/>
                <a:cs typeface="Times New Roman"/>
              </a:rPr>
              <a:t>code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spc="5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r".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2633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90953-F6E4-9626-97D2-F8309F0E4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2852D6-FE99-A894-853B-C5975924B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CA48E2-E4A4-A36D-F7C4-6D2BFB764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25558B2-4F01-12A4-ACF8-517A5A2598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346A31-0CC4-3293-DDD1-6139C8D75F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85EDD5-DB1A-40C6-974D-E6627BE09198}"/>
              </a:ext>
            </a:extLst>
          </p:cNvPr>
          <p:cNvSpPr txBox="1"/>
          <p:nvPr/>
        </p:nvSpPr>
        <p:spPr>
          <a:xfrm>
            <a:off x="1815162" y="2146300"/>
            <a:ext cx="15379988" cy="4506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74295" algn="just">
              <a:spcBef>
                <a:spcPts val="10"/>
              </a:spcBef>
            </a:pP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rpose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ommonly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statu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as:</a:t>
            </a:r>
          </a:p>
          <a:p>
            <a:pPr marL="469900" marR="74295" algn="just">
              <a:spcBef>
                <a:spcPts val="10"/>
              </a:spcBef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marR="97790" indent="-228600">
              <a:buSzPct val="83333"/>
              <a:buFont typeface="Courier New"/>
              <a:buChar char="o"/>
              <a:tabLst>
                <a:tab pos="699135" algn="l"/>
              </a:tabLst>
            </a:pP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out,</a:t>
            </a: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ddition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on,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on, or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 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 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hift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on.</a:t>
            </a:r>
          </a:p>
          <a:p>
            <a:pPr marL="698500" indent="-228600">
              <a:spcBef>
                <a:spcPts val="50"/>
              </a:spcBef>
              <a:buSzPct val="83333"/>
              <a:buFont typeface="Courier New"/>
              <a:buChar char="o"/>
              <a:tabLst>
                <a:tab pos="699135" algn="l"/>
              </a:tabLst>
            </a:pP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ro.</a:t>
            </a:r>
          </a:p>
          <a:p>
            <a:pPr marL="698500" indent="-228600">
              <a:spcBef>
                <a:spcPts val="45"/>
              </a:spcBef>
              <a:buSzPct val="83333"/>
              <a:buFont typeface="Courier New"/>
              <a:buChar char="o"/>
              <a:tabLst>
                <a:tab pos="699135" algn="l"/>
              </a:tabLst>
            </a:pP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gativ</a:t>
            </a:r>
            <a:r>
              <a:rPr lang="en-US" sz="2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rithm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tiv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98500" marR="539115" indent="-228600">
              <a:buSzPct val="83333"/>
              <a:buFont typeface="Courier New"/>
              <a:buChar char="o"/>
              <a:tabLst>
                <a:tab pos="699135" algn="l"/>
              </a:tabLst>
            </a:pP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</a:t>
            </a:r>
            <a:r>
              <a:rPr lang="en-US" sz="2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esul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rithm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eric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bus.</a:t>
            </a:r>
          </a:p>
          <a:p>
            <a:pPr marL="698500" marR="101600" indent="-228600">
              <a:spcBef>
                <a:spcPts val="10"/>
              </a:spcBef>
              <a:buSzPct val="83333"/>
              <a:buFont typeface="Courier New"/>
              <a:buChar char="o"/>
              <a:tabLst>
                <a:tab pos="699135" algn="l"/>
              </a:tabLst>
            </a:pP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en-US" sz="2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ity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or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 n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mber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bus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nput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dditio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nfo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rmation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on.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in"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vious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3605218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2B448-B77A-6147-39CB-D84AF5AD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4EC973-BDB7-A579-D65A-DF5265B18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D7DDFB-702C-C6B2-DC46-DE2213F762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C2CD216-994A-DD9D-7CCD-104328A6173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E02851-150C-7569-82B2-3227900BD2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BF4E33-DFEF-D5BC-1591-72F1C0424B9F}"/>
              </a:ext>
            </a:extLst>
          </p:cNvPr>
          <p:cNvSpPr txBox="1"/>
          <p:nvPr/>
        </p:nvSpPr>
        <p:spPr>
          <a:xfrm>
            <a:off x="1815162" y="1384299"/>
            <a:ext cx="15614794" cy="8374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spcBef>
                <a:spcPts val="850"/>
              </a:spcBef>
            </a:pP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</a:t>
            </a:r>
            <a:r>
              <a:rPr lang="en-US" sz="2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2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7620" indent="-228600" algn="just">
              <a:lnSpc>
                <a:spcPct val="110800"/>
              </a:lnSpc>
              <a:spcBef>
                <a:spcPts val="580"/>
              </a:spcBef>
              <a:buSzPct val="83333"/>
              <a:buFont typeface="Times New Roman"/>
              <a:buChar char="●"/>
              <a:tabLst>
                <a:tab pos="241300" algn="l"/>
              </a:tabLst>
            </a:pP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2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ombin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hron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ously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input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marR="6350" indent="-228600" algn="just">
              <a:lnSpc>
                <a:spcPct val="110300"/>
              </a:lnSpc>
              <a:spcBef>
                <a:spcPts val="785"/>
              </a:spcBef>
              <a:buSzPct val="83333"/>
              <a:buFont typeface="Times New Roman"/>
              <a:buChar char="●"/>
              <a:tabLst>
                <a:tab pos="241300" algn="l"/>
              </a:tabLst>
            </a:pP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on,</a:t>
            </a:r>
            <a:r>
              <a:rPr lang="en-US" sz="2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en-US" sz="2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ppli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6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sz="2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</a:t>
            </a:r>
            <a:r>
              <a:rPr lang="en-US" sz="2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nough </a:t>
            </a:r>
            <a:r>
              <a:rPr lang="en-US" sz="2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(kno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"propa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lay")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ry,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79400" indent="-266700" algn="just">
              <a:spcBef>
                <a:spcPts val="944"/>
              </a:spcBef>
              <a:buSzPct val="83333"/>
              <a:buFont typeface="Times New Roman"/>
              <a:buChar char="●"/>
              <a:tabLst>
                <a:tab pos="279400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ted to the 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241300" algn="just">
              <a:spcBef>
                <a:spcPts val="944"/>
              </a:spcBef>
              <a:tabLst>
                <a:tab pos="4692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nsuring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of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hrou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on,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</a:p>
          <a:p>
            <a:pPr marL="241300" algn="just">
              <a:spcBef>
                <a:spcPts val="944"/>
              </a:spcBef>
              <a:tabLst>
                <a:tab pos="469265" algn="l"/>
              </a:tabLst>
            </a:pP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	for</a:t>
            </a:r>
            <a:r>
              <a:rPr lang="en-US" sz="2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owing</a:t>
            </a:r>
            <a:r>
              <a:rPr lang="en-US"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ici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2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mpling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</a:t>
            </a:r>
          </a:p>
          <a:p>
            <a:pPr marL="236538" marR="0" lvl="0" indent="-228600" algn="just" defTabSz="457200" rtl="0" eaLnBrk="1" fontAlgn="auto" latinLnBrk="0" hangingPunct="1">
              <a:lnSpc>
                <a:spcPct val="100000"/>
              </a:lnSpc>
              <a:spcBef>
                <a:spcPts val="944"/>
              </a:spcBef>
              <a:spcAft>
                <a:spcPts val="0"/>
              </a:spcAft>
              <a:buClrTx/>
              <a:buSzPct val="83333"/>
              <a:buFont typeface="Times New Roman"/>
              <a:buChar char="●"/>
              <a:tabLst>
                <a:tab pos="284163" algn="l"/>
              </a:tabLst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In </a:t>
            </a:r>
            <a:r>
              <a:rPr kumimoji="0" lang="en-US" sz="26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l, ext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ci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ry 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ontrols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by</a:t>
            </a:r>
            <a:r>
              <a:rPr kumimoji="0" lang="en-US" sz="26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pplyi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ng </a:t>
            </a:r>
            <a:r>
              <a:rPr kumimoji="0" lang="en-US" sz="26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sign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ls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i</a:t>
            </a:r>
            <a:r>
              <a:rPr kumimoji="0" lang="en-US" sz="26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puts.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1125" algn="just">
              <a:spcBef>
                <a:spcPts val="944"/>
              </a:spcBef>
              <a:tabLst>
                <a:tab pos="469265" algn="l"/>
              </a:tabLst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125" algn="just">
              <a:spcBef>
                <a:spcPts val="944"/>
              </a:spcBef>
              <a:tabLst>
                <a:tab pos="469265" algn="l"/>
              </a:tabLst>
            </a:pP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dirty="0">
                <a:latin typeface="Times New Roman"/>
                <a:cs typeface="Times New Roman"/>
              </a:rPr>
              <a:t>or 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10" dirty="0">
                <a:latin typeface="Times New Roman"/>
                <a:cs typeface="Times New Roman"/>
              </a:rPr>
              <a:t>x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mpl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g</a:t>
            </a:r>
            <a:r>
              <a:rPr lang="en-US" sz="2600" dirty="0">
                <a:latin typeface="Times New Roman"/>
                <a:cs typeface="Times New Roman"/>
              </a:rPr>
              <a:t>ins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ddition </a:t>
            </a:r>
            <a:r>
              <a:rPr lang="en-US" sz="2600" spc="-10" dirty="0">
                <a:latin typeface="Times New Roman"/>
                <a:cs typeface="Times New Roman"/>
              </a:rPr>
              <a:t>ope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by </a:t>
            </a:r>
            <a:r>
              <a:rPr lang="en-US" sz="2600" spc="-5" dirty="0">
                <a:latin typeface="Times New Roman"/>
                <a:cs typeface="Times New Roman"/>
              </a:rPr>
              <a:t>routi</a:t>
            </a:r>
            <a:r>
              <a:rPr lang="en-US" sz="2600" dirty="0">
                <a:latin typeface="Times New Roman"/>
                <a:cs typeface="Times New Roman"/>
              </a:rPr>
              <a:t>ng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10" dirty="0">
                <a:latin typeface="Times New Roman"/>
                <a:cs typeface="Times New Roman"/>
              </a:rPr>
              <a:t>d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-10" dirty="0">
                <a:latin typeface="Times New Roman"/>
                <a:cs typeface="Times New Roman"/>
              </a:rPr>
              <a:t>rom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ir sour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(</a:t>
            </a:r>
            <a:r>
              <a:rPr lang="en-US" sz="2600" spc="-10" dirty="0">
                <a:latin typeface="Times New Roman"/>
                <a:cs typeface="Times New Roman"/>
              </a:rPr>
              <a:t>which</a:t>
            </a:r>
            <a:r>
              <a:rPr lang="en-US" sz="2600" spc="14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usu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l</a:t>
            </a:r>
            <a:r>
              <a:rPr lang="en-US" sz="2600" spc="-5" dirty="0">
                <a:latin typeface="Times New Roman"/>
                <a:cs typeface="Times New Roman"/>
              </a:rPr>
              <a:t>ly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rs)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1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ALU</a:t>
            </a:r>
            <a:r>
              <a:rPr lang="en-US" sz="2600" spc="5" dirty="0">
                <a:latin typeface="Times New Roman"/>
                <a:cs typeface="Times New Roman"/>
              </a:rPr>
              <a:t>'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inputs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whil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13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ontrol unit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</a:t>
            </a:r>
            <a:r>
              <a:rPr lang="en-US" sz="2600" spc="-5" dirty="0">
                <a:latin typeface="Times New Roman"/>
                <a:cs typeface="Times New Roman"/>
              </a:rPr>
              <a:t>mult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ousl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-7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ppl</a:t>
            </a:r>
            <a:r>
              <a:rPr lang="en-US" sz="2600" spc="-15" dirty="0">
                <a:latin typeface="Times New Roman"/>
                <a:cs typeface="Times New Roman"/>
              </a:rPr>
              <a:t>ie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7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8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v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lue</a:t>
            </a:r>
            <a:r>
              <a:rPr lang="en-US" sz="2600" spc="-7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7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ALU'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7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ode</a:t>
            </a:r>
            <a:r>
              <a:rPr lang="en-US" sz="2600" spc="-8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input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-7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onfiguring</a:t>
            </a:r>
            <a:r>
              <a:rPr lang="en-US" sz="2600" spc="-7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it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form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ddition.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sa</a:t>
            </a:r>
            <a:r>
              <a:rPr lang="en-US" sz="2600" spc="-10" dirty="0">
                <a:latin typeface="Times New Roman"/>
                <a:cs typeface="Times New Roman"/>
              </a:rPr>
              <a:t>me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time,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lso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rout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5" dirty="0">
                <a:latin typeface="Times New Roman"/>
                <a:cs typeface="Times New Roman"/>
              </a:rPr>
              <a:t> r</a:t>
            </a:r>
            <a:r>
              <a:rPr lang="en-US" sz="2600" spc="-10" dirty="0">
                <a:latin typeface="Times New Roman"/>
                <a:cs typeface="Times New Roman"/>
              </a:rPr>
              <a:t>esul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output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dest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that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wil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ce</a:t>
            </a:r>
            <a:r>
              <a:rPr lang="en-US" sz="2600" spc="-5" dirty="0">
                <a:latin typeface="Times New Roman"/>
                <a:cs typeface="Times New Roman"/>
              </a:rPr>
              <a:t>ive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sum</a:t>
            </a:r>
            <a:r>
              <a:rPr lang="en-US" sz="2600" spc="-5" dirty="0">
                <a:latin typeface="Times New Roman"/>
                <a:cs typeface="Times New Roman"/>
              </a:rPr>
              <a:t>.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The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ALU'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inp</a:t>
            </a:r>
            <a:r>
              <a:rPr lang="en-US" sz="2600" spc="-2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signals</a:t>
            </a:r>
            <a:r>
              <a:rPr lang="en-US" sz="2600" spc="-5" dirty="0">
                <a:latin typeface="Times New Roman"/>
                <a:cs typeface="Times New Roman"/>
              </a:rPr>
              <a:t>,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whic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ld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stable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until the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xt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lock,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dirty="0">
                <a:latin typeface="Times New Roman"/>
                <a:cs typeface="Times New Roman"/>
              </a:rPr>
              <a:t>owed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prop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g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te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through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-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dest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ion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15" dirty="0">
                <a:latin typeface="Times New Roman"/>
                <a:cs typeface="Times New Roman"/>
              </a:rPr>
              <a:t>whil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it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for</a:t>
            </a:r>
            <a:r>
              <a:rPr lang="en-US" sz="2600" spc="8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xt</a:t>
            </a:r>
            <a:r>
              <a:rPr lang="en-US" sz="2600" spc="8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k.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W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9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xt</a:t>
            </a:r>
            <a:r>
              <a:rPr lang="en-US" sz="2600" spc="8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k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riv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8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9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dest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sto</a:t>
            </a:r>
            <a:r>
              <a:rPr lang="en-US" sz="2600" spc="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esul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6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nd,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sin</a:t>
            </a:r>
            <a:r>
              <a:rPr lang="en-US" sz="2600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ompl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ted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5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U </a:t>
            </a:r>
            <a:r>
              <a:rPr lang="en-US" sz="2600" spc="-5" dirty="0">
                <a:latin typeface="Times New Roman"/>
                <a:cs typeface="Times New Roman"/>
              </a:rPr>
              <a:t>input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may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be </a:t>
            </a:r>
            <a:r>
              <a:rPr lang="en-US" sz="2600" spc="-5" dirty="0">
                <a:latin typeface="Times New Roman"/>
                <a:cs typeface="Times New Roman"/>
              </a:rPr>
              <a:t>set</a:t>
            </a:r>
            <a:r>
              <a:rPr lang="en-US" sz="2600" dirty="0">
                <a:latin typeface="Times New Roman"/>
                <a:cs typeface="Times New Roman"/>
              </a:rPr>
              <a:t> up for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he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xt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AL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427651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F7907-181F-595E-5F95-7C86C16CA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037513-96B3-8F6F-B454-B56966C51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32ACAC-1036-46F1-2434-DC5C701EE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B8B8766-39F2-D6D2-D09E-795CEBD36CD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F49247-E0D0-3099-4FD9-F11908E633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0BDA9C-7460-C657-D43C-28962EB4C92B}"/>
              </a:ext>
            </a:extLst>
          </p:cNvPr>
          <p:cNvSpPr txBox="1"/>
          <p:nvPr/>
        </p:nvSpPr>
        <p:spPr>
          <a:xfrm>
            <a:off x="1808956" y="1386489"/>
            <a:ext cx="15087600" cy="5809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 marR="5715" algn="just">
              <a:spcBef>
                <a:spcPts val="800"/>
              </a:spcBef>
            </a:pPr>
            <a:r>
              <a:rPr lang="en-US" sz="2600" b="1" spc="-5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gist</a:t>
            </a:r>
            <a:r>
              <a:rPr lang="en-US" sz="2600" b="1" spc="-15" dirty="0">
                <a:latin typeface="Times New Roman"/>
                <a:cs typeface="Times New Roman"/>
              </a:rPr>
              <a:t>er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</a:p>
          <a:p>
            <a:pPr marL="240665" marR="5715" algn="just">
              <a:spcBef>
                <a:spcPts val="800"/>
              </a:spcBef>
            </a:pPr>
            <a:endParaRPr lang="en-US" sz="2600" dirty="0">
              <a:latin typeface="Times New Roman"/>
              <a:cs typeface="Times New Roman"/>
            </a:endParaRPr>
          </a:p>
          <a:p>
            <a:pPr marL="583565" marR="5080" indent="-342900" algn="just"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3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spc="-10" dirty="0">
                <a:latin typeface="Times New Roman"/>
                <a:cs typeface="Times New Roman"/>
              </a:rPr>
              <a:t>mput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sys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ms</a:t>
            </a:r>
            <a:r>
              <a:rPr lang="en-US" sz="2600" spc="5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pla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store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wid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v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ri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ty</a:t>
            </a:r>
            <a:r>
              <a:rPr lang="en-US" sz="2600" spc="4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ta,</a:t>
            </a:r>
            <a:r>
              <a:rPr lang="en-US" sz="2600" spc="4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suc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 a</a:t>
            </a:r>
            <a:r>
              <a:rPr lang="en-US" sz="2600" dirty="0">
                <a:latin typeface="Times New Roman"/>
                <a:cs typeface="Times New Roman"/>
              </a:rPr>
              <a:t>dd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sses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pro</a:t>
            </a:r>
            <a:r>
              <a:rPr lang="en-US" sz="2600" spc="5" dirty="0">
                <a:latin typeface="Times New Roman"/>
                <a:cs typeface="Times New Roman"/>
              </a:rPr>
              <a:t>g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m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</a:t>
            </a:r>
            <a:r>
              <a:rPr lang="en-US" sz="2600" spc="-10" dirty="0">
                <a:latin typeface="Times New Roman"/>
                <a:cs typeface="Times New Roman"/>
              </a:rPr>
              <a:t>unte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-15" dirty="0">
                <a:latin typeface="Times New Roman"/>
                <a:cs typeface="Times New Roman"/>
              </a:rPr>
              <a:t> 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ece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for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p</a:t>
            </a:r>
            <a:r>
              <a:rPr lang="en-US" sz="2600" dirty="0">
                <a:latin typeface="Times New Roman"/>
                <a:cs typeface="Times New Roman"/>
              </a:rPr>
              <a:t>rog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m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exe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uti</a:t>
            </a:r>
            <a:r>
              <a:rPr lang="en-US" sz="2600" dirty="0">
                <a:latin typeface="Times New Roman"/>
                <a:cs typeface="Times New Roman"/>
              </a:rPr>
              <a:t>on.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ut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</a:t>
            </a:r>
            <a:r>
              <a:rPr lang="en-US" sz="2600" spc="-5" dirty="0">
                <a:latin typeface="Times New Roman"/>
                <a:cs typeface="Times New Roman"/>
              </a:rPr>
              <a:t>mply,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ter </a:t>
            </a:r>
            <a:r>
              <a:rPr lang="en-US" sz="2600" spc="-1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4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rd</a:t>
            </a:r>
            <a:r>
              <a:rPr lang="en-US" sz="2600" spc="-10" dirty="0">
                <a:latin typeface="Times New Roman"/>
                <a:cs typeface="Times New Roman"/>
              </a:rPr>
              <a:t>w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vice</a:t>
            </a:r>
            <a:r>
              <a:rPr lang="en-US" sz="2600" spc="1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4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store</a:t>
            </a:r>
            <a:r>
              <a:rPr lang="en-US" sz="2600" dirty="0">
                <a:latin typeface="Times New Roman"/>
                <a:cs typeface="Times New Roman"/>
              </a:rPr>
              <a:t>s </a:t>
            </a:r>
            <a:r>
              <a:rPr lang="en-US" sz="2600" spc="-1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bi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ry </a:t>
            </a:r>
            <a:r>
              <a:rPr lang="en-US" sz="2600" spc="-14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ta.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5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ters </a:t>
            </a:r>
            <a:r>
              <a:rPr lang="en-US" sz="2600" spc="-1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are</a:t>
            </a:r>
            <a:r>
              <a:rPr lang="en-US" sz="2600" spc="14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ated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5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15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spc="-10" dirty="0">
                <a:latin typeface="Times New Roman"/>
                <a:cs typeface="Times New Roman"/>
              </a:rPr>
              <a:t>pro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sso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o </a:t>
            </a:r>
            <a:r>
              <a:rPr lang="en-US" sz="2600" spc="-5" dirty="0">
                <a:latin typeface="Times New Roman"/>
                <a:cs typeface="Times New Roman"/>
              </a:rPr>
              <a:t>info</a:t>
            </a:r>
            <a:r>
              <a:rPr lang="en-US" sz="2600" spc="-10" dirty="0">
                <a:latin typeface="Times New Roman"/>
                <a:cs typeface="Times New Roman"/>
              </a:rPr>
              <a:t>rm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10" dirty="0">
                <a:latin typeface="Times New Roman"/>
                <a:cs typeface="Times New Roman"/>
              </a:rPr>
              <a:t>be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ac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10" dirty="0">
                <a:latin typeface="Times New Roman"/>
                <a:cs typeface="Times New Roman"/>
              </a:rPr>
              <a:t>ve</a:t>
            </a:r>
            <a:r>
              <a:rPr lang="en-US" sz="2600" dirty="0">
                <a:latin typeface="Times New Roman"/>
                <a:cs typeface="Times New Roman"/>
              </a:rPr>
              <a:t>ry q</a:t>
            </a:r>
            <a:r>
              <a:rPr lang="en-US" sz="2600" spc="-5" dirty="0">
                <a:latin typeface="Times New Roman"/>
                <a:cs typeface="Times New Roman"/>
              </a:rPr>
              <a:t>uickly.</a:t>
            </a:r>
            <a:endParaRPr lang="en-US" sz="2600" dirty="0">
              <a:latin typeface="Times New Roman"/>
              <a:cs typeface="Times New Roman"/>
            </a:endParaRPr>
          </a:p>
          <a:p>
            <a:pPr marL="583565" marR="635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flip-</a:t>
            </a:r>
            <a:r>
              <a:rPr lang="en-US" sz="2600" dirty="0">
                <a:latin typeface="Times New Roman"/>
                <a:cs typeface="Times New Roman"/>
              </a:rPr>
              <a:t>flops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be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to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implem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rs.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O</a:t>
            </a:r>
            <a:r>
              <a:rPr lang="en-US" sz="2600" spc="-10" dirty="0">
                <a:latin typeface="Times New Roman"/>
                <a:cs typeface="Times New Roman"/>
              </a:rPr>
              <a:t>ne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-5" dirty="0">
                <a:latin typeface="Times New Roman"/>
                <a:cs typeface="Times New Roman"/>
              </a:rPr>
              <a:t>li</a:t>
            </a:r>
            <a:r>
              <a:rPr lang="en-US" sz="2600" spc="15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-flop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quiva</a:t>
            </a:r>
            <a:r>
              <a:rPr lang="en-US" sz="2600" dirty="0">
                <a:latin typeface="Times New Roman"/>
                <a:cs typeface="Times New Roman"/>
              </a:rPr>
              <a:t>l</a:t>
            </a:r>
            <a:r>
              <a:rPr lang="en-US" sz="2600" spc="-5" dirty="0">
                <a:latin typeface="Times New Roman"/>
                <a:cs typeface="Times New Roman"/>
              </a:rPr>
              <a:t>ent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-10" dirty="0">
                <a:latin typeface="Times New Roman"/>
                <a:cs typeface="Times New Roman"/>
              </a:rPr>
              <a:t> a</a:t>
            </a:r>
            <a:r>
              <a:rPr lang="en-US" sz="2600" spc="-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1</a:t>
            </a:r>
            <a:r>
              <a:rPr lang="en-US" sz="2600" spc="-5" dirty="0">
                <a:latin typeface="Times New Roman"/>
                <a:cs typeface="Times New Roman"/>
              </a:rPr>
              <a:t>-bit 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r, 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o 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olle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 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fli</a:t>
            </a:r>
            <a:r>
              <a:rPr lang="en-US" sz="260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-</a:t>
            </a:r>
            <a:r>
              <a:rPr lang="en-US" sz="2600" dirty="0">
                <a:latin typeface="Times New Roman"/>
                <a:cs typeface="Times New Roman"/>
              </a:rPr>
              <a:t>flops 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essa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store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mult</a:t>
            </a:r>
            <a:r>
              <a:rPr lang="en-US" sz="2600" spc="5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-bit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v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lues.</a:t>
            </a:r>
          </a:p>
          <a:p>
            <a:pPr marL="583565" marR="6350" indent="-342900" algn="just">
              <a:buFont typeface="Arial" panose="020B0604020202020204" pitchFamily="34" charset="0"/>
              <a:buChar char="•"/>
            </a:pP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x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mpl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buil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1</a:t>
            </a:r>
            <a:r>
              <a:rPr lang="en-US" sz="2600" spc="10" dirty="0">
                <a:latin typeface="Times New Roman"/>
                <a:cs typeface="Times New Roman"/>
              </a:rPr>
              <a:t>6</a:t>
            </a:r>
            <a:r>
              <a:rPr lang="en-US" sz="2600" spc="-5" dirty="0">
                <a:latin typeface="Times New Roman"/>
                <a:cs typeface="Times New Roman"/>
              </a:rPr>
              <a:t>-bit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r,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</a:t>
            </a:r>
            <a:r>
              <a:rPr lang="en-US" sz="2600" dirty="0">
                <a:latin typeface="Times New Roman"/>
                <a:cs typeface="Times New Roman"/>
              </a:rPr>
              <a:t>e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onn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16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fli</a:t>
            </a:r>
            <a:r>
              <a:rPr lang="en-US" sz="2600" spc="5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-</a:t>
            </a:r>
            <a:r>
              <a:rPr lang="en-US" sz="2600" dirty="0">
                <a:latin typeface="Times New Roman"/>
                <a:cs typeface="Times New Roman"/>
              </a:rPr>
              <a:t>flops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togeth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Th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oll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 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-5" dirty="0">
                <a:latin typeface="Times New Roman"/>
                <a:cs typeface="Times New Roman"/>
              </a:rPr>
              <a:t>li</a:t>
            </a:r>
            <a:r>
              <a:rPr lang="en-US" sz="2600" spc="5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-</a:t>
            </a:r>
            <a:r>
              <a:rPr lang="en-US" sz="2600" dirty="0">
                <a:latin typeface="Times New Roman"/>
                <a:cs typeface="Times New Roman"/>
              </a:rPr>
              <a:t>flops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must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lock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 wor</a:t>
            </a:r>
            <a:r>
              <a:rPr lang="en-US" sz="2600" dirty="0">
                <a:latin typeface="Times New Roman"/>
                <a:cs typeface="Times New Roman"/>
              </a:rPr>
              <a:t>k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 </a:t>
            </a:r>
            <a:r>
              <a:rPr lang="en-US" sz="2600" spc="-10" dirty="0">
                <a:latin typeface="Times New Roman"/>
                <a:cs typeface="Times New Roman"/>
              </a:rPr>
              <a:t>uni</a:t>
            </a:r>
            <a:r>
              <a:rPr lang="en-US" sz="2600" spc="-5" dirty="0">
                <a:latin typeface="Times New Roman"/>
                <a:cs typeface="Times New Roman"/>
              </a:rPr>
              <a:t>son</a:t>
            </a:r>
            <a:r>
              <a:rPr lang="en-US" sz="2600" dirty="0">
                <a:latin typeface="Times New Roman"/>
                <a:cs typeface="Times New Roman"/>
              </a:rPr>
              <a:t>.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t </a:t>
            </a:r>
            <a:r>
              <a:rPr lang="en-US" sz="2600" spc="-15" dirty="0">
                <a:latin typeface="Times New Roman"/>
                <a:cs typeface="Times New Roman"/>
              </a:rPr>
              <a:t>eac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pulse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loc</a:t>
            </a:r>
            <a:r>
              <a:rPr lang="en-US" sz="2600" dirty="0">
                <a:latin typeface="Times New Roman"/>
                <a:cs typeface="Times New Roman"/>
              </a:rPr>
              <a:t>k, </a:t>
            </a:r>
            <a:r>
              <a:rPr lang="en-US" sz="2600" spc="-5" dirty="0">
                <a:latin typeface="Times New Roman"/>
                <a:cs typeface="Times New Roman"/>
              </a:rPr>
              <a:t>input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10" dirty="0">
                <a:latin typeface="Times New Roman"/>
                <a:cs typeface="Times New Roman"/>
              </a:rPr>
              <a:t>nnot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be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ng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(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thus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-7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store</a:t>
            </a:r>
            <a:r>
              <a:rPr lang="en-US" sz="2600" dirty="0">
                <a:latin typeface="Times New Roman"/>
                <a:cs typeface="Times New Roman"/>
              </a:rPr>
              <a:t>d)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until</a:t>
            </a:r>
            <a:r>
              <a:rPr lang="en-US" sz="2600" spc="-6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7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lock</a:t>
            </a:r>
            <a:r>
              <a:rPr lang="en-US" sz="2600" spc="-6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pulses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g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in.</a:t>
            </a:r>
            <a:endParaRPr lang="en-US" sz="2600" dirty="0">
              <a:latin typeface="Times New Roman"/>
              <a:cs typeface="Times New Roman"/>
            </a:endParaRPr>
          </a:p>
          <a:p>
            <a:pPr marL="583565" marR="8890" indent="-342900" algn="just">
              <a:buFont typeface="Arial" panose="020B0604020202020204" pitchFamily="34" charset="0"/>
              <a:buChar char="•"/>
            </a:pP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dirty="0">
                <a:latin typeface="Times New Roman"/>
                <a:cs typeface="Times New Roman"/>
              </a:rPr>
              <a:t>fo</a:t>
            </a:r>
            <a:r>
              <a:rPr lang="en-US" sz="2600" spc="-10" dirty="0">
                <a:latin typeface="Times New Roman"/>
                <a:cs typeface="Times New Roman"/>
              </a:rPr>
              <a:t>rmation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itten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rs,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-10" dirty="0">
                <a:latin typeface="Times New Roman"/>
                <a:cs typeface="Times New Roman"/>
              </a:rPr>
              <a:t>rom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te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,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f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fr</a:t>
            </a:r>
            <a:r>
              <a:rPr lang="en-US" sz="2600" spc="-10" dirty="0">
                <a:latin typeface="Times New Roman"/>
                <a:cs typeface="Times New Roman"/>
              </a:rPr>
              <a:t>om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 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r.</a:t>
            </a:r>
            <a:endParaRPr lang="en-US" sz="2600" spc="15" dirty="0">
              <a:latin typeface="Times New Roman"/>
              <a:cs typeface="Times New Roman"/>
            </a:endParaRPr>
          </a:p>
          <a:p>
            <a:pPr marL="583565" marR="8890" indent="-342900" algn="just">
              <a:buFont typeface="Arial" panose="020B0604020202020204" pitchFamily="34" charset="0"/>
              <a:buChar char="•"/>
            </a:pP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ddr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sa</a:t>
            </a:r>
            <a:r>
              <a:rPr lang="en-US" sz="2600" spc="-10" dirty="0">
                <a:latin typeface="Times New Roman"/>
                <a:cs typeface="Times New Roman"/>
              </a:rPr>
              <a:t>me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that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memor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2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ddr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(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5" dirty="0">
                <a:latin typeface="Times New Roman"/>
                <a:cs typeface="Times New Roman"/>
              </a:rPr>
              <a:t>ll that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eac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memor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wo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 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unique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bina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ddr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s 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ginni</a:t>
            </a:r>
            <a:r>
              <a:rPr lang="en-US" sz="2600" dirty="0">
                <a:latin typeface="Times New Roman"/>
                <a:cs typeface="Times New Roman"/>
              </a:rPr>
              <a:t>ng 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wit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2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loc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3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0).</a:t>
            </a:r>
          </a:p>
          <a:p>
            <a:pPr marL="583565" marR="8890" indent="-342900" algn="just">
              <a:buFont typeface="Arial" panose="020B0604020202020204" pitchFamily="34" charset="0"/>
              <a:buChar char="•"/>
            </a:pP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ddr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10" dirty="0">
                <a:latin typeface="Times New Roman"/>
                <a:cs typeface="Times New Roman"/>
              </a:rPr>
              <a:t>manipulat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by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spc="-5" dirty="0">
                <a:latin typeface="Times New Roman"/>
                <a:cs typeface="Times New Roman"/>
              </a:rPr>
              <a:t>ntrol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itself.</a:t>
            </a:r>
            <a:endParaRPr lang="en-US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8759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8E34-C6F3-AEE2-C212-8E08B03E7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79CFA-FC7D-CA0B-0818-33B620D34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609554-7252-53C6-E200-E62ACFDB5B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D6CCA99-34FD-1292-0336-4DB79EA7487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A97615-E258-AE81-6C82-B222845CCC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808955" y="1918928"/>
            <a:ext cx="15240001" cy="52014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 algn="just"/>
            <a:r>
              <a:rPr sz="2600" b="1" spc="-5" dirty="0">
                <a:latin typeface="Times New Roman"/>
                <a:cs typeface="Times New Roman"/>
              </a:rPr>
              <a:t>CP</a:t>
            </a:r>
            <a:r>
              <a:rPr sz="2600" b="1" dirty="0">
                <a:latin typeface="Times New Roman"/>
                <a:cs typeface="Times New Roman"/>
              </a:rPr>
              <a:t>U</a:t>
            </a:r>
            <a:r>
              <a:rPr sz="2600" b="1" spc="-5" dirty="0">
                <a:latin typeface="Times New Roman"/>
                <a:cs typeface="Times New Roman"/>
              </a:rPr>
              <a:t> R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gis</a:t>
            </a:r>
            <a:r>
              <a:rPr sz="2600" b="1" spc="10" dirty="0">
                <a:latin typeface="Times New Roman"/>
                <a:cs typeface="Times New Roman"/>
              </a:rPr>
              <a:t>t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 </a:t>
            </a:r>
            <a:r>
              <a:rPr sz="2600" b="1" spc="-5" dirty="0">
                <a:latin typeface="Times New Roman"/>
                <a:cs typeface="Times New Roman"/>
              </a:rPr>
              <a:t>their</a:t>
            </a:r>
            <a:r>
              <a:rPr sz="2600" b="1" spc="-10" dirty="0">
                <a:latin typeface="Times New Roman"/>
                <a:cs typeface="Times New Roman"/>
              </a:rPr>
              <a:t> Fu</a:t>
            </a:r>
            <a:r>
              <a:rPr sz="2600" b="1" dirty="0">
                <a:latin typeface="Times New Roman"/>
                <a:cs typeface="Times New Roman"/>
              </a:rPr>
              <a:t>n</a:t>
            </a:r>
            <a:r>
              <a:rPr sz="2600" b="1" spc="-15" dirty="0">
                <a:latin typeface="Times New Roman"/>
                <a:cs typeface="Times New Roman"/>
              </a:rPr>
              <a:t>c</a:t>
            </a:r>
            <a:r>
              <a:rPr sz="2600" b="1" spc="-5" dirty="0">
                <a:latin typeface="Times New Roman"/>
                <a:cs typeface="Times New Roman"/>
              </a:rPr>
              <a:t>tion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endParaRPr sz="2600" dirty="0">
              <a:latin typeface="Times New Roman"/>
              <a:cs typeface="Times New Roman"/>
            </a:endParaRPr>
          </a:p>
          <a:p>
            <a:pPr marL="240665" algn="just"/>
            <a:endParaRPr lang="en-US" sz="2600" spc="-10" dirty="0">
              <a:latin typeface="Times New Roman"/>
              <a:cs typeface="Times New Roman"/>
            </a:endParaRPr>
          </a:p>
          <a:p>
            <a:pPr marL="240665" algn="just"/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-5" dirty="0">
                <a:latin typeface="Times New Roman"/>
                <a:cs typeface="Times New Roman"/>
              </a:rPr>
              <a:t> in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dif</a:t>
            </a:r>
            <a:r>
              <a:rPr sz="2600" spc="-10" dirty="0">
                <a:latin typeface="Times New Roman"/>
                <a:cs typeface="Times New Roman"/>
              </a:rPr>
              <a:t>fe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typ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spe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ific </a:t>
            </a:r>
            <a:r>
              <a:rPr sz="2600" spc="-10" dirty="0">
                <a:latin typeface="Times New Roman"/>
                <a:cs typeface="Times New Roman"/>
              </a:rPr>
              <a:t>job</a:t>
            </a:r>
            <a:r>
              <a:rPr sz="2600" spc="-5" dirty="0">
                <a:latin typeface="Times New Roman"/>
                <a:cs typeface="Times New Roman"/>
              </a:rPr>
              <a:t> w</a:t>
            </a:r>
            <a:r>
              <a:rPr sz="2600" spc="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 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</a:p>
          <a:p>
            <a:pPr marL="240665" marR="481965"/>
            <a:r>
              <a:rPr sz="2600" dirty="0">
                <a:latin typeface="Times New Roman"/>
                <a:cs typeface="Times New Roman"/>
              </a:rPr>
              <a:t>follows </a:t>
            </a:r>
            <a:r>
              <a:rPr sz="2600" spc="-5" dirty="0">
                <a:latin typeface="Times New Roman"/>
                <a:cs typeface="Times New Roman"/>
              </a:rPr>
              <a:t>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ons.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t's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explore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10" dirty="0">
                <a:latin typeface="Times New Roman"/>
                <a:cs typeface="Times New Roman"/>
              </a:rPr>
              <a:t>rim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ry </a:t>
            </a:r>
            <a:r>
              <a:rPr sz="2600" spc="-10" dirty="0">
                <a:latin typeface="Times New Roman"/>
                <a:cs typeface="Times New Roman"/>
              </a:rPr>
              <a:t>typ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 CPU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t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ir 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spe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tive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fun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tions:</a:t>
            </a:r>
            <a:endParaRPr sz="2600" dirty="0">
              <a:latin typeface="Times New Roman"/>
              <a:cs typeface="Times New Roman"/>
            </a:endParaRPr>
          </a:p>
          <a:p>
            <a:pPr marL="469265" marR="5715" lvl="1" indent="-228600" algn="just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Da</a:t>
            </a:r>
            <a:r>
              <a:rPr sz="2600" b="1" spc="-10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a  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-10" dirty="0">
                <a:latin typeface="Times New Roman"/>
                <a:cs typeface="Times New Roman"/>
              </a:rPr>
              <a:t>e</a:t>
            </a:r>
            <a:r>
              <a:rPr sz="2600" b="1" spc="-5" dirty="0">
                <a:latin typeface="Times New Roman"/>
                <a:cs typeface="Times New Roman"/>
              </a:rPr>
              <a:t>gist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spc="10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: </a:t>
            </a:r>
            <a:r>
              <a:rPr sz="2600" spc="-5" dirty="0">
                <a:latin typeface="Times New Roman"/>
                <a:cs typeface="Times New Roman"/>
              </a:rPr>
              <a:t>D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ta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5" dirty="0">
                <a:latin typeface="Times New Roman"/>
                <a:cs typeface="Times New Roman"/>
              </a:rPr>
              <a:t> 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rs,  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lso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5" dirty="0">
                <a:latin typeface="Times New Roman"/>
                <a:cs typeface="Times New Roman"/>
              </a:rPr>
              <a:t> ca</a:t>
            </a:r>
            <a:r>
              <a:rPr sz="2600" spc="-5" dirty="0">
                <a:latin typeface="Times New Roman"/>
                <a:cs typeface="Times New Roman"/>
              </a:rPr>
              <a:t>ll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 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20" dirty="0">
                <a:latin typeface="Times New Roman"/>
                <a:cs typeface="Times New Roman"/>
              </a:rPr>
              <a:t>l</a:t>
            </a:r>
            <a:r>
              <a:rPr sz="2600" spc="-5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purp</a:t>
            </a:r>
            <a:r>
              <a:rPr sz="2600" spc="-5" dirty="0">
                <a:latin typeface="Times New Roman"/>
                <a:cs typeface="Times New Roman"/>
              </a:rPr>
              <a:t>os</a:t>
            </a:r>
            <a:r>
              <a:rPr sz="2600" dirty="0">
                <a:latin typeface="Times New Roman"/>
                <a:cs typeface="Times New Roman"/>
              </a:rPr>
              <a:t>e  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,  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hold</a:t>
            </a:r>
            <a:r>
              <a:rPr sz="2600" spc="-5" dirty="0">
                <a:latin typeface="Times New Roman"/>
                <a:cs typeface="Times New Roman"/>
              </a:rPr>
              <a:t> info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mation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whil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wo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ks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</a:t>
            </a:r>
            <a:r>
              <a:rPr sz="2600" spc="-3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ll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import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nt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doing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math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5" dirty="0">
                <a:latin typeface="Times New Roman"/>
                <a:cs typeface="Times New Roman"/>
              </a:rPr>
              <a:t>logi</a:t>
            </a:r>
            <a:r>
              <a:rPr sz="2600" spc="-15" dirty="0">
                <a:latin typeface="Times New Roman"/>
                <a:cs typeface="Times New Roman"/>
              </a:rPr>
              <a:t>ca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sk</a:t>
            </a:r>
            <a:r>
              <a:rPr sz="2600" dirty="0">
                <a:latin typeface="Times New Roman"/>
                <a:cs typeface="Times New Roman"/>
              </a:rPr>
              <a:t>s 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CP</a:t>
            </a:r>
            <a:r>
              <a:rPr sz="2600" spc="-5" dirty="0">
                <a:latin typeface="Times New Roman"/>
                <a:cs typeface="Times New Roman"/>
              </a:rPr>
              <a:t>U.</a:t>
            </a:r>
            <a:endParaRPr sz="2600" dirty="0">
              <a:latin typeface="Times New Roman"/>
              <a:cs typeface="Times New Roman"/>
            </a:endParaRPr>
          </a:p>
          <a:p>
            <a:pPr marL="469265" marR="11430" lvl="1" indent="-228600" algn="just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Ad</a:t>
            </a:r>
            <a:r>
              <a:rPr sz="2600" b="1" spc="5" dirty="0">
                <a:latin typeface="Times New Roman"/>
                <a:cs typeface="Times New Roman"/>
              </a:rPr>
              <a:t>d</a:t>
            </a:r>
            <a:r>
              <a:rPr sz="2600" b="1" spc="-15" dirty="0">
                <a:latin typeface="Times New Roman"/>
                <a:cs typeface="Times New Roman"/>
              </a:rPr>
              <a:t>re</a:t>
            </a:r>
            <a:r>
              <a:rPr sz="2600" b="1" spc="-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-10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gis</a:t>
            </a:r>
            <a:r>
              <a:rPr sz="2600" b="1" spc="10" dirty="0">
                <a:latin typeface="Times New Roman"/>
                <a:cs typeface="Times New Roman"/>
              </a:rPr>
              <a:t>t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spc="-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: </a:t>
            </a:r>
            <a:r>
              <a:rPr sz="2600" spc="-5" dirty="0">
                <a:latin typeface="Times New Roman"/>
                <a:cs typeface="Times New Roman"/>
              </a:rPr>
              <a:t>Ad</a:t>
            </a:r>
            <a:r>
              <a:rPr sz="2600" spc="5" dirty="0">
                <a:latin typeface="Times New Roman"/>
                <a:cs typeface="Times New Roman"/>
              </a:rPr>
              <a:t>d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k</a:t>
            </a:r>
            <a:r>
              <a:rPr sz="2600" spc="-15" dirty="0">
                <a:latin typeface="Times New Roman"/>
                <a:cs typeface="Times New Roman"/>
              </a:rPr>
              <a:t>ee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wh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info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mation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10" dirty="0">
                <a:latin typeface="Times New Roman"/>
                <a:cs typeface="Times New Roman"/>
              </a:rPr>
              <a:t> s</a:t>
            </a:r>
            <a:r>
              <a:rPr sz="2600" spc="-5" dirty="0">
                <a:latin typeface="Times New Roman"/>
                <a:cs typeface="Times New Roman"/>
              </a:rPr>
              <a:t>tor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 </a:t>
            </a:r>
            <a:r>
              <a:rPr sz="2600" spc="-10" dirty="0">
                <a:latin typeface="Times New Roman"/>
                <a:cs typeface="Times New Roman"/>
              </a:rPr>
              <a:t>memor</a:t>
            </a:r>
            <a:r>
              <a:rPr sz="2600" dirty="0">
                <a:latin typeface="Times New Roman"/>
                <a:cs typeface="Times New Roman"/>
              </a:rPr>
              <a:t>y.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ll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</a:t>
            </a:r>
            <a:r>
              <a:rPr sz="2600" spc="-5" dirty="0">
                <a:latin typeface="Times New Roman"/>
                <a:cs typeface="Times New Roman"/>
              </a:rPr>
              <a:t>k</a:t>
            </a:r>
            <a:r>
              <a:rPr sz="2600" spc="-10" dirty="0">
                <a:latin typeface="Times New Roman"/>
                <a:cs typeface="Times New Roman"/>
              </a:rPr>
              <a:t>ing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asie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find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1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y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lp </a:t>
            </a:r>
            <a:r>
              <a:rPr sz="2600" spc="-10" dirty="0">
                <a:latin typeface="Times New Roman"/>
                <a:cs typeface="Times New Roman"/>
              </a:rPr>
              <a:t>move</a:t>
            </a:r>
            <a:r>
              <a:rPr sz="2600" spc="-5" dirty="0">
                <a:latin typeface="Times New Roman"/>
                <a:cs typeface="Times New Roman"/>
              </a:rPr>
              <a:t> info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mation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b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tw</a:t>
            </a:r>
            <a:r>
              <a:rPr sz="2600" spc="-15" dirty="0">
                <a:latin typeface="Times New Roman"/>
                <a:cs typeface="Times New Roman"/>
              </a:rPr>
              <a:t>ee</a:t>
            </a:r>
            <a:r>
              <a:rPr sz="2600" dirty="0">
                <a:latin typeface="Times New Roman"/>
                <a:cs typeface="Times New Roman"/>
              </a:rPr>
              <a:t>n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CPU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mory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smoo</a:t>
            </a:r>
            <a:r>
              <a:rPr sz="2600" spc="-5" dirty="0">
                <a:latin typeface="Times New Roman"/>
                <a:cs typeface="Times New Roman"/>
              </a:rPr>
              <a:t>thly.</a:t>
            </a:r>
            <a:endParaRPr sz="2600" dirty="0">
              <a:latin typeface="Times New Roman"/>
              <a:cs typeface="Times New Roman"/>
            </a:endParaRPr>
          </a:p>
          <a:p>
            <a:pPr marL="469265" marR="8890" lvl="1" indent="-228600" algn="just">
              <a:spcBef>
                <a:spcPts val="1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Cont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spc="-5" dirty="0">
                <a:latin typeface="Times New Roman"/>
                <a:cs typeface="Times New Roman"/>
              </a:rPr>
              <a:t>ol</a:t>
            </a:r>
            <a:r>
              <a:rPr sz="2600" b="1" dirty="0">
                <a:latin typeface="Times New Roman"/>
                <a:cs typeface="Times New Roman"/>
              </a:rPr>
              <a:t>  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-10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gis</a:t>
            </a:r>
            <a:r>
              <a:rPr sz="2600" b="1" spc="10" dirty="0">
                <a:latin typeface="Times New Roman"/>
                <a:cs typeface="Times New Roman"/>
              </a:rPr>
              <a:t>t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spc="-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: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n</a:t>
            </a:r>
            <a:r>
              <a:rPr sz="2600" spc="-5" dirty="0">
                <a:latin typeface="Times New Roman"/>
                <a:cs typeface="Times New Roman"/>
              </a:rPr>
              <a:t>trol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  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  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lps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man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ge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thi</a:t>
            </a:r>
            <a:r>
              <a:rPr sz="2600" dirty="0">
                <a:latin typeface="Times New Roman"/>
                <a:cs typeface="Times New Roman"/>
              </a:rPr>
              <a:t>ngs  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like int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upti</a:t>
            </a:r>
            <a:r>
              <a:rPr sz="2600" dirty="0">
                <a:latin typeface="Times New Roman"/>
                <a:cs typeface="Times New Roman"/>
              </a:rPr>
              <a:t>ons,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progr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ms </a:t>
            </a:r>
            <a:r>
              <a:rPr sz="2600" dirty="0">
                <a:latin typeface="Times New Roman"/>
                <a:cs typeface="Times New Roman"/>
              </a:rPr>
              <a:t>run,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statu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f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sys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m. Th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-15" dirty="0">
                <a:latin typeface="Times New Roman"/>
                <a:cs typeface="Times New Roman"/>
              </a:rPr>
              <a:t> a</a:t>
            </a:r>
            <a:r>
              <a:rPr sz="2600" spc="-5" dirty="0">
                <a:latin typeface="Times New Roman"/>
                <a:cs typeface="Times New Roman"/>
              </a:rPr>
              <a:t>lso</a:t>
            </a:r>
            <a:r>
              <a:rPr sz="2600" spc="-10" dirty="0">
                <a:latin typeface="Times New Roman"/>
                <a:cs typeface="Times New Roman"/>
              </a:rPr>
              <a:t> m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ke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sure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rts of</a:t>
            </a:r>
            <a:r>
              <a:rPr sz="2600" spc="-5" dirty="0">
                <a:latin typeface="Times New Roman"/>
                <a:cs typeface="Times New Roman"/>
              </a:rPr>
              <a:t> the </a:t>
            </a:r>
            <a:r>
              <a:rPr sz="2600" dirty="0">
                <a:latin typeface="Times New Roman"/>
                <a:cs typeface="Times New Roman"/>
              </a:rPr>
              <a:t>CPU</a:t>
            </a:r>
            <a:r>
              <a:rPr sz="2600" spc="-5" dirty="0">
                <a:latin typeface="Times New Roman"/>
                <a:cs typeface="Times New Roman"/>
              </a:rPr>
              <a:t> w</a:t>
            </a: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k </a:t>
            </a:r>
            <a:r>
              <a:rPr sz="2600" spc="-5" dirty="0">
                <a:latin typeface="Times New Roman"/>
                <a:cs typeface="Times New Roman"/>
              </a:rPr>
              <a:t>togeth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15" dirty="0">
                <a:latin typeface="Times New Roman"/>
                <a:cs typeface="Times New Roman"/>
              </a:rPr>
              <a:t>smooth</a:t>
            </a:r>
            <a:r>
              <a:rPr sz="2600" dirty="0">
                <a:latin typeface="Times New Roman"/>
                <a:cs typeface="Times New Roman"/>
              </a:rPr>
              <a:t>ly.</a:t>
            </a:r>
          </a:p>
          <a:p>
            <a:pPr marL="469265" marR="10795" lvl="1" indent="-228600" algn="just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dirty="0">
                <a:latin typeface="Times New Roman"/>
                <a:cs typeface="Times New Roman"/>
              </a:rPr>
              <a:t>Sp</a:t>
            </a:r>
            <a:r>
              <a:rPr sz="2600" b="1" spc="-15" dirty="0">
                <a:latin typeface="Times New Roman"/>
                <a:cs typeface="Times New Roman"/>
              </a:rPr>
              <a:t>ec</a:t>
            </a:r>
            <a:r>
              <a:rPr sz="2600" b="1" spc="-5" dirty="0">
                <a:latin typeface="Times New Roman"/>
                <a:cs typeface="Times New Roman"/>
              </a:rPr>
              <a:t>ial</a:t>
            </a:r>
            <a:r>
              <a:rPr sz="2600" b="1" spc="13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Pu</a:t>
            </a:r>
            <a:r>
              <a:rPr sz="2600" b="1" spc="-15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pose</a:t>
            </a:r>
            <a:r>
              <a:rPr sz="2600" b="1" spc="12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-10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gis</a:t>
            </a:r>
            <a:r>
              <a:rPr sz="2600" b="1" spc="10" dirty="0">
                <a:latin typeface="Times New Roman"/>
                <a:cs typeface="Times New Roman"/>
              </a:rPr>
              <a:t>t</a:t>
            </a:r>
            <a:r>
              <a:rPr sz="2600" b="1" spc="-15" dirty="0">
                <a:latin typeface="Times New Roman"/>
                <a:cs typeface="Times New Roman"/>
              </a:rPr>
              <a:t>er</a:t>
            </a:r>
            <a:r>
              <a:rPr sz="2600" b="1" spc="-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ome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ve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spe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ific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jobs,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like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rog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Counter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(PC). 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W</a:t>
            </a:r>
            <a:r>
              <a:rPr sz="2600" spc="-10" dirty="0">
                <a:latin typeface="Times New Roman"/>
                <a:cs typeface="Times New Roman"/>
              </a:rPr>
              <a:t>hich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lso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memb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 </a:t>
            </a:r>
            <a:r>
              <a:rPr sz="2600" spc="-5" dirty="0">
                <a:latin typeface="Times New Roman"/>
                <a:cs typeface="Times New Roman"/>
              </a:rPr>
              <a:t> wh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xt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5" dirty="0">
                <a:latin typeface="Times New Roman"/>
                <a:cs typeface="Times New Roman"/>
              </a:rPr>
              <a:t>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 </a:t>
            </a:r>
            <a:r>
              <a:rPr sz="2600" spc="-5" dirty="0">
                <a:latin typeface="Times New Roman"/>
                <a:cs typeface="Times New Roman"/>
              </a:rPr>
              <a:t> is</a:t>
            </a:r>
            <a:r>
              <a:rPr sz="2600" dirty="0">
                <a:latin typeface="Times New Roman"/>
                <a:cs typeface="Times New Roman"/>
              </a:rPr>
              <a:t> 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tor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5" dirty="0">
                <a:latin typeface="Times New Roman"/>
                <a:cs typeface="Times New Roman"/>
              </a:rPr>
              <a:t> in </a:t>
            </a:r>
            <a:r>
              <a:rPr sz="2600" spc="-10" dirty="0">
                <a:latin typeface="Times New Roman"/>
                <a:cs typeface="Times New Roman"/>
              </a:rPr>
              <a:t>memor</a:t>
            </a:r>
            <a:r>
              <a:rPr sz="2600" dirty="0">
                <a:latin typeface="Times New Roman"/>
                <a:cs typeface="Times New Roman"/>
              </a:rPr>
              <a:t>y for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CPU</a:t>
            </a:r>
            <a:r>
              <a:rPr sz="2600" spc="-5" dirty="0">
                <a:latin typeface="Times New Roman"/>
                <a:cs typeface="Times New Roman"/>
              </a:rPr>
              <a:t> to </a:t>
            </a:r>
            <a:r>
              <a:rPr sz="2600" dirty="0">
                <a:latin typeface="Times New Roman"/>
                <a:cs typeface="Times New Roman"/>
              </a:rPr>
              <a:t>us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5596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EF43C-D1FD-16BC-C1CE-24FB4094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CBA1A-2031-A638-4EDA-438E4C2D4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13137F-D8E3-CCBF-13E5-C30C255621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D2481DD-F234-14AD-894A-C2FCCA4E0F8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383726-5939-C05A-09D9-AA4DAAEADC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5C7228-8B98-829C-D47E-B2A99A811AB3}"/>
              </a:ext>
            </a:extLst>
          </p:cNvPr>
          <p:cNvSpPr txBox="1"/>
          <p:nvPr/>
        </p:nvSpPr>
        <p:spPr>
          <a:xfrm>
            <a:off x="2037556" y="1918928"/>
            <a:ext cx="15087600" cy="733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 algn="just"/>
            <a:r>
              <a:rPr lang="en-US" sz="2600" b="1" spc="-10" dirty="0">
                <a:latin typeface="Times New Roman"/>
                <a:cs typeface="Times New Roman"/>
              </a:rPr>
              <a:t>Typ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of </a:t>
            </a:r>
            <a:r>
              <a:rPr lang="en-US" sz="2600" b="1" spc="-5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PU</a:t>
            </a:r>
            <a:r>
              <a:rPr lang="en-US" sz="2600" b="1" spc="-5" dirty="0">
                <a:latin typeface="Times New Roman"/>
                <a:cs typeface="Times New Roman"/>
              </a:rPr>
              <a:t> R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giste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endParaRPr lang="en-US" sz="2600" dirty="0">
              <a:latin typeface="Times New Roman"/>
              <a:cs typeface="Times New Roman"/>
            </a:endParaRPr>
          </a:p>
          <a:p>
            <a:pPr marL="240665" algn="just"/>
            <a:endParaRPr lang="en-US" sz="2600" spc="-10" dirty="0">
              <a:latin typeface="Times New Roman"/>
              <a:cs typeface="Times New Roman"/>
            </a:endParaRPr>
          </a:p>
          <a:p>
            <a:pPr marL="240665" algn="just"/>
            <a:r>
              <a:rPr lang="en-US" sz="2600" spc="-10" dirty="0">
                <a:latin typeface="Times New Roman"/>
                <a:cs typeface="Times New Roman"/>
              </a:rPr>
              <a:t>CPU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spc="-5" dirty="0">
                <a:latin typeface="Times New Roman"/>
                <a:cs typeface="Times New Roman"/>
              </a:rPr>
              <a:t>rt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int</a:t>
            </a:r>
            <a:r>
              <a:rPr lang="en-US" sz="2600" dirty="0">
                <a:latin typeface="Times New Roman"/>
                <a:cs typeface="Times New Roman"/>
              </a:rPr>
              <a:t>o </a:t>
            </a:r>
            <a:r>
              <a:rPr lang="en-US" sz="2600" spc="-5" dirty="0">
                <a:latin typeface="Times New Roman"/>
                <a:cs typeface="Times New Roman"/>
              </a:rPr>
              <a:t>dif</a:t>
            </a:r>
            <a:r>
              <a:rPr lang="en-US" sz="2600" spc="-10" dirty="0">
                <a:latin typeface="Times New Roman"/>
                <a:cs typeface="Times New Roman"/>
              </a:rPr>
              <a:t>fe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typ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5" dirty="0">
                <a:latin typeface="Times New Roman"/>
                <a:cs typeface="Times New Roman"/>
              </a:rPr>
              <a:t>wh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y do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h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w</a:t>
            </a:r>
            <a:r>
              <a:rPr lang="en-US" sz="2600" spc="-5" dirty="0">
                <a:latin typeface="Times New Roman"/>
                <a:cs typeface="Times New Roman"/>
              </a:rPr>
              <a:t> th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5" dirty="0">
                <a:latin typeface="Times New Roman"/>
                <a:cs typeface="Times New Roman"/>
              </a:rPr>
              <a:t>inside the </a:t>
            </a:r>
            <a:r>
              <a:rPr lang="en-US" sz="2600" dirty="0">
                <a:latin typeface="Times New Roman"/>
                <a:cs typeface="Times New Roman"/>
              </a:rPr>
              <a:t>CP</a:t>
            </a:r>
            <a:r>
              <a:rPr lang="en-US" sz="2600" spc="-5" dirty="0">
                <a:latin typeface="Times New Roman"/>
                <a:cs typeface="Times New Roman"/>
              </a:rPr>
              <a:t>U</a:t>
            </a:r>
            <a:r>
              <a:rPr lang="en-US" sz="2600" dirty="0">
                <a:latin typeface="Times New Roman"/>
                <a:cs typeface="Times New Roman"/>
              </a:rPr>
              <a:t>. </a:t>
            </a:r>
            <a:r>
              <a:rPr lang="en-US" sz="2600" spc="-5" dirty="0">
                <a:latin typeface="Times New Roman"/>
                <a:cs typeface="Times New Roman"/>
              </a:rPr>
              <a:t>So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-10" dirty="0">
                <a:latin typeface="Times New Roman"/>
                <a:cs typeface="Times New Roman"/>
              </a:rPr>
              <a:t>he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are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so</a:t>
            </a:r>
            <a:r>
              <a:rPr lang="en-US" sz="2600" spc="-10" dirty="0">
                <a:latin typeface="Times New Roman"/>
                <a:cs typeface="Times New Roman"/>
              </a:rPr>
              <a:t>me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omm</a:t>
            </a:r>
            <a:r>
              <a:rPr lang="en-US" sz="2600" dirty="0">
                <a:latin typeface="Times New Roman"/>
                <a:cs typeface="Times New Roman"/>
              </a:rPr>
              <a:t>on </a:t>
            </a:r>
            <a:r>
              <a:rPr lang="en-US" sz="2600" spc="-5" dirty="0">
                <a:latin typeface="Times New Roman"/>
                <a:cs typeface="Times New Roman"/>
              </a:rPr>
              <a:t>types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rs:</a:t>
            </a:r>
          </a:p>
          <a:p>
            <a:pPr marL="240665" algn="just"/>
            <a:endParaRPr lang="en-US" sz="2600" dirty="0">
              <a:latin typeface="Times New Roman"/>
              <a:cs typeface="Times New Roman"/>
            </a:endParaRPr>
          </a:p>
          <a:p>
            <a:pPr marL="393065" indent="-152400" algn="just">
              <a:spcBef>
                <a:spcPts val="45"/>
              </a:spcBef>
              <a:buFont typeface="Times New Roman"/>
              <a:buAutoNum type="arabicPeriod"/>
              <a:tabLst>
                <a:tab pos="393700" algn="l"/>
              </a:tabLst>
            </a:pPr>
            <a:r>
              <a:rPr lang="en-US" sz="2600" spc="-5" dirty="0">
                <a:latin typeface="Times New Roman"/>
                <a:cs typeface="Times New Roman"/>
              </a:rPr>
              <a:t> D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</a:p>
          <a:p>
            <a:pPr marL="697865" lvl="1" indent="-228600" algn="just">
              <a:spcBef>
                <a:spcPts val="45"/>
              </a:spcBef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A</a:t>
            </a:r>
            <a:r>
              <a:rPr lang="en-US" sz="2600" b="1" spc="-10" dirty="0">
                <a:latin typeface="Times New Roman"/>
                <a:cs typeface="Times New Roman"/>
              </a:rPr>
              <a:t>c</a:t>
            </a:r>
            <a:r>
              <a:rPr lang="en-US" sz="2600" b="1" spc="-15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u</a:t>
            </a:r>
            <a:r>
              <a:rPr lang="en-US" sz="2600" b="1" spc="5" dirty="0">
                <a:latin typeface="Times New Roman"/>
                <a:cs typeface="Times New Roman"/>
              </a:rPr>
              <a:t>m</a:t>
            </a:r>
            <a:r>
              <a:rPr lang="en-US" sz="2600" b="1" dirty="0">
                <a:latin typeface="Times New Roman"/>
                <a:cs typeface="Times New Roman"/>
              </a:rPr>
              <a:t>u</a:t>
            </a:r>
            <a:r>
              <a:rPr lang="en-US" sz="2600" b="1" spc="-5" dirty="0">
                <a:latin typeface="Times New Roman"/>
                <a:cs typeface="Times New Roman"/>
              </a:rPr>
              <a:t>lator</a:t>
            </a:r>
            <a:r>
              <a:rPr lang="en-US" sz="2600" b="1" spc="-10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(</a:t>
            </a:r>
            <a:r>
              <a:rPr lang="en-US" sz="2600" b="1" spc="-10" dirty="0">
                <a:latin typeface="Times New Roman"/>
                <a:cs typeface="Times New Roman"/>
              </a:rPr>
              <a:t>A</a:t>
            </a:r>
            <a:r>
              <a:rPr lang="en-US" sz="2600" b="1" spc="-5" dirty="0">
                <a:latin typeface="Times New Roman"/>
                <a:cs typeface="Times New Roman"/>
              </a:rPr>
              <a:t>CC</a:t>
            </a:r>
            <a:r>
              <a:rPr lang="en-US" sz="2600" b="1" spc="5" dirty="0">
                <a:latin typeface="Times New Roman"/>
                <a:cs typeface="Times New Roman"/>
              </a:rPr>
              <a:t>)</a:t>
            </a:r>
            <a:r>
              <a:rPr lang="en-US" sz="2600" b="1" dirty="0">
                <a:latin typeface="Times New Roman"/>
                <a:cs typeface="Times New Roman"/>
              </a:rPr>
              <a:t>: </a:t>
            </a:r>
            <a:r>
              <a:rPr lang="en-US" sz="2600" spc="5" dirty="0">
                <a:latin typeface="Times New Roman"/>
                <a:cs typeface="Times New Roman"/>
              </a:rPr>
              <a:t>H</a:t>
            </a:r>
            <a:r>
              <a:rPr lang="en-US" sz="2600" spc="-5" dirty="0">
                <a:latin typeface="Times New Roman"/>
                <a:cs typeface="Times New Roman"/>
              </a:rPr>
              <a:t>olds</a:t>
            </a:r>
            <a:r>
              <a:rPr lang="en-US" sz="2600" dirty="0">
                <a:latin typeface="Times New Roman"/>
                <a:cs typeface="Times New Roman"/>
              </a:rPr>
              <a:t> n</a:t>
            </a:r>
            <a:r>
              <a:rPr lang="en-US" sz="2600" spc="-10" dirty="0">
                <a:latin typeface="Times New Roman"/>
                <a:cs typeface="Times New Roman"/>
              </a:rPr>
              <a:t>umbe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for</a:t>
            </a:r>
            <a:r>
              <a:rPr lang="en-US" sz="2600" spc="-10" dirty="0">
                <a:latin typeface="Times New Roman"/>
                <a:cs typeface="Times New Roman"/>
              </a:rPr>
              <a:t> math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5" dirty="0">
                <a:latin typeface="Times New Roman"/>
                <a:cs typeface="Times New Roman"/>
              </a:rPr>
              <a:t>logi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  <a:p>
            <a:pPr marL="697865" marR="6350" lvl="1" indent="-228600" algn="just"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b="1" spc="-10" dirty="0">
                <a:latin typeface="Times New Roman"/>
                <a:cs typeface="Times New Roman"/>
              </a:rPr>
              <a:t>Gene</a:t>
            </a:r>
            <a:r>
              <a:rPr lang="en-US" sz="2600" b="1" spc="-20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a</a:t>
            </a:r>
            <a:r>
              <a:rPr lang="en-US" sz="2600" b="1" dirty="0">
                <a:latin typeface="Times New Roman"/>
                <a:cs typeface="Times New Roman"/>
              </a:rPr>
              <a:t>l</a:t>
            </a:r>
            <a:r>
              <a:rPr lang="en-US" sz="2600" b="1" spc="-5" dirty="0">
                <a:latin typeface="Times New Roman"/>
                <a:cs typeface="Times New Roman"/>
              </a:rPr>
              <a:t>-</a:t>
            </a:r>
            <a:r>
              <a:rPr lang="en-US" sz="2600" b="1" spc="-10" dirty="0">
                <a:latin typeface="Times New Roman"/>
                <a:cs typeface="Times New Roman"/>
              </a:rPr>
              <a:t>Pu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pose</a:t>
            </a:r>
            <a:r>
              <a:rPr lang="en-US" sz="2600" b="1" spc="90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gi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-5" dirty="0">
                <a:latin typeface="Times New Roman"/>
                <a:cs typeface="Times New Roman"/>
              </a:rPr>
              <a:t>t</a:t>
            </a:r>
            <a:r>
              <a:rPr lang="en-US" sz="2600" b="1" spc="-20" dirty="0">
                <a:latin typeface="Times New Roman"/>
                <a:cs typeface="Times New Roman"/>
              </a:rPr>
              <a:t>e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95" dirty="0">
                <a:latin typeface="Times New Roman"/>
                <a:cs typeface="Times New Roman"/>
              </a:rPr>
              <a:t> </a:t>
            </a:r>
            <a:r>
              <a:rPr lang="en-US" sz="2600" b="1" spc="-10" dirty="0">
                <a:latin typeface="Times New Roman"/>
                <a:cs typeface="Times New Roman"/>
              </a:rPr>
              <a:t>(GP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spc="10" dirty="0">
                <a:latin typeface="Times New Roman"/>
                <a:cs typeface="Times New Roman"/>
              </a:rPr>
              <a:t>s</a:t>
            </a:r>
            <a:r>
              <a:rPr lang="en-US" sz="2600" b="1" dirty="0">
                <a:latin typeface="Times New Roman"/>
                <a:cs typeface="Times New Roman"/>
              </a:rPr>
              <a:t>):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9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hold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dif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</a:t>
            </a:r>
            <a:r>
              <a:rPr lang="en-US" sz="2600" spc="9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types</a:t>
            </a:r>
            <a:r>
              <a:rPr lang="en-US" sz="2600" spc="9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9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info</a:t>
            </a:r>
            <a:r>
              <a:rPr lang="en-US" sz="2600" spc="9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d</a:t>
            </a:r>
            <a:r>
              <a:rPr lang="en-US" sz="2600" spc="-5" dirty="0">
                <a:latin typeface="Times New Roman"/>
                <a:cs typeface="Times New Roman"/>
              </a:rPr>
              <a:t>uring </a:t>
            </a:r>
            <a:r>
              <a:rPr lang="en-US" sz="2600" dirty="0">
                <a:latin typeface="Times New Roman"/>
                <a:cs typeface="Times New Roman"/>
              </a:rPr>
              <a:t>prog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ms,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l</a:t>
            </a:r>
            <a:r>
              <a:rPr lang="en-US" sz="2600" spc="-5" dirty="0">
                <a:latin typeface="Times New Roman"/>
                <a:cs typeface="Times New Roman"/>
              </a:rPr>
              <a:t>ike </a:t>
            </a:r>
            <a:r>
              <a:rPr lang="en-US" sz="2600" spc="-10" dirty="0">
                <a:latin typeface="Times New Roman"/>
                <a:cs typeface="Times New Roman"/>
              </a:rPr>
              <a:t>numb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ddr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s.</a:t>
            </a:r>
            <a:endParaRPr lang="en-US" sz="2600" dirty="0">
              <a:latin typeface="Times New Roman"/>
              <a:cs typeface="Times New Roman"/>
            </a:endParaRPr>
          </a:p>
          <a:p>
            <a:pPr marL="393065" indent="-152400" algn="just">
              <a:spcBef>
                <a:spcPts val="60"/>
              </a:spcBef>
              <a:buFont typeface="Times New Roman"/>
              <a:buAutoNum type="arabicPeriod"/>
              <a:tabLst>
                <a:tab pos="393700" algn="l"/>
              </a:tabLst>
            </a:pPr>
            <a:endParaRPr lang="en-US" sz="2600" spc="-5" dirty="0">
              <a:latin typeface="Times New Roman"/>
              <a:cs typeface="Times New Roman"/>
            </a:endParaRPr>
          </a:p>
          <a:p>
            <a:pPr marL="393065" indent="-152400" algn="just">
              <a:spcBef>
                <a:spcPts val="60"/>
              </a:spcBef>
              <a:buFont typeface="Times New Roman"/>
              <a:buAutoNum type="arabicPeriod"/>
              <a:tabLst>
                <a:tab pos="393700" algn="l"/>
              </a:tabLst>
            </a:pPr>
            <a:r>
              <a:rPr lang="en-US" sz="2600" spc="-5" dirty="0">
                <a:latin typeface="Times New Roman"/>
                <a:cs typeface="Times New Roman"/>
              </a:rPr>
              <a:t> Add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s 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</a:p>
          <a:p>
            <a:pPr marL="697865" marR="6985" lvl="1" indent="-228600" algn="just"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b="1" spc="-20" dirty="0">
                <a:latin typeface="Times New Roman"/>
                <a:cs typeface="Times New Roman"/>
              </a:rPr>
              <a:t>M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spc="5" dirty="0">
                <a:latin typeface="Times New Roman"/>
                <a:cs typeface="Times New Roman"/>
              </a:rPr>
              <a:t>m</a:t>
            </a:r>
            <a:r>
              <a:rPr lang="en-US" sz="2600" b="1" spc="-10" dirty="0">
                <a:latin typeface="Times New Roman"/>
                <a:cs typeface="Times New Roman"/>
              </a:rPr>
              <a:t>o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y</a:t>
            </a:r>
            <a:r>
              <a:rPr lang="en-US" sz="2600" b="1" spc="10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Ad</a:t>
            </a:r>
            <a:r>
              <a:rPr lang="en-US" sz="2600" b="1" spc="5" dirty="0">
                <a:latin typeface="Times New Roman"/>
                <a:cs typeface="Times New Roman"/>
              </a:rPr>
              <a:t>d</a:t>
            </a:r>
            <a:r>
              <a:rPr lang="en-US" sz="2600" b="1" spc="-15" dirty="0">
                <a:latin typeface="Times New Roman"/>
                <a:cs typeface="Times New Roman"/>
              </a:rPr>
              <a:t>re</a:t>
            </a:r>
            <a:r>
              <a:rPr lang="en-US" sz="2600" b="1" spc="-5" dirty="0">
                <a:latin typeface="Times New Roman"/>
                <a:cs typeface="Times New Roman"/>
              </a:rPr>
              <a:t>s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10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gist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spc="5" dirty="0">
                <a:latin typeface="Times New Roman"/>
                <a:cs typeface="Times New Roman"/>
              </a:rPr>
              <a:t> </a:t>
            </a:r>
            <a:r>
              <a:rPr lang="en-US" sz="2600" b="1" spc="-10" dirty="0">
                <a:latin typeface="Times New Roman"/>
                <a:cs typeface="Times New Roman"/>
              </a:rPr>
              <a:t>(M</a:t>
            </a:r>
            <a:r>
              <a:rPr lang="en-US" sz="2600" b="1" spc="-5" dirty="0">
                <a:latin typeface="Times New Roman"/>
                <a:cs typeface="Times New Roman"/>
              </a:rPr>
              <a:t>AR</a:t>
            </a:r>
            <a:r>
              <a:rPr lang="en-US" sz="2600" b="1" spc="5" dirty="0">
                <a:latin typeface="Times New Roman"/>
                <a:cs typeface="Times New Roman"/>
              </a:rPr>
              <a:t>)</a:t>
            </a:r>
            <a:r>
              <a:rPr lang="en-US" sz="2600" b="1" dirty="0">
                <a:latin typeface="Times New Roman"/>
                <a:cs typeface="Times New Roman"/>
              </a:rPr>
              <a:t>:</a:t>
            </a:r>
            <a:r>
              <a:rPr lang="en-US" sz="2600" b="1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K</a:t>
            </a:r>
            <a:r>
              <a:rPr lang="en-US" sz="2600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ps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k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of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wh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or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instru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0" dirty="0">
                <a:latin typeface="Times New Roman"/>
                <a:cs typeface="Times New Roman"/>
              </a:rPr>
              <a:t> store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5" dirty="0">
                <a:latin typeface="Times New Roman"/>
                <a:cs typeface="Times New Roman"/>
              </a:rPr>
              <a:t>in </a:t>
            </a:r>
            <a:r>
              <a:rPr lang="en-US" sz="2600" spc="-10" dirty="0">
                <a:latin typeface="Times New Roman"/>
                <a:cs typeface="Times New Roman"/>
              </a:rPr>
              <a:t>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m</a:t>
            </a:r>
            <a:r>
              <a:rPr lang="en-US" sz="2600" dirty="0">
                <a:latin typeface="Times New Roman"/>
                <a:cs typeface="Times New Roman"/>
              </a:rPr>
              <a:t>ory.</a:t>
            </a:r>
          </a:p>
          <a:p>
            <a:pPr marL="697865" marR="6350" lvl="1" indent="-228600" algn="just"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I</a:t>
            </a:r>
            <a:r>
              <a:rPr lang="en-US" sz="2600" b="1" dirty="0">
                <a:latin typeface="Times New Roman"/>
                <a:cs typeface="Times New Roman"/>
              </a:rPr>
              <a:t>nd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dirty="0">
                <a:latin typeface="Times New Roman"/>
                <a:cs typeface="Times New Roman"/>
              </a:rPr>
              <a:t>x</a:t>
            </a:r>
            <a:r>
              <a:rPr lang="en-US" sz="2600" b="1" spc="-15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gist</a:t>
            </a:r>
            <a:r>
              <a:rPr lang="en-US" sz="2600" b="1" spc="-15" dirty="0">
                <a:latin typeface="Times New Roman"/>
                <a:cs typeface="Times New Roman"/>
              </a:rPr>
              <a:t>er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(IX</a:t>
            </a:r>
            <a:r>
              <a:rPr lang="en-US" sz="2600" b="1" spc="-20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and</a:t>
            </a:r>
            <a:r>
              <a:rPr lang="en-US" sz="2600" b="1" spc="-10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IY)</a:t>
            </a:r>
            <a:r>
              <a:rPr lang="en-US" sz="2600" b="1" dirty="0">
                <a:latin typeface="Times New Roman"/>
                <a:cs typeface="Times New Roman"/>
              </a:rPr>
              <a:t>:</a:t>
            </a:r>
            <a:r>
              <a:rPr lang="en-US" sz="2600" b="1" spc="5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lps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find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spe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fic</a:t>
            </a:r>
            <a:r>
              <a:rPr lang="en-US" sz="2600" spc="-10" dirty="0">
                <a:latin typeface="Times New Roman"/>
                <a:cs typeface="Times New Roman"/>
              </a:rPr>
              <a:t> memor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loc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</a:t>
            </a:r>
            <a:r>
              <a:rPr lang="en-US" sz="2600" spc="-1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by</a:t>
            </a:r>
            <a:r>
              <a:rPr lang="en-US" sz="2600" spc="-15" dirty="0">
                <a:latin typeface="Times New Roman"/>
                <a:cs typeface="Times New Roman"/>
              </a:rPr>
              <a:t> a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10" dirty="0">
                <a:latin typeface="Times New Roman"/>
                <a:cs typeface="Times New Roman"/>
              </a:rPr>
              <a:t>d</a:t>
            </a:r>
            <a:r>
              <a:rPr lang="en-US" sz="2600" spc="-10" dirty="0">
                <a:latin typeface="Times New Roman"/>
                <a:cs typeface="Times New Roman"/>
              </a:rPr>
              <a:t>ing</a:t>
            </a:r>
            <a:r>
              <a:rPr lang="en-US" sz="2600" spc="-5" dirty="0">
                <a:latin typeface="Times New Roman"/>
                <a:cs typeface="Times New Roman"/>
              </a:rPr>
              <a:t> to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d</a:t>
            </a:r>
            <a:r>
              <a:rPr lang="en-US" sz="2600" spc="10" dirty="0">
                <a:latin typeface="Times New Roman"/>
                <a:cs typeface="Times New Roman"/>
              </a:rPr>
              <a:t>d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ss.</a:t>
            </a:r>
            <a:endParaRPr lang="en-US" sz="2600" dirty="0">
              <a:latin typeface="Times New Roman"/>
              <a:cs typeface="Times New Roman"/>
            </a:endParaRPr>
          </a:p>
          <a:p>
            <a:pPr marL="393065" indent="-152400" algn="just">
              <a:spcBef>
                <a:spcPts val="45"/>
              </a:spcBef>
              <a:buFont typeface="Times New Roman"/>
              <a:buAutoNum type="arabicPeriod"/>
              <a:tabLst>
                <a:tab pos="393700" algn="l"/>
              </a:tabLst>
            </a:pPr>
            <a:endParaRPr lang="en-US" sz="2600" spc="-10" dirty="0">
              <a:latin typeface="Times New Roman"/>
              <a:cs typeface="Times New Roman"/>
            </a:endParaRPr>
          </a:p>
          <a:p>
            <a:pPr marL="393065" indent="-152400" algn="just">
              <a:spcBef>
                <a:spcPts val="45"/>
              </a:spcBef>
              <a:buFont typeface="Times New Roman"/>
              <a:buAutoNum type="arabicPeriod"/>
              <a:tabLst>
                <a:tab pos="393700" algn="l"/>
              </a:tabLst>
            </a:pPr>
            <a:r>
              <a:rPr lang="en-US" sz="2600" spc="-10" dirty="0">
                <a:latin typeface="Times New Roman"/>
                <a:cs typeface="Times New Roman"/>
              </a:rPr>
              <a:t> Control 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</a:p>
          <a:p>
            <a:pPr marL="697865" lvl="1" indent="-228600" algn="just">
              <a:spcBef>
                <a:spcPts val="50"/>
              </a:spcBef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b="1" spc="-10" dirty="0">
                <a:latin typeface="Times New Roman"/>
                <a:cs typeface="Times New Roman"/>
              </a:rPr>
              <a:t>P</a:t>
            </a:r>
            <a:r>
              <a:rPr lang="en-US" sz="2600" b="1" spc="-20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og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am</a:t>
            </a:r>
            <a:r>
              <a:rPr lang="en-US" sz="2600" b="1" spc="5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Cou</a:t>
            </a:r>
            <a:r>
              <a:rPr lang="en-US" sz="2600" b="1" spc="5" dirty="0">
                <a:latin typeface="Times New Roman"/>
                <a:cs typeface="Times New Roman"/>
              </a:rPr>
              <a:t>n</a:t>
            </a:r>
            <a:r>
              <a:rPr lang="en-US" sz="2600" b="1" spc="-5" dirty="0">
                <a:latin typeface="Times New Roman"/>
                <a:cs typeface="Times New Roman"/>
              </a:rPr>
              <a:t>t</a:t>
            </a:r>
            <a:r>
              <a:rPr lang="en-US" sz="2600" b="1" spc="-20" dirty="0">
                <a:latin typeface="Times New Roman"/>
                <a:cs typeface="Times New Roman"/>
              </a:rPr>
              <a:t>e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spc="-5" dirty="0">
                <a:latin typeface="Times New Roman"/>
                <a:cs typeface="Times New Roman"/>
              </a:rPr>
              <a:t> (</a:t>
            </a:r>
            <a:r>
              <a:rPr lang="en-US" sz="2600" b="1" spc="-15" dirty="0">
                <a:latin typeface="Times New Roman"/>
                <a:cs typeface="Times New Roman"/>
              </a:rPr>
              <a:t>P</a:t>
            </a:r>
            <a:r>
              <a:rPr lang="en-US" sz="2600" b="1" spc="5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):</a:t>
            </a:r>
            <a:r>
              <a:rPr lang="en-US" sz="2600" b="1" spc="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oint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to 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0" dirty="0">
                <a:latin typeface="Times New Roman"/>
                <a:cs typeface="Times New Roman"/>
              </a:rPr>
              <a:t>he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xt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instru</a:t>
            </a:r>
            <a:r>
              <a:rPr lang="en-US" sz="2600" spc="-3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 f</a:t>
            </a:r>
            <a:r>
              <a:rPr lang="en-US" sz="2600" spc="-5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10" dirty="0">
                <a:latin typeface="Times New Roman"/>
                <a:cs typeface="Times New Roman"/>
              </a:rPr>
              <a:t> 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-5" dirty="0">
                <a:latin typeface="Times New Roman"/>
                <a:cs typeface="Times New Roman"/>
              </a:rPr>
              <a:t> to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  <a:p>
            <a:pPr marL="697865" marR="6985" lvl="1" indent="-228600" algn="just"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I</a:t>
            </a:r>
            <a:r>
              <a:rPr lang="en-US" sz="2600" b="1" dirty="0">
                <a:latin typeface="Times New Roman"/>
                <a:cs typeface="Times New Roman"/>
              </a:rPr>
              <a:t>n</a:t>
            </a:r>
            <a:r>
              <a:rPr lang="en-US" sz="2600" b="1" spc="-5" dirty="0">
                <a:latin typeface="Times New Roman"/>
                <a:cs typeface="Times New Roman"/>
              </a:rPr>
              <a:t>st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u</a:t>
            </a:r>
            <a:r>
              <a:rPr lang="en-US" sz="2600" b="1" spc="-15" dirty="0">
                <a:latin typeface="Times New Roman"/>
                <a:cs typeface="Times New Roman"/>
              </a:rPr>
              <a:t>c</a:t>
            </a:r>
            <a:r>
              <a:rPr lang="en-US" sz="2600" b="1" spc="-5" dirty="0">
                <a:latin typeface="Times New Roman"/>
                <a:cs typeface="Times New Roman"/>
              </a:rPr>
              <a:t>tion</a:t>
            </a:r>
            <a:r>
              <a:rPr lang="en-US" sz="2600" b="1" spc="105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gist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spc="100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(</a:t>
            </a:r>
            <a:r>
              <a:rPr lang="en-US" sz="2600" b="1" spc="5" dirty="0">
                <a:latin typeface="Times New Roman"/>
                <a:cs typeface="Times New Roman"/>
              </a:rPr>
              <a:t>I</a:t>
            </a:r>
            <a:r>
              <a:rPr lang="en-US" sz="2600" b="1" spc="-5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)</a:t>
            </a:r>
            <a:r>
              <a:rPr lang="en-US" sz="2600" b="1" dirty="0">
                <a:latin typeface="Times New Roman"/>
                <a:cs typeface="Times New Roman"/>
              </a:rPr>
              <a:t>:</a:t>
            </a:r>
            <a:r>
              <a:rPr lang="en-US" sz="2600" b="1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Hold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10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urr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instru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1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PU</a:t>
            </a:r>
            <a:r>
              <a:rPr lang="en-US" sz="2600" spc="9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is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</a:t>
            </a:r>
            <a:r>
              <a:rPr lang="en-US" sz="2600" spc="-15" dirty="0">
                <a:latin typeface="Times New Roman"/>
                <a:cs typeface="Times New Roman"/>
              </a:rPr>
              <a:t>o</a:t>
            </a:r>
            <a:r>
              <a:rPr lang="en-US" sz="2600" spc="-5" dirty="0">
                <a:latin typeface="Times New Roman"/>
                <a:cs typeface="Times New Roman"/>
              </a:rPr>
              <a:t>rking </a:t>
            </a:r>
            <a:r>
              <a:rPr lang="en-US" sz="2600" dirty="0">
                <a:latin typeface="Times New Roman"/>
                <a:cs typeface="Times New Roman"/>
              </a:rPr>
              <a:t>on.</a:t>
            </a:r>
          </a:p>
          <a:p>
            <a:pPr marL="697865" lvl="1" indent="-228600" algn="just">
              <a:spcBef>
                <a:spcPts val="45"/>
              </a:spcBef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-5" dirty="0">
                <a:latin typeface="Times New Roman"/>
                <a:cs typeface="Times New Roman"/>
              </a:rPr>
              <a:t>ta</a:t>
            </a:r>
            <a:r>
              <a:rPr lang="en-US" sz="2600" b="1" spc="-20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k </a:t>
            </a:r>
            <a:r>
              <a:rPr lang="en-US" sz="2600" b="1" spc="-10" dirty="0">
                <a:latin typeface="Times New Roman"/>
                <a:cs typeface="Times New Roman"/>
              </a:rPr>
              <a:t>Point</a:t>
            </a:r>
            <a:r>
              <a:rPr lang="en-US" sz="2600" b="1" spc="-20" dirty="0">
                <a:latin typeface="Times New Roman"/>
                <a:cs typeface="Times New Roman"/>
              </a:rPr>
              <a:t>e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(SP):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M</a:t>
            </a:r>
            <a:r>
              <a:rPr lang="en-US" sz="2600" spc="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g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the </a:t>
            </a:r>
            <a:r>
              <a:rPr lang="en-US" sz="2600" spc="-10" dirty="0">
                <a:latin typeface="Times New Roman"/>
                <a:cs typeface="Times New Roman"/>
              </a:rPr>
              <a:t>sta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k, </a:t>
            </a:r>
            <a:r>
              <a:rPr lang="en-US" sz="2600" spc="-5" dirty="0">
                <a:latin typeface="Times New Roman"/>
                <a:cs typeface="Times New Roman"/>
              </a:rPr>
              <a:t>like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wh</a:t>
            </a:r>
            <a:r>
              <a:rPr lang="en-US" sz="2600" dirty="0">
                <a:latin typeface="Times New Roman"/>
                <a:cs typeface="Times New Roman"/>
              </a:rPr>
              <a:t>en fu</a:t>
            </a:r>
            <a:r>
              <a:rPr lang="en-US" sz="2600" spc="-5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10" dirty="0">
                <a:latin typeface="Times New Roman"/>
                <a:cs typeface="Times New Roman"/>
              </a:rPr>
              <a:t>oth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124269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3BE9B-B31E-8859-2B35-BA185E93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8E42C2-4AFB-A173-8DE9-A74AF7C4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4C5FD0-104B-A7E8-8B5A-5D8451CC07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11F5219-82A7-22EB-DD50-D23B5D8DBE5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2A006-300E-9869-9E68-F25FD2F060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E5BEAF-8213-216E-5863-C82FA0141621}"/>
              </a:ext>
            </a:extLst>
          </p:cNvPr>
          <p:cNvSpPr txBox="1"/>
          <p:nvPr/>
        </p:nvSpPr>
        <p:spPr>
          <a:xfrm>
            <a:off x="1808956" y="2222500"/>
            <a:ext cx="15087600" cy="4506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/>
            <a:r>
              <a:rPr lang="en-US" sz="2600" b="1" spc="-10" dirty="0">
                <a:latin typeface="Times New Roman"/>
                <a:cs typeface="Times New Roman"/>
              </a:rPr>
              <a:t>Typ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b="1" dirty="0">
                <a:latin typeface="Times New Roman"/>
                <a:cs typeface="Times New Roman"/>
              </a:rPr>
              <a:t>of </a:t>
            </a:r>
            <a:r>
              <a:rPr lang="en-US" sz="2600" b="1" spc="-5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PU</a:t>
            </a:r>
            <a:r>
              <a:rPr lang="en-US" sz="2600" b="1" spc="-5" dirty="0">
                <a:latin typeface="Times New Roman"/>
                <a:cs typeface="Times New Roman"/>
              </a:rPr>
              <a:t> R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giste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  <a:endParaRPr lang="en-US" sz="2600" dirty="0">
              <a:latin typeface="Times New Roman"/>
              <a:cs typeface="Times New Roman"/>
            </a:endParaRPr>
          </a:p>
          <a:p>
            <a:pPr marL="469265" lvl="1">
              <a:spcBef>
                <a:spcPts val="45"/>
              </a:spcBef>
              <a:buSzPct val="83333"/>
              <a:tabLst>
                <a:tab pos="698500" algn="l"/>
              </a:tabLst>
            </a:pPr>
            <a:endParaRPr lang="en-US" sz="2600" dirty="0">
              <a:latin typeface="Times New Roman"/>
              <a:cs typeface="Times New Roman"/>
            </a:endParaRPr>
          </a:p>
          <a:p>
            <a:pPr marL="240665">
              <a:spcBef>
                <a:spcPts val="60"/>
              </a:spcBef>
              <a:tabLst>
                <a:tab pos="393700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4. S</a:t>
            </a:r>
            <a:r>
              <a:rPr lang="en-US" sz="2600" spc="-5" dirty="0">
                <a:latin typeface="Times New Roman"/>
                <a:cs typeface="Times New Roman"/>
              </a:rPr>
              <a:t>tatus 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</a:p>
          <a:p>
            <a:pPr marL="697865" marR="6985" lvl="1" indent="-228600"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b="1" spc="-10" dirty="0">
                <a:latin typeface="Times New Roman"/>
                <a:cs typeface="Times New Roman"/>
              </a:rPr>
              <a:t>Flags</a:t>
            </a:r>
            <a:r>
              <a:rPr lang="en-US" sz="2600" b="1" spc="120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R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gist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spc="110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in</a:t>
            </a:r>
            <a:r>
              <a:rPr lang="en-US" sz="2600" b="1" spc="120" dirty="0">
                <a:latin typeface="Times New Roman"/>
                <a:cs typeface="Times New Roman"/>
              </a:rPr>
              <a:t> </a:t>
            </a:r>
            <a:r>
              <a:rPr lang="en-US" sz="2600" b="1" spc="-5" dirty="0">
                <a:latin typeface="Times New Roman"/>
                <a:cs typeface="Times New Roman"/>
              </a:rPr>
              <a:t>CPU</a:t>
            </a:r>
            <a:r>
              <a:rPr lang="en-US" sz="2600" b="1" dirty="0">
                <a:latin typeface="Times New Roman"/>
                <a:cs typeface="Times New Roman"/>
              </a:rPr>
              <a:t>: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This</a:t>
            </a:r>
            <a:r>
              <a:rPr lang="en-US" sz="2600" spc="1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show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if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math</a:t>
            </a:r>
            <a:r>
              <a:rPr lang="en-US" sz="2600" spc="10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or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l</a:t>
            </a:r>
            <a:r>
              <a:rPr lang="en-US" sz="2600" spc="-10" dirty="0">
                <a:latin typeface="Times New Roman"/>
                <a:cs typeface="Times New Roman"/>
              </a:rPr>
              <a:t>ogic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ve</a:t>
            </a:r>
            <a:r>
              <a:rPr lang="en-US" sz="2600" spc="1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tain </a:t>
            </a:r>
            <a:r>
              <a:rPr lang="en-US" sz="2600" spc="-10" dirty="0">
                <a:latin typeface="Times New Roman"/>
                <a:cs typeface="Times New Roman"/>
              </a:rPr>
              <a:t>outcom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10" dirty="0">
                <a:latin typeface="Times New Roman"/>
                <a:cs typeface="Times New Roman"/>
              </a:rPr>
              <a:t>ke</a:t>
            </a:r>
            <a:r>
              <a:rPr lang="en-US" sz="2600" spc="-5" dirty="0">
                <a:latin typeface="Times New Roman"/>
                <a:cs typeface="Times New Roman"/>
              </a:rPr>
              <a:t> if </a:t>
            </a:r>
            <a:r>
              <a:rPr lang="en-US" sz="2600" spc="-10" dirty="0">
                <a:latin typeface="Times New Roman"/>
                <a:cs typeface="Times New Roman"/>
              </a:rPr>
              <a:t>a num</a:t>
            </a:r>
            <a:r>
              <a:rPr lang="en-US" sz="2600" dirty="0">
                <a:latin typeface="Times New Roman"/>
                <a:cs typeface="Times New Roman"/>
              </a:rPr>
              <a:t>b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5" dirty="0">
                <a:latin typeface="Times New Roman"/>
                <a:cs typeface="Times New Roman"/>
              </a:rPr>
              <a:t>is </a:t>
            </a:r>
            <a:r>
              <a:rPr lang="en-US" sz="2600" spc="-15" dirty="0">
                <a:latin typeface="Times New Roman"/>
                <a:cs typeface="Times New Roman"/>
              </a:rPr>
              <a:t>ze</a:t>
            </a:r>
            <a:r>
              <a:rPr lang="en-US" sz="2600" dirty="0">
                <a:latin typeface="Times New Roman"/>
                <a:cs typeface="Times New Roman"/>
              </a:rPr>
              <a:t>ro </a:t>
            </a:r>
            <a:r>
              <a:rPr lang="en-US" sz="2600" spc="5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5" dirty="0">
                <a:latin typeface="Times New Roman"/>
                <a:cs typeface="Times New Roman"/>
              </a:rPr>
              <a:t>if ther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'</a:t>
            </a:r>
            <a:r>
              <a:rPr lang="en-US" sz="2600" dirty="0">
                <a:latin typeface="Times New Roman"/>
                <a:cs typeface="Times New Roman"/>
              </a:rPr>
              <a:t>s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10" dirty="0">
                <a:latin typeface="Times New Roman"/>
                <a:cs typeface="Times New Roman"/>
              </a:rPr>
              <a:t>ov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dirty="0">
                <a:latin typeface="Times New Roman"/>
                <a:cs typeface="Times New Roman"/>
              </a:rPr>
              <a:t>low.</a:t>
            </a:r>
          </a:p>
          <a:p>
            <a:pPr marL="240665">
              <a:spcBef>
                <a:spcPts val="45"/>
              </a:spcBef>
              <a:tabLst>
                <a:tab pos="393700" algn="l"/>
              </a:tabLst>
            </a:pPr>
            <a:endParaRPr lang="en-US" sz="2600" spc="-10" dirty="0">
              <a:latin typeface="Times New Roman"/>
              <a:cs typeface="Times New Roman"/>
            </a:endParaRPr>
          </a:p>
          <a:p>
            <a:pPr marL="240665">
              <a:spcBef>
                <a:spcPts val="45"/>
              </a:spcBef>
              <a:tabLst>
                <a:tab pos="393700" algn="l"/>
              </a:tabLst>
            </a:pPr>
            <a:r>
              <a:rPr lang="en-US" sz="2600" spc="-10" dirty="0">
                <a:latin typeface="Times New Roman"/>
                <a:cs typeface="Times New Roman"/>
              </a:rPr>
              <a:t>5. F</a:t>
            </a:r>
            <a:r>
              <a:rPr lang="en-US" sz="2600" spc="-5" dirty="0">
                <a:latin typeface="Times New Roman"/>
                <a:cs typeface="Times New Roman"/>
              </a:rPr>
              <a:t>loating-</a:t>
            </a:r>
            <a:r>
              <a:rPr lang="en-US" sz="260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oint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gis</a:t>
            </a:r>
            <a:r>
              <a:rPr lang="en-US" sz="2600" dirty="0">
                <a:latin typeface="Times New Roman"/>
                <a:cs typeface="Times New Roman"/>
              </a:rPr>
              <a:t>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</a:p>
          <a:p>
            <a:pPr marL="697865" marR="5080" lvl="1" indent="-228600" algn="just">
              <a:buSzPct val="83333"/>
              <a:buFont typeface="Symbol"/>
              <a:buChar char=""/>
              <a:tabLst>
                <a:tab pos="698500" algn="l"/>
              </a:tabLst>
            </a:pPr>
            <a:r>
              <a:rPr lang="en-US" sz="2600" spc="-10" dirty="0">
                <a:latin typeface="Times New Roman"/>
                <a:cs typeface="Times New Roman"/>
              </a:rPr>
              <a:t>Th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y 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2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ec</a:t>
            </a:r>
            <a:r>
              <a:rPr lang="en-US" sz="2600" spc="-5" dirty="0">
                <a:latin typeface="Times New Roman"/>
                <a:cs typeface="Times New Roman"/>
              </a:rPr>
              <a:t>ializ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h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rd</a:t>
            </a:r>
            <a:r>
              <a:rPr lang="en-US" sz="2600" spc="-10" dirty="0">
                <a:latin typeface="Times New Roman"/>
                <a:cs typeface="Times New Roman"/>
              </a:rPr>
              <a:t>w</a:t>
            </a:r>
            <a:r>
              <a:rPr lang="en-US" sz="2600" spc="-5" dirty="0">
                <a:latin typeface="Times New Roman"/>
                <a:cs typeface="Times New Roman"/>
              </a:rPr>
              <a:t>are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ompo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nts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with</a:t>
            </a:r>
            <a:r>
              <a:rPr lang="en-US" sz="2600" spc="-5" dirty="0">
                <a:latin typeface="Times New Roman"/>
                <a:cs typeface="Times New Roman"/>
              </a:rPr>
              <a:t>i</a:t>
            </a:r>
            <a:r>
              <a:rPr lang="en-US" sz="2600" dirty="0">
                <a:latin typeface="Times New Roman"/>
                <a:cs typeface="Times New Roman"/>
              </a:rPr>
              <a:t>n 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14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omput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'</a:t>
            </a:r>
            <a:r>
              <a:rPr lang="en-US" sz="2600" dirty="0">
                <a:latin typeface="Times New Roman"/>
                <a:cs typeface="Times New Roman"/>
              </a:rPr>
              <a:t>s 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ce</a:t>
            </a:r>
            <a:r>
              <a:rPr lang="en-US" sz="2600" spc="10" dirty="0">
                <a:latin typeface="Times New Roman"/>
                <a:cs typeface="Times New Roman"/>
              </a:rPr>
              <a:t>n</a:t>
            </a:r>
            <a:r>
              <a:rPr lang="en-US" sz="2600" spc="-5" dirty="0">
                <a:latin typeface="Times New Roman"/>
                <a:cs typeface="Times New Roman"/>
              </a:rPr>
              <a:t>tr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 </a:t>
            </a:r>
            <a:r>
              <a:rPr lang="en-US" sz="2600" spc="-10" dirty="0">
                <a:latin typeface="Times New Roman"/>
                <a:cs typeface="Times New Roman"/>
              </a:rPr>
              <a:t>pro</a:t>
            </a:r>
            <a:r>
              <a:rPr lang="en-US" sz="2600" spc="-20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ss</a:t>
            </a:r>
            <a:r>
              <a:rPr lang="en-US" sz="2600" dirty="0">
                <a:latin typeface="Times New Roman"/>
                <a:cs typeface="Times New Roman"/>
              </a:rPr>
              <a:t>ing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unit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(CP</a:t>
            </a:r>
            <a:r>
              <a:rPr lang="en-US" sz="2600" spc="-5" dirty="0">
                <a:latin typeface="Times New Roman"/>
                <a:cs typeface="Times New Roman"/>
              </a:rPr>
              <a:t>U</a:t>
            </a:r>
            <a:r>
              <a:rPr lang="en-US" sz="2600" dirty="0">
                <a:latin typeface="Times New Roman"/>
                <a:cs typeface="Times New Roman"/>
              </a:rPr>
              <a:t>)</a:t>
            </a:r>
            <a:r>
              <a:rPr lang="en-US" sz="2600" spc="6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esigne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-5" dirty="0">
                <a:latin typeface="Times New Roman"/>
                <a:cs typeface="Times New Roman"/>
              </a:rPr>
              <a:t>ici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ntl</a:t>
            </a:r>
            <a:r>
              <a:rPr lang="en-US" sz="2600" dirty="0">
                <a:latin typeface="Times New Roman"/>
                <a:cs typeface="Times New Roman"/>
              </a:rPr>
              <a:t>y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10" dirty="0">
                <a:latin typeface="Times New Roman"/>
                <a:cs typeface="Times New Roman"/>
              </a:rPr>
              <a:t>h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ndle</a:t>
            </a:r>
            <a:r>
              <a:rPr lang="en-US" sz="2600" spc="6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flo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n</a:t>
            </a:r>
            <a:r>
              <a:rPr lang="en-US" sz="2600" spc="25" dirty="0">
                <a:latin typeface="Times New Roman"/>
                <a:cs typeface="Times New Roman"/>
              </a:rPr>
              <a:t>g</a:t>
            </a:r>
            <a:r>
              <a:rPr lang="en-US" sz="2600" spc="-5" dirty="0">
                <a:latin typeface="Times New Roman"/>
                <a:cs typeface="Times New Roman"/>
              </a:rPr>
              <a:t>-point</a:t>
            </a:r>
            <a:r>
              <a:rPr lang="en-US" sz="2600" spc="7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rit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-10" dirty="0">
                <a:latin typeface="Times New Roman"/>
                <a:cs typeface="Times New Roman"/>
              </a:rPr>
              <a:t>metic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op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ons.  </a:t>
            </a:r>
            <a:r>
              <a:rPr lang="en-US" sz="2600" spc="-1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-5" dirty="0">
                <a:latin typeface="Times New Roman"/>
                <a:cs typeface="Times New Roman"/>
              </a:rPr>
              <a:t>loating-</a:t>
            </a:r>
            <a:r>
              <a:rPr lang="en-US" sz="2600" spc="-10" dirty="0">
                <a:latin typeface="Times New Roman"/>
                <a:cs typeface="Times New Roman"/>
              </a:rPr>
              <a:t>po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nt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9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numbe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s  </a:t>
            </a:r>
            <a:r>
              <a:rPr lang="en-US" sz="2600" spc="-10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1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 </a:t>
            </a:r>
            <a:r>
              <a:rPr lang="en-US" sz="2600" spc="-1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95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pr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sent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95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  </a:t>
            </a:r>
            <a:r>
              <a:rPr lang="en-US" sz="2600" spc="-9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numbe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s, including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both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tion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spc="10" dirty="0">
                <a:latin typeface="Times New Roman"/>
                <a:cs typeface="Times New Roman"/>
              </a:rPr>
              <a:t> n</a:t>
            </a:r>
            <a:r>
              <a:rPr lang="en-US" sz="2600" spc="-10" dirty="0">
                <a:latin typeface="Times New Roman"/>
                <a:cs typeface="Times New Roman"/>
              </a:rPr>
              <a:t>umbe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(</a:t>
            </a:r>
            <a:r>
              <a:rPr lang="en-US" sz="2600" spc="-10" dirty="0">
                <a:latin typeface="Times New Roman"/>
                <a:cs typeface="Times New Roman"/>
              </a:rPr>
              <a:t>f</a:t>
            </a:r>
            <a:r>
              <a:rPr lang="en-US" sz="2600" spc="5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cti</a:t>
            </a:r>
            <a:r>
              <a:rPr lang="en-US" sz="2600" dirty="0">
                <a:latin typeface="Times New Roman"/>
                <a:cs typeface="Times New Roman"/>
              </a:rPr>
              <a:t>ons)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i</a:t>
            </a:r>
            <a:r>
              <a:rPr lang="en-US" sz="2600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tion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numbe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20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(su</a:t>
            </a:r>
            <a:r>
              <a:rPr lang="en-US" sz="2600" spc="-10" dirty="0">
                <a:latin typeface="Times New Roman"/>
                <a:cs typeface="Times New Roman"/>
              </a:rPr>
              <a:t>c</a:t>
            </a:r>
            <a:r>
              <a:rPr lang="en-US" sz="2600" dirty="0">
                <a:latin typeface="Times New Roman"/>
                <a:cs typeface="Times New Roman"/>
              </a:rPr>
              <a:t>h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the square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root</a:t>
            </a:r>
            <a:r>
              <a:rPr lang="en-US" sz="2600" dirty="0">
                <a:latin typeface="Times New Roman"/>
                <a:cs typeface="Times New Roman"/>
              </a:rPr>
              <a:t> of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2 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5" dirty="0">
                <a:latin typeface="Times New Roman"/>
                <a:cs typeface="Times New Roman"/>
              </a:rPr>
              <a:t>pi</a:t>
            </a:r>
            <a:r>
              <a:rPr lang="en-US" sz="2600" spc="-10" dirty="0">
                <a:latin typeface="Times New Roman"/>
                <a:cs typeface="Times New Roman"/>
              </a:rPr>
              <a:t>)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5" dirty="0">
                <a:latin typeface="Times New Roman"/>
                <a:cs typeface="Times New Roman"/>
              </a:rPr>
              <a:t>w</a:t>
            </a:r>
            <a:r>
              <a:rPr lang="en-US" sz="2600" spc="-5" dirty="0">
                <a:latin typeface="Times New Roman"/>
                <a:cs typeface="Times New Roman"/>
              </a:rPr>
              <a:t>it</a:t>
            </a:r>
            <a:r>
              <a:rPr lang="en-US" sz="2600" dirty="0">
                <a:latin typeface="Times New Roman"/>
                <a:cs typeface="Times New Roman"/>
              </a:rPr>
              <a:t>h </a:t>
            </a:r>
            <a:r>
              <a:rPr lang="en-US" sz="2600" spc="-1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ac</a:t>
            </a:r>
            <a:r>
              <a:rPr lang="en-US" sz="2600" spc="-5" dirty="0">
                <a:latin typeface="Times New Roman"/>
                <a:cs typeface="Times New Roman"/>
              </a:rPr>
              <a:t>tion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art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xpon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nt.</a:t>
            </a:r>
            <a:endParaRPr lang="en-US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4641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507EF-A623-3F50-279B-7D2DA1CD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EEF029-ED22-9F5D-5101-2F28D4F18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5D394F-31F6-251F-DD84-3083EBFAA4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4BDB0EF-8FE6-A5A8-20D7-A0E179869E4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14B4AE-1919-A053-AE21-9331D53E1F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732756" y="1689100"/>
            <a:ext cx="15544800" cy="7214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 algn="just"/>
            <a:r>
              <a:rPr sz="2600" b="1" spc="-10" dirty="0">
                <a:latin typeface="Times New Roman"/>
                <a:cs typeface="Times New Roman"/>
              </a:rPr>
              <a:t>Pu</a:t>
            </a:r>
            <a:r>
              <a:rPr sz="2600" b="1" spc="-15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pose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of 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spc="-5" dirty="0">
                <a:latin typeface="Times New Roman"/>
                <a:cs typeface="Times New Roman"/>
              </a:rPr>
              <a:t>giste</a:t>
            </a:r>
            <a:r>
              <a:rPr sz="2600" b="1" spc="-15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r>
              <a:rPr sz="2600" b="1" spc="-5" dirty="0">
                <a:latin typeface="Times New Roman"/>
                <a:cs typeface="Times New Roman"/>
              </a:rPr>
              <a:t> in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CP</a:t>
            </a:r>
            <a:r>
              <a:rPr sz="2600" b="1" dirty="0">
                <a:latin typeface="Times New Roman"/>
                <a:cs typeface="Times New Roman"/>
              </a:rPr>
              <a:t>U</a:t>
            </a:r>
            <a:endParaRPr sz="2600" dirty="0">
              <a:latin typeface="Times New Roman"/>
              <a:cs typeface="Times New Roman"/>
            </a:endParaRPr>
          </a:p>
          <a:p>
            <a:pPr marL="240665" algn="just"/>
            <a:endParaRPr lang="en-US" sz="2600" spc="-10" dirty="0">
              <a:latin typeface="Times New Roman"/>
              <a:cs typeface="Times New Roman"/>
            </a:endParaRPr>
          </a:p>
          <a:p>
            <a:pPr marL="240665" algn="just"/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-5" dirty="0">
                <a:latin typeface="Times New Roman"/>
                <a:cs typeface="Times New Roman"/>
              </a:rPr>
              <a:t> in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omputing</a:t>
            </a:r>
            <a:r>
              <a:rPr sz="2600" spc="-5" dirty="0">
                <a:latin typeface="Times New Roman"/>
                <a:cs typeface="Times New Roman"/>
              </a:rPr>
              <a:t> ser</a:t>
            </a:r>
            <a:r>
              <a:rPr sz="2600" spc="-10" dirty="0">
                <a:latin typeface="Times New Roman"/>
                <a:cs typeface="Times New Roman"/>
              </a:rPr>
              <a:t>ve</a:t>
            </a:r>
            <a:r>
              <a:rPr sz="2600" spc="-5" dirty="0">
                <a:latin typeface="Times New Roman"/>
                <a:cs typeface="Times New Roman"/>
              </a:rPr>
              <a:t> se</a:t>
            </a:r>
            <a:r>
              <a:rPr sz="2600" spc="10" dirty="0">
                <a:latin typeface="Times New Roman"/>
                <a:cs typeface="Times New Roman"/>
              </a:rPr>
              <a:t>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pur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os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s:</a:t>
            </a:r>
            <a:endParaRPr sz="2600" dirty="0">
              <a:latin typeface="Times New Roman"/>
              <a:cs typeface="Times New Roman"/>
            </a:endParaRPr>
          </a:p>
          <a:p>
            <a:pPr marL="469265" indent="-228600" algn="just">
              <a:spcBef>
                <a:spcPts val="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endParaRPr lang="en-US" sz="2600" b="1" dirty="0">
              <a:latin typeface="Times New Roman"/>
              <a:cs typeface="Times New Roman"/>
            </a:endParaRPr>
          </a:p>
          <a:p>
            <a:pPr marL="469265" indent="-228600" algn="just">
              <a:spcBef>
                <a:spcPts val="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dirty="0">
                <a:latin typeface="Times New Roman"/>
                <a:cs typeface="Times New Roman"/>
              </a:rPr>
              <a:t>Fast</a:t>
            </a:r>
            <a:r>
              <a:rPr sz="2600" b="1" spc="4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Da</a:t>
            </a:r>
            <a:r>
              <a:rPr sz="2600" b="1" spc="-10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5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A</a:t>
            </a:r>
            <a:r>
              <a:rPr sz="2600" b="1" dirty="0">
                <a:latin typeface="Times New Roman"/>
                <a:cs typeface="Times New Roman"/>
              </a:rPr>
              <a:t>c</a:t>
            </a:r>
            <a:r>
              <a:rPr sz="2600" b="1" spc="-15" dirty="0">
                <a:latin typeface="Times New Roman"/>
                <a:cs typeface="Times New Roman"/>
              </a:rPr>
              <a:t>ce</a:t>
            </a:r>
            <a:r>
              <a:rPr sz="2600" b="1" spc="-5" dirty="0">
                <a:latin typeface="Times New Roman"/>
                <a:cs typeface="Times New Roman"/>
              </a:rPr>
              <a:t>ss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te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are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quic</a:t>
            </a:r>
            <a:r>
              <a:rPr sz="2600" spc="-5" dirty="0">
                <a:latin typeface="Times New Roman"/>
                <a:cs typeface="Times New Roman"/>
              </a:rPr>
              <a:t>k</a:t>
            </a:r>
            <a:r>
              <a:rPr sz="2600" spc="-10" dirty="0">
                <a:latin typeface="Times New Roman"/>
                <a:cs typeface="Times New Roman"/>
              </a:rPr>
              <a:t>es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mory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sin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they're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right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inside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.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his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ns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tting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o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them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lmost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nt,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unlike 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tting it</a:t>
            </a:r>
            <a:r>
              <a:rPr sz="2600" dirty="0">
                <a:latin typeface="Times New Roman"/>
                <a:cs typeface="Times New Roman"/>
              </a:rPr>
              <a:t> f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om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AM.</a:t>
            </a:r>
            <a:endParaRPr sz="2600" dirty="0">
              <a:latin typeface="Times New Roman"/>
              <a:cs typeface="Times New Roman"/>
            </a:endParaRPr>
          </a:p>
          <a:p>
            <a:pPr marL="469265" marR="6350" indent="-228600" algn="just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I</a:t>
            </a:r>
            <a:r>
              <a:rPr sz="2600" b="1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st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u</a:t>
            </a:r>
            <a:r>
              <a:rPr sz="2600" b="1" spc="-15" dirty="0">
                <a:latin typeface="Times New Roman"/>
                <a:cs typeface="Times New Roman"/>
              </a:rPr>
              <a:t>c</a:t>
            </a:r>
            <a:r>
              <a:rPr sz="2600" b="1" spc="-5" dirty="0">
                <a:latin typeface="Times New Roman"/>
                <a:cs typeface="Times New Roman"/>
              </a:rPr>
              <a:t>tion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Ex</a:t>
            </a:r>
            <a:r>
              <a:rPr sz="2600" b="1" spc="-15" dirty="0">
                <a:latin typeface="Times New Roman"/>
                <a:cs typeface="Times New Roman"/>
              </a:rPr>
              <a:t>ec</a:t>
            </a:r>
            <a:r>
              <a:rPr sz="2600" b="1" dirty="0">
                <a:latin typeface="Times New Roman"/>
                <a:cs typeface="Times New Roman"/>
              </a:rPr>
              <a:t>u</a:t>
            </a:r>
            <a:r>
              <a:rPr sz="2600" b="1" spc="-5" dirty="0">
                <a:latin typeface="Times New Roman"/>
                <a:cs typeface="Times New Roman"/>
              </a:rPr>
              <a:t>tion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hold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onto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ta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wo</a:t>
            </a:r>
            <a:r>
              <a:rPr sz="2600" spc="-10" dirty="0">
                <a:latin typeface="Times New Roman"/>
                <a:cs typeface="Times New Roman"/>
              </a:rPr>
              <a:t>rking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w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h,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like </a:t>
            </a:r>
            <a:r>
              <a:rPr sz="2600" spc="-10" dirty="0">
                <a:latin typeface="Times New Roman"/>
                <a:cs typeface="Times New Roman"/>
              </a:rPr>
              <a:t>numbe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10" dirty="0">
                <a:latin typeface="Times New Roman"/>
                <a:cs typeface="Times New Roman"/>
              </a:rPr>
              <a:t> math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mory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ddr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sse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10" dirty="0">
                <a:latin typeface="Times New Roman"/>
                <a:cs typeface="Times New Roman"/>
              </a:rPr>
              <a:t> mov</a:t>
            </a:r>
            <a:r>
              <a:rPr sz="2600" spc="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ng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roun</a:t>
            </a:r>
            <a:r>
              <a:rPr sz="2600" spc="-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.</a:t>
            </a:r>
          </a:p>
          <a:p>
            <a:pPr marL="469265" marR="6985" indent="-228600" algn="just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Cont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spc="-5" dirty="0">
                <a:latin typeface="Times New Roman"/>
                <a:cs typeface="Times New Roman"/>
              </a:rPr>
              <a:t>ol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Sta</a:t>
            </a:r>
            <a:r>
              <a:rPr sz="2600" b="1" spc="-10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u</a:t>
            </a:r>
            <a:r>
              <a:rPr sz="2600" b="1" spc="-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egis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k</a:t>
            </a:r>
            <a:r>
              <a:rPr sz="2600" spc="-15" dirty="0">
                <a:latin typeface="Times New Roman"/>
                <a:cs typeface="Times New Roman"/>
              </a:rPr>
              <a:t>ee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tra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k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who</a:t>
            </a:r>
            <a:r>
              <a:rPr sz="2600" spc="1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spc="-10" dirty="0">
                <a:latin typeface="Times New Roman"/>
                <a:cs typeface="Times New Roman"/>
              </a:rPr>
              <a:t>omput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5" dirty="0">
                <a:latin typeface="Times New Roman"/>
                <a:cs typeface="Times New Roman"/>
              </a:rPr>
              <a:t>sys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running.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x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mpl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progr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spc="-5" dirty="0">
                <a:latin typeface="Times New Roman"/>
                <a:cs typeface="Times New Roman"/>
              </a:rPr>
              <a:t>unter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memb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wh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xt 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is,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fl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gs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ignal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thi</a:t>
            </a:r>
            <a:r>
              <a:rPr sz="2600" dirty="0">
                <a:latin typeface="Times New Roman"/>
                <a:cs typeface="Times New Roman"/>
              </a:rPr>
              <a:t>ngs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like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if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math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big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number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</a:p>
          <a:p>
            <a:pPr marL="469265" algn="just">
              <a:spcBef>
                <a:spcPts val="50"/>
              </a:spcBef>
            </a:pPr>
            <a:r>
              <a:rPr sz="2600" spc="-5" dirty="0">
                <a:latin typeface="Times New Roman"/>
                <a:cs typeface="Times New Roman"/>
              </a:rPr>
              <a:t>if the 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sul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is </a:t>
            </a:r>
            <a:r>
              <a:rPr sz="2600" spc="-10" dirty="0">
                <a:latin typeface="Times New Roman"/>
                <a:cs typeface="Times New Roman"/>
              </a:rPr>
              <a:t>z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ro.</a:t>
            </a:r>
          </a:p>
          <a:p>
            <a:pPr marL="469265" marR="8255" indent="-228600" algn="just"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Da</a:t>
            </a:r>
            <a:r>
              <a:rPr sz="2600" b="1" spc="-10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a </a:t>
            </a:r>
            <a:r>
              <a:rPr sz="2600" b="1" spc="-1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r>
              <a:rPr sz="2600" b="1" spc="-5" dirty="0">
                <a:latin typeface="Times New Roman"/>
                <a:cs typeface="Times New Roman"/>
              </a:rPr>
              <a:t>to</a:t>
            </a:r>
            <a:r>
              <a:rPr sz="2600" b="1" spc="-20" dirty="0">
                <a:latin typeface="Times New Roman"/>
                <a:cs typeface="Times New Roman"/>
              </a:rPr>
              <a:t>r</a:t>
            </a:r>
            <a:r>
              <a:rPr sz="2600" b="1" spc="-10" dirty="0">
                <a:latin typeface="Times New Roman"/>
                <a:cs typeface="Times New Roman"/>
              </a:rPr>
              <a:t>ag</a:t>
            </a:r>
            <a:r>
              <a:rPr sz="2600" b="1" spc="-15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: 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 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k</a:t>
            </a:r>
            <a:r>
              <a:rPr sz="2600" spc="-15" dirty="0">
                <a:latin typeface="Times New Roman"/>
                <a:cs typeface="Times New Roman"/>
              </a:rPr>
              <a:t>ee</a:t>
            </a:r>
            <a:r>
              <a:rPr sz="2600" dirty="0">
                <a:latin typeface="Times New Roman"/>
                <a:cs typeface="Times New Roman"/>
              </a:rPr>
              <a:t>p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import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</a:t>
            </a:r>
            <a:r>
              <a:rPr sz="2600" spc="-10" dirty="0">
                <a:latin typeface="Times New Roman"/>
                <a:cs typeface="Times New Roman"/>
              </a:rPr>
              <a:t>mpor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rily,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like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stuf</a:t>
            </a:r>
            <a:r>
              <a:rPr sz="2600" dirty="0">
                <a:latin typeface="Times New Roman"/>
                <a:cs typeface="Times New Roman"/>
              </a:rPr>
              <a:t>f 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tak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n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0" dirty="0">
                <a:latin typeface="Times New Roman"/>
                <a:cs typeface="Times New Roman"/>
              </a:rPr>
              <a:t>rom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M or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vic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, or </a:t>
            </a:r>
            <a:r>
              <a:rPr sz="2600" spc="-10" dirty="0">
                <a:latin typeface="Times New Roman"/>
                <a:cs typeface="Times New Roman"/>
              </a:rPr>
              <a:t>nu</a:t>
            </a:r>
            <a:r>
              <a:rPr sz="2600" dirty="0">
                <a:latin typeface="Times New Roman"/>
                <a:cs typeface="Times New Roman"/>
              </a:rPr>
              <a:t>m</a:t>
            </a:r>
            <a:r>
              <a:rPr sz="2600" spc="-10" dirty="0">
                <a:latin typeface="Times New Roman"/>
                <a:cs typeface="Times New Roman"/>
              </a:rPr>
              <a:t>b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ing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5" dirty="0">
                <a:latin typeface="Times New Roman"/>
                <a:cs typeface="Times New Roman"/>
              </a:rPr>
              <a:t>in 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lcu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ons.</a:t>
            </a:r>
          </a:p>
          <a:p>
            <a:pPr marL="469265" marR="10795" indent="-228600" algn="just">
              <a:spcBef>
                <a:spcPts val="45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2600" b="1" spc="-5" dirty="0">
                <a:latin typeface="Times New Roman"/>
                <a:cs typeface="Times New Roman"/>
              </a:rPr>
              <a:t>Ad</a:t>
            </a:r>
            <a:r>
              <a:rPr sz="2600" b="1" spc="5" dirty="0">
                <a:latin typeface="Times New Roman"/>
                <a:cs typeface="Times New Roman"/>
              </a:rPr>
              <a:t>d</a:t>
            </a:r>
            <a:r>
              <a:rPr sz="2600" b="1" spc="-15" dirty="0">
                <a:latin typeface="Times New Roman"/>
                <a:cs typeface="Times New Roman"/>
              </a:rPr>
              <a:t>re</a:t>
            </a:r>
            <a:r>
              <a:rPr sz="2600" b="1" spc="-5" dirty="0">
                <a:latin typeface="Times New Roman"/>
                <a:cs typeface="Times New Roman"/>
              </a:rPr>
              <a:t>ss</a:t>
            </a:r>
            <a:r>
              <a:rPr sz="2600" b="1" dirty="0">
                <a:latin typeface="Times New Roman"/>
                <a:cs typeface="Times New Roman"/>
              </a:rPr>
              <a:t>ing: 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ome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lp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PU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find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ec</a:t>
            </a:r>
            <a:r>
              <a:rPr sz="2600" spc="-5" dirty="0">
                <a:latin typeface="Times New Roman"/>
                <a:cs typeface="Times New Roman"/>
              </a:rPr>
              <a:t>ific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spo</a:t>
            </a:r>
            <a:r>
              <a:rPr sz="2600" spc="-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memor</a:t>
            </a:r>
            <a:r>
              <a:rPr sz="2600" dirty="0">
                <a:latin typeface="Times New Roman"/>
                <a:cs typeface="Times New Roman"/>
              </a:rPr>
              <a:t>y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d f</a:t>
            </a:r>
            <a:r>
              <a:rPr sz="2600" spc="-10" dirty="0">
                <a:latin typeface="Times New Roman"/>
                <a:cs typeface="Times New Roman"/>
              </a:rPr>
              <a:t>rom</a:t>
            </a:r>
            <a:r>
              <a:rPr sz="2600" dirty="0">
                <a:latin typeface="Times New Roman"/>
                <a:cs typeface="Times New Roman"/>
              </a:rPr>
              <a:t> or </a:t>
            </a:r>
            <a:r>
              <a:rPr sz="2600" spc="-5" dirty="0">
                <a:latin typeface="Times New Roman"/>
                <a:cs typeface="Times New Roman"/>
              </a:rPr>
              <a:t>w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ite to.</a:t>
            </a:r>
            <a:endParaRPr sz="2600" dirty="0">
              <a:latin typeface="Times New Roman"/>
              <a:cs typeface="Times New Roman"/>
            </a:endParaRPr>
          </a:p>
          <a:p>
            <a:pPr marL="240665" algn="just"/>
            <a:endParaRPr lang="en-US" sz="2600" spc="-10" dirty="0">
              <a:latin typeface="Times New Roman"/>
              <a:cs typeface="Times New Roman"/>
            </a:endParaRPr>
          </a:p>
          <a:p>
            <a:pPr marL="240665" algn="just"/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gis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essentia</a:t>
            </a:r>
            <a:r>
              <a:rPr sz="2600" spc="-5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</a:t>
            </a:r>
            <a:r>
              <a:rPr sz="2600" spc="1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ient </a:t>
            </a:r>
            <a:r>
              <a:rPr sz="2600" spc="-10" dirty="0">
                <a:latin typeface="Times New Roman"/>
                <a:cs typeface="Times New Roman"/>
              </a:rPr>
              <a:t>op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 of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P</a:t>
            </a:r>
            <a:r>
              <a:rPr sz="2600" spc="-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bli</a:t>
            </a:r>
            <a:r>
              <a:rPr sz="2600" dirty="0">
                <a:latin typeface="Times New Roman"/>
                <a:cs typeface="Times New Roman"/>
              </a:rPr>
              <a:t>ng </a:t>
            </a:r>
            <a:r>
              <a:rPr sz="2600" spc="-5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to </a:t>
            </a:r>
            <a:r>
              <a:rPr sz="2600" spc="-10" dirty="0">
                <a:latin typeface="Times New Roman"/>
                <a:cs typeface="Times New Roman"/>
              </a:rPr>
              <a:t>ex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ute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instru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form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lcul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spc="-5" dirty="0">
                <a:latin typeface="Times New Roman"/>
                <a:cs typeface="Times New Roman"/>
              </a:rPr>
              <a:t>ti</a:t>
            </a:r>
            <a:r>
              <a:rPr sz="2600" dirty="0">
                <a:latin typeface="Times New Roman"/>
                <a:cs typeface="Times New Roman"/>
              </a:rPr>
              <a:t>ons,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nd </a:t>
            </a:r>
            <a:r>
              <a:rPr sz="2600" spc="-10" dirty="0">
                <a:latin typeface="Times New Roman"/>
                <a:cs typeface="Times New Roman"/>
              </a:rPr>
              <a:t>man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ge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</a:t>
            </a:r>
            <a:r>
              <a:rPr sz="2600" spc="-5" dirty="0">
                <a:latin typeface="Times New Roman"/>
                <a:cs typeface="Times New Roman"/>
              </a:rPr>
              <a:t>ata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ff</a:t>
            </a:r>
            <a:r>
              <a:rPr sz="2600" spc="-15" dirty="0">
                <a:latin typeface="Times New Roman"/>
                <a:cs typeface="Times New Roman"/>
              </a:rPr>
              <a:t>ec</a:t>
            </a:r>
            <a:r>
              <a:rPr sz="2600" spc="-5" dirty="0">
                <a:latin typeface="Times New Roman"/>
                <a:cs typeface="Times New Roman"/>
              </a:rPr>
              <a:t>tiv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ly.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000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CAC7-D742-9C3A-014C-5D67C22D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56398E-95A5-5312-EAEB-9AE8F24C3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5A06B8-B0F9-F631-0929-703B2C2BF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437A23C-4438-9D76-B896-3B53F06510C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671702-1B58-E1AD-71D8-F263E671EA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11457C-D3A3-6A53-7EE1-80B8D08FF16C}"/>
              </a:ext>
            </a:extLst>
          </p:cNvPr>
          <p:cNvSpPr txBox="1"/>
          <p:nvPr/>
        </p:nvSpPr>
        <p:spPr>
          <a:xfrm>
            <a:off x="2266156" y="2298700"/>
            <a:ext cx="142494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665" indent="-227965">
              <a:buFont typeface="Times New Roman"/>
              <a:buAutoNum type="arabicPeriod" startAt="4"/>
              <a:tabLst>
                <a:tab pos="2413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 Ca</a:t>
            </a:r>
            <a:r>
              <a:rPr lang="en-US" sz="2600" b="1" spc="-10" dirty="0">
                <a:latin typeface="Times New Roman"/>
                <a:cs typeface="Times New Roman"/>
              </a:rPr>
              <a:t>c</a:t>
            </a:r>
            <a:r>
              <a:rPr lang="en-US" sz="2600" b="1" dirty="0">
                <a:latin typeface="Times New Roman"/>
                <a:cs typeface="Times New Roman"/>
              </a:rPr>
              <a:t>h</a:t>
            </a:r>
            <a:r>
              <a:rPr lang="en-US" sz="2600" b="1" spc="-10" dirty="0">
                <a:latin typeface="Times New Roman"/>
                <a:cs typeface="Times New Roman"/>
              </a:rPr>
              <a:t>e</a:t>
            </a:r>
            <a:r>
              <a:rPr lang="en-US" sz="2600" b="1" spc="-5" dirty="0">
                <a:latin typeface="Times New Roman"/>
                <a:cs typeface="Times New Roman"/>
              </a:rPr>
              <a:t> </a:t>
            </a:r>
            <a:r>
              <a:rPr lang="en-US" sz="2600" b="1" spc="-20" dirty="0">
                <a:latin typeface="Times New Roman"/>
                <a:cs typeface="Times New Roman"/>
              </a:rPr>
              <a:t>M</a:t>
            </a:r>
            <a:r>
              <a:rPr lang="en-US" sz="2600" b="1" spc="-15" dirty="0">
                <a:latin typeface="Times New Roman"/>
                <a:cs typeface="Times New Roman"/>
              </a:rPr>
              <a:t>e</a:t>
            </a:r>
            <a:r>
              <a:rPr lang="en-US" sz="2600" b="1" spc="5" dirty="0">
                <a:latin typeface="Times New Roman"/>
                <a:cs typeface="Times New Roman"/>
              </a:rPr>
              <a:t>m</a:t>
            </a:r>
            <a:r>
              <a:rPr lang="en-US" sz="2600" b="1" spc="-10" dirty="0">
                <a:latin typeface="Times New Roman"/>
                <a:cs typeface="Times New Roman"/>
              </a:rPr>
              <a:t>o</a:t>
            </a:r>
            <a:r>
              <a:rPr lang="en-US" sz="2600" b="1" spc="-15" dirty="0">
                <a:latin typeface="Times New Roman"/>
                <a:cs typeface="Times New Roman"/>
              </a:rPr>
              <a:t>r</a:t>
            </a:r>
            <a:r>
              <a:rPr lang="en-US" sz="2600" b="1" dirty="0">
                <a:latin typeface="Times New Roman"/>
                <a:cs typeface="Times New Roman"/>
              </a:rPr>
              <a:t>y</a:t>
            </a:r>
          </a:p>
          <a:p>
            <a:pPr marL="12700">
              <a:tabLst>
                <a:tab pos="241300" algn="l"/>
              </a:tabLst>
            </a:pPr>
            <a:endParaRPr lang="en-US" sz="2600" dirty="0">
              <a:latin typeface="Times New Roman"/>
              <a:cs typeface="Times New Roman"/>
            </a:endParaRPr>
          </a:p>
          <a:p>
            <a:pPr marL="349250" lvl="1" indent="-108585">
              <a:spcBef>
                <a:spcPts val="25"/>
              </a:spcBef>
              <a:buFont typeface="Symbol"/>
              <a:buChar char=""/>
              <a:tabLst>
                <a:tab pos="349885" algn="l"/>
              </a:tabLst>
            </a:pPr>
            <a:r>
              <a:rPr lang="en-US" sz="2600" dirty="0">
                <a:latin typeface="Times New Roman"/>
                <a:cs typeface="Times New Roman"/>
              </a:rPr>
              <a:t> A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sma</a:t>
            </a:r>
            <a:r>
              <a:rPr lang="en-US" sz="2600" spc="-5" dirty="0">
                <a:latin typeface="Times New Roman"/>
                <a:cs typeface="Times New Roman"/>
              </a:rPr>
              <a:t>ll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-10" dirty="0">
                <a:latin typeface="Times New Roman"/>
                <a:cs typeface="Times New Roman"/>
              </a:rPr>
              <a:t>hig</a:t>
            </a:r>
            <a:r>
              <a:rPr lang="en-US" sz="2600" spc="-5" dirty="0">
                <a:latin typeface="Times New Roman"/>
                <a:cs typeface="Times New Roman"/>
              </a:rPr>
              <a:t>h-spe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</a:t>
            </a:r>
            <a:r>
              <a:rPr lang="en-US" sz="2600" spc="-10" dirty="0">
                <a:latin typeface="Times New Roman"/>
                <a:cs typeface="Times New Roman"/>
              </a:rPr>
              <a:t>m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mory</a:t>
            </a:r>
            <a:r>
              <a:rPr lang="en-US" sz="2600" spc="-5" dirty="0">
                <a:latin typeface="Times New Roman"/>
                <a:cs typeface="Times New Roman"/>
              </a:rPr>
              <a:t> loc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ted within</a:t>
            </a:r>
            <a:r>
              <a:rPr lang="en-US" sz="2600" dirty="0">
                <a:latin typeface="Times New Roman"/>
                <a:cs typeface="Times New Roman"/>
              </a:rPr>
              <a:t> or </a:t>
            </a:r>
            <a:r>
              <a:rPr lang="en-US" sz="2600" spc="5" dirty="0">
                <a:latin typeface="Times New Roman"/>
                <a:cs typeface="Times New Roman"/>
              </a:rPr>
              <a:t>n</a:t>
            </a:r>
            <a:r>
              <a:rPr lang="en-US" sz="2600" spc="-15" dirty="0">
                <a:latin typeface="Times New Roman"/>
                <a:cs typeface="Times New Roman"/>
              </a:rPr>
              <a:t>ea</a:t>
            </a:r>
            <a:r>
              <a:rPr lang="en-US" sz="2600" dirty="0">
                <a:latin typeface="Times New Roman"/>
                <a:cs typeface="Times New Roman"/>
              </a:rPr>
              <a:t>r </a:t>
            </a:r>
            <a:r>
              <a:rPr lang="en-US" sz="2600" spc="-5" dirty="0">
                <a:latin typeface="Times New Roman"/>
                <a:cs typeface="Times New Roman"/>
              </a:rPr>
              <a:t>the</a:t>
            </a:r>
            <a:r>
              <a:rPr lang="en-US" sz="2600" spc="-10" dirty="0">
                <a:latin typeface="Times New Roman"/>
                <a:cs typeface="Times New Roman"/>
              </a:rPr>
              <a:t> C</a:t>
            </a:r>
            <a:r>
              <a:rPr lang="en-US" sz="2600" dirty="0">
                <a:latin typeface="Times New Roman"/>
                <a:cs typeface="Times New Roman"/>
              </a:rPr>
              <a:t>P</a:t>
            </a:r>
            <a:r>
              <a:rPr lang="en-US" sz="2600" spc="-5" dirty="0">
                <a:latin typeface="Times New Roman"/>
                <a:cs typeface="Times New Roman"/>
              </a:rPr>
              <a:t>U.</a:t>
            </a:r>
          </a:p>
          <a:p>
            <a:pPr marL="349250" lvl="1" indent="-108585">
              <a:spcBef>
                <a:spcPts val="25"/>
              </a:spcBef>
              <a:buFont typeface="Symbol"/>
              <a:buChar char=""/>
              <a:tabLst>
                <a:tab pos="349885" algn="l"/>
              </a:tabLst>
            </a:pP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tor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dirty="0">
                <a:latin typeface="Times New Roman"/>
                <a:cs typeface="Times New Roman"/>
              </a:rPr>
              <a:t>f</a:t>
            </a:r>
            <a:r>
              <a:rPr lang="en-US" sz="2600" spc="-10" dirty="0">
                <a:latin typeface="Times New Roman"/>
                <a:cs typeface="Times New Roman"/>
              </a:rPr>
              <a:t>r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qu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ntl</a:t>
            </a:r>
            <a:r>
              <a:rPr lang="en-US" sz="2600" dirty="0">
                <a:latin typeface="Times New Roman"/>
                <a:cs typeface="Times New Roman"/>
              </a:rPr>
              <a:t>y us</a:t>
            </a:r>
            <a:r>
              <a:rPr lang="en-US" sz="2600" spc="-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 i</a:t>
            </a:r>
            <a:r>
              <a:rPr lang="en-US" sz="2600" spc="-5" dirty="0">
                <a:latin typeface="Times New Roman"/>
                <a:cs typeface="Times New Roman"/>
              </a:rPr>
              <a:t>nstru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dirty="0">
                <a:latin typeface="Times New Roman"/>
                <a:cs typeface="Times New Roman"/>
              </a:rPr>
              <a:t>ons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 re</a:t>
            </a:r>
            <a:r>
              <a:rPr lang="en-US" sz="2600" spc="-10" dirty="0">
                <a:latin typeface="Times New Roman"/>
                <a:cs typeface="Times New Roman"/>
              </a:rPr>
              <a:t>du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 a</a:t>
            </a:r>
            <a:r>
              <a:rPr lang="en-US" sz="2600" spc="-15" dirty="0">
                <a:latin typeface="Times New Roman"/>
                <a:cs typeface="Times New Roman"/>
              </a:rPr>
              <a:t>cce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s </a:t>
            </a:r>
            <a:r>
              <a:rPr lang="en-US" sz="2600" spc="-10" dirty="0">
                <a:latin typeface="Times New Roman"/>
                <a:cs typeface="Times New Roman"/>
              </a:rPr>
              <a:t>tim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43"/>
              </a:spcBef>
            </a:pPr>
            <a:endParaRPr lang="en-US" sz="2600" dirty="0">
              <a:latin typeface="Times New Roman"/>
              <a:cs typeface="Times New Roman"/>
            </a:endParaRPr>
          </a:p>
          <a:p>
            <a:pPr marL="284163" indent="-227013">
              <a:buFont typeface="Times New Roman"/>
              <a:buAutoNum type="arabicPeriod" startAt="5"/>
              <a:tabLst>
                <a:tab pos="236538" algn="l"/>
              </a:tabLst>
            </a:pPr>
            <a:r>
              <a:rPr lang="en-US" sz="2600" b="1" spc="-10" dirty="0">
                <a:latin typeface="Times New Roman"/>
                <a:cs typeface="Times New Roman"/>
              </a:rPr>
              <a:t> B</a:t>
            </a:r>
            <a:r>
              <a:rPr lang="en-US" sz="2600" b="1" dirty="0">
                <a:latin typeface="Times New Roman"/>
                <a:cs typeface="Times New Roman"/>
              </a:rPr>
              <a:t>u</a:t>
            </a:r>
            <a:r>
              <a:rPr lang="en-US" sz="2600" b="1" spc="-5" dirty="0">
                <a:latin typeface="Times New Roman"/>
                <a:cs typeface="Times New Roman"/>
              </a:rPr>
              <a:t>se</a:t>
            </a:r>
            <a:r>
              <a:rPr lang="en-US" sz="2600" b="1" dirty="0">
                <a:latin typeface="Times New Roman"/>
                <a:cs typeface="Times New Roman"/>
              </a:rPr>
              <a:t>s</a:t>
            </a:r>
          </a:p>
          <a:p>
            <a:pPr marL="57150">
              <a:tabLst>
                <a:tab pos="236538" algn="l"/>
              </a:tabLst>
            </a:pPr>
            <a:endParaRPr lang="en-US" sz="2600" dirty="0">
              <a:latin typeface="Times New Roman"/>
              <a:cs typeface="Times New Roman"/>
            </a:endParaRPr>
          </a:p>
          <a:p>
            <a:pPr lvl="1" indent="-228600">
              <a:spcBef>
                <a:spcPts val="25"/>
              </a:spcBef>
              <a:buFont typeface="Symbol"/>
              <a:buChar char=""/>
              <a:tabLst>
                <a:tab pos="4572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Da</a:t>
            </a:r>
            <a:r>
              <a:rPr lang="en-US" sz="2600" b="1" spc="-10" dirty="0">
                <a:latin typeface="Times New Roman"/>
                <a:cs typeface="Times New Roman"/>
              </a:rPr>
              <a:t>t</a:t>
            </a:r>
            <a:r>
              <a:rPr lang="en-US" sz="2600" b="1" dirty="0">
                <a:latin typeface="Times New Roman"/>
                <a:cs typeface="Times New Roman"/>
              </a:rPr>
              <a:t>a </a:t>
            </a:r>
            <a:r>
              <a:rPr lang="en-US" sz="2600" b="1" spc="-10" dirty="0">
                <a:latin typeface="Times New Roman"/>
                <a:cs typeface="Times New Roman"/>
              </a:rPr>
              <a:t>B</a:t>
            </a:r>
            <a:r>
              <a:rPr lang="en-US" sz="2600" b="1" dirty="0">
                <a:latin typeface="Times New Roman"/>
                <a:cs typeface="Times New Roman"/>
              </a:rPr>
              <a:t>u</a:t>
            </a:r>
            <a:r>
              <a:rPr lang="en-US" sz="2600" b="1" spc="5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: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nsf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ta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b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tw</a:t>
            </a:r>
            <a:r>
              <a:rPr lang="en-US" sz="2600" spc="-15" dirty="0">
                <a:latin typeface="Times New Roman"/>
                <a:cs typeface="Times New Roman"/>
              </a:rPr>
              <a:t>ee</a:t>
            </a:r>
            <a:r>
              <a:rPr lang="en-US" sz="2600" dirty="0">
                <a:latin typeface="Times New Roman"/>
                <a:cs typeface="Times New Roman"/>
              </a:rPr>
              <a:t>n </a:t>
            </a:r>
            <a:r>
              <a:rPr lang="en-US" sz="2600" spc="-5" dirty="0">
                <a:latin typeface="Times New Roman"/>
                <a:cs typeface="Times New Roman"/>
              </a:rPr>
              <a:t>the </a:t>
            </a:r>
            <a:r>
              <a:rPr lang="en-US" sz="2600" dirty="0">
                <a:latin typeface="Times New Roman"/>
                <a:cs typeface="Times New Roman"/>
              </a:rPr>
              <a:t>CP</a:t>
            </a:r>
            <a:r>
              <a:rPr lang="en-US" sz="2600" spc="-5" dirty="0">
                <a:latin typeface="Times New Roman"/>
                <a:cs typeface="Times New Roman"/>
              </a:rPr>
              <a:t>U</a:t>
            </a:r>
            <a:r>
              <a:rPr lang="en-US" sz="2600" dirty="0">
                <a:latin typeface="Times New Roman"/>
                <a:cs typeface="Times New Roman"/>
              </a:rPr>
              <a:t>, </a:t>
            </a:r>
            <a:r>
              <a:rPr lang="en-US" sz="2600" spc="-10" dirty="0">
                <a:latin typeface="Times New Roman"/>
                <a:cs typeface="Times New Roman"/>
              </a:rPr>
              <a:t>m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mory, 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nd</a:t>
            </a:r>
            <a:r>
              <a:rPr lang="en-US" sz="2600" spc="10" dirty="0">
                <a:latin typeface="Times New Roman"/>
                <a:cs typeface="Times New Roman"/>
              </a:rPr>
              <a:t> </a:t>
            </a:r>
            <a:r>
              <a:rPr lang="en-US" sz="2600" spc="-20" dirty="0">
                <a:latin typeface="Times New Roman"/>
                <a:cs typeface="Times New Roman"/>
              </a:rPr>
              <a:t>I</a:t>
            </a:r>
            <a:r>
              <a:rPr lang="en-US" sz="2600" dirty="0">
                <a:latin typeface="Times New Roman"/>
                <a:cs typeface="Times New Roman"/>
              </a:rPr>
              <a:t>/O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d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10" dirty="0">
                <a:latin typeface="Times New Roman"/>
                <a:cs typeface="Times New Roman"/>
              </a:rPr>
              <a:t>v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15" dirty="0">
                <a:latin typeface="Times New Roman"/>
                <a:cs typeface="Times New Roman"/>
              </a:rPr>
              <a:t>ce</a:t>
            </a:r>
            <a:r>
              <a:rPr lang="en-US" sz="2600" spc="-5" dirty="0">
                <a:latin typeface="Times New Roman"/>
                <a:cs typeface="Times New Roman"/>
              </a:rPr>
              <a:t>s.</a:t>
            </a:r>
            <a:endParaRPr lang="en-US" sz="2600" dirty="0">
              <a:latin typeface="Times New Roman"/>
              <a:cs typeface="Times New Roman"/>
            </a:endParaRPr>
          </a:p>
          <a:p>
            <a:pPr lvl="1" indent="-228600">
              <a:spcBef>
                <a:spcPts val="35"/>
              </a:spcBef>
              <a:buFont typeface="Symbol"/>
              <a:buChar char=""/>
              <a:tabLst>
                <a:tab pos="4572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Ad</a:t>
            </a:r>
            <a:r>
              <a:rPr lang="en-US" sz="2600" b="1" spc="5" dirty="0">
                <a:latin typeface="Times New Roman"/>
                <a:cs typeface="Times New Roman"/>
              </a:rPr>
              <a:t>d</a:t>
            </a:r>
            <a:r>
              <a:rPr lang="en-US" sz="2600" b="1" spc="-15" dirty="0">
                <a:latin typeface="Times New Roman"/>
                <a:cs typeface="Times New Roman"/>
              </a:rPr>
              <a:t>re</a:t>
            </a:r>
            <a:r>
              <a:rPr lang="en-US" sz="2600" b="1" spc="-5" dirty="0">
                <a:latin typeface="Times New Roman"/>
                <a:cs typeface="Times New Roman"/>
              </a:rPr>
              <a:t>s</a:t>
            </a:r>
            <a:r>
              <a:rPr lang="en-US" sz="2600" b="1" dirty="0">
                <a:latin typeface="Times New Roman"/>
                <a:cs typeface="Times New Roman"/>
              </a:rPr>
              <a:t>s </a:t>
            </a:r>
            <a:r>
              <a:rPr lang="en-US" sz="2600" b="1" spc="-10" dirty="0">
                <a:latin typeface="Times New Roman"/>
                <a:cs typeface="Times New Roman"/>
              </a:rPr>
              <a:t>B</a:t>
            </a:r>
            <a:r>
              <a:rPr lang="en-US" sz="2600" b="1" dirty="0">
                <a:latin typeface="Times New Roman"/>
                <a:cs typeface="Times New Roman"/>
              </a:rPr>
              <a:t>u</a:t>
            </a:r>
            <a:r>
              <a:rPr lang="en-US" sz="2600" b="1" spc="5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: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Tr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dirty="0">
                <a:latin typeface="Times New Roman"/>
                <a:cs typeface="Times New Roman"/>
              </a:rPr>
              <a:t>nsf</a:t>
            </a:r>
            <a:r>
              <a:rPr lang="en-US" sz="2600" spc="-1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rs</a:t>
            </a:r>
            <a:r>
              <a:rPr lang="en-US" sz="2600" spc="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memor</a:t>
            </a:r>
            <a:r>
              <a:rPr lang="en-US" sz="2600" dirty="0">
                <a:latin typeface="Times New Roman"/>
                <a:cs typeface="Times New Roman"/>
              </a:rPr>
              <a:t>y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ddr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spc="10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 the </a:t>
            </a:r>
            <a:r>
              <a:rPr lang="en-US" sz="2600" dirty="0">
                <a:latin typeface="Times New Roman"/>
                <a:cs typeface="Times New Roman"/>
              </a:rPr>
              <a:t>C</a:t>
            </a:r>
            <a:r>
              <a:rPr lang="en-US" sz="2600" spc="5" dirty="0">
                <a:latin typeface="Times New Roman"/>
                <a:cs typeface="Times New Roman"/>
              </a:rPr>
              <a:t>P</a:t>
            </a:r>
            <a:r>
              <a:rPr lang="en-US" sz="2600" dirty="0">
                <a:latin typeface="Times New Roman"/>
                <a:cs typeface="Times New Roman"/>
              </a:rPr>
              <a:t>U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n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ds</a:t>
            </a:r>
            <a:r>
              <a:rPr lang="en-US" sz="2600" spc="-5" dirty="0">
                <a:latin typeface="Times New Roman"/>
                <a:cs typeface="Times New Roman"/>
              </a:rPr>
              <a:t> t</a:t>
            </a:r>
            <a:r>
              <a:rPr lang="en-US" sz="2600" dirty="0">
                <a:latin typeface="Times New Roman"/>
                <a:cs typeface="Times New Roman"/>
              </a:rPr>
              <a:t>o 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c</a:t>
            </a:r>
            <a:r>
              <a:rPr lang="en-US" sz="2600" spc="-15" dirty="0">
                <a:latin typeface="Times New Roman"/>
                <a:cs typeface="Times New Roman"/>
              </a:rPr>
              <a:t>ce</a:t>
            </a:r>
            <a:r>
              <a:rPr lang="en-US" sz="2600" spc="-5" dirty="0">
                <a:latin typeface="Times New Roman"/>
                <a:cs typeface="Times New Roman"/>
              </a:rPr>
              <a:t>ss.</a:t>
            </a:r>
            <a:endParaRPr lang="en-US" sz="2600" dirty="0">
              <a:latin typeface="Times New Roman"/>
              <a:cs typeface="Times New Roman"/>
            </a:endParaRPr>
          </a:p>
          <a:p>
            <a:pPr lvl="1" indent="-228600">
              <a:spcBef>
                <a:spcPts val="35"/>
              </a:spcBef>
              <a:buFont typeface="Symbol"/>
              <a:buChar char=""/>
              <a:tabLst>
                <a:tab pos="457200" algn="l"/>
              </a:tabLst>
            </a:pPr>
            <a:r>
              <a:rPr lang="en-US" sz="2600" b="1" spc="-5" dirty="0">
                <a:latin typeface="Times New Roman"/>
                <a:cs typeface="Times New Roman"/>
              </a:rPr>
              <a:t>Cont</a:t>
            </a:r>
            <a:r>
              <a:rPr lang="en-US" sz="2600" b="1" spc="-10" dirty="0">
                <a:latin typeface="Times New Roman"/>
                <a:cs typeface="Times New Roman"/>
              </a:rPr>
              <a:t>r</a:t>
            </a:r>
            <a:r>
              <a:rPr lang="en-US" sz="2600" b="1" spc="-5" dirty="0">
                <a:latin typeface="Times New Roman"/>
                <a:cs typeface="Times New Roman"/>
              </a:rPr>
              <a:t>ol</a:t>
            </a:r>
            <a:r>
              <a:rPr lang="en-US" sz="2600" b="1" dirty="0">
                <a:latin typeface="Times New Roman"/>
                <a:cs typeface="Times New Roman"/>
              </a:rPr>
              <a:t> </a:t>
            </a:r>
            <a:r>
              <a:rPr lang="en-US" sz="2600" b="1" spc="-10" dirty="0">
                <a:latin typeface="Times New Roman"/>
                <a:cs typeface="Times New Roman"/>
              </a:rPr>
              <a:t>B</a:t>
            </a:r>
            <a:r>
              <a:rPr lang="en-US" sz="2600" b="1" dirty="0">
                <a:latin typeface="Times New Roman"/>
                <a:cs typeface="Times New Roman"/>
              </a:rPr>
              <a:t>u</a:t>
            </a:r>
            <a:r>
              <a:rPr lang="en-US" sz="2600" b="1" spc="5" dirty="0">
                <a:latin typeface="Times New Roman"/>
                <a:cs typeface="Times New Roman"/>
              </a:rPr>
              <a:t>s</a:t>
            </a:r>
            <a:r>
              <a:rPr lang="en-US" sz="2600" spc="-5" dirty="0">
                <a:latin typeface="Times New Roman"/>
                <a:cs typeface="Times New Roman"/>
              </a:rPr>
              <a:t>: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5" dirty="0">
                <a:latin typeface="Times New Roman"/>
                <a:cs typeface="Times New Roman"/>
              </a:rPr>
              <a:t>S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nds</a:t>
            </a:r>
            <a:r>
              <a:rPr lang="en-US" sz="2600" spc="-5" dirty="0">
                <a:latin typeface="Times New Roman"/>
                <a:cs typeface="Times New Roman"/>
              </a:rPr>
              <a:t> </a:t>
            </a:r>
            <a:r>
              <a:rPr lang="en-US" sz="2600" spc="-15" dirty="0">
                <a:latin typeface="Times New Roman"/>
                <a:cs typeface="Times New Roman"/>
              </a:rPr>
              <a:t>c</a:t>
            </a:r>
            <a:r>
              <a:rPr lang="en-US" sz="2600" spc="-10" dirty="0">
                <a:latin typeface="Times New Roman"/>
                <a:cs typeface="Times New Roman"/>
              </a:rPr>
              <a:t>on</a:t>
            </a:r>
            <a:r>
              <a:rPr lang="en-US" sz="2600" spc="-15" dirty="0">
                <a:latin typeface="Times New Roman"/>
                <a:cs typeface="Times New Roman"/>
              </a:rPr>
              <a:t>t</a:t>
            </a:r>
            <a:r>
              <a:rPr lang="en-US" sz="2600" spc="-5" dirty="0">
                <a:latin typeface="Times New Roman"/>
                <a:cs typeface="Times New Roman"/>
              </a:rPr>
              <a:t>rol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10" dirty="0">
                <a:latin typeface="Times New Roman"/>
                <a:cs typeface="Times New Roman"/>
              </a:rPr>
              <a:t>signal</a:t>
            </a:r>
            <a:r>
              <a:rPr lang="en-US" sz="2600" spc="-5" dirty="0">
                <a:latin typeface="Times New Roman"/>
                <a:cs typeface="Times New Roman"/>
              </a:rPr>
              <a:t>s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(</a:t>
            </a:r>
            <a:r>
              <a:rPr lang="en-US" sz="2600" spc="-20" dirty="0">
                <a:latin typeface="Times New Roman"/>
                <a:cs typeface="Times New Roman"/>
              </a:rPr>
              <a:t>e</a:t>
            </a:r>
            <a:r>
              <a:rPr lang="en-US" sz="2600" dirty="0">
                <a:latin typeface="Times New Roman"/>
                <a:cs typeface="Times New Roman"/>
              </a:rPr>
              <a:t>.g., </a:t>
            </a:r>
            <a:r>
              <a:rPr lang="en-US" sz="2600" spc="-5" dirty="0">
                <a:latin typeface="Times New Roman"/>
                <a:cs typeface="Times New Roman"/>
              </a:rPr>
              <a:t>re</a:t>
            </a:r>
            <a:r>
              <a:rPr lang="en-US" sz="2600" spc="-15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d/wr</a:t>
            </a:r>
            <a:r>
              <a:rPr lang="en-US" sz="2600" dirty="0">
                <a:latin typeface="Times New Roman"/>
                <a:cs typeface="Times New Roman"/>
              </a:rPr>
              <a:t>i</a:t>
            </a:r>
            <a:r>
              <a:rPr lang="en-US" sz="2600" spc="-5" dirty="0">
                <a:latin typeface="Times New Roman"/>
                <a:cs typeface="Times New Roman"/>
              </a:rPr>
              <a:t>te)</a:t>
            </a:r>
            <a:r>
              <a:rPr lang="en-US" sz="2600" spc="-10" dirty="0">
                <a:latin typeface="Times New Roman"/>
                <a:cs typeface="Times New Roman"/>
              </a:rPr>
              <a:t> </a:t>
            </a:r>
            <a:r>
              <a:rPr lang="en-US" sz="2600" spc="-5" dirty="0">
                <a:latin typeface="Times New Roman"/>
                <a:cs typeface="Times New Roman"/>
              </a:rPr>
              <a:t>to </a:t>
            </a:r>
            <a:r>
              <a:rPr lang="en-US" sz="2600" spc="-10" dirty="0">
                <a:latin typeface="Times New Roman"/>
                <a:cs typeface="Times New Roman"/>
              </a:rPr>
              <a:t>coo</a:t>
            </a:r>
            <a:r>
              <a:rPr lang="en-US" sz="2600" spc="-15" dirty="0">
                <a:latin typeface="Times New Roman"/>
                <a:cs typeface="Times New Roman"/>
              </a:rPr>
              <a:t>r</a:t>
            </a:r>
            <a:r>
              <a:rPr lang="en-US" sz="2600" spc="-5" dirty="0">
                <a:latin typeface="Times New Roman"/>
                <a:cs typeface="Times New Roman"/>
              </a:rPr>
              <a:t>dinate </a:t>
            </a:r>
            <a:r>
              <a:rPr lang="en-US" sz="2600" dirty="0">
                <a:latin typeface="Times New Roman"/>
                <a:cs typeface="Times New Roman"/>
              </a:rPr>
              <a:t>o</a:t>
            </a:r>
            <a:r>
              <a:rPr lang="en-US" sz="2600" spc="10" dirty="0">
                <a:latin typeface="Times New Roman"/>
                <a:cs typeface="Times New Roman"/>
              </a:rPr>
              <a:t>p</a:t>
            </a:r>
            <a:r>
              <a:rPr lang="en-US" sz="2600" spc="-15" dirty="0">
                <a:latin typeface="Times New Roman"/>
                <a:cs typeface="Times New Roman"/>
              </a:rPr>
              <a:t>e</a:t>
            </a:r>
            <a:r>
              <a:rPr lang="en-US" sz="2600" spc="-5" dirty="0">
                <a:latin typeface="Times New Roman"/>
                <a:cs typeface="Times New Roman"/>
              </a:rPr>
              <a:t>r</a:t>
            </a:r>
            <a:r>
              <a:rPr lang="en-US" sz="2600" spc="-20" dirty="0">
                <a:latin typeface="Times New Roman"/>
                <a:cs typeface="Times New Roman"/>
              </a:rPr>
              <a:t>a</a:t>
            </a:r>
            <a:r>
              <a:rPr lang="en-US" sz="2600" spc="-5" dirty="0">
                <a:latin typeface="Times New Roman"/>
                <a:cs typeface="Times New Roman"/>
              </a:rPr>
              <a:t>ti</a:t>
            </a:r>
            <a:r>
              <a:rPr lang="en-US" sz="2600" spc="10" dirty="0">
                <a:latin typeface="Times New Roman"/>
                <a:cs typeface="Times New Roman"/>
              </a:rPr>
              <a:t>o</a:t>
            </a:r>
            <a:r>
              <a:rPr lang="en-US" sz="2600" dirty="0">
                <a:latin typeface="Times New Roman"/>
                <a:cs typeface="Times New Roman"/>
              </a:rPr>
              <a:t>ns.</a:t>
            </a:r>
          </a:p>
          <a:p>
            <a:pPr marL="349250" lvl="1" indent="-108585">
              <a:spcBef>
                <a:spcPts val="25"/>
              </a:spcBef>
              <a:buFont typeface="Symbol"/>
              <a:buChar char=""/>
              <a:tabLst>
                <a:tab pos="349885" algn="l"/>
              </a:tabLst>
            </a:pPr>
            <a:endParaRPr lang="en-US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2549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F63A-BB70-E1E7-C267-068CA45E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C82B76-D231-48D6-CFED-CC4E71021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6" y="241300"/>
            <a:ext cx="990600" cy="167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28FA94-CB6A-071A-89C8-396DFA110A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756" y="241300"/>
            <a:ext cx="2959180" cy="990600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6F85DF6-EF51-874E-7836-BF932D3C104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4356" y="2413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EAD10C-4836-93BA-0AD7-598A7E9147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357" y="241299"/>
            <a:ext cx="1371600" cy="1143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999456" y="1381233"/>
            <a:ext cx="15011399" cy="8279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-10" dirty="0">
                <a:latin typeface="Times New Roman"/>
                <a:cs typeface="Times New Roman"/>
              </a:rPr>
              <a:t>e</a:t>
            </a:r>
            <a:r>
              <a:rPr sz="2600" b="1" spc="-5" dirty="0">
                <a:latin typeface="Times New Roman"/>
                <a:cs typeface="Times New Roman"/>
              </a:rPr>
              <a:t>fe</a:t>
            </a:r>
            <a:r>
              <a:rPr sz="2600" b="1" spc="-15" dirty="0">
                <a:latin typeface="Times New Roman"/>
                <a:cs typeface="Times New Roman"/>
              </a:rPr>
              <a:t>re</a:t>
            </a:r>
            <a:r>
              <a:rPr sz="2600" b="1" dirty="0">
                <a:latin typeface="Times New Roman"/>
                <a:cs typeface="Times New Roman"/>
              </a:rPr>
              <a:t>n</a:t>
            </a:r>
            <a:r>
              <a:rPr sz="2600" b="1" spc="-15" dirty="0">
                <a:latin typeface="Times New Roman"/>
                <a:cs typeface="Times New Roman"/>
              </a:rPr>
              <a:t>ce</a:t>
            </a:r>
            <a:r>
              <a:rPr sz="2600" b="1" dirty="0">
                <a:latin typeface="Times New Roman"/>
                <a:cs typeface="Times New Roman"/>
              </a:rPr>
              <a:t>s</a:t>
            </a:r>
            <a:endParaRPr sz="2600" dirty="0">
              <a:latin typeface="Times New Roman"/>
              <a:cs typeface="Times New Roman"/>
            </a:endParaRPr>
          </a:p>
          <a:p>
            <a:pPr marL="12700">
              <a:spcBef>
                <a:spcPts val="855"/>
              </a:spcBef>
            </a:pP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e</a:t>
            </a:r>
            <a:r>
              <a:rPr sz="2600" b="1" spc="5" dirty="0">
                <a:latin typeface="Times New Roman"/>
                <a:cs typeface="Times New Roman"/>
              </a:rPr>
              <a:t>f</a:t>
            </a:r>
            <a:r>
              <a:rPr sz="2600" b="1" dirty="0">
                <a:latin typeface="Times New Roman"/>
                <a:cs typeface="Times New Roman"/>
              </a:rPr>
              <a:t>e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ence </a:t>
            </a:r>
            <a:r>
              <a:rPr sz="2600" b="1" spc="-5" dirty="0">
                <a:latin typeface="Times New Roman"/>
                <a:cs typeface="Times New Roman"/>
              </a:rPr>
              <a:t>B</a:t>
            </a:r>
            <a:r>
              <a:rPr sz="2600" b="1" dirty="0">
                <a:latin typeface="Times New Roman"/>
                <a:cs typeface="Times New Roman"/>
              </a:rPr>
              <a:t>oo</a:t>
            </a:r>
            <a:r>
              <a:rPr sz="2600" b="1" spc="-15" dirty="0">
                <a:latin typeface="Times New Roman"/>
                <a:cs typeface="Times New Roman"/>
              </a:rPr>
              <a:t>k</a:t>
            </a:r>
            <a:r>
              <a:rPr sz="2600" b="1" spc="-5" dirty="0">
                <a:latin typeface="Times New Roman"/>
                <a:cs typeface="Times New Roman"/>
              </a:rPr>
              <a:t>s:</a:t>
            </a:r>
            <a:endParaRPr sz="2600" dirty="0">
              <a:latin typeface="Times New Roman"/>
              <a:cs typeface="Times New Roman"/>
            </a:endParaRPr>
          </a:p>
          <a:p>
            <a:pPr marL="469265" indent="-227965">
              <a:spcBef>
                <a:spcPts val="850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2600" spc="-5" dirty="0">
                <a:latin typeface="Times New Roman"/>
                <a:cs typeface="Times New Roman"/>
              </a:rPr>
              <a:t>J.P</a:t>
            </a:r>
            <a:r>
              <a:rPr sz="2600" dirty="0">
                <a:latin typeface="Times New Roman"/>
                <a:cs typeface="Times New Roman"/>
              </a:rPr>
              <a:t>. </a:t>
            </a:r>
            <a:r>
              <a:rPr sz="2600" spc="-5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aye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mp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hi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ec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ure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</a:t>
            </a:r>
            <a:r>
              <a:rPr sz="2600" spc="-5" dirty="0">
                <a:latin typeface="Times New Roman"/>
                <a:cs typeface="Times New Roman"/>
              </a:rPr>
              <a:t>O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ga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iz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ti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spc="-10" dirty="0">
                <a:latin typeface="Times New Roman"/>
                <a:cs typeface="Times New Roman"/>
              </a:rPr>
              <a:t>”</a:t>
            </a:r>
            <a:r>
              <a:rPr sz="2600" dirty="0">
                <a:latin typeface="Times New Roman"/>
                <a:cs typeface="Times New Roman"/>
              </a:rPr>
              <a:t>, Thi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Ed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ti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n.</a:t>
            </a:r>
          </a:p>
          <a:p>
            <a:pPr marL="469265" indent="-227965">
              <a:spcBef>
                <a:spcPts val="840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2600" spc="-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ano,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M.</a:t>
            </a:r>
            <a:r>
              <a:rPr sz="2600" dirty="0">
                <a:latin typeface="Times New Roman"/>
                <a:cs typeface="Times New Roman"/>
              </a:rPr>
              <a:t>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mp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5" dirty="0">
                <a:latin typeface="Times New Roman"/>
                <a:cs typeface="Times New Roman"/>
              </a:rPr>
              <a:t>Sy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em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Ar</a:t>
            </a:r>
            <a:r>
              <a:rPr sz="2600" dirty="0">
                <a:latin typeface="Times New Roman"/>
                <a:cs typeface="Times New Roman"/>
              </a:rPr>
              <a:t>ch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”, </a:t>
            </a:r>
            <a:r>
              <a:rPr sz="2600" spc="-15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h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rd E</a:t>
            </a:r>
            <a:r>
              <a:rPr sz="2600" spc="-15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ion, 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re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ti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5" dirty="0">
                <a:latin typeface="Times New Roman"/>
                <a:cs typeface="Times New Roman"/>
              </a:rPr>
              <a:t>Ha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l.</a:t>
            </a:r>
          </a:p>
          <a:p>
            <a:pPr marL="469265" indent="-227965">
              <a:spcBef>
                <a:spcPts val="855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2600" spc="-5" dirty="0">
                <a:latin typeface="Times New Roman"/>
                <a:cs typeface="Times New Roman"/>
              </a:rPr>
              <a:t>St</a:t>
            </a:r>
            <a:r>
              <a:rPr sz="2600" spc="5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l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ngs,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W.,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mp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20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rga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iz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ti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 and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rc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ec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-10" dirty="0">
                <a:latin typeface="Times New Roman"/>
                <a:cs typeface="Times New Roman"/>
              </a:rPr>
              <a:t>r</a:t>
            </a:r>
            <a:r>
              <a:rPr sz="2600" spc="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”, Ei</a:t>
            </a:r>
            <a:r>
              <a:rPr sz="2600" spc="-10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hth </a:t>
            </a:r>
            <a:r>
              <a:rPr sz="2600" spc="-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d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tio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, </a:t>
            </a:r>
            <a:r>
              <a:rPr sz="2600" spc="-5" dirty="0">
                <a:latin typeface="Times New Roman"/>
                <a:cs typeface="Times New Roman"/>
              </a:rPr>
              <a:t>Pe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so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Educa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ion.</a:t>
            </a:r>
          </a:p>
          <a:p>
            <a:pPr marL="12700">
              <a:spcBef>
                <a:spcPts val="840"/>
              </a:spcBef>
            </a:pPr>
            <a:r>
              <a:rPr sz="2600" b="1" spc="-5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ext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B</a:t>
            </a:r>
            <a:r>
              <a:rPr sz="2600" b="1" dirty="0">
                <a:latin typeface="Times New Roman"/>
                <a:cs typeface="Times New Roman"/>
              </a:rPr>
              <a:t>ook</a:t>
            </a:r>
            <a:r>
              <a:rPr sz="2600" b="1" spc="-1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:</a:t>
            </a:r>
            <a:endParaRPr sz="2600" dirty="0">
              <a:latin typeface="Times New Roman"/>
              <a:cs typeface="Times New Roman"/>
            </a:endParaRPr>
          </a:p>
          <a:p>
            <a:pPr marL="469265" marR="5080" indent="-227965">
              <a:spcBef>
                <a:spcPts val="815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pi</a:t>
            </a:r>
            <a:r>
              <a:rPr sz="2600" spc="-1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l</a:t>
            </a:r>
            <a:r>
              <a:rPr sz="2600" dirty="0">
                <a:latin typeface="Times New Roman"/>
                <a:cs typeface="Times New Roman"/>
              </a:rPr>
              <a:t>li 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J.D</a:t>
            </a:r>
            <a:r>
              <a:rPr sz="2600" dirty="0">
                <a:latin typeface="Times New Roman"/>
                <a:cs typeface="Times New Roman"/>
              </a:rPr>
              <a:t>,” 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om</a:t>
            </a:r>
            <a:r>
              <a:rPr sz="2600" spc="-1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ut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r 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sy</a:t>
            </a:r>
            <a:r>
              <a:rPr sz="2600" spc="-10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ms 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rga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z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ion 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&amp;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rch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c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r</a:t>
            </a:r>
            <a:r>
              <a:rPr sz="2600" spc="1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”, 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Fo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rth 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Ed</a:t>
            </a:r>
            <a:r>
              <a:rPr sz="2600" spc="-10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ti</a:t>
            </a:r>
            <a:r>
              <a:rPr sz="2600" spc="-15" dirty="0">
                <a:latin typeface="Times New Roman"/>
                <a:cs typeface="Times New Roman"/>
              </a:rPr>
              <a:t>o</a:t>
            </a:r>
            <a:r>
              <a:rPr sz="2600" dirty="0">
                <a:latin typeface="Times New Roman"/>
                <a:cs typeface="Times New Roman"/>
              </a:rPr>
              <a:t>n, 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ddi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on We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ley.</a:t>
            </a:r>
          </a:p>
          <a:p>
            <a:pPr marL="469265" indent="-227965">
              <a:spcBef>
                <a:spcPts val="850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2600" spc="-5" dirty="0">
                <a:latin typeface="Times New Roman"/>
                <a:cs typeface="Times New Roman"/>
              </a:rPr>
              <a:t>Pa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on a</a:t>
            </a:r>
            <a:r>
              <a:rPr sz="2600" spc="-10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d 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enn</a:t>
            </a:r>
            <a:r>
              <a:rPr sz="2600" spc="-10" dirty="0">
                <a:latin typeface="Times New Roman"/>
                <a:cs typeface="Times New Roman"/>
              </a:rPr>
              <a:t>e</a:t>
            </a:r>
            <a:r>
              <a:rPr sz="2600" spc="-5" dirty="0">
                <a:latin typeface="Times New Roman"/>
                <a:cs typeface="Times New Roman"/>
              </a:rPr>
              <a:t>s</a:t>
            </a:r>
            <a:r>
              <a:rPr sz="2600" dirty="0">
                <a:latin typeface="Times New Roman"/>
                <a:cs typeface="Times New Roman"/>
              </a:rPr>
              <a:t>sy,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</a:t>
            </a:r>
            <a:r>
              <a:rPr sz="2600" spc="-2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omp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rc</a:t>
            </a:r>
            <a:r>
              <a:rPr sz="2600" spc="-10" dirty="0">
                <a:latin typeface="Times New Roman"/>
                <a:cs typeface="Times New Roman"/>
              </a:rPr>
              <a:t>h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c</a:t>
            </a:r>
            <a:r>
              <a:rPr sz="2600" dirty="0">
                <a:latin typeface="Times New Roman"/>
                <a:cs typeface="Times New Roman"/>
              </a:rPr>
              <a:t>tur</a:t>
            </a:r>
            <a:r>
              <a:rPr sz="2600" spc="-5" dirty="0">
                <a:latin typeface="Times New Roman"/>
                <a:cs typeface="Times New Roman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” , </a:t>
            </a:r>
            <a:r>
              <a:rPr sz="2600" spc="-15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th Ed</a:t>
            </a:r>
            <a:r>
              <a:rPr sz="2600" spc="-10" dirty="0">
                <a:latin typeface="Times New Roman"/>
                <a:cs typeface="Times New Roman"/>
              </a:rPr>
              <a:t>it</a:t>
            </a:r>
            <a:r>
              <a:rPr sz="2600" dirty="0">
                <a:latin typeface="Times New Roman"/>
                <a:cs typeface="Times New Roman"/>
              </a:rPr>
              <a:t>ion </a:t>
            </a:r>
            <a:r>
              <a:rPr sz="2600" spc="-1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1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aon </a:t>
            </a:r>
            <a:r>
              <a:rPr sz="2600" spc="-5" dirty="0">
                <a:latin typeface="Times New Roman"/>
                <a:cs typeface="Times New Roman"/>
              </a:rPr>
              <a:t>Ka</a:t>
            </a:r>
            <a:r>
              <a:rPr sz="2600" spc="-1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f</a:t>
            </a:r>
            <a:r>
              <a:rPr sz="2600" spc="-10" dirty="0">
                <a:latin typeface="Times New Roman"/>
                <a:cs typeface="Times New Roman"/>
              </a:rPr>
              <a:t>f</a:t>
            </a:r>
            <a:r>
              <a:rPr sz="2600" dirty="0">
                <a:latin typeface="Times New Roman"/>
                <a:cs typeface="Times New Roman"/>
              </a:rPr>
              <a:t>man.</a:t>
            </a:r>
          </a:p>
          <a:p>
            <a:pPr marL="12700">
              <a:spcBef>
                <a:spcPts val="840"/>
              </a:spcBef>
            </a:pP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e</a:t>
            </a:r>
            <a:r>
              <a:rPr sz="2600" b="1" spc="5" dirty="0">
                <a:latin typeface="Times New Roman"/>
                <a:cs typeface="Times New Roman"/>
              </a:rPr>
              <a:t>f</a:t>
            </a:r>
            <a:r>
              <a:rPr sz="2600" b="1" dirty="0">
                <a:latin typeface="Times New Roman"/>
                <a:cs typeface="Times New Roman"/>
              </a:rPr>
              <a:t>e</a:t>
            </a:r>
            <a:r>
              <a:rPr sz="2600" b="1" spc="-10" dirty="0">
                <a:latin typeface="Times New Roman"/>
                <a:cs typeface="Times New Roman"/>
              </a:rPr>
              <a:t>r</a:t>
            </a:r>
            <a:r>
              <a:rPr sz="2600" b="1" dirty="0">
                <a:latin typeface="Times New Roman"/>
                <a:cs typeface="Times New Roman"/>
              </a:rPr>
              <a:t>ence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Web</a:t>
            </a:r>
            <a:r>
              <a:rPr sz="2600" b="1" spc="-15" dirty="0">
                <a:latin typeface="Times New Roman"/>
                <a:cs typeface="Times New Roman"/>
              </a:rPr>
              <a:t>s</a:t>
            </a:r>
            <a:r>
              <a:rPr sz="2600" b="1" dirty="0">
                <a:latin typeface="Times New Roman"/>
                <a:cs typeface="Times New Roman"/>
              </a:rPr>
              <a:t>i</a:t>
            </a:r>
            <a:r>
              <a:rPr sz="2600" b="1" spc="-10" dirty="0">
                <a:latin typeface="Times New Roman"/>
                <a:cs typeface="Times New Roman"/>
              </a:rPr>
              <a:t>t</a:t>
            </a:r>
            <a:r>
              <a:rPr sz="2600" b="1" dirty="0">
                <a:latin typeface="Times New Roman"/>
                <a:cs typeface="Times New Roman"/>
              </a:rPr>
              <a:t>e</a:t>
            </a:r>
            <a:endParaRPr sz="2600" dirty="0">
              <a:latin typeface="Times New Roman"/>
              <a:cs typeface="Times New Roman"/>
            </a:endParaRPr>
          </a:p>
          <a:p>
            <a:pPr marL="469265" indent="-227965">
              <a:spcBef>
                <a:spcPts val="840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2600" u="sng" dirty="0">
                <a:latin typeface="Times New Roman"/>
                <a:cs typeface="Times New Roman"/>
                <a:hlinkClick r:id="rId6"/>
              </a:rPr>
              <a:t>htt</a:t>
            </a:r>
            <a:r>
              <a:rPr sz="2600" u="sng" spc="-15" dirty="0">
                <a:latin typeface="Times New Roman"/>
                <a:cs typeface="Times New Roman"/>
                <a:hlinkClick r:id="rId6"/>
              </a:rPr>
              <a:t>p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: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/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/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www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.dde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g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ju</a:t>
            </a:r>
            <a:r>
              <a:rPr sz="2600" u="sng" spc="-15" dirty="0">
                <a:latin typeface="Times New Roman"/>
                <a:cs typeface="Times New Roman"/>
                <a:hlinkClick r:id="rId6"/>
              </a:rPr>
              <a:t>s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t.a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c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.i</a:t>
            </a:r>
            <a:r>
              <a:rPr sz="2600" u="sng" spc="-15" dirty="0">
                <a:latin typeface="Times New Roman"/>
                <a:cs typeface="Times New Roman"/>
                <a:hlinkClick r:id="rId6"/>
              </a:rPr>
              <a:t>n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/</a:t>
            </a:r>
            <a:r>
              <a:rPr sz="2600" u="sng" spc="-15" dirty="0">
                <a:latin typeface="Times New Roman"/>
                <a:cs typeface="Times New Roman"/>
                <a:hlinkClick r:id="rId6"/>
              </a:rPr>
              <a:t>s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tud</a:t>
            </a:r>
            <a:r>
              <a:rPr sz="2600" u="sng" spc="-15" dirty="0">
                <a:latin typeface="Times New Roman"/>
                <a:cs typeface="Times New Roman"/>
                <a:hlinkClick r:id="rId6"/>
              </a:rPr>
              <a:t>y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m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a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te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r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i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a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l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/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m</a:t>
            </a:r>
            <a:r>
              <a:rPr sz="2600" u="sng" spc="-15" dirty="0">
                <a:latin typeface="Times New Roman"/>
                <a:cs typeface="Times New Roman"/>
                <a:hlinkClick r:id="rId6"/>
              </a:rPr>
              <a:t>s</a:t>
            </a:r>
            <a:r>
              <a:rPr sz="2600" u="sng" spc="15" dirty="0">
                <a:latin typeface="Times New Roman"/>
                <a:cs typeface="Times New Roman"/>
                <a:hlinkClick r:id="rId6"/>
              </a:rPr>
              <a:t>c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-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cs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/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ms</a:t>
            </a:r>
            <a:r>
              <a:rPr sz="2600" u="sng" spc="-10" dirty="0">
                <a:latin typeface="Times New Roman"/>
                <a:cs typeface="Times New Roman"/>
                <a:hlinkClick r:id="rId6"/>
              </a:rPr>
              <a:t>-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07</a:t>
            </a:r>
            <a:r>
              <a:rPr sz="2600" u="sng" spc="-15" dirty="0">
                <a:latin typeface="Times New Roman"/>
                <a:cs typeface="Times New Roman"/>
                <a:hlinkClick r:id="rId6"/>
              </a:rPr>
              <a:t>.</a:t>
            </a:r>
            <a:r>
              <a:rPr sz="2600" u="sng" dirty="0">
                <a:latin typeface="Times New Roman"/>
                <a:cs typeface="Times New Roman"/>
                <a:hlinkClick r:id="rId6"/>
              </a:rPr>
              <a:t>pdf</a:t>
            </a:r>
            <a:endParaRPr sz="2600" dirty="0">
              <a:latin typeface="Times New Roman"/>
              <a:cs typeface="Times New Roman"/>
            </a:endParaRPr>
          </a:p>
          <a:p>
            <a:pPr marL="469265" indent="-227965">
              <a:buFont typeface="Times New Roman"/>
              <a:buChar char="●"/>
              <a:tabLst>
                <a:tab pos="469900" algn="l"/>
              </a:tabLst>
            </a:pPr>
            <a:r>
              <a:rPr sz="2600" u="sng" dirty="0">
                <a:latin typeface="Times New Roman"/>
                <a:cs typeface="Times New Roman"/>
                <a:hlinkClick r:id="rId7"/>
              </a:rPr>
              <a:t>htt</a:t>
            </a:r>
            <a:r>
              <a:rPr sz="2600" u="sng" spc="-15" dirty="0">
                <a:latin typeface="Times New Roman"/>
                <a:cs typeface="Times New Roman"/>
                <a:hlinkClick r:id="rId7"/>
              </a:rPr>
              <a:t>p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:</a:t>
            </a:r>
            <a:r>
              <a:rPr sz="2600" u="sng" spc="-10" dirty="0">
                <a:latin typeface="Times New Roman"/>
                <a:cs typeface="Times New Roman"/>
                <a:hlinkClick r:id="rId7"/>
              </a:rPr>
              <a:t>/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/</a:t>
            </a:r>
            <a:r>
              <a:rPr sz="2600" u="sng" spc="-10" dirty="0">
                <a:latin typeface="Times New Roman"/>
                <a:cs typeface="Times New Roman"/>
                <a:hlinkClick r:id="rId7"/>
              </a:rPr>
              <a:t>www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.sv</a:t>
            </a:r>
            <a:r>
              <a:rPr sz="2600" u="sng" spc="-10" dirty="0">
                <a:latin typeface="Times New Roman"/>
                <a:cs typeface="Times New Roman"/>
                <a:hlinkClick r:id="rId7"/>
              </a:rPr>
              <a:t>e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cw.edu</a:t>
            </a:r>
            <a:r>
              <a:rPr sz="2600" u="sng" spc="-15" dirty="0">
                <a:latin typeface="Times New Roman"/>
                <a:cs typeface="Times New Roman"/>
                <a:hlinkClick r:id="rId7"/>
              </a:rPr>
              <a:t>.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in/</a:t>
            </a:r>
            <a:r>
              <a:rPr sz="2600" u="sng" spc="-20" dirty="0">
                <a:latin typeface="Times New Roman"/>
                <a:cs typeface="Times New Roman"/>
                <a:hlinkClick r:id="rId7"/>
              </a:rPr>
              <a:t>D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ocs</a:t>
            </a:r>
            <a:r>
              <a:rPr sz="2600" u="sng" spc="-10" dirty="0">
                <a:latin typeface="Times New Roman"/>
                <a:cs typeface="Times New Roman"/>
                <a:hlinkClick r:id="rId7"/>
              </a:rPr>
              <a:t>%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5</a:t>
            </a:r>
            <a:r>
              <a:rPr sz="2600" u="sng" spc="-5" dirty="0">
                <a:latin typeface="Times New Roman"/>
                <a:cs typeface="Times New Roman"/>
                <a:hlinkClick r:id="rId7"/>
              </a:rPr>
              <a:t>C</a:t>
            </a:r>
            <a:r>
              <a:rPr sz="2600" u="sng" spc="-10" dirty="0">
                <a:latin typeface="Times New Roman"/>
                <a:cs typeface="Times New Roman"/>
                <a:hlinkClick r:id="rId7"/>
              </a:rPr>
              <a:t>I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T</a:t>
            </a:r>
            <a:r>
              <a:rPr sz="2600" u="sng" spc="-10" dirty="0">
                <a:latin typeface="Times New Roman"/>
                <a:cs typeface="Times New Roman"/>
                <a:hlinkClick r:id="rId7"/>
              </a:rPr>
              <a:t>II</a:t>
            </a:r>
            <a:r>
              <a:rPr sz="2600" u="sng" spc="-5" dirty="0">
                <a:latin typeface="Times New Roman"/>
                <a:cs typeface="Times New Roman"/>
                <a:hlinkClick r:id="rId7"/>
              </a:rPr>
              <a:t>B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TechI</a:t>
            </a:r>
            <a:r>
              <a:rPr sz="2600" u="sng" spc="-10" dirty="0">
                <a:latin typeface="Times New Roman"/>
                <a:cs typeface="Times New Roman"/>
                <a:hlinkClick r:id="rId7"/>
              </a:rPr>
              <a:t>I</a:t>
            </a:r>
            <a:r>
              <a:rPr sz="2600" u="sng" spc="-5" dirty="0">
                <a:latin typeface="Times New Roman"/>
                <a:cs typeface="Times New Roman"/>
                <a:hlinkClick r:id="rId7"/>
              </a:rPr>
              <a:t>Se</a:t>
            </a:r>
            <a:r>
              <a:rPr sz="2600" u="sng" spc="5" dirty="0">
                <a:latin typeface="Times New Roman"/>
                <a:cs typeface="Times New Roman"/>
                <a:hlinkClick r:id="rId7"/>
              </a:rPr>
              <a:t>m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L</a:t>
            </a:r>
            <a:r>
              <a:rPr sz="2600" u="sng" spc="-15" dirty="0">
                <a:latin typeface="Times New Roman"/>
                <a:cs typeface="Times New Roman"/>
                <a:hlinkClick r:id="rId7"/>
              </a:rPr>
              <a:t>e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cC</a:t>
            </a:r>
            <a:r>
              <a:rPr sz="2600" u="sng" spc="-10" dirty="0">
                <a:latin typeface="Times New Roman"/>
                <a:cs typeface="Times New Roman"/>
                <a:hlinkClick r:id="rId7"/>
              </a:rPr>
              <a:t>OA</a:t>
            </a:r>
            <a:r>
              <a:rPr sz="2600" u="sng" dirty="0">
                <a:latin typeface="Times New Roman"/>
                <a:cs typeface="Times New Roman"/>
                <a:hlinkClick r:id="rId7"/>
              </a:rPr>
              <a:t>.pdf</a:t>
            </a:r>
            <a:endParaRPr lang="en-US" sz="2600" u="sng" dirty="0">
              <a:latin typeface="Times New Roman"/>
              <a:cs typeface="Times New Roman"/>
            </a:endParaRPr>
          </a:p>
          <a:p>
            <a:pPr marL="469265" indent="-227965">
              <a:buFont typeface="Times New Roman"/>
              <a:buChar char="●"/>
              <a:tabLst>
                <a:tab pos="469900" algn="l"/>
              </a:tabLst>
            </a:pPr>
            <a:r>
              <a:rPr sz="2600" u="sng" dirty="0">
                <a:latin typeface="Times New Roman"/>
                <a:cs typeface="Times New Roman"/>
                <a:hlinkClick r:id="rId8"/>
              </a:rPr>
              <a:t>htt</a:t>
            </a:r>
            <a:r>
              <a:rPr sz="2600" u="sng" spc="-15" dirty="0">
                <a:latin typeface="Times New Roman"/>
                <a:cs typeface="Times New Roman"/>
                <a:hlinkClick r:id="rId8"/>
              </a:rPr>
              <a:t>p</a:t>
            </a:r>
            <a:r>
              <a:rPr sz="2600" u="sng" spc="-5" dirty="0">
                <a:latin typeface="Times New Roman"/>
                <a:cs typeface="Times New Roman"/>
                <a:hlinkClick r:id="rId8"/>
              </a:rPr>
              <a:t>s: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/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/</a:t>
            </a:r>
            <a:r>
              <a:rPr sz="2600" u="sng" spc="-5" dirty="0">
                <a:latin typeface="Times New Roman"/>
                <a:cs typeface="Times New Roman"/>
                <a:hlinkClick r:id="rId8"/>
              </a:rPr>
              <a:t>s</a:t>
            </a:r>
            <a:r>
              <a:rPr sz="2600" u="sng" spc="5" dirty="0">
                <a:latin typeface="Times New Roman"/>
                <a:cs typeface="Times New Roman"/>
                <a:hlinkClick r:id="rId8"/>
              </a:rPr>
              <a:t>t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u</a:t>
            </a:r>
            <a:r>
              <a:rPr sz="2600" u="sng" spc="-15" dirty="0">
                <a:latin typeface="Times New Roman"/>
                <a:cs typeface="Times New Roman"/>
                <a:hlinkClick r:id="rId8"/>
              </a:rPr>
              <a:t>d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y.c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o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m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/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ac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a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d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e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my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/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les</a:t>
            </a:r>
            <a:r>
              <a:rPr sz="2600" u="sng" spc="-15" dirty="0">
                <a:latin typeface="Times New Roman"/>
                <a:cs typeface="Times New Roman"/>
                <a:hlinkClick r:id="rId8"/>
              </a:rPr>
              <a:t>s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on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/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a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r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it</a:t>
            </a:r>
            <a:r>
              <a:rPr sz="2600" u="sng" spc="-15" dirty="0">
                <a:latin typeface="Times New Roman"/>
                <a:cs typeface="Times New Roman"/>
                <a:hlinkClick r:id="rId8"/>
              </a:rPr>
              <a:t>h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m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e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t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i</a:t>
            </a:r>
            <a:r>
              <a:rPr sz="2600" u="sng" spc="15" dirty="0">
                <a:latin typeface="Times New Roman"/>
                <a:cs typeface="Times New Roman"/>
                <a:hlinkClick r:id="rId8"/>
              </a:rPr>
              <a:t>c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-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lo</a:t>
            </a:r>
            <a:r>
              <a:rPr sz="2600" u="sng" spc="-15" dirty="0">
                <a:latin typeface="Times New Roman"/>
                <a:cs typeface="Times New Roman"/>
                <a:hlinkClick r:id="rId8"/>
              </a:rPr>
              <a:t>g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ic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-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un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it-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a</a:t>
            </a:r>
            <a:r>
              <a:rPr sz="2600" u="sng" spc="5" dirty="0">
                <a:latin typeface="Times New Roman"/>
                <a:cs typeface="Times New Roman"/>
                <a:hlinkClick r:id="rId8"/>
              </a:rPr>
              <a:t>l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u</a:t>
            </a:r>
            <a:r>
              <a:rPr sz="2600" u="sng" spc="-5" dirty="0">
                <a:latin typeface="Times New Roman"/>
                <a:cs typeface="Times New Roman"/>
                <a:hlinkClick r:id="rId8"/>
              </a:rPr>
              <a:t>-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de</a:t>
            </a:r>
            <a:r>
              <a:rPr sz="2600" u="sng" spc="5" dirty="0">
                <a:latin typeface="Times New Roman"/>
                <a:cs typeface="Times New Roman"/>
                <a:hlinkClick r:id="rId8"/>
              </a:rPr>
              <a:t>f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i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n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i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ti</a:t>
            </a:r>
            <a:r>
              <a:rPr sz="2600" u="sng" spc="-15" dirty="0">
                <a:latin typeface="Times New Roman"/>
                <a:cs typeface="Times New Roman"/>
                <a:hlinkClick r:id="rId8"/>
              </a:rPr>
              <a:t>o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n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-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desi</a:t>
            </a:r>
            <a:r>
              <a:rPr sz="2600" u="sng" spc="-15" dirty="0">
                <a:latin typeface="Times New Roman"/>
                <a:cs typeface="Times New Roman"/>
                <a:hlinkClick r:id="rId8"/>
              </a:rPr>
              <a:t>g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n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-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fun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ct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ion.</a:t>
            </a:r>
            <a:r>
              <a:rPr sz="2600" u="sng" spc="-15" dirty="0">
                <a:latin typeface="Times New Roman"/>
                <a:cs typeface="Times New Roman"/>
                <a:hlinkClick r:id="rId8"/>
              </a:rPr>
              <a:t>h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t</a:t>
            </a:r>
            <a:r>
              <a:rPr sz="2600" u="sng" spc="-10" dirty="0">
                <a:latin typeface="Times New Roman"/>
                <a:cs typeface="Times New Roman"/>
                <a:hlinkClick r:id="rId8"/>
              </a:rPr>
              <a:t>m</a:t>
            </a:r>
            <a:r>
              <a:rPr sz="2600" u="sng" dirty="0">
                <a:latin typeface="Times New Roman"/>
                <a:cs typeface="Times New Roman"/>
                <a:hlinkClick r:id="rId8"/>
              </a:rPr>
              <a:t>l</a:t>
            </a:r>
            <a:endParaRPr lang="en-US" sz="2600" u="sng" dirty="0">
              <a:latin typeface="Times New Roman"/>
              <a:cs typeface="Times New Roman"/>
            </a:endParaRPr>
          </a:p>
          <a:p>
            <a:pPr marL="469265" indent="-227965">
              <a:buFont typeface="Times New Roman"/>
              <a:buChar char="●"/>
              <a:tabLst>
                <a:tab pos="469900" algn="l"/>
              </a:tabLst>
            </a:pPr>
            <a:r>
              <a:rPr sz="2600" u="sng" dirty="0">
                <a:latin typeface="Times New Roman"/>
                <a:cs typeface="Times New Roman"/>
                <a:hlinkClick r:id="rId9"/>
              </a:rPr>
              <a:t>htt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p</a:t>
            </a:r>
            <a:r>
              <a:rPr sz="2600" u="sng" spc="-5" dirty="0">
                <a:latin typeface="Times New Roman"/>
                <a:cs typeface="Times New Roman"/>
                <a:hlinkClick r:id="rId9"/>
              </a:rPr>
              <a:t>s: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//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www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.t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u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t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o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ri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a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l</a:t>
            </a:r>
            <a:r>
              <a:rPr sz="2600" u="sng" spc="-5" dirty="0">
                <a:latin typeface="Times New Roman"/>
                <a:cs typeface="Times New Roman"/>
                <a:hlinkClick r:id="rId9"/>
              </a:rPr>
              <a:t>s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p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oi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n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t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.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co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m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/c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o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mp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u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t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e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r_l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o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gi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c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a</a:t>
            </a:r>
            <a:r>
              <a:rPr sz="2600" u="sng" spc="5" dirty="0">
                <a:latin typeface="Times New Roman"/>
                <a:cs typeface="Times New Roman"/>
                <a:hlinkClick r:id="rId9"/>
              </a:rPr>
              <a:t>l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_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or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g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an</a:t>
            </a:r>
            <a:r>
              <a:rPr sz="2600" u="sng" spc="5" dirty="0">
                <a:latin typeface="Times New Roman"/>
                <a:cs typeface="Times New Roman"/>
                <a:hlinkClick r:id="rId9"/>
              </a:rPr>
              <a:t>i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z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a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t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io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n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/cpu</a:t>
            </a:r>
            <a:r>
              <a:rPr sz="2600" u="sng" spc="-15" dirty="0">
                <a:latin typeface="Times New Roman"/>
                <a:cs typeface="Times New Roman"/>
                <a:hlinkClick r:id="rId9"/>
              </a:rPr>
              <a:t>_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a</a:t>
            </a:r>
            <a:r>
              <a:rPr sz="2600" u="sng" spc="5" dirty="0">
                <a:latin typeface="Times New Roman"/>
                <a:cs typeface="Times New Roman"/>
                <a:hlinkClick r:id="rId9"/>
              </a:rPr>
              <a:t>r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c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h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i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te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c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tu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r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e</a:t>
            </a:r>
            <a:r>
              <a:rPr sz="2600" u="sng" spc="-10" dirty="0">
                <a:latin typeface="Times New Roman"/>
                <a:cs typeface="Times New Roman"/>
                <a:hlinkClick r:id="rId9"/>
              </a:rPr>
              <a:t>.</a:t>
            </a:r>
            <a:r>
              <a:rPr sz="2600" u="sng" dirty="0">
                <a:latin typeface="Times New Roman"/>
                <a:cs typeface="Times New Roman"/>
                <a:hlinkClick r:id="rId9"/>
              </a:rPr>
              <a:t>htm</a:t>
            </a: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16"/>
              </a:spcBef>
              <a:buFont typeface="Times New Roman"/>
              <a:buChar char="●"/>
            </a:pPr>
            <a:endParaRPr sz="2600" dirty="0">
              <a:latin typeface="Times New Roman"/>
              <a:cs typeface="Times New Roman"/>
            </a:endParaRPr>
          </a:p>
          <a:p>
            <a:pPr marL="12700"/>
            <a:r>
              <a:rPr sz="2600" b="1" spc="5" dirty="0">
                <a:latin typeface="Times New Roman"/>
                <a:cs typeface="Times New Roman"/>
              </a:rPr>
              <a:t>V</a:t>
            </a:r>
            <a:r>
              <a:rPr sz="2600" b="1" dirty="0">
                <a:latin typeface="Times New Roman"/>
                <a:cs typeface="Times New Roman"/>
              </a:rPr>
              <a:t>i</a:t>
            </a:r>
            <a:r>
              <a:rPr sz="2600" b="1" spc="-15" dirty="0">
                <a:latin typeface="Times New Roman"/>
                <a:cs typeface="Times New Roman"/>
              </a:rPr>
              <a:t>d</a:t>
            </a:r>
            <a:r>
              <a:rPr sz="2600" b="1" dirty="0">
                <a:latin typeface="Times New Roman"/>
                <a:cs typeface="Times New Roman"/>
              </a:rPr>
              <a:t>eo </a:t>
            </a:r>
            <a:r>
              <a:rPr sz="2600" b="1" spc="-5" dirty="0">
                <a:latin typeface="Times New Roman"/>
                <a:cs typeface="Times New Roman"/>
              </a:rPr>
              <a:t>Re</a:t>
            </a:r>
            <a:r>
              <a:rPr sz="2600" b="1" spc="-10" dirty="0">
                <a:latin typeface="Times New Roman"/>
                <a:cs typeface="Times New Roman"/>
              </a:rPr>
              <a:t>f</a:t>
            </a:r>
            <a:r>
              <a:rPr sz="2600" b="1" dirty="0">
                <a:latin typeface="Times New Roman"/>
                <a:cs typeface="Times New Roman"/>
              </a:rPr>
              <a:t>ere</a:t>
            </a:r>
            <a:r>
              <a:rPr sz="2600" b="1" spc="-15" dirty="0">
                <a:latin typeface="Times New Roman"/>
                <a:cs typeface="Times New Roman"/>
              </a:rPr>
              <a:t>n</a:t>
            </a:r>
            <a:r>
              <a:rPr sz="2600" b="1" dirty="0">
                <a:latin typeface="Times New Roman"/>
                <a:cs typeface="Times New Roman"/>
              </a:rPr>
              <a:t>ce</a:t>
            </a:r>
            <a:endParaRPr sz="2600" dirty="0">
              <a:latin typeface="Times New Roman"/>
              <a:cs typeface="Times New Roman"/>
            </a:endParaRPr>
          </a:p>
          <a:p>
            <a:pPr marL="469265" indent="-227965">
              <a:spcBef>
                <a:spcPts val="825"/>
              </a:spcBef>
              <a:buFont typeface="Times New Roman"/>
              <a:buChar char="●"/>
              <a:tabLst>
                <a:tab pos="469900" algn="l"/>
              </a:tabLst>
            </a:pP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</a:rPr>
              <a:t>htt</a:t>
            </a:r>
            <a:r>
              <a:rPr sz="2600" u="sng" spc="-15" dirty="0">
                <a:solidFill>
                  <a:srgbClr val="0462C1"/>
                </a:solidFill>
                <a:latin typeface="Times New Roman"/>
                <a:cs typeface="Times New Roman"/>
              </a:rPr>
              <a:t>p</a:t>
            </a:r>
            <a:r>
              <a:rPr sz="26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s: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</a:rPr>
              <a:t>//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www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.yo</a:t>
            </a:r>
            <a:r>
              <a:rPr sz="2600" u="sng" spc="-15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u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tub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e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.c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o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m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/w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a</a:t>
            </a:r>
            <a:r>
              <a:rPr sz="2600" u="sng" spc="5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t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ch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?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v=Z5JC9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Ve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1s</a:t>
            </a:r>
            <a:r>
              <a:rPr sz="2600" u="sng" spc="5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f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0"/>
              </a:rPr>
              <a:t>I</a:t>
            </a:r>
            <a:endParaRPr sz="2600" dirty="0">
              <a:latin typeface="Times New Roman"/>
              <a:cs typeface="Times New Roman"/>
            </a:endParaRPr>
          </a:p>
          <a:p>
            <a:pPr marL="469265" indent="-227965">
              <a:buFont typeface="Times New Roman"/>
              <a:buChar char="●"/>
              <a:tabLst>
                <a:tab pos="469900" algn="l"/>
              </a:tabLst>
            </a:pP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</a:rPr>
              <a:t>htt</a:t>
            </a:r>
            <a:r>
              <a:rPr sz="2600" u="sng" spc="-15" dirty="0">
                <a:solidFill>
                  <a:srgbClr val="0462C1"/>
                </a:solidFill>
                <a:latin typeface="Times New Roman"/>
                <a:cs typeface="Times New Roman"/>
              </a:rPr>
              <a:t>p</a:t>
            </a:r>
            <a:r>
              <a:rPr sz="26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s: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</a:rPr>
              <a:t>//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www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.yo</a:t>
            </a:r>
            <a:r>
              <a:rPr sz="2600" u="sng" spc="-15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u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tub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e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.c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o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m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/w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a</a:t>
            </a:r>
            <a:r>
              <a:rPr sz="2600" u="sng" spc="5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t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ch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?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v=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f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pnE6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UA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f</a:t>
            </a:r>
            <a:r>
              <a:rPr sz="2600" u="sng" spc="-15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b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1"/>
              </a:rPr>
              <a:t>tU</a:t>
            </a:r>
            <a:endParaRPr sz="2600" dirty="0">
              <a:latin typeface="Times New Roman"/>
              <a:cs typeface="Times New Roman"/>
            </a:endParaRPr>
          </a:p>
          <a:p>
            <a:pPr marL="469265" indent="-227965">
              <a:buFont typeface="Times New Roman"/>
              <a:buChar char="●"/>
              <a:tabLst>
                <a:tab pos="469900" algn="l"/>
              </a:tabLst>
            </a:pP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</a:rPr>
              <a:t>htt</a:t>
            </a:r>
            <a:r>
              <a:rPr sz="2600" u="sng" spc="-15" dirty="0">
                <a:solidFill>
                  <a:srgbClr val="0462C1"/>
                </a:solidFill>
                <a:latin typeface="Times New Roman"/>
                <a:cs typeface="Times New Roman"/>
              </a:rPr>
              <a:t>p</a:t>
            </a:r>
            <a:r>
              <a:rPr sz="26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s: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</a:rPr>
              <a:t>//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www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.yo</a:t>
            </a:r>
            <a:r>
              <a:rPr sz="2600" u="sng" spc="-1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u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tub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e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.c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o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m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/w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a</a:t>
            </a:r>
            <a:r>
              <a:rPr sz="2600" u="sng" spc="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t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ch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?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v=WL</a:t>
            </a:r>
            <a:r>
              <a:rPr sz="26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K</a:t>
            </a:r>
            <a:r>
              <a:rPr sz="2600" u="sng" spc="-2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G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m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f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io</a:t>
            </a:r>
            <a:r>
              <a:rPr sz="26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r</a:t>
            </a:r>
            <a:r>
              <a:rPr sz="2600" u="sng" dirty="0">
                <a:solidFill>
                  <a:srgbClr val="0462C1"/>
                </a:solidFill>
                <a:latin typeface="Times New Roman"/>
                <a:cs typeface="Times New Roman"/>
                <a:hlinkClick r:id="rId12"/>
              </a:rPr>
              <a:t>cQ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2501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</TotalTime>
  <Words>2945</Words>
  <Application>Microsoft Office PowerPoint</Application>
  <PresentationFormat>Custom</PresentationFormat>
  <Paragraphs>188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2024-12-20T10:46:23Z</dcterms:created>
  <dcterms:modified xsi:type="dcterms:W3CDTF">2024-12-23T08:20:55Z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