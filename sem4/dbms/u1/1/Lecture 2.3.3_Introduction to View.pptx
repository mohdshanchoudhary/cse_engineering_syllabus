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  <p:sldMasterId id="2147483705" r:id="rId2"/>
    <p:sldMasterId id="2147483721" r:id="rId3"/>
    <p:sldMasterId id="2147483729" r:id="rId4"/>
  </p:sldMasterIdLst>
  <p:notesMasterIdLst>
    <p:notesMasterId r:id="rId22"/>
  </p:notesMasterIdLst>
  <p:handoutMasterIdLst>
    <p:handoutMasterId r:id="rId23"/>
  </p:handoutMasterIdLst>
  <p:sldIdLst>
    <p:sldId id="564" r:id="rId5"/>
    <p:sldId id="565" r:id="rId6"/>
    <p:sldId id="566" r:id="rId7"/>
    <p:sldId id="492" r:id="rId8"/>
    <p:sldId id="550" r:id="rId9"/>
    <p:sldId id="552" r:id="rId10"/>
    <p:sldId id="554" r:id="rId11"/>
    <p:sldId id="551" r:id="rId12"/>
    <p:sldId id="557" r:id="rId13"/>
    <p:sldId id="558" r:id="rId14"/>
    <p:sldId id="559" r:id="rId15"/>
    <p:sldId id="556" r:id="rId16"/>
    <p:sldId id="553" r:id="rId17"/>
    <p:sldId id="560" r:id="rId18"/>
    <p:sldId id="364" r:id="rId19"/>
    <p:sldId id="567" r:id="rId20"/>
    <p:sldId id="568" r:id="rId21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15" autoAdjust="0"/>
    <p:restoredTop sz="94660"/>
  </p:normalViewPr>
  <p:slideViewPr>
    <p:cSldViewPr snapToGrid="0">
      <p:cViewPr varScale="1">
        <p:scale>
          <a:sx n="74" d="100"/>
          <a:sy n="74" d="100"/>
        </p:scale>
        <p:origin x="55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6/28/2023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6/28/2023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9"/>
            <a:ext cx="12192000" cy="768085"/>
          </a:xfrm>
          <a:prstGeom prst="rect">
            <a:avLst/>
          </a:prstGeom>
        </p:spPr>
        <p:txBody>
          <a:bodyPr lIns="91438" tIns="45719" rIns="91438" bIns="45719"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4"/>
            <a:ext cx="12192000" cy="384043"/>
          </a:xfrm>
          <a:prstGeom prst="rect">
            <a:avLst/>
          </a:prstGeom>
        </p:spPr>
        <p:txBody>
          <a:bodyPr lIns="91438" tIns="45719" rIns="91438" bIns="45719" anchor="ctr"/>
          <a:lstStyle>
            <a:lvl1pPr marL="0" indent="0" algn="ctr">
              <a:buNone/>
              <a:defRPr sz="1900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2" y="2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9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9"/>
            <a:ext cx="12192000" cy="768085"/>
          </a:xfrm>
          <a:prstGeom prst="rect">
            <a:avLst/>
          </a:prstGeom>
        </p:spPr>
        <p:txBody>
          <a:bodyPr lIns="91438" tIns="45719" rIns="91438" bIns="45719"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4"/>
            <a:ext cx="12192000" cy="384043"/>
          </a:xfrm>
          <a:prstGeom prst="rect">
            <a:avLst/>
          </a:prstGeom>
        </p:spPr>
        <p:txBody>
          <a:bodyPr lIns="91438" tIns="45719" rIns="91438" bIns="45719" anchor="ctr"/>
          <a:lstStyle>
            <a:lvl1pPr marL="0" indent="0" algn="ctr">
              <a:buNone/>
              <a:defRPr sz="19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2" y="2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9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8" y="164639"/>
            <a:ext cx="9456373" cy="768085"/>
          </a:xfrm>
          <a:prstGeom prst="rect">
            <a:avLst/>
          </a:prstGeom>
        </p:spPr>
        <p:txBody>
          <a:bodyPr lIns="91438" tIns="45719" rIns="91438" bIns="45719"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8" y="932724"/>
            <a:ext cx="9456373" cy="384043"/>
          </a:xfrm>
          <a:prstGeom prst="rect">
            <a:avLst/>
          </a:prstGeom>
        </p:spPr>
        <p:txBody>
          <a:bodyPr lIns="91438" tIns="45719" rIns="91438" bIns="45719" anchor="ctr"/>
          <a:lstStyle>
            <a:lvl1pPr marL="0" indent="0" algn="l">
              <a:buNone/>
              <a:defRPr sz="19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2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lIns="91438" tIns="45719" rIns="91438" bIns="45719"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lIns="91438" tIns="45719" rIns="91438" bIns="45719" anchor="ctr"/>
          <a:lstStyle>
            <a:lvl1pPr marL="0" indent="0" algn="ctr">
              <a:buNone/>
              <a:defRPr sz="19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3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8" rIns="121917" bIns="6095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3" y="4677510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8" rIns="121917" bIns="6095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3" y="4677510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8" rIns="121917" bIns="6095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3" y="4677510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8" rIns="121917" bIns="6095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9" y="4677510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8" rIns="121917" bIns="6095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2" y="2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9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70" indent="0">
              <a:buNone/>
              <a:defRPr sz="3700"/>
            </a:lvl2pPr>
            <a:lvl3pPr marL="1219140" indent="0">
              <a:buNone/>
              <a:defRPr sz="3200"/>
            </a:lvl3pPr>
            <a:lvl4pPr marL="1828709" indent="0">
              <a:buNone/>
              <a:defRPr sz="2700"/>
            </a:lvl4pPr>
            <a:lvl5pPr marL="2438278" indent="0">
              <a:buNone/>
              <a:defRPr sz="2700"/>
            </a:lvl5pPr>
            <a:lvl6pPr marL="3047848" indent="0">
              <a:buNone/>
              <a:defRPr sz="2700"/>
            </a:lvl6pPr>
            <a:lvl7pPr marL="3657418" indent="0">
              <a:buNone/>
              <a:defRPr sz="2700"/>
            </a:lvl7pPr>
            <a:lvl8pPr marL="4266987" indent="0">
              <a:buNone/>
              <a:defRPr sz="2700"/>
            </a:lvl8pPr>
            <a:lvl9pPr marL="4876557" indent="0">
              <a:buNone/>
              <a:defRPr sz="27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70" indent="0">
              <a:buNone/>
              <a:defRPr sz="3700"/>
            </a:lvl2pPr>
            <a:lvl3pPr marL="1219140" indent="0">
              <a:buNone/>
              <a:defRPr sz="3200"/>
            </a:lvl3pPr>
            <a:lvl4pPr marL="1828709" indent="0">
              <a:buNone/>
              <a:defRPr sz="2700"/>
            </a:lvl4pPr>
            <a:lvl5pPr marL="2438278" indent="0">
              <a:buNone/>
              <a:defRPr sz="2700"/>
            </a:lvl5pPr>
            <a:lvl6pPr marL="3047848" indent="0">
              <a:buNone/>
              <a:defRPr sz="2700"/>
            </a:lvl6pPr>
            <a:lvl7pPr marL="3657418" indent="0">
              <a:buNone/>
              <a:defRPr sz="2700"/>
            </a:lvl7pPr>
            <a:lvl8pPr marL="4266987" indent="0">
              <a:buNone/>
              <a:defRPr sz="2700"/>
            </a:lvl8pPr>
            <a:lvl9pPr marL="4876557" indent="0">
              <a:buNone/>
              <a:defRPr sz="27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70" indent="0">
              <a:buNone/>
              <a:defRPr sz="3700"/>
            </a:lvl2pPr>
            <a:lvl3pPr marL="1219140" indent="0">
              <a:buNone/>
              <a:defRPr sz="3200"/>
            </a:lvl3pPr>
            <a:lvl4pPr marL="1828709" indent="0">
              <a:buNone/>
              <a:defRPr sz="2700"/>
            </a:lvl4pPr>
            <a:lvl5pPr marL="2438278" indent="0">
              <a:buNone/>
              <a:defRPr sz="2700"/>
            </a:lvl5pPr>
            <a:lvl6pPr marL="3047848" indent="0">
              <a:buNone/>
              <a:defRPr sz="2700"/>
            </a:lvl6pPr>
            <a:lvl7pPr marL="3657418" indent="0">
              <a:buNone/>
              <a:defRPr sz="2700"/>
            </a:lvl7pPr>
            <a:lvl8pPr marL="4266987" indent="0">
              <a:buNone/>
              <a:defRPr sz="2700"/>
            </a:lvl8pPr>
            <a:lvl9pPr marL="4876557" indent="0">
              <a:buNone/>
              <a:defRPr sz="27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70" indent="0">
              <a:buNone/>
              <a:defRPr sz="3700"/>
            </a:lvl2pPr>
            <a:lvl3pPr marL="1219140" indent="0">
              <a:buNone/>
              <a:defRPr sz="3200"/>
            </a:lvl3pPr>
            <a:lvl4pPr marL="1828709" indent="0">
              <a:buNone/>
              <a:defRPr sz="2700"/>
            </a:lvl4pPr>
            <a:lvl5pPr marL="2438278" indent="0">
              <a:buNone/>
              <a:defRPr sz="2700"/>
            </a:lvl5pPr>
            <a:lvl6pPr marL="3047848" indent="0">
              <a:buNone/>
              <a:defRPr sz="2700"/>
            </a:lvl6pPr>
            <a:lvl7pPr marL="3657418" indent="0">
              <a:buNone/>
              <a:defRPr sz="2700"/>
            </a:lvl7pPr>
            <a:lvl8pPr marL="4266987" indent="0">
              <a:buNone/>
              <a:defRPr sz="2700"/>
            </a:lvl8pPr>
            <a:lvl9pPr marL="4876557" indent="0">
              <a:buNone/>
              <a:defRPr sz="27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8" rIns="121917" bIns="6095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70" indent="0">
              <a:buNone/>
              <a:defRPr sz="3700"/>
            </a:lvl2pPr>
            <a:lvl3pPr marL="1219140" indent="0">
              <a:buNone/>
              <a:defRPr sz="3200"/>
            </a:lvl3pPr>
            <a:lvl4pPr marL="1828709" indent="0">
              <a:buNone/>
              <a:defRPr sz="2700"/>
            </a:lvl4pPr>
            <a:lvl5pPr marL="2438278" indent="0">
              <a:buNone/>
              <a:defRPr sz="2700"/>
            </a:lvl5pPr>
            <a:lvl6pPr marL="3047848" indent="0">
              <a:buNone/>
              <a:defRPr sz="2700"/>
            </a:lvl6pPr>
            <a:lvl7pPr marL="3657418" indent="0">
              <a:buNone/>
              <a:defRPr sz="2700"/>
            </a:lvl7pPr>
            <a:lvl8pPr marL="4266987" indent="0">
              <a:buNone/>
              <a:defRPr sz="2700"/>
            </a:lvl8pPr>
            <a:lvl9pPr marL="4876557" indent="0">
              <a:buNone/>
              <a:defRPr sz="27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70" indent="0">
              <a:buNone/>
              <a:defRPr sz="3700"/>
            </a:lvl2pPr>
            <a:lvl3pPr marL="1219140" indent="0">
              <a:buNone/>
              <a:defRPr sz="3200"/>
            </a:lvl3pPr>
            <a:lvl4pPr marL="1828709" indent="0">
              <a:buNone/>
              <a:defRPr sz="2700"/>
            </a:lvl4pPr>
            <a:lvl5pPr marL="2438278" indent="0">
              <a:buNone/>
              <a:defRPr sz="2700"/>
            </a:lvl5pPr>
            <a:lvl6pPr marL="3047848" indent="0">
              <a:buNone/>
              <a:defRPr sz="2700"/>
            </a:lvl6pPr>
            <a:lvl7pPr marL="3657418" indent="0">
              <a:buNone/>
              <a:defRPr sz="2700"/>
            </a:lvl7pPr>
            <a:lvl8pPr marL="4266987" indent="0">
              <a:buNone/>
              <a:defRPr sz="2700"/>
            </a:lvl8pPr>
            <a:lvl9pPr marL="4876557" indent="0">
              <a:buNone/>
              <a:defRPr sz="27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70" indent="0">
              <a:buNone/>
              <a:defRPr sz="3700"/>
            </a:lvl2pPr>
            <a:lvl3pPr marL="1219140" indent="0">
              <a:buNone/>
              <a:defRPr sz="3200"/>
            </a:lvl3pPr>
            <a:lvl4pPr marL="1828709" indent="0">
              <a:buNone/>
              <a:defRPr sz="2700"/>
            </a:lvl4pPr>
            <a:lvl5pPr marL="2438278" indent="0">
              <a:buNone/>
              <a:defRPr sz="2700"/>
            </a:lvl5pPr>
            <a:lvl6pPr marL="3047848" indent="0">
              <a:buNone/>
              <a:defRPr sz="2700"/>
            </a:lvl6pPr>
            <a:lvl7pPr marL="3657418" indent="0">
              <a:buNone/>
              <a:defRPr sz="2700"/>
            </a:lvl7pPr>
            <a:lvl8pPr marL="4266987" indent="0">
              <a:buNone/>
              <a:defRPr sz="2700"/>
            </a:lvl8pPr>
            <a:lvl9pPr marL="4876557" indent="0">
              <a:buNone/>
              <a:defRPr sz="27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70" indent="0">
              <a:buNone/>
              <a:defRPr sz="3700"/>
            </a:lvl2pPr>
            <a:lvl3pPr marL="1219140" indent="0">
              <a:buNone/>
              <a:defRPr sz="3200"/>
            </a:lvl3pPr>
            <a:lvl4pPr marL="1828709" indent="0">
              <a:buNone/>
              <a:defRPr sz="2700"/>
            </a:lvl4pPr>
            <a:lvl5pPr marL="2438278" indent="0">
              <a:buNone/>
              <a:defRPr sz="2700"/>
            </a:lvl5pPr>
            <a:lvl6pPr marL="3047848" indent="0">
              <a:buNone/>
              <a:defRPr sz="2700"/>
            </a:lvl6pPr>
            <a:lvl7pPr marL="3657418" indent="0">
              <a:buNone/>
              <a:defRPr sz="2700"/>
            </a:lvl7pPr>
            <a:lvl8pPr marL="4266987" indent="0">
              <a:buNone/>
              <a:defRPr sz="2700"/>
            </a:lvl8pPr>
            <a:lvl9pPr marL="4876557" indent="0">
              <a:buNone/>
              <a:defRPr sz="27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70" indent="0">
              <a:buNone/>
              <a:defRPr sz="3700"/>
            </a:lvl2pPr>
            <a:lvl3pPr marL="1219140" indent="0">
              <a:buNone/>
              <a:defRPr sz="3200"/>
            </a:lvl3pPr>
            <a:lvl4pPr marL="1828709" indent="0">
              <a:buNone/>
              <a:defRPr sz="2700"/>
            </a:lvl4pPr>
            <a:lvl5pPr marL="2438278" indent="0">
              <a:buNone/>
              <a:defRPr sz="2700"/>
            </a:lvl5pPr>
            <a:lvl6pPr marL="3047848" indent="0">
              <a:buNone/>
              <a:defRPr sz="2700"/>
            </a:lvl6pPr>
            <a:lvl7pPr marL="3657418" indent="0">
              <a:buNone/>
              <a:defRPr sz="2700"/>
            </a:lvl7pPr>
            <a:lvl8pPr marL="4266987" indent="0">
              <a:buNone/>
              <a:defRPr sz="2700"/>
            </a:lvl8pPr>
            <a:lvl9pPr marL="4876557" indent="0">
              <a:buNone/>
              <a:defRPr sz="27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70" indent="0">
              <a:buNone/>
              <a:defRPr sz="3700"/>
            </a:lvl2pPr>
            <a:lvl3pPr marL="1219140" indent="0">
              <a:buNone/>
              <a:defRPr sz="3200"/>
            </a:lvl3pPr>
            <a:lvl4pPr marL="1828709" indent="0">
              <a:buNone/>
              <a:defRPr sz="2700"/>
            </a:lvl4pPr>
            <a:lvl5pPr marL="2438278" indent="0">
              <a:buNone/>
              <a:defRPr sz="2700"/>
            </a:lvl5pPr>
            <a:lvl6pPr marL="3047848" indent="0">
              <a:buNone/>
              <a:defRPr sz="2700"/>
            </a:lvl6pPr>
            <a:lvl7pPr marL="3657418" indent="0">
              <a:buNone/>
              <a:defRPr sz="2700"/>
            </a:lvl7pPr>
            <a:lvl8pPr marL="4266987" indent="0">
              <a:buNone/>
              <a:defRPr sz="2700"/>
            </a:lvl8pPr>
            <a:lvl9pPr marL="4876557" indent="0">
              <a:buNone/>
              <a:defRPr sz="27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lIns="91438" tIns="45719" rIns="91438" bIns="45719"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lIns="91438" tIns="45719" rIns="91438" bIns="45719" anchor="ctr"/>
          <a:lstStyle>
            <a:lvl1pPr marL="0" indent="0" algn="ctr">
              <a:buNone/>
              <a:defRPr sz="19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8" rIns="121917" bIns="6095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8" rIns="121917" bIns="6095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70" indent="0">
              <a:buNone/>
              <a:defRPr sz="3700"/>
            </a:lvl2pPr>
            <a:lvl3pPr marL="1219140" indent="0">
              <a:buNone/>
              <a:defRPr sz="3200"/>
            </a:lvl3pPr>
            <a:lvl4pPr marL="1828709" indent="0">
              <a:buNone/>
              <a:defRPr sz="2700"/>
            </a:lvl4pPr>
            <a:lvl5pPr marL="2438278" indent="0">
              <a:buNone/>
              <a:defRPr sz="2700"/>
            </a:lvl5pPr>
            <a:lvl6pPr marL="3047848" indent="0">
              <a:buNone/>
              <a:defRPr sz="2700"/>
            </a:lvl6pPr>
            <a:lvl7pPr marL="3657418" indent="0">
              <a:buNone/>
              <a:defRPr sz="2700"/>
            </a:lvl7pPr>
            <a:lvl8pPr marL="4266987" indent="0">
              <a:buNone/>
              <a:defRPr sz="2700"/>
            </a:lvl8pPr>
            <a:lvl9pPr marL="4876557" indent="0">
              <a:buNone/>
              <a:defRPr sz="27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70" indent="0">
              <a:buNone/>
              <a:defRPr sz="3700"/>
            </a:lvl2pPr>
            <a:lvl3pPr marL="1219140" indent="0">
              <a:buNone/>
              <a:defRPr sz="3200"/>
            </a:lvl3pPr>
            <a:lvl4pPr marL="1828709" indent="0">
              <a:buNone/>
              <a:defRPr sz="2700"/>
            </a:lvl4pPr>
            <a:lvl5pPr marL="2438278" indent="0">
              <a:buNone/>
              <a:defRPr sz="2700"/>
            </a:lvl5pPr>
            <a:lvl6pPr marL="3047848" indent="0">
              <a:buNone/>
              <a:defRPr sz="2700"/>
            </a:lvl6pPr>
            <a:lvl7pPr marL="3657418" indent="0">
              <a:buNone/>
              <a:defRPr sz="2700"/>
            </a:lvl7pPr>
            <a:lvl8pPr marL="4266987" indent="0">
              <a:buNone/>
              <a:defRPr sz="2700"/>
            </a:lvl8pPr>
            <a:lvl9pPr marL="4876557" indent="0">
              <a:buNone/>
              <a:defRPr sz="27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70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70" indent="0">
              <a:buNone/>
              <a:defRPr sz="3700"/>
            </a:lvl2pPr>
            <a:lvl3pPr marL="1219140" indent="0">
              <a:buNone/>
              <a:defRPr sz="3200"/>
            </a:lvl3pPr>
            <a:lvl4pPr marL="1828709" indent="0">
              <a:buNone/>
              <a:defRPr sz="2700"/>
            </a:lvl4pPr>
            <a:lvl5pPr marL="2438278" indent="0">
              <a:buNone/>
              <a:defRPr sz="2700"/>
            </a:lvl5pPr>
            <a:lvl6pPr marL="3047848" indent="0">
              <a:buNone/>
              <a:defRPr sz="2700"/>
            </a:lvl6pPr>
            <a:lvl7pPr marL="3657418" indent="0">
              <a:buNone/>
              <a:defRPr sz="2700"/>
            </a:lvl7pPr>
            <a:lvl8pPr marL="4266987" indent="0">
              <a:buNone/>
              <a:defRPr sz="2700"/>
            </a:lvl8pPr>
            <a:lvl9pPr marL="4876557" indent="0">
              <a:buNone/>
              <a:defRPr sz="27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70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70" indent="0">
              <a:buNone/>
              <a:defRPr sz="3700"/>
            </a:lvl2pPr>
            <a:lvl3pPr marL="1219140" indent="0">
              <a:buNone/>
              <a:defRPr sz="3200"/>
            </a:lvl3pPr>
            <a:lvl4pPr marL="1828709" indent="0">
              <a:buNone/>
              <a:defRPr sz="2700"/>
            </a:lvl4pPr>
            <a:lvl5pPr marL="2438278" indent="0">
              <a:buNone/>
              <a:defRPr sz="2700"/>
            </a:lvl5pPr>
            <a:lvl6pPr marL="3047848" indent="0">
              <a:buNone/>
              <a:defRPr sz="2700"/>
            </a:lvl6pPr>
            <a:lvl7pPr marL="3657418" indent="0">
              <a:buNone/>
              <a:defRPr sz="2700"/>
            </a:lvl7pPr>
            <a:lvl8pPr marL="4266987" indent="0">
              <a:buNone/>
              <a:defRPr sz="2700"/>
            </a:lvl8pPr>
            <a:lvl9pPr marL="4876557" indent="0">
              <a:buNone/>
              <a:defRPr sz="27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1" y="480056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70" indent="0">
              <a:buNone/>
              <a:defRPr sz="3700"/>
            </a:lvl2pPr>
            <a:lvl3pPr marL="1219140" indent="0">
              <a:buNone/>
              <a:defRPr sz="3200"/>
            </a:lvl3pPr>
            <a:lvl4pPr marL="1828709" indent="0">
              <a:buNone/>
              <a:defRPr sz="2700"/>
            </a:lvl4pPr>
            <a:lvl5pPr marL="2438278" indent="0">
              <a:buNone/>
              <a:defRPr sz="2700"/>
            </a:lvl5pPr>
            <a:lvl6pPr marL="3047848" indent="0">
              <a:buNone/>
              <a:defRPr sz="2700"/>
            </a:lvl6pPr>
            <a:lvl7pPr marL="3657418" indent="0">
              <a:buNone/>
              <a:defRPr sz="2700"/>
            </a:lvl7pPr>
            <a:lvl8pPr marL="4266987" indent="0">
              <a:buNone/>
              <a:defRPr sz="2700"/>
            </a:lvl8pPr>
            <a:lvl9pPr marL="4876557" indent="0">
              <a:buNone/>
              <a:defRPr sz="27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7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70" indent="0">
              <a:buNone/>
              <a:defRPr sz="3700"/>
            </a:lvl2pPr>
            <a:lvl3pPr marL="1219140" indent="0">
              <a:buNone/>
              <a:defRPr sz="3200"/>
            </a:lvl3pPr>
            <a:lvl4pPr marL="1828709" indent="0">
              <a:buNone/>
              <a:defRPr sz="2700"/>
            </a:lvl4pPr>
            <a:lvl5pPr marL="2438278" indent="0">
              <a:buNone/>
              <a:defRPr sz="2700"/>
            </a:lvl5pPr>
            <a:lvl6pPr marL="3047848" indent="0">
              <a:buNone/>
              <a:defRPr sz="2700"/>
            </a:lvl6pPr>
            <a:lvl7pPr marL="3657418" indent="0">
              <a:buNone/>
              <a:defRPr sz="2700"/>
            </a:lvl7pPr>
            <a:lvl8pPr marL="4266987" indent="0">
              <a:buNone/>
              <a:defRPr sz="2700"/>
            </a:lvl8pPr>
            <a:lvl9pPr marL="4876557" indent="0">
              <a:buNone/>
              <a:defRPr sz="27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70" indent="0">
              <a:buNone/>
              <a:defRPr sz="3700"/>
            </a:lvl2pPr>
            <a:lvl3pPr marL="1219140" indent="0">
              <a:buNone/>
              <a:defRPr sz="3200"/>
            </a:lvl3pPr>
            <a:lvl4pPr marL="1828709" indent="0">
              <a:buNone/>
              <a:defRPr sz="2700"/>
            </a:lvl4pPr>
            <a:lvl5pPr marL="2438278" indent="0">
              <a:buNone/>
              <a:defRPr sz="2700"/>
            </a:lvl5pPr>
            <a:lvl6pPr marL="3047848" indent="0">
              <a:buNone/>
              <a:defRPr sz="2700"/>
            </a:lvl6pPr>
            <a:lvl7pPr marL="3657418" indent="0">
              <a:buNone/>
              <a:defRPr sz="2700"/>
            </a:lvl7pPr>
            <a:lvl8pPr marL="4266987" indent="0">
              <a:buNone/>
              <a:defRPr sz="2700"/>
            </a:lvl8pPr>
            <a:lvl9pPr marL="4876557" indent="0">
              <a:buNone/>
              <a:defRPr sz="27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70" indent="0">
              <a:buNone/>
              <a:defRPr sz="3700"/>
            </a:lvl2pPr>
            <a:lvl3pPr marL="1219140" indent="0">
              <a:buNone/>
              <a:defRPr sz="3200"/>
            </a:lvl3pPr>
            <a:lvl4pPr marL="1828709" indent="0">
              <a:buNone/>
              <a:defRPr sz="2700"/>
            </a:lvl4pPr>
            <a:lvl5pPr marL="2438278" indent="0">
              <a:buNone/>
              <a:defRPr sz="2700"/>
            </a:lvl5pPr>
            <a:lvl6pPr marL="3047848" indent="0">
              <a:buNone/>
              <a:defRPr sz="2700"/>
            </a:lvl6pPr>
            <a:lvl7pPr marL="3657418" indent="0">
              <a:buNone/>
              <a:defRPr sz="2700"/>
            </a:lvl7pPr>
            <a:lvl8pPr marL="4266987" indent="0">
              <a:buNone/>
              <a:defRPr sz="2700"/>
            </a:lvl8pPr>
            <a:lvl9pPr marL="4876557" indent="0">
              <a:buNone/>
              <a:defRPr sz="27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70" indent="0">
              <a:buNone/>
              <a:defRPr sz="3700"/>
            </a:lvl2pPr>
            <a:lvl3pPr marL="1219140" indent="0">
              <a:buNone/>
              <a:defRPr sz="3200"/>
            </a:lvl3pPr>
            <a:lvl4pPr marL="1828709" indent="0">
              <a:buNone/>
              <a:defRPr sz="2700"/>
            </a:lvl4pPr>
            <a:lvl5pPr marL="2438278" indent="0">
              <a:buNone/>
              <a:defRPr sz="2700"/>
            </a:lvl5pPr>
            <a:lvl6pPr marL="3047848" indent="0">
              <a:buNone/>
              <a:defRPr sz="2700"/>
            </a:lvl6pPr>
            <a:lvl7pPr marL="3657418" indent="0">
              <a:buNone/>
              <a:defRPr sz="2700"/>
            </a:lvl7pPr>
            <a:lvl8pPr marL="4266987" indent="0">
              <a:buNone/>
              <a:defRPr sz="2700"/>
            </a:lvl8pPr>
            <a:lvl9pPr marL="4876557" indent="0">
              <a:buNone/>
              <a:defRPr sz="27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lIns="91438" tIns="45719" rIns="91438" bIns="45719"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lIns="91438" tIns="45719" rIns="91438" bIns="45719" anchor="ctr"/>
          <a:lstStyle>
            <a:lvl1pPr marL="0" indent="0" algn="ctr">
              <a:buNone/>
              <a:defRPr sz="19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4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6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70" indent="0">
              <a:buNone/>
              <a:defRPr sz="3700"/>
            </a:lvl2pPr>
            <a:lvl3pPr marL="1219140" indent="0">
              <a:buNone/>
              <a:defRPr sz="3200"/>
            </a:lvl3pPr>
            <a:lvl4pPr marL="1828709" indent="0">
              <a:buNone/>
              <a:defRPr sz="2700"/>
            </a:lvl4pPr>
            <a:lvl5pPr marL="2438278" indent="0">
              <a:buNone/>
              <a:defRPr sz="2700"/>
            </a:lvl5pPr>
            <a:lvl6pPr marL="3047848" indent="0">
              <a:buNone/>
              <a:defRPr sz="2700"/>
            </a:lvl6pPr>
            <a:lvl7pPr marL="3657418" indent="0">
              <a:buNone/>
              <a:defRPr sz="2700"/>
            </a:lvl7pPr>
            <a:lvl8pPr marL="4266987" indent="0">
              <a:buNone/>
              <a:defRPr sz="2700"/>
            </a:lvl8pPr>
            <a:lvl9pPr marL="4876557" indent="0">
              <a:buNone/>
              <a:defRPr sz="27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2" y="2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9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lIns="91438" tIns="45719" rIns="91438" bIns="45719"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lIns="91438" tIns="45719" rIns="91438" bIns="45719" anchor="ctr"/>
          <a:lstStyle>
            <a:lvl1pPr marL="0" indent="0" algn="ctr">
              <a:buNone/>
              <a:defRPr sz="19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8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7" y="1815748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2" y="1815748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3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70" indent="0">
              <a:buNone/>
              <a:defRPr sz="3700"/>
            </a:lvl2pPr>
            <a:lvl3pPr marL="1219140" indent="0">
              <a:buNone/>
              <a:defRPr sz="3200"/>
            </a:lvl3pPr>
            <a:lvl4pPr marL="1828709" indent="0">
              <a:buNone/>
              <a:defRPr sz="2700"/>
            </a:lvl4pPr>
            <a:lvl5pPr marL="2438278" indent="0">
              <a:buNone/>
              <a:defRPr sz="2700"/>
            </a:lvl5pPr>
            <a:lvl6pPr marL="3047848" indent="0">
              <a:buNone/>
              <a:defRPr sz="2700"/>
            </a:lvl6pPr>
            <a:lvl7pPr marL="3657418" indent="0">
              <a:buNone/>
              <a:defRPr sz="2700"/>
            </a:lvl7pPr>
            <a:lvl8pPr marL="4266987" indent="0">
              <a:buNone/>
              <a:defRPr sz="2700"/>
            </a:lvl8pPr>
            <a:lvl9pPr marL="4876557" indent="0">
              <a:buNone/>
              <a:defRPr sz="27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3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70" indent="0">
              <a:buNone/>
              <a:defRPr sz="3700"/>
            </a:lvl2pPr>
            <a:lvl3pPr marL="1219140" indent="0">
              <a:buNone/>
              <a:defRPr sz="3200"/>
            </a:lvl3pPr>
            <a:lvl4pPr marL="1828709" indent="0">
              <a:buNone/>
              <a:defRPr sz="2700"/>
            </a:lvl4pPr>
            <a:lvl5pPr marL="2438278" indent="0">
              <a:buNone/>
              <a:defRPr sz="2700"/>
            </a:lvl5pPr>
            <a:lvl6pPr marL="3047848" indent="0">
              <a:buNone/>
              <a:defRPr sz="2700"/>
            </a:lvl6pPr>
            <a:lvl7pPr marL="3657418" indent="0">
              <a:buNone/>
              <a:defRPr sz="2700"/>
            </a:lvl7pPr>
            <a:lvl8pPr marL="4266987" indent="0">
              <a:buNone/>
              <a:defRPr sz="2700"/>
            </a:lvl8pPr>
            <a:lvl9pPr marL="4876557" indent="0">
              <a:buNone/>
              <a:defRPr sz="27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3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70" indent="0">
              <a:buNone/>
              <a:defRPr sz="3700"/>
            </a:lvl2pPr>
            <a:lvl3pPr marL="1219140" indent="0">
              <a:buNone/>
              <a:defRPr sz="3200"/>
            </a:lvl3pPr>
            <a:lvl4pPr marL="1828709" indent="0">
              <a:buNone/>
              <a:defRPr sz="2700"/>
            </a:lvl4pPr>
            <a:lvl5pPr marL="2438278" indent="0">
              <a:buNone/>
              <a:defRPr sz="2700"/>
            </a:lvl5pPr>
            <a:lvl6pPr marL="3047848" indent="0">
              <a:buNone/>
              <a:defRPr sz="2700"/>
            </a:lvl6pPr>
            <a:lvl7pPr marL="3657418" indent="0">
              <a:buNone/>
              <a:defRPr sz="2700"/>
            </a:lvl7pPr>
            <a:lvl8pPr marL="4266987" indent="0">
              <a:buNone/>
              <a:defRPr sz="2700"/>
            </a:lvl8pPr>
            <a:lvl9pPr marL="4876557" indent="0">
              <a:buNone/>
              <a:defRPr sz="27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2" y="2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9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70" indent="0">
              <a:buNone/>
              <a:defRPr sz="3700"/>
            </a:lvl2pPr>
            <a:lvl3pPr marL="1219140" indent="0">
              <a:buNone/>
              <a:defRPr sz="3200"/>
            </a:lvl3pPr>
            <a:lvl4pPr marL="1828709" indent="0">
              <a:buNone/>
              <a:defRPr sz="2700"/>
            </a:lvl4pPr>
            <a:lvl5pPr marL="2438278" indent="0">
              <a:buNone/>
              <a:defRPr sz="2700"/>
            </a:lvl5pPr>
            <a:lvl6pPr marL="3047848" indent="0">
              <a:buNone/>
              <a:defRPr sz="2700"/>
            </a:lvl6pPr>
            <a:lvl7pPr marL="3657418" indent="0">
              <a:buNone/>
              <a:defRPr sz="2700"/>
            </a:lvl7pPr>
            <a:lvl8pPr marL="4266987" indent="0">
              <a:buNone/>
              <a:defRPr sz="2700"/>
            </a:lvl8pPr>
            <a:lvl9pPr marL="4876557" indent="0">
              <a:buNone/>
              <a:defRPr sz="27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9"/>
            <a:ext cx="12192000" cy="768085"/>
          </a:xfrm>
          <a:prstGeom prst="rect">
            <a:avLst/>
          </a:prstGeom>
        </p:spPr>
        <p:txBody>
          <a:bodyPr lIns="91438" tIns="45719" rIns="91438" bIns="45719"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2" y="1508788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9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600" y="9525"/>
            <a:ext cx="10515600" cy="1325563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9300" y="1335089"/>
            <a:ext cx="10515600" cy="48418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600" y="9525"/>
            <a:ext cx="10617200" cy="1325563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6600" y="1411289"/>
            <a:ext cx="5283200" cy="48418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11289"/>
            <a:ext cx="5181600" cy="48418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588" y="9525"/>
            <a:ext cx="10515600" cy="1325563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8989" y="13890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9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1689" y="23653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4144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9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378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300" y="9525"/>
            <a:ext cx="10515600" cy="1325563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500"/>
            </a:lvl2pPr>
            <a:lvl3pPr marL="914377" indent="0">
              <a:buNone/>
              <a:defRPr sz="1200"/>
            </a:lvl3pPr>
            <a:lvl4pPr marL="1371566" indent="0">
              <a:buNone/>
              <a:defRPr sz="1100"/>
            </a:lvl4pPr>
            <a:lvl5pPr marL="1828754" indent="0">
              <a:buNone/>
              <a:defRPr sz="1100"/>
            </a:lvl5pPr>
            <a:lvl6pPr marL="2285943" indent="0">
              <a:buNone/>
              <a:defRPr sz="1100"/>
            </a:lvl6pPr>
            <a:lvl7pPr marL="2743131" indent="0">
              <a:buNone/>
              <a:defRPr sz="1100"/>
            </a:lvl7pPr>
            <a:lvl8pPr marL="3200320" indent="0">
              <a:buNone/>
              <a:defRPr sz="1100"/>
            </a:lvl8pPr>
            <a:lvl9pPr marL="3657509" indent="0">
              <a:buNone/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500"/>
            </a:lvl2pPr>
            <a:lvl3pPr marL="914377" indent="0">
              <a:buNone/>
              <a:defRPr sz="1200"/>
            </a:lvl3pPr>
            <a:lvl4pPr marL="1371566" indent="0">
              <a:buNone/>
              <a:defRPr sz="1100"/>
            </a:lvl4pPr>
            <a:lvl5pPr marL="1828754" indent="0">
              <a:buNone/>
              <a:defRPr sz="1100"/>
            </a:lvl5pPr>
            <a:lvl6pPr marL="2285943" indent="0">
              <a:buNone/>
              <a:defRPr sz="1100"/>
            </a:lvl6pPr>
            <a:lvl7pPr marL="2743131" indent="0">
              <a:buNone/>
              <a:defRPr sz="1100"/>
            </a:lvl7pPr>
            <a:lvl8pPr marL="3200320" indent="0">
              <a:buNone/>
              <a:defRPr sz="1100"/>
            </a:lvl8pPr>
            <a:lvl9pPr marL="3657509" indent="0">
              <a:buNone/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600" y="9525"/>
            <a:ext cx="10515600" cy="1325563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393826"/>
            <a:ext cx="10515600" cy="46767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/>
        </p:nvSpPr>
        <p:spPr>
          <a:xfrm>
            <a:off x="-19051" y="1905000"/>
            <a:ext cx="12211051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/>
        </p:nvSpPr>
        <p:spPr>
          <a:xfrm>
            <a:off x="-19051" y="0"/>
            <a:ext cx="12211051" cy="4438651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/>
        </p:nvSpPr>
        <p:spPr>
          <a:xfrm>
            <a:off x="1085851" y="1009650"/>
            <a:ext cx="10020300" cy="5238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1" y="2819401"/>
            <a:ext cx="8496300" cy="280035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 smtClean="0"/>
              <a:t>Click icon to add picture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368400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6000" y="1447800"/>
            <a:ext cx="10972800" cy="48006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300"/>
            </a:lvl1pPr>
            <a:lvl2pPr>
              <a:defRPr sz="2000"/>
            </a:lvl2pPr>
            <a:lvl3pPr>
              <a:defRPr sz="19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1422400" y="609600"/>
            <a:ext cx="10566400" cy="685800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buNone/>
              <a:defRPr sz="3200" b="1">
                <a:solidFill>
                  <a:srgbClr val="C00000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250285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10"/>
          <p:cNvSpPr>
            <a:spLocks noChangeShapeType="1"/>
          </p:cNvSpPr>
          <p:nvPr userDrawn="1"/>
        </p:nvSpPr>
        <p:spPr bwMode="auto">
          <a:xfrm>
            <a:off x="493186" y="6371167"/>
            <a:ext cx="11135783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1904" tIns="60952" rIns="121904" bIns="60952"/>
          <a:lstStyle/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</a:pPr>
            <a:endParaRPr lang="en-US" sz="4300" baseline="-25000" smtClean="0">
              <a:solidFill>
                <a:srgbClr val="E7E6E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9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>
                <a:solidFill>
                  <a:prstClr val="black">
                    <a:tint val="75000"/>
                  </a:prstClr>
                </a:solidFill>
              </a:rPr>
              <a:t>© Shamkant B. Navathe</a:t>
            </a:r>
          </a:p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F47548-8845-4F0E-8A07-710E305E2AE1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5637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600" y="114300"/>
            <a:ext cx="10515600" cy="1041400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9300" y="1231903"/>
            <a:ext cx="10515600" cy="49450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prstClr val="black">
                    <a:tint val="75000"/>
                  </a:prstClr>
                </a:solidFill>
              </a:rPr>
              <a:t>Chapter 23-</a:t>
            </a:r>
            <a:fld id="{C46B2302-045A-4668-984B-3C5BE618699A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116417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600" y="114302"/>
            <a:ext cx="10617200" cy="1079500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6600" y="1282703"/>
            <a:ext cx="5283200" cy="49704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333503"/>
            <a:ext cx="5181600" cy="49196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prstClr val="black">
                    <a:tint val="75000"/>
                  </a:prstClr>
                </a:solidFill>
              </a:rPr>
              <a:t>Chapter 23-</a:t>
            </a:r>
            <a:fld id="{9AA05721-3903-495E-894A-65F9BE153C72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240098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588" y="139702"/>
            <a:ext cx="10515600" cy="1003300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1689" y="12620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9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1689" y="2235201"/>
            <a:ext cx="5157787" cy="38147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2747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9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260603"/>
            <a:ext cx="5183188" cy="38020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prstClr val="black">
                    <a:tint val="75000"/>
                  </a:prstClr>
                </a:solidFill>
              </a:rPr>
              <a:t>Chapter 23-</a:t>
            </a:r>
            <a:fld id="{B13DEAD1-F451-4E82-89A6-99DCDD23E427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076849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0836" y="2"/>
            <a:ext cx="3932237" cy="111369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9879" y="1266094"/>
            <a:ext cx="6185511" cy="459495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8556" y="1242647"/>
            <a:ext cx="4278923" cy="4626343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500"/>
            </a:lvl2pPr>
            <a:lvl3pPr marL="914354" indent="0">
              <a:buNone/>
              <a:defRPr sz="1200"/>
            </a:lvl3pPr>
            <a:lvl4pPr marL="1371532" indent="0">
              <a:buNone/>
              <a:defRPr sz="1100"/>
            </a:lvl4pPr>
            <a:lvl5pPr marL="1828709" indent="0">
              <a:buNone/>
              <a:defRPr sz="1100"/>
            </a:lvl5pPr>
            <a:lvl6pPr marL="2285886" indent="0">
              <a:buNone/>
              <a:defRPr sz="1100"/>
            </a:lvl6pPr>
            <a:lvl7pPr marL="2743062" indent="0">
              <a:buNone/>
              <a:defRPr sz="1100"/>
            </a:lvl7pPr>
            <a:lvl8pPr marL="3200240" indent="0">
              <a:buNone/>
              <a:defRPr sz="1100"/>
            </a:lvl8pPr>
            <a:lvl9pPr marL="3657418" indent="0">
              <a:buNone/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prstClr val="black">
                    <a:tint val="75000"/>
                  </a:prstClr>
                </a:solidFill>
              </a:rPr>
              <a:t>Chapter 23-</a:t>
            </a:r>
            <a:fld id="{0DCEE521-46F3-4C13-A306-CBFB70C57F55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777473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600" y="114300"/>
            <a:ext cx="10617200" cy="1016000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1202" y="1257300"/>
            <a:ext cx="10680700" cy="481329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prstClr val="black">
                    <a:tint val="75000"/>
                  </a:prstClr>
                </a:solidFill>
              </a:rPr>
              <a:t>Chapter 23-</a:t>
            </a:r>
            <a:fld id="{884265B6-0BB3-435B-B77A-F18C8DD5AF4C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695824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/>
        </p:nvSpPr>
        <p:spPr>
          <a:xfrm>
            <a:off x="-19051" y="1905000"/>
            <a:ext cx="12211051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>
              <a:buClr>
                <a:srgbClr val="FF0000"/>
              </a:buClr>
              <a:buFont typeface="Wingdings" pitchFamily="2" charset="2"/>
              <a:buNone/>
              <a:defRPr/>
            </a:pPr>
            <a:endParaRPr lang="ru-RU" sz="4300" baseline="-25000" dirty="0">
              <a:solidFill>
                <a:prstClr val="white"/>
              </a:solidFill>
            </a:endParaRPr>
          </a:p>
        </p:txBody>
      </p:sp>
      <p:sp>
        <p:nvSpPr>
          <p:cNvPr id="4" name="Прямоугольник 8"/>
          <p:cNvSpPr/>
          <p:nvPr/>
        </p:nvSpPr>
        <p:spPr>
          <a:xfrm>
            <a:off x="-19051" y="1"/>
            <a:ext cx="12211051" cy="4438651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-1" fmla="*/ 19050 w 12211050"/>
              <a:gd name="connsiteY0-2" fmla="*/ 0 h 4133850"/>
              <a:gd name="connsiteX1-3" fmla="*/ 12211050 w 12211050"/>
              <a:gd name="connsiteY1-4" fmla="*/ 0 h 4133850"/>
              <a:gd name="connsiteX2-5" fmla="*/ 12211050 w 12211050"/>
              <a:gd name="connsiteY2-6" fmla="*/ 4133850 h 4133850"/>
              <a:gd name="connsiteX3-7" fmla="*/ 0 w 12211050"/>
              <a:gd name="connsiteY3-8" fmla="*/ 3219450 h 4133850"/>
              <a:gd name="connsiteX4-9" fmla="*/ 19050 w 12211050"/>
              <a:gd name="connsiteY4-10" fmla="*/ 0 h 4133850"/>
              <a:gd name="connsiteX0-11" fmla="*/ 19050 w 12211050"/>
              <a:gd name="connsiteY0-12" fmla="*/ 0 h 4438650"/>
              <a:gd name="connsiteX1-13" fmla="*/ 12211050 w 12211050"/>
              <a:gd name="connsiteY1-14" fmla="*/ 0 h 4438650"/>
              <a:gd name="connsiteX2-15" fmla="*/ 12211050 w 12211050"/>
              <a:gd name="connsiteY2-16" fmla="*/ 4438650 h 4438650"/>
              <a:gd name="connsiteX3-17" fmla="*/ 0 w 12211050"/>
              <a:gd name="connsiteY3-18" fmla="*/ 3219450 h 4438650"/>
              <a:gd name="connsiteX4-19" fmla="*/ 19050 w 12211050"/>
              <a:gd name="connsiteY4-20" fmla="*/ 0 h 44386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>
              <a:buClr>
                <a:srgbClr val="FF0000"/>
              </a:buClr>
              <a:buFont typeface="Wingdings" pitchFamily="2" charset="2"/>
              <a:buNone/>
              <a:defRPr/>
            </a:pPr>
            <a:endParaRPr lang="ru-RU" sz="4300" baseline="-25000" dirty="0">
              <a:solidFill>
                <a:prstClr val="white"/>
              </a:solidFill>
            </a:endParaRPr>
          </a:p>
        </p:txBody>
      </p:sp>
      <p:sp>
        <p:nvSpPr>
          <p:cNvPr id="5" name="Прямоугольник 3"/>
          <p:cNvSpPr/>
          <p:nvPr/>
        </p:nvSpPr>
        <p:spPr>
          <a:xfrm>
            <a:off x="1085851" y="1009652"/>
            <a:ext cx="10020300" cy="52387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>
              <a:buClr>
                <a:srgbClr val="FF0000"/>
              </a:buClr>
              <a:buFont typeface="Wingdings" pitchFamily="2" charset="2"/>
              <a:buNone/>
              <a:defRPr/>
            </a:pPr>
            <a:endParaRPr lang="ru-RU" sz="4300" baseline="-25000" dirty="0">
              <a:solidFill>
                <a:prstClr val="white"/>
              </a:solidFill>
            </a:endParaRPr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1" y="2819402"/>
            <a:ext cx="8496300" cy="2800351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r>
              <a:rPr lang="en-US" noProof="0" smtClean="0"/>
              <a:t>Click icon to add picture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407147157"/>
      </p:ext>
    </p:extLst>
  </p:cSld>
  <p:clrMapOvr>
    <a:masterClrMapping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9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t>© Shamkant B. Navathe</a:t>
            </a:r>
          </a:p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1C96D6-C8F7-4C32-9AA2-6BF4C34B36A6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Line 10"/>
          <p:cNvSpPr>
            <a:spLocks noChangeShapeType="1"/>
          </p:cNvSpPr>
          <p:nvPr userDrawn="1"/>
        </p:nvSpPr>
        <p:spPr bwMode="auto">
          <a:xfrm>
            <a:off x="493187" y="6371167"/>
            <a:ext cx="11135783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1904" tIns="60952" rIns="121904" bIns="60952"/>
          <a:lstStyle/>
          <a:p>
            <a:pPr defTabSz="91440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</a:pPr>
            <a:endParaRPr lang="en-US" sz="4300" baseline="-25000" smtClean="0">
              <a:solidFill>
                <a:srgbClr val="E7E6E6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40679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600" y="114300"/>
            <a:ext cx="10515600" cy="1041400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6602" y="1155701"/>
            <a:ext cx="11099799" cy="54102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t>Chapter 23-</a:t>
            </a:r>
            <a:fld id="{A8916FEE-7A26-42F3-99D1-9208733151A7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69604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600" y="114302"/>
            <a:ext cx="10617200" cy="1079500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6600" y="1282703"/>
            <a:ext cx="5283200" cy="49704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333503"/>
            <a:ext cx="5181600" cy="49196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t>Chapter 23-</a:t>
            </a:r>
            <a:fld id="{E1444DA8-889D-4499-94A7-885073F29CBC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30332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588" y="139702"/>
            <a:ext cx="10515600" cy="1003300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1689" y="12620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9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1689" y="2235201"/>
            <a:ext cx="5157787" cy="38147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2747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9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260603"/>
            <a:ext cx="5183188" cy="38020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t>Chapter 23-</a:t>
            </a:r>
            <a:fld id="{74220612-F9CC-4544-B51B-1C152B0C8099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42408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0836" y="2"/>
            <a:ext cx="3932237" cy="111369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9879" y="1266094"/>
            <a:ext cx="6185511" cy="459495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8556" y="1242647"/>
            <a:ext cx="4278923" cy="4626343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500"/>
            </a:lvl2pPr>
            <a:lvl3pPr marL="914354" indent="0">
              <a:buNone/>
              <a:defRPr sz="1200"/>
            </a:lvl3pPr>
            <a:lvl4pPr marL="1371532" indent="0">
              <a:buNone/>
              <a:defRPr sz="1100"/>
            </a:lvl4pPr>
            <a:lvl5pPr marL="1828709" indent="0">
              <a:buNone/>
              <a:defRPr sz="1100"/>
            </a:lvl5pPr>
            <a:lvl6pPr marL="2285886" indent="0">
              <a:buNone/>
              <a:defRPr sz="1100"/>
            </a:lvl6pPr>
            <a:lvl7pPr marL="2743062" indent="0">
              <a:buNone/>
              <a:defRPr sz="1100"/>
            </a:lvl7pPr>
            <a:lvl8pPr marL="3200240" indent="0">
              <a:buNone/>
              <a:defRPr sz="1100"/>
            </a:lvl8pPr>
            <a:lvl9pPr marL="3657418" indent="0">
              <a:buNone/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t>Chapter 23-</a:t>
            </a:r>
            <a:fld id="{14E47071-1705-42E1-A06A-E02AACAC3DBA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47732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600" y="114300"/>
            <a:ext cx="10617200" cy="1016000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1202" y="1130299"/>
            <a:ext cx="11087100" cy="54483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t>Chapter 23-</a:t>
            </a:r>
            <a:fld id="{D2B044A6-BB09-4CB9-9D5E-A50A2A2FB080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27928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/>
        </p:nvSpPr>
        <p:spPr>
          <a:xfrm>
            <a:off x="-19051" y="1905000"/>
            <a:ext cx="12211051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defTabSz="914400">
              <a:buClr>
                <a:srgbClr val="FF0000"/>
              </a:buClr>
              <a:buFont typeface="Wingdings" pitchFamily="2" charset="2"/>
              <a:buNone/>
              <a:defRPr/>
            </a:pPr>
            <a:endParaRPr lang="ru-RU" sz="4300" baseline="-25000" dirty="0">
              <a:solidFill>
                <a:prstClr val="white"/>
              </a:solidFill>
            </a:endParaRPr>
          </a:p>
        </p:txBody>
      </p:sp>
      <p:sp>
        <p:nvSpPr>
          <p:cNvPr id="4" name="Прямоугольник 8"/>
          <p:cNvSpPr/>
          <p:nvPr/>
        </p:nvSpPr>
        <p:spPr>
          <a:xfrm>
            <a:off x="-19051" y="1"/>
            <a:ext cx="12211051" cy="4438651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-1" fmla="*/ 19050 w 12211050"/>
              <a:gd name="connsiteY0-2" fmla="*/ 0 h 4133850"/>
              <a:gd name="connsiteX1-3" fmla="*/ 12211050 w 12211050"/>
              <a:gd name="connsiteY1-4" fmla="*/ 0 h 4133850"/>
              <a:gd name="connsiteX2-5" fmla="*/ 12211050 w 12211050"/>
              <a:gd name="connsiteY2-6" fmla="*/ 4133850 h 4133850"/>
              <a:gd name="connsiteX3-7" fmla="*/ 0 w 12211050"/>
              <a:gd name="connsiteY3-8" fmla="*/ 3219450 h 4133850"/>
              <a:gd name="connsiteX4-9" fmla="*/ 19050 w 12211050"/>
              <a:gd name="connsiteY4-10" fmla="*/ 0 h 4133850"/>
              <a:gd name="connsiteX0-11" fmla="*/ 19050 w 12211050"/>
              <a:gd name="connsiteY0-12" fmla="*/ 0 h 4438650"/>
              <a:gd name="connsiteX1-13" fmla="*/ 12211050 w 12211050"/>
              <a:gd name="connsiteY1-14" fmla="*/ 0 h 4438650"/>
              <a:gd name="connsiteX2-15" fmla="*/ 12211050 w 12211050"/>
              <a:gd name="connsiteY2-16" fmla="*/ 4438650 h 4438650"/>
              <a:gd name="connsiteX3-17" fmla="*/ 0 w 12211050"/>
              <a:gd name="connsiteY3-18" fmla="*/ 3219450 h 4438650"/>
              <a:gd name="connsiteX4-19" fmla="*/ 19050 w 12211050"/>
              <a:gd name="connsiteY4-20" fmla="*/ 0 h 44386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defTabSz="914400">
              <a:buClr>
                <a:srgbClr val="FF0000"/>
              </a:buClr>
              <a:buFont typeface="Wingdings" pitchFamily="2" charset="2"/>
              <a:buNone/>
              <a:defRPr/>
            </a:pPr>
            <a:endParaRPr lang="ru-RU" sz="4300" baseline="-25000" dirty="0">
              <a:solidFill>
                <a:prstClr val="white"/>
              </a:solidFill>
            </a:endParaRPr>
          </a:p>
        </p:txBody>
      </p:sp>
      <p:sp>
        <p:nvSpPr>
          <p:cNvPr id="5" name="Прямоугольник 3"/>
          <p:cNvSpPr/>
          <p:nvPr/>
        </p:nvSpPr>
        <p:spPr>
          <a:xfrm>
            <a:off x="1085851" y="1009651"/>
            <a:ext cx="10020300" cy="5238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defTabSz="914400">
              <a:buClr>
                <a:srgbClr val="FF0000"/>
              </a:buClr>
              <a:buFont typeface="Wingdings" pitchFamily="2" charset="2"/>
              <a:buNone/>
              <a:defRPr/>
            </a:pPr>
            <a:endParaRPr lang="ru-RU" sz="4300" baseline="-25000" dirty="0">
              <a:solidFill>
                <a:prstClr val="white"/>
              </a:solidFill>
            </a:endParaRPr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1" y="2819402"/>
            <a:ext cx="8496300" cy="280035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 smtClean="0"/>
              <a:t>Click icon to add picture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123226650"/>
      </p:ext>
    </p:extLst>
  </p:cSld>
  <p:clrMapOvr>
    <a:masterClrMapping/>
  </p:clrMapOvr>
  <p:hf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t>Chapter 23-</a:t>
            </a:r>
            <a:fld id="{5D0073C8-0A48-4244-8E9D-08D8DD12C58D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2870476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Relationship Id="rId9" Type="http://schemas.openxmlformats.org/officeDocument/2006/relationships/image" Target="../media/image6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0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39.xml"/><Relationship Id="rId9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hf hdr="0" ftr="0" dt="0"/>
  <p:txStyles>
    <p:titleStyle>
      <a:lvl1pPr algn="ctr" defTabSz="1219140" rtl="0" eaLnBrk="1" latinLnBrk="1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78" indent="-457178" algn="l" defTabSz="1219140" rtl="0" eaLnBrk="1" latinLnBrk="1" hangingPunct="1">
        <a:spcBef>
          <a:spcPct val="20000"/>
        </a:spcBef>
        <a:buFont typeface="Arial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550" indent="-380981" algn="l" defTabSz="1219140" rtl="0" eaLnBrk="1" latinLnBrk="1" hangingPunct="1">
        <a:spcBef>
          <a:spcPct val="20000"/>
        </a:spcBef>
        <a:buFont typeface="Arial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25" indent="-304784" algn="l" defTabSz="121914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493" indent="-304784" algn="l" defTabSz="1219140" rtl="0" eaLnBrk="1" latinLnBrk="1" hangingPunct="1">
        <a:spcBef>
          <a:spcPct val="20000"/>
        </a:spcBef>
        <a:buFont typeface="Arial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062" indent="-304784" algn="l" defTabSz="1219140" rtl="0" eaLnBrk="1" latinLnBrk="1" hangingPunct="1">
        <a:spcBef>
          <a:spcPct val="20000"/>
        </a:spcBef>
        <a:buFont typeface="Arial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632" indent="-304784" algn="l" defTabSz="1219140" rtl="0" eaLnBrk="1" latinLnBrk="1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1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1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1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4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6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6600" y="22225"/>
            <a:ext cx="106172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600" y="1411290"/>
            <a:ext cx="10617200" cy="4829175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8" r:id="rId12"/>
    <p:sldLayoutId id="2147483719" r:id="rId13"/>
    <p:sldLayoutId id="2147483720" r:id="rId14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736600" y="101600"/>
            <a:ext cx="10617200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6" tIns="45718" rIns="91436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36600" y="1270000"/>
            <a:ext cx="10617200" cy="49699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3"/>
            <a:ext cx="2743200" cy="366183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endParaRPr lang="en-US" baseline="-25000">
              <a:solidFill>
                <a:prstClr val="black">
                  <a:tint val="75000"/>
                </a:prst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3"/>
            <a:ext cx="4114800" cy="366183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endParaRPr lang="en-US" baseline="-25000">
              <a:solidFill>
                <a:prstClr val="black">
                  <a:tint val="75000"/>
                </a:prst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3"/>
            <a:ext cx="2743200" cy="366183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r>
              <a:rPr lang="en-US" altLang="en-US" baseline="-25000">
                <a:solidFill>
                  <a:prstClr val="black">
                    <a:tint val="75000"/>
                  </a:prstClr>
                </a:solidFill>
                <a:latin typeface="Times New Roman" pitchFamily="18" charset="0"/>
                <a:cs typeface="Times New Roman" pitchFamily="18" charset="0"/>
              </a:rPr>
              <a:t>Chapter 23-</a:t>
            </a:r>
            <a:fld id="{811BD57C-FFFB-4588-83A2-DF40ECF90F9A}" type="slidenum">
              <a:rPr lang="en-US" altLang="en-US" baseline="-25000">
                <a:solidFill>
                  <a:prstClr val="black">
                    <a:tint val="75000"/>
                  </a:prstClr>
                </a:solidFill>
                <a:latin typeface="Times New Roman" pitchFamily="18" charset="0"/>
                <a:cs typeface="Times New Roman" pitchFamily="18" charset="0"/>
              </a:rPr>
              <a:pPr fontAlgn="base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buNone/>
                <a:defRPr/>
              </a:pPr>
              <a:t>‹#›</a:t>
            </a:fld>
            <a:endParaRPr lang="en-US" altLang="en-US" baseline="-25000">
              <a:solidFill>
                <a:prstClr val="black">
                  <a:tint val="75000"/>
                </a:prst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55" name="Line 23"/>
          <p:cNvSpPr>
            <a:spLocks noChangeShapeType="1"/>
          </p:cNvSpPr>
          <p:nvPr userDrawn="1"/>
        </p:nvSpPr>
        <p:spPr bwMode="auto">
          <a:xfrm flipH="1">
            <a:off x="406401" y="6443133"/>
            <a:ext cx="11804651" cy="0"/>
          </a:xfrm>
          <a:prstGeom prst="line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1904" tIns="60952" rIns="121904" bIns="60952"/>
          <a:lstStyle/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</a:pPr>
            <a:endParaRPr lang="en-US" sz="4300" baseline="-25000" smtClean="0">
              <a:solidFill>
                <a:srgbClr val="E7E6E6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634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354" rtl="0" fontAlgn="base">
        <a:lnSpc>
          <a:spcPct val="90000"/>
        </a:lnSpc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914354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Calibri" pitchFamily="34" charset="0"/>
        </a:defRPr>
      </a:lvl2pPr>
      <a:lvl3pPr algn="l" defTabSz="914354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Calibri" pitchFamily="34" charset="0"/>
        </a:defRPr>
      </a:lvl3pPr>
      <a:lvl4pPr algn="l" defTabSz="914354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Calibri" pitchFamily="34" charset="0"/>
        </a:defRPr>
      </a:lvl4pPr>
      <a:lvl5pPr algn="l" defTabSz="914354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Calibri" pitchFamily="34" charset="0"/>
        </a:defRPr>
      </a:lvl5pPr>
      <a:lvl6pPr marL="609570" algn="l" defTabSz="914354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Calibri" pitchFamily="34" charset="0"/>
        </a:defRPr>
      </a:lvl6pPr>
      <a:lvl7pPr marL="1219140" algn="l" defTabSz="914354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Calibri" pitchFamily="34" charset="0"/>
        </a:defRPr>
      </a:lvl7pPr>
      <a:lvl8pPr marL="1828709" algn="l" defTabSz="914354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Calibri" pitchFamily="34" charset="0"/>
        </a:defRPr>
      </a:lvl8pPr>
      <a:lvl9pPr marL="2438278" algn="l" defTabSz="914354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Calibri" pitchFamily="34" charset="0"/>
        </a:defRPr>
      </a:lvl9pPr>
    </p:titleStyle>
    <p:bodyStyle>
      <a:lvl1pPr marL="228589" indent="-228589" algn="l" defTabSz="914354" rtl="0" fontAlgn="base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6601" y="101600"/>
            <a:ext cx="11036299" cy="1041400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599" y="1143002"/>
            <a:ext cx="11036300" cy="5310716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endParaRPr lang="en-US" baseline="-25000" dirty="0">
              <a:solidFill>
                <a:prstClr val="black">
                  <a:tint val="75000"/>
                </a:prst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endParaRPr lang="en-US" baseline="-25000">
              <a:solidFill>
                <a:prstClr val="black">
                  <a:tint val="75000"/>
                </a:prst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r>
              <a:rPr lang="en-US" altLang="en-US" baseline="-25000" smtClean="0">
                <a:solidFill>
                  <a:prstClr val="black">
                    <a:tint val="75000"/>
                  </a:prstClr>
                </a:solidFill>
                <a:latin typeface="Times New Roman" pitchFamily="18" charset="0"/>
                <a:cs typeface="Times New Roman" pitchFamily="18" charset="0"/>
              </a:rPr>
              <a:t>Chapter 23-</a:t>
            </a:r>
            <a:fld id="{556D1AAB-69AF-4F0B-9C74-B602DBF2CC1B}" type="slidenum">
              <a:rPr lang="en-US" altLang="en-US" baseline="-25000" smtClean="0">
                <a:solidFill>
                  <a:prstClr val="black">
                    <a:tint val="75000"/>
                  </a:prstClr>
                </a:solidFill>
                <a:latin typeface="Times New Roman" pitchFamily="18" charset="0"/>
                <a:cs typeface="Times New Roman" pitchFamily="18" charset="0"/>
              </a:rPr>
              <a:pPr defTabSz="914400" fontAlgn="base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buNone/>
                <a:defRPr/>
              </a:pPr>
              <a:t>‹#›</a:t>
            </a:fld>
            <a:endParaRPr lang="en-US" altLang="en-US" baseline="-25000">
              <a:solidFill>
                <a:prstClr val="black">
                  <a:tint val="75000"/>
                </a:prst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Line 23"/>
          <p:cNvSpPr>
            <a:spLocks noChangeShapeType="1"/>
          </p:cNvSpPr>
          <p:nvPr userDrawn="1"/>
        </p:nvSpPr>
        <p:spPr bwMode="auto">
          <a:xfrm flipH="1">
            <a:off x="406401" y="6453717"/>
            <a:ext cx="11804651" cy="0"/>
          </a:xfrm>
          <a:prstGeom prst="line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1904" tIns="60952" rIns="121904" bIns="60952"/>
          <a:lstStyle/>
          <a:p>
            <a:pPr defTabSz="91440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</a:pPr>
            <a:endParaRPr lang="en-US" sz="4300" baseline="-25000" smtClean="0">
              <a:solidFill>
                <a:srgbClr val="E7E6E6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1151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7" r:id="rId7"/>
    <p:sldLayoutId id="2147483738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8.png"/><Relationship Id="rId4" Type="http://schemas.openxmlformats.org/officeDocument/2006/relationships/image" Target="../media/image7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ysqltutorial.org/mysql-update-data.aspx" TargetMode="External"/><Relationship Id="rId2" Type="http://schemas.openxmlformats.org/officeDocument/2006/relationships/hyperlink" Target="https://www.mysqltutorial.org/mysql-insert-statement.aspx" TargetMode="External"/><Relationship Id="rId1" Type="http://schemas.openxmlformats.org/officeDocument/2006/relationships/slideLayout" Target="../slideLayouts/slideLayout16.xml"/><Relationship Id="rId4" Type="http://schemas.openxmlformats.org/officeDocument/2006/relationships/hyperlink" Target="https://www.mysqltutorial.org/mysql-delete-statement.aspx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43.xml"/><Relationship Id="rId1" Type="http://schemas.openxmlformats.org/officeDocument/2006/relationships/vmlDrawing" Target="../drawings/vmlDrawing2.vml"/><Relationship Id="rId5" Type="http://schemas.openxmlformats.org/officeDocument/2006/relationships/hyperlink" Target="mailto:shaveta.e13464@cumail.in" TargetMode="External"/><Relationship Id="rId4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233" y="5427133"/>
            <a:ext cx="12196233" cy="15176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8" rIns="91432" bIns="45718" anchor="ctr"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endParaRPr lang="en-US" sz="4300" baseline="-25000">
              <a:solidFill>
                <a:prstClr val="white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02688" y="5903387"/>
            <a:ext cx="44449" cy="61171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8" rIns="91432" bIns="45718" anchor="ctr"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endParaRPr lang="en-US" sz="4300" baseline="-25000">
              <a:solidFill>
                <a:prstClr val="white"/>
              </a:solidFill>
            </a:endParaRPr>
          </a:p>
        </p:txBody>
      </p:sp>
      <p:sp>
        <p:nvSpPr>
          <p:cNvPr id="9220" name="Slide Number Placeholder 2"/>
          <p:cNvSpPr txBox="1">
            <a:spLocks/>
          </p:cNvSpPr>
          <p:nvPr/>
        </p:nvSpPr>
        <p:spPr bwMode="auto">
          <a:xfrm>
            <a:off x="8763000" y="6508754"/>
            <a:ext cx="2743200" cy="366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8" rIns="91432" bIns="45718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51435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</a:defRPr>
            </a:lvl2pPr>
            <a:lvl3pPr marL="85725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3pPr>
            <a:lvl4pPr marL="120015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154305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00025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45745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291465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37185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Tx/>
              <a:buNone/>
            </a:pPr>
            <a:endParaRPr lang="en-US" altLang="en-US" sz="1200" baseline="-25000">
              <a:solidFill>
                <a:srgbClr val="898989"/>
              </a:solidFill>
              <a:cs typeface="Times New Roman" pitchFamily="18" charset="0"/>
            </a:endParaRPr>
          </a:p>
        </p:txBody>
      </p:sp>
      <p:sp>
        <p:nvSpPr>
          <p:cNvPr id="46" name="Right Triangle 45">
            <a:extLst>
              <a:ext uri="{FF2B5EF4-FFF2-40B4-BE49-F238E27FC236}"/>
            </a:extLst>
          </p:cNvPr>
          <p:cNvSpPr/>
          <p:nvPr/>
        </p:nvSpPr>
        <p:spPr>
          <a:xfrm flipV="1">
            <a:off x="9508070" y="5941487"/>
            <a:ext cx="1291167" cy="115570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32" tIns="45718" rIns="91432" bIns="45718" anchor="ctr"/>
          <a:lstStyle/>
          <a:p>
            <a:pPr algn="ctr">
              <a:buClr>
                <a:srgbClr val="FF0000"/>
              </a:buClr>
              <a:buFont typeface="Wingdings" pitchFamily="2" charset="2"/>
              <a:buNone/>
              <a:defRPr/>
            </a:pPr>
            <a:endParaRPr lang="en-ID" kern="0" baseline="-25000">
              <a:solidFill>
                <a:srgbClr val="FFFFFF"/>
              </a:solidFill>
              <a:cs typeface="Times New Roman" pitchFamily="18" charset="0"/>
            </a:endParaRPr>
          </a:p>
        </p:txBody>
      </p:sp>
      <p:graphicFrame>
        <p:nvGraphicFramePr>
          <p:cNvPr id="9222" name="Object 47"/>
          <p:cNvGraphicFramePr>
            <a:graphicFrameLocks noChangeAspect="1"/>
          </p:cNvGraphicFramePr>
          <p:nvPr/>
        </p:nvGraphicFramePr>
        <p:xfrm>
          <a:off x="76200" y="3122085"/>
          <a:ext cx="3304117" cy="31474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8" name="CorelDRAW" r:id="rId3" imgW="2169000" imgH="2169360" progId="">
                  <p:embed/>
                </p:oleObj>
              </mc:Choice>
              <mc:Fallback>
                <p:oleObj name="CorelDRAW" r:id="rId3" imgW="2169000" imgH="216936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3122085"/>
                        <a:ext cx="3304117" cy="314748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/>
            </a:extLst>
          </p:cNvPr>
          <p:cNvSpPr/>
          <p:nvPr/>
        </p:nvSpPr>
        <p:spPr>
          <a:xfrm flipH="1">
            <a:off x="7046384" y="-65617"/>
            <a:ext cx="5145616" cy="5854701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32" tIns="45718" rIns="91432" bIns="45718" anchor="ctr"/>
          <a:lstStyle/>
          <a:p>
            <a:pPr algn="ctr">
              <a:buClr>
                <a:srgbClr val="FF0000"/>
              </a:buClr>
              <a:buFont typeface="Wingdings" pitchFamily="2" charset="2"/>
              <a:buNone/>
              <a:defRPr/>
            </a:pPr>
            <a:endParaRPr lang="en-ID" kern="0" baseline="-25000">
              <a:solidFill>
                <a:srgbClr val="FFFFFF"/>
              </a:solidFill>
              <a:cs typeface="Times New Roman" pitchFamily="18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80" y="2025530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8" rIns="91432" bIns="45718" anchor="ctr"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endParaRPr lang="en-US" sz="4300" baseline="-25000">
              <a:solidFill>
                <a:prstClr val="white"/>
              </a:solidFill>
            </a:endParaRPr>
          </a:p>
        </p:txBody>
      </p:sp>
      <p:pic>
        <p:nvPicPr>
          <p:cNvPr id="9227" name="Picture 2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3" y="23284"/>
            <a:ext cx="3858684" cy="1538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ight Triangle 42"/>
          <p:cNvSpPr/>
          <p:nvPr/>
        </p:nvSpPr>
        <p:spPr>
          <a:xfrm rot="10800000" flipV="1">
            <a:off x="9829804" y="5334000"/>
            <a:ext cx="2366433" cy="16002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8" rIns="91432" bIns="45718" anchor="ctr"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endParaRPr lang="en-US" sz="4300" baseline="-25000">
              <a:solidFill>
                <a:prstClr val="white"/>
              </a:solidFill>
            </a:endParaRPr>
          </a:p>
        </p:txBody>
      </p:sp>
      <p:sp>
        <p:nvSpPr>
          <p:cNvPr id="9229" name="TextBox 35"/>
          <p:cNvSpPr txBox="1">
            <a:spLocks noChangeArrowheads="1"/>
          </p:cNvSpPr>
          <p:nvPr/>
        </p:nvSpPr>
        <p:spPr bwMode="auto">
          <a:xfrm>
            <a:off x="6881284" y="6019804"/>
            <a:ext cx="4927600" cy="461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8" rIns="91432" bIns="45718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Tx/>
              <a:buNone/>
            </a:pPr>
            <a:r>
              <a:rPr lang="en-US" altLang="en-US" sz="2000" b="1" baseline="-25000">
                <a:solidFill>
                  <a:srgbClr val="595959"/>
                </a:solidFill>
                <a:latin typeface="Casper"/>
                <a:ea typeface="Karla"/>
                <a:cs typeface="Karla"/>
              </a:rPr>
              <a:t>DISCOVER . </a:t>
            </a:r>
            <a:r>
              <a:rPr lang="en-US" altLang="en-US" sz="2000" b="1" baseline="-25000">
                <a:solidFill>
                  <a:srgbClr val="C00000"/>
                </a:solidFill>
                <a:latin typeface="Casper"/>
                <a:ea typeface="Karla"/>
                <a:cs typeface="Karla"/>
              </a:rPr>
              <a:t>LEARN</a:t>
            </a:r>
            <a:r>
              <a:rPr lang="en-US" altLang="en-US" sz="2000" b="1" baseline="-25000">
                <a:solidFill>
                  <a:srgbClr val="595959"/>
                </a:solidFill>
                <a:latin typeface="Casper"/>
                <a:ea typeface="Karla"/>
                <a:cs typeface="Karla"/>
              </a:rPr>
              <a:t> . EMPOWER</a:t>
            </a:r>
            <a:endParaRPr lang="en-US" altLang="en-US" sz="1200" b="1" baseline="-25000">
              <a:solidFill>
                <a:srgbClr val="000000"/>
              </a:solidFill>
              <a:latin typeface="Casper"/>
              <a:cs typeface="Times New Roman" pitchFamily="18" charset="0"/>
            </a:endParaRPr>
          </a:p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Tx/>
              <a:buNone/>
            </a:pPr>
            <a:endParaRPr lang="en-US" altLang="en-US" sz="1600" b="1" baseline="-25000">
              <a:solidFill>
                <a:prstClr val="black"/>
              </a:solidFill>
              <a:latin typeface="Casper"/>
              <a:cs typeface="Times New Roman" pitchFamily="18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521" y="6043084"/>
            <a:ext cx="46567" cy="37041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8" rIns="91432" bIns="45718" anchor="ctr"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endParaRPr lang="en-US" sz="4300" baseline="-25000">
              <a:solidFill>
                <a:prstClr val="white"/>
              </a:solidFill>
            </a:endParaRPr>
          </a:p>
        </p:txBody>
      </p:sp>
      <p:sp>
        <p:nvSpPr>
          <p:cNvPr id="5135" name="TextBox 52"/>
          <p:cNvSpPr txBox="1">
            <a:spLocks noChangeArrowheads="1"/>
          </p:cNvSpPr>
          <p:nvPr/>
        </p:nvSpPr>
        <p:spPr bwMode="auto">
          <a:xfrm>
            <a:off x="455084" y="6028267"/>
            <a:ext cx="6432549" cy="313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8" rIns="91432" bIns="45718">
            <a:spAutoFit/>
          </a:bodyPr>
          <a:lstStyle>
            <a:lvl1pPr defTabSz="622300"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6223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defTabSz="6223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defTabSz="6223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defTabSz="6223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6223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6223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6223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6223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35000"/>
              </a:spcAft>
              <a:buClr>
                <a:srgbClr val="FF0000"/>
              </a:buClr>
              <a:buFontTx/>
              <a:buNone/>
              <a:defRPr/>
            </a:pPr>
            <a:r>
              <a:rPr lang="en-US" altLang="en-US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Views</a:t>
            </a:r>
            <a:endParaRPr lang="en-US" altLang="en-US" b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232" name="TextBox 25"/>
          <p:cNvSpPr txBox="1">
            <a:spLocks noChangeArrowheads="1"/>
          </p:cNvSpPr>
          <p:nvPr/>
        </p:nvSpPr>
        <p:spPr bwMode="auto">
          <a:xfrm>
            <a:off x="497421" y="1462621"/>
            <a:ext cx="11104033" cy="3208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8" rIns="91432" bIns="45718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Tx/>
              <a:buNone/>
            </a:pPr>
            <a:r>
              <a:rPr lang="en-IN" altLang="en-US" sz="4800" b="1" baseline="-25000" dirty="0">
                <a:solidFill>
                  <a:prstClr val="black"/>
                </a:solidFill>
                <a:latin typeface="Cambria" pitchFamily="18" charset="0"/>
                <a:cs typeface="Times New Roman" pitchFamily="18" charset="0"/>
              </a:rPr>
              <a:t>APEX INSTITUTE OF TECHNOLOGY</a:t>
            </a:r>
            <a:endParaRPr lang="en-US" altLang="en-US" sz="4800" baseline="-25000" dirty="0">
              <a:solidFill>
                <a:prstClr val="black"/>
              </a:solidFill>
              <a:latin typeface="Cambria" pitchFamily="18" charset="0"/>
              <a:cs typeface="Times New Roman" pitchFamily="18" charset="0"/>
            </a:endParaRPr>
          </a:p>
          <a:p>
            <a:pPr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Tx/>
              <a:buNone/>
            </a:pPr>
            <a:r>
              <a:rPr lang="en-IN" altLang="en-US" sz="3200" b="1" baseline="-25000" dirty="0">
                <a:solidFill>
                  <a:prstClr val="black"/>
                </a:solidFill>
                <a:latin typeface="Cambria" pitchFamily="18" charset="0"/>
                <a:cs typeface="Times New Roman" pitchFamily="18" charset="0"/>
              </a:rPr>
              <a:t>DEPARTMENT OF COMPUTER SCIENCE &amp; ENGINEERING</a:t>
            </a:r>
            <a:endParaRPr lang="en-US" altLang="en-US" sz="3200" b="1" baseline="-25000" dirty="0">
              <a:solidFill>
                <a:prstClr val="black"/>
              </a:solidFill>
              <a:latin typeface="Cambria" pitchFamily="18" charset="0"/>
              <a:cs typeface="Times New Roman" pitchFamily="18" charset="0"/>
            </a:endParaRPr>
          </a:p>
          <a:p>
            <a:pPr algn="ctr" fontAlgn="base">
              <a:spcBef>
                <a:spcPct val="0"/>
              </a:spcBef>
              <a:spcAft>
                <a:spcPct val="35000"/>
              </a:spcAft>
              <a:buClr>
                <a:srgbClr val="FF0000"/>
              </a:buClr>
              <a:buFontTx/>
              <a:buNone/>
            </a:pPr>
            <a:endParaRPr lang="en-US" altLang="en-US" sz="3200" b="1" baseline="-25000" dirty="0">
              <a:solidFill>
                <a:prstClr val="black"/>
              </a:solidFill>
              <a:latin typeface="Cambria" pitchFamily="18" charset="0"/>
              <a:ea typeface="Calibri" pitchFamily="34" charset="0"/>
              <a:cs typeface="Times New Roman" pitchFamily="18" charset="0"/>
            </a:endParaRPr>
          </a:p>
          <a:p>
            <a:pPr algn="ctr" fontAlgn="base">
              <a:spcBef>
                <a:spcPct val="0"/>
              </a:spcBef>
              <a:spcAft>
                <a:spcPct val="35000"/>
              </a:spcAft>
              <a:buClr>
                <a:srgbClr val="FF0000"/>
              </a:buClr>
              <a:buFontTx/>
              <a:buNone/>
            </a:pPr>
            <a:endParaRPr lang="en-US" altLang="en-US" sz="3200" b="1" baseline="-25000" dirty="0">
              <a:solidFill>
                <a:prstClr val="black"/>
              </a:solidFill>
              <a:latin typeface="Cambria" pitchFamily="18" charset="0"/>
              <a:ea typeface="Calibri" pitchFamily="34" charset="0"/>
              <a:cs typeface="Times New Roman" pitchFamily="18" charset="0"/>
            </a:endParaRPr>
          </a:p>
          <a:p>
            <a:pPr algn="ctr" fontAlgn="base">
              <a:spcBef>
                <a:spcPct val="0"/>
              </a:spcBef>
              <a:spcAft>
                <a:spcPct val="35000"/>
              </a:spcAft>
              <a:buClr>
                <a:srgbClr val="FF0000"/>
              </a:buClr>
              <a:buFontTx/>
              <a:buNone/>
            </a:pPr>
            <a:r>
              <a:rPr lang="en-US" altLang="en-US" sz="4800" b="1" baseline="-25000" dirty="0">
                <a:solidFill>
                  <a:srgbClr val="262626"/>
                </a:solidFill>
                <a:latin typeface="Cambria" pitchFamily="18" charset="0"/>
                <a:cs typeface="Times New Roman" pitchFamily="18" charset="0"/>
              </a:rPr>
              <a:t>Database Management System (</a:t>
            </a:r>
            <a:r>
              <a:rPr lang="en-US" altLang="en-US" sz="4800" b="1" baseline="-25000" dirty="0" smtClean="0">
                <a:solidFill>
                  <a:srgbClr val="262626"/>
                </a:solidFill>
                <a:latin typeface="Cambria" pitchFamily="18" charset="0"/>
                <a:cs typeface="Times New Roman" pitchFamily="18" charset="0"/>
              </a:rPr>
              <a:t>22CSH243</a:t>
            </a:r>
            <a:r>
              <a:rPr lang="en-US" altLang="en-US" sz="4800" b="1" baseline="-25000" dirty="0" smtClean="0">
                <a:solidFill>
                  <a:srgbClr val="262626"/>
                </a:solidFill>
                <a:latin typeface="Cambria" pitchFamily="18" charset="0"/>
                <a:cs typeface="Times New Roman" pitchFamily="18" charset="0"/>
              </a:rPr>
              <a:t>)</a:t>
            </a:r>
            <a:endParaRPr lang="en-US" altLang="en-US" sz="4800" b="1" baseline="-25000" dirty="0">
              <a:solidFill>
                <a:srgbClr val="262626"/>
              </a:solidFill>
              <a:latin typeface="Cambria" pitchFamily="18" charset="0"/>
              <a:cs typeface="Times New Roman" pitchFamily="18" charset="0"/>
            </a:endParaRPr>
          </a:p>
          <a:p>
            <a:pPr algn="ctr" fontAlgn="base">
              <a:spcBef>
                <a:spcPct val="0"/>
              </a:spcBef>
              <a:spcAft>
                <a:spcPct val="35000"/>
              </a:spcAft>
              <a:buClr>
                <a:srgbClr val="FF0000"/>
              </a:buClr>
              <a:buFontTx/>
              <a:buNone/>
            </a:pPr>
            <a:r>
              <a:rPr lang="en-US" altLang="en-US" sz="3700" b="1" baseline="-25000" dirty="0">
                <a:solidFill>
                  <a:srgbClr val="262626"/>
                </a:solidFill>
                <a:latin typeface="Cambria" pitchFamily="18" charset="0"/>
                <a:cs typeface="Times New Roman" pitchFamily="18" charset="0"/>
              </a:rPr>
              <a:t>Faculty: </a:t>
            </a:r>
            <a:r>
              <a:rPr lang="en-US" altLang="en-US" sz="3700" baseline="-25000" dirty="0">
                <a:solidFill>
                  <a:srgbClr val="262626"/>
                </a:solidFill>
                <a:latin typeface="Cambria" pitchFamily="18" charset="0"/>
                <a:cs typeface="Times New Roman" pitchFamily="18" charset="0"/>
              </a:rPr>
              <a:t>Ms. </a:t>
            </a:r>
            <a:r>
              <a:rPr lang="en-US" altLang="en-US" sz="3700" baseline="-25000" dirty="0" err="1">
                <a:solidFill>
                  <a:srgbClr val="262626"/>
                </a:solidFill>
                <a:latin typeface="Cambria" pitchFamily="18" charset="0"/>
                <a:cs typeface="Times New Roman" pitchFamily="18" charset="0"/>
              </a:rPr>
              <a:t>Shaveta</a:t>
            </a:r>
            <a:r>
              <a:rPr lang="en-US" altLang="en-US" sz="3700" baseline="-25000" dirty="0">
                <a:solidFill>
                  <a:srgbClr val="262626"/>
                </a:solidFill>
                <a:latin typeface="Cambria" pitchFamily="18" charset="0"/>
                <a:cs typeface="Times New Roman" pitchFamily="18" charset="0"/>
              </a:rPr>
              <a:t> Jain</a:t>
            </a:r>
            <a:r>
              <a:rPr lang="en-US" altLang="en-US" sz="3700" dirty="0">
                <a:solidFill>
                  <a:srgbClr val="262626"/>
                </a:solidFill>
                <a:latin typeface="Cambria" pitchFamily="18" charset="0"/>
                <a:cs typeface="Times New Roman" pitchFamily="18" charset="0"/>
              </a:rPr>
              <a:t> </a:t>
            </a:r>
            <a:r>
              <a:rPr lang="en-US" altLang="en-US" sz="3700" baseline="-25000" dirty="0">
                <a:solidFill>
                  <a:srgbClr val="262626"/>
                </a:solidFill>
                <a:latin typeface="Cambria" pitchFamily="18" charset="0"/>
                <a:cs typeface="Times New Roman" pitchFamily="18" charset="0"/>
              </a:rPr>
              <a:t>(E13464)</a:t>
            </a:r>
          </a:p>
          <a:p>
            <a:pPr algn="ctr" fontAlgn="base">
              <a:spcBef>
                <a:spcPct val="0"/>
              </a:spcBef>
              <a:spcAft>
                <a:spcPct val="35000"/>
              </a:spcAft>
              <a:buClr>
                <a:srgbClr val="FF0000"/>
              </a:buClr>
              <a:buFontTx/>
              <a:buNone/>
            </a:pPr>
            <a:endParaRPr lang="en-US" altLang="en-US" sz="1600" baseline="-25000" dirty="0">
              <a:solidFill>
                <a:prstClr val="black"/>
              </a:solidFill>
              <a:latin typeface="Cambria" pitchFamily="18" charset="0"/>
              <a:cs typeface="Times New Roman" pitchFamily="18" charset="0"/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B4551E-6DCE-45DD-AA5D-A5BE73813C6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3099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9084" y="3"/>
            <a:ext cx="10515600" cy="1352551"/>
          </a:xfrm>
        </p:spPr>
        <p:txBody>
          <a:bodyPr rtlCol="0"/>
          <a:lstStyle/>
          <a:p>
            <a:pPr fontAlgn="auto">
              <a:spcAft>
                <a:spcPts val="0"/>
              </a:spcAft>
              <a:defRPr/>
            </a:pPr>
            <a:r>
              <a:rPr lang="en-I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DBMS: Course Objectives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5BBA92-600E-410E-8319-D8C11B3452A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4484" y="1147235"/>
            <a:ext cx="11074400" cy="4036484"/>
          </a:xfrm>
          <a:prstGeom prst="rect">
            <a:avLst/>
          </a:prstGeom>
        </p:spPr>
        <p:txBody>
          <a:bodyPr lIns="91432" tIns="45718" rIns="91432" bIns="45718">
            <a:spAutoFit/>
          </a:bodyPr>
          <a:lstStyle/>
          <a:p>
            <a:pPr algn="just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r>
              <a:rPr lang="en-US" sz="3700" b="1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COURSE OBJECTIVES</a:t>
            </a:r>
            <a:endParaRPr lang="en-US" sz="37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r>
              <a:rPr lang="en-US" sz="3700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The Course aims to:</a:t>
            </a:r>
            <a:endParaRPr lang="en-US" sz="37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155" indent="-457155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en-IN" sz="3700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Understand database system concepts and design databases for different applications and to acquire the knowledge on DBMS and RDBMS.</a:t>
            </a:r>
            <a:endParaRPr lang="en-US" sz="37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155" indent="-457155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en-IN" sz="3700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Implement and understand different types of DDL, DML and DCL statements.</a:t>
            </a:r>
            <a:endParaRPr lang="en-US" sz="37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155" indent="-457155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en-IN" sz="3700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Understand transaction concepts related to databases and recovery/backup techniques required for the proper storage of data.</a:t>
            </a:r>
            <a:endParaRPr lang="en-US" sz="37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8615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>
          <a:xfrm>
            <a:off x="709087" y="351368"/>
            <a:ext cx="11127316" cy="535517"/>
          </a:xfrm>
          <a:extLst/>
        </p:spPr>
        <p:txBody>
          <a:bodyPr rtlCol="0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COURSE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OUTCOMES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E82911-6D97-47FF-B3A8-48569A1384A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6219" y="6324600"/>
            <a:ext cx="444500" cy="42333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8" rIns="91432" bIns="45718" anchor="ctr"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endParaRPr lang="en-US" sz="4300" baseline="-25000">
              <a:solidFill>
                <a:prstClr val="white"/>
              </a:solidFill>
            </a:endParaRPr>
          </a:p>
        </p:txBody>
      </p:sp>
      <p:sp>
        <p:nvSpPr>
          <p:cNvPr id="11270" name="Rectangle 3"/>
          <p:cNvSpPr>
            <a:spLocks noChangeArrowheads="1"/>
          </p:cNvSpPr>
          <p:nvPr/>
        </p:nvSpPr>
        <p:spPr bwMode="auto">
          <a:xfrm>
            <a:off x="721784" y="1172636"/>
            <a:ext cx="7747000" cy="474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2" tIns="45718" rIns="91432" bIns="45718">
            <a:spAutoFit/>
          </a:bodyPr>
          <a:lstStyle>
            <a:lvl1pPr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</a:pPr>
            <a:r>
              <a:rPr lang="en-IN" altLang="en-US" sz="3700">
                <a:solidFill>
                  <a:prstClr val="black"/>
                </a:solidFill>
              </a:rPr>
              <a:t>On completion of this course, the students shall be able to:-</a:t>
            </a:r>
            <a:endParaRPr lang="en-US" altLang="en-US" sz="3700">
              <a:solidFill>
                <a:prstClr val="black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6084" y="1932517"/>
          <a:ext cx="10826749" cy="722437"/>
        </p:xfrm>
        <a:graphic>
          <a:graphicData uri="http://schemas.openxmlformats.org/drawingml/2006/table">
            <a:tbl>
              <a:tblPr/>
              <a:tblGrid>
                <a:gridCol w="941525"/>
                <a:gridCol w="9885224"/>
              </a:tblGrid>
              <a:tr h="722437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itchFamily="34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itchFamily="34" charset="0"/>
                        <a:defRPr sz="1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itchFamily="34" charset="0"/>
                        <a:defRPr sz="1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N" altLang="en-US" sz="23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Calibri" pitchFamily="34" charset="0"/>
                          <a:cs typeface="Arial" pitchFamily="34" charset="0"/>
                        </a:rPr>
                        <a:t>CO3</a:t>
                      </a:r>
                      <a:endParaRPr kumimoji="0" lang="en-US" altLang="en-US" sz="2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Arial" pitchFamily="34" charset="0"/>
                      </a:endParaRPr>
                    </a:p>
                  </a:txBody>
                  <a:tcPr marL="68591" marR="6859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itchFamily="34" charset="0"/>
                        <a:tabLst>
                          <a:tab pos="407988" algn="l"/>
                        </a:tabLst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itchFamily="34" charset="0"/>
                        <a:tabLst>
                          <a:tab pos="407988" algn="l"/>
                        </a:tabLst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itchFamily="34" charset="0"/>
                        <a:tabLst>
                          <a:tab pos="407988" algn="l"/>
                        </a:tabLst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itchFamily="34" charset="0"/>
                        <a:tabLst>
                          <a:tab pos="407988" algn="l"/>
                        </a:tabLst>
                        <a:defRPr sz="1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itchFamily="34" charset="0"/>
                        <a:tabLst>
                          <a:tab pos="407988" algn="l"/>
                        </a:tabLst>
                        <a:defRPr sz="1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itchFamily="34" charset="0"/>
                        <a:tabLst>
                          <a:tab pos="407988" algn="l"/>
                        </a:tabLst>
                        <a:defRPr sz="1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itchFamily="34" charset="0"/>
                        <a:tabLst>
                          <a:tab pos="407988" algn="l"/>
                        </a:tabLst>
                        <a:defRPr sz="1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itchFamily="34" charset="0"/>
                        <a:tabLst>
                          <a:tab pos="407988" algn="l"/>
                        </a:tabLst>
                        <a:defRPr sz="1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itchFamily="34" charset="0"/>
                        <a:tabLst>
                          <a:tab pos="407988" algn="l"/>
                        </a:tabLst>
                        <a:defRPr sz="1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425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07988" algn="l"/>
                        </a:tabLst>
                      </a:pPr>
                      <a:r>
                        <a:rPr kumimoji="0" lang="en-IN" altLang="en-US" sz="2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Arial" pitchFamily="34" charset="0"/>
                        </a:rPr>
                        <a:t>Apply relational algebra and relational calculus to query the database of organization</a:t>
                      </a:r>
                      <a:endParaRPr kumimoji="0" lang="en-US" altLang="en-US" sz="2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Arial" pitchFamily="34" charset="0"/>
                      </a:endParaRPr>
                    </a:p>
                  </a:txBody>
                  <a:tcPr marL="68591" marR="6859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2481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Outline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3957" y="1516063"/>
            <a:ext cx="10515600" cy="4210140"/>
          </a:xfrm>
        </p:spPr>
        <p:txBody>
          <a:bodyPr/>
          <a:lstStyle/>
          <a:p>
            <a:r>
              <a:rPr lang="en-IN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View</a:t>
            </a:r>
          </a:p>
          <a:p>
            <a:r>
              <a:rPr lang="en-IN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Updateable View</a:t>
            </a:r>
          </a:p>
          <a:p>
            <a:r>
              <a:rPr lang="en-IN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Read Only View</a:t>
            </a:r>
          </a:p>
          <a:p>
            <a:r>
              <a:rPr lang="en-IN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Usage of Views</a:t>
            </a:r>
            <a:endParaRPr lang="en-IN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SQL Views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In SQL, a view is a virtual table based on the result-set of an SQL statement.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view contains rows and columns, just like a real table. 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You can add SQL functions, WHERE, and JOIN statements to a view and present the data as if the data were coming from one single table.</a:t>
            </a:r>
          </a:p>
          <a:p>
            <a:pPr algn="just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SYNTAX:</a:t>
            </a:r>
          </a:p>
          <a:p>
            <a:pPr algn="just"/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Times New Roman" pitchFamily="18" charset="0"/>
              </a:rPr>
              <a:t>CREATE VIEW </a:t>
            </a:r>
            <a:r>
              <a:rPr lang="en-US" sz="2400" dirty="0" err="1">
                <a:latin typeface="Consolas" panose="020B0609020204030204" pitchFamily="49" charset="0"/>
                <a:cs typeface="Times New Roman" pitchFamily="18" charset="0"/>
              </a:rPr>
              <a:t>view_name</a:t>
            </a:r>
            <a:r>
              <a:rPr lang="en-US" sz="2400" dirty="0">
                <a:latin typeface="Consolas" panose="020B0609020204030204" pitchFamily="49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Times New Roman" pitchFamily="18" charset="0"/>
              </a:rPr>
              <a:t>AS SELECT </a:t>
            </a:r>
            <a:r>
              <a:rPr lang="en-US" sz="2400" dirty="0" err="1">
                <a:latin typeface="Consolas" panose="020B0609020204030204" pitchFamily="49" charset="0"/>
                <a:cs typeface="Times New Roman" pitchFamily="18" charset="0"/>
              </a:rPr>
              <a:t>column_name</a:t>
            </a:r>
            <a:r>
              <a:rPr lang="en-US" sz="2400" dirty="0">
                <a:latin typeface="Consolas" panose="020B0609020204030204" pitchFamily="49" charset="0"/>
                <a:cs typeface="Times New Roman" pitchFamily="18" charset="0"/>
              </a:rPr>
              <a:t>(s)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Times New Roman" pitchFamily="18" charset="0"/>
              </a:rPr>
              <a:t>FROM</a:t>
            </a:r>
            <a:r>
              <a:rPr lang="en-US" sz="2400" dirty="0">
                <a:latin typeface="Consolas" panose="020B0609020204030204" pitchFamily="49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  <a:cs typeface="Times New Roman" pitchFamily="18" charset="0"/>
              </a:rPr>
              <a:t>table_name</a:t>
            </a:r>
            <a:r>
              <a:rPr lang="en-US" sz="2400" dirty="0">
                <a:latin typeface="Consolas" panose="020B0609020204030204" pitchFamily="49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Times New Roman" pitchFamily="18" charset="0"/>
              </a:rPr>
              <a:t>WHERE</a:t>
            </a:r>
            <a:r>
              <a:rPr lang="en-US" sz="2400" dirty="0">
                <a:latin typeface="Consolas" panose="020B0609020204030204" pitchFamily="49" charset="0"/>
                <a:cs typeface="Times New Roman" pitchFamily="18" charset="0"/>
              </a:rPr>
              <a:t> condition</a:t>
            </a:r>
          </a:p>
          <a:p>
            <a:pPr marL="0" indent="0" algn="just">
              <a:buNone/>
            </a:pPr>
            <a:r>
              <a:rPr lang="en-IN" dirty="0" smtClean="0"/>
              <a:t>EXAMPLE:-</a:t>
            </a:r>
          </a:p>
          <a:p>
            <a:pPr algn="just"/>
            <a:r>
              <a:rPr lang="en-IN" dirty="0" smtClean="0">
                <a:latin typeface="Consolas" panose="020B0609020204030204" pitchFamily="49" charset="0"/>
              </a:rPr>
              <a:t>CREATE VIEW </a:t>
            </a:r>
            <a:r>
              <a:rPr lang="en-IN" dirty="0" err="1" smtClean="0">
                <a:latin typeface="Consolas" panose="020B0609020204030204" pitchFamily="49" charset="0"/>
              </a:rPr>
              <a:t>ait_dept</a:t>
            </a:r>
            <a:r>
              <a:rPr lang="en-IN" dirty="0" smtClean="0">
                <a:latin typeface="Consolas" panose="020B0609020204030204" pitchFamily="49" charset="0"/>
              </a:rPr>
              <a:t> AS SELECT * FROM EMP WHERE </a:t>
            </a:r>
            <a:r>
              <a:rPr lang="en-IN" dirty="0" err="1" smtClean="0">
                <a:latin typeface="Consolas" panose="020B0609020204030204" pitchFamily="49" charset="0"/>
              </a:rPr>
              <a:t>dept</a:t>
            </a:r>
            <a:r>
              <a:rPr lang="en-IN" dirty="0" smtClean="0">
                <a:latin typeface="Consolas" panose="020B0609020204030204" pitchFamily="49" charset="0"/>
              </a:rPr>
              <a:t>=‘ait-</a:t>
            </a:r>
            <a:r>
              <a:rPr lang="en-IN" dirty="0" err="1" smtClean="0">
                <a:latin typeface="Consolas" panose="020B0609020204030204" pitchFamily="49" charset="0"/>
              </a:rPr>
              <a:t>cse</a:t>
            </a:r>
            <a:r>
              <a:rPr lang="en-IN" dirty="0" smtClean="0">
                <a:latin typeface="Consolas" panose="020B0609020204030204" pitchFamily="49" charset="0"/>
              </a:rPr>
              <a:t>’</a:t>
            </a:r>
            <a:endParaRPr lang="en-IN" dirty="0">
              <a:latin typeface="Consolas" panose="020B0609020204030204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179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Selecting a Data set from a view:-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Once a view has been created, it can be queried exactly like a database table.</a:t>
            </a:r>
            <a:endParaRPr lang="en-IN" dirty="0"/>
          </a:p>
          <a:p>
            <a:r>
              <a:rPr lang="en-US" b="1" dirty="0"/>
              <a:t>Syntax:-  </a:t>
            </a:r>
            <a:endParaRPr lang="en-IN" dirty="0"/>
          </a:p>
          <a:p>
            <a:r>
              <a:rPr lang="en-US" dirty="0"/>
              <a:t>SELECT &lt;ColumnName1&gt;,&lt;ColumnName2&gt; FROM &lt;</a:t>
            </a:r>
            <a:r>
              <a:rPr lang="en-US" dirty="0" err="1"/>
              <a:t>ViewName</a:t>
            </a:r>
            <a:r>
              <a:rPr lang="en-US" dirty="0"/>
              <a:t>&gt;;</a:t>
            </a:r>
            <a:endParaRPr lang="en-IN" dirty="0"/>
          </a:p>
          <a:p>
            <a:endParaRPr lang="en-IN" dirty="0" smtClean="0"/>
          </a:p>
          <a:p>
            <a:r>
              <a:rPr lang="en-IN" dirty="0" smtClean="0"/>
              <a:t>Example:</a:t>
            </a:r>
          </a:p>
          <a:p>
            <a:pPr lvl="1"/>
            <a:r>
              <a:rPr lang="en-IN" dirty="0" smtClean="0"/>
              <a:t>SELECT * FROM </a:t>
            </a:r>
            <a:r>
              <a:rPr lang="en-IN" dirty="0" err="1" smtClean="0"/>
              <a:t>ait_dept</a:t>
            </a:r>
            <a:r>
              <a:rPr lang="en-IN" dirty="0" smtClean="0"/>
              <a:t>;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22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Renaming the columns of a View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Syntax:-  </a:t>
            </a:r>
            <a:endParaRPr lang="en-IN" dirty="0"/>
          </a:p>
          <a:p>
            <a:r>
              <a:rPr lang="en-US" dirty="0"/>
              <a:t>CREATE VIEW &lt;view name&gt; AS SELECT &lt;Column Name1&gt; &lt;“New Column Name1”&gt;, &lt;Column Name2&gt;&lt;“New Column Name2”&gt; FROM &lt;</a:t>
            </a:r>
            <a:r>
              <a:rPr lang="en-US" dirty="0" err="1"/>
              <a:t>TableName</a:t>
            </a:r>
            <a:r>
              <a:rPr lang="en-US" dirty="0"/>
              <a:t>&gt;</a:t>
            </a:r>
            <a:endParaRPr lang="en-IN" dirty="0"/>
          </a:p>
          <a:p>
            <a:pPr marL="0" indent="0">
              <a:buNone/>
            </a:pPr>
            <a:r>
              <a:rPr lang="en-US" b="1" dirty="0"/>
              <a:t>Example:- </a:t>
            </a:r>
            <a:endParaRPr lang="en-IN" dirty="0"/>
          </a:p>
          <a:p>
            <a:r>
              <a:rPr lang="en-US" dirty="0"/>
              <a:t>Create View view101 as select </a:t>
            </a:r>
            <a:r>
              <a:rPr lang="en-US" dirty="0" err="1" smtClean="0"/>
              <a:t>rollno</a:t>
            </a:r>
            <a:r>
              <a:rPr lang="en-US" dirty="0" smtClean="0"/>
              <a:t> </a:t>
            </a:r>
            <a:r>
              <a:rPr lang="en-US" dirty="0"/>
              <a:t>“</a:t>
            </a:r>
            <a:r>
              <a:rPr lang="en-US" dirty="0" err="1"/>
              <a:t>s_rollno</a:t>
            </a:r>
            <a:r>
              <a:rPr lang="en-US" dirty="0" smtClean="0"/>
              <a:t>”, name “</a:t>
            </a:r>
            <a:r>
              <a:rPr lang="en-US" dirty="0" err="1" smtClean="0"/>
              <a:t>s_name</a:t>
            </a:r>
            <a:r>
              <a:rPr lang="en-US" dirty="0" smtClean="0"/>
              <a:t>” from students WHERE program=‘</a:t>
            </a:r>
            <a:r>
              <a:rPr lang="en-US" dirty="0" err="1" smtClean="0"/>
              <a:t>aiml</a:t>
            </a:r>
            <a:r>
              <a:rPr lang="en-US" dirty="0" smtClean="0"/>
              <a:t>’;</a:t>
            </a:r>
            <a:endParaRPr lang="en-IN" dirty="0"/>
          </a:p>
          <a:p>
            <a:r>
              <a:rPr lang="en-US" b="1" dirty="0"/>
              <a:t>Output:-</a:t>
            </a:r>
            <a:endParaRPr lang="en-IN" dirty="0"/>
          </a:p>
          <a:p>
            <a:r>
              <a:rPr lang="en-US" dirty="0"/>
              <a:t>View created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334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RENAMING THE VIEW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Syntax: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RENAME </a:t>
            </a:r>
            <a:r>
              <a:rPr lang="en-US" dirty="0" err="1" smtClean="0"/>
              <a:t>oldame</a:t>
            </a:r>
            <a:r>
              <a:rPr lang="en-US" dirty="0" smtClean="0">
                <a:solidFill>
                  <a:srgbClr val="FF0000"/>
                </a:solidFill>
              </a:rPr>
              <a:t> TO </a:t>
            </a:r>
            <a:r>
              <a:rPr lang="en-US" dirty="0" err="1" smtClean="0"/>
              <a:t>newname</a:t>
            </a:r>
            <a:r>
              <a:rPr lang="en-US" dirty="0" smtClean="0"/>
              <a:t>;</a:t>
            </a:r>
          </a:p>
          <a:p>
            <a:pPr marL="0" indent="0"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Example:-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RENAME</a:t>
            </a:r>
            <a:r>
              <a:rPr lang="en-US" dirty="0" smtClean="0"/>
              <a:t> </a:t>
            </a:r>
            <a:r>
              <a:rPr lang="en-US" dirty="0" err="1"/>
              <a:t>ait_cse_view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TO</a:t>
            </a:r>
            <a:r>
              <a:rPr lang="en-US" dirty="0"/>
              <a:t> </a:t>
            </a:r>
            <a:r>
              <a:rPr lang="en-US" dirty="0" err="1" smtClean="0"/>
              <a:t>ait_dept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832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TYPES OF VIEW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38" indent="-514338">
              <a:buFont typeface="+mj-lt"/>
              <a:buAutoNum type="arabicPeriod"/>
            </a:pPr>
            <a:r>
              <a:rPr lang="en-IN" dirty="0" smtClean="0"/>
              <a:t>UPDATEABLE VIEW</a:t>
            </a:r>
          </a:p>
          <a:p>
            <a:pPr marL="514338" indent="-514338">
              <a:buFont typeface="+mj-lt"/>
              <a:buAutoNum type="arabicPeriod"/>
            </a:pPr>
            <a:r>
              <a:rPr lang="en-IN" dirty="0" smtClean="0"/>
              <a:t>READ ONLY VIEW</a:t>
            </a:r>
          </a:p>
          <a:p>
            <a:pPr marL="514338" indent="-514338">
              <a:buFont typeface="+mj-lt"/>
              <a:buAutoNum type="arabicPeriod"/>
            </a:pPr>
            <a:endParaRPr lang="en-IN" dirty="0"/>
          </a:p>
          <a:p>
            <a:pPr algn="just"/>
            <a:r>
              <a:rPr lang="en-IN" b="1" dirty="0">
                <a:solidFill>
                  <a:srgbClr val="FF0000"/>
                </a:solidFill>
              </a:rPr>
              <a:t>NOTE: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 smtClean="0"/>
              <a:t>All Views </a:t>
            </a:r>
            <a:r>
              <a:rPr lang="en-IN" dirty="0"/>
              <a:t>are automatically updated when we update the M</a:t>
            </a:r>
            <a:r>
              <a:rPr lang="en-IN" dirty="0" smtClean="0"/>
              <a:t>aster Table.</a:t>
            </a:r>
          </a:p>
          <a:p>
            <a:pPr algn="just"/>
            <a:r>
              <a:rPr lang="en-IN" b="1" dirty="0" smtClean="0"/>
              <a:t>Example:-</a:t>
            </a:r>
            <a:endParaRPr lang="en-IN" b="1" dirty="0"/>
          </a:p>
          <a:p>
            <a:pPr lvl="1"/>
            <a:r>
              <a:rPr lang="en-US" dirty="0"/>
              <a:t>UPDATE </a:t>
            </a:r>
            <a:r>
              <a:rPr lang="en-US" dirty="0" err="1"/>
              <a:t>emp</a:t>
            </a:r>
            <a:r>
              <a:rPr lang="en-US" dirty="0"/>
              <a:t> SET salary=salary + 300 WHERE </a:t>
            </a:r>
            <a:r>
              <a:rPr lang="en-US" dirty="0" err="1"/>
              <a:t>dept</a:t>
            </a:r>
            <a:r>
              <a:rPr lang="en-US" dirty="0"/>
              <a:t>=‘</a:t>
            </a:r>
            <a:r>
              <a:rPr lang="en-US" dirty="0" err="1"/>
              <a:t>ait</a:t>
            </a:r>
            <a:r>
              <a:rPr lang="en-US" dirty="0"/>
              <a:t>-me’</a:t>
            </a:r>
          </a:p>
          <a:p>
            <a:endParaRPr lang="en-US" dirty="0"/>
          </a:p>
          <a:p>
            <a:pPr marL="514338" indent="-514338">
              <a:buFont typeface="+mj-lt"/>
              <a:buAutoNum type="arabicPeriod"/>
            </a:pPr>
            <a:endParaRPr lang="en-IN" dirty="0" smtClean="0">
              <a:latin typeface="+mj-lt"/>
            </a:endParaRPr>
          </a:p>
          <a:p>
            <a:pPr marL="514338" indent="-514338">
              <a:buFont typeface="+mj-lt"/>
              <a:buAutoNum type="arabicPeriod"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565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1. UPDATEABLE VIEW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In </a:t>
            </a:r>
            <a:r>
              <a:rPr lang="en-US" dirty="0" smtClean="0"/>
              <a:t>Oracle SQL</a:t>
            </a:r>
            <a:r>
              <a:rPr lang="en-US" dirty="0"/>
              <a:t>, views are not only query-able but also updatable. </a:t>
            </a:r>
            <a:endParaRPr lang="en-US" dirty="0" smtClean="0"/>
          </a:p>
          <a:p>
            <a:pPr algn="just"/>
            <a:r>
              <a:rPr lang="en-US" dirty="0" smtClean="0"/>
              <a:t>It </a:t>
            </a:r>
            <a:r>
              <a:rPr lang="en-US" dirty="0"/>
              <a:t>means that you can use the </a:t>
            </a:r>
            <a:r>
              <a:rPr lang="en-US" dirty="0">
                <a:hlinkClick r:id="rId2"/>
              </a:rPr>
              <a:t>INSERT</a:t>
            </a:r>
            <a:r>
              <a:rPr lang="en-US" dirty="0"/>
              <a:t> or </a:t>
            </a:r>
            <a:r>
              <a:rPr lang="en-US" dirty="0">
                <a:hlinkClick r:id="rId3"/>
              </a:rPr>
              <a:t>UPDATE</a:t>
            </a:r>
            <a:r>
              <a:rPr lang="en-US" dirty="0"/>
              <a:t> statement to insert or update rows of the </a:t>
            </a:r>
            <a:r>
              <a:rPr lang="en-US" u="sng" dirty="0"/>
              <a:t>base </a:t>
            </a:r>
            <a:r>
              <a:rPr lang="en-US" u="sng" dirty="0" smtClean="0"/>
              <a:t>table/master table</a:t>
            </a:r>
            <a:r>
              <a:rPr lang="en-US" dirty="0" smtClean="0"/>
              <a:t> </a:t>
            </a:r>
            <a:r>
              <a:rPr lang="en-US" dirty="0"/>
              <a:t>through the </a:t>
            </a:r>
            <a:r>
              <a:rPr lang="en-US" u="sng" dirty="0"/>
              <a:t>updatable view</a:t>
            </a:r>
            <a:r>
              <a:rPr lang="en-US" dirty="0"/>
              <a:t>. </a:t>
            </a:r>
            <a:endParaRPr lang="en-US" dirty="0" smtClean="0"/>
          </a:p>
          <a:p>
            <a:pPr algn="just"/>
            <a:r>
              <a:rPr lang="en-US" dirty="0" smtClean="0"/>
              <a:t>In </a:t>
            </a:r>
            <a:r>
              <a:rPr lang="en-US" dirty="0"/>
              <a:t>addition, you can use </a:t>
            </a:r>
            <a:r>
              <a:rPr lang="en-US" dirty="0">
                <a:hlinkClick r:id="rId4"/>
              </a:rPr>
              <a:t>DELETE</a:t>
            </a:r>
            <a:r>
              <a:rPr lang="en-US" dirty="0"/>
              <a:t> statement to remove rows of the underlying table through the view</a:t>
            </a:r>
            <a:r>
              <a:rPr lang="en-US" dirty="0" smtClean="0"/>
              <a:t>.</a:t>
            </a:r>
          </a:p>
          <a:p>
            <a:pPr algn="just"/>
            <a:endParaRPr lang="en-US" dirty="0">
              <a:latin typeface="Consolas" panose="020B0609020204030204" pitchFamily="49" charset="0"/>
            </a:endParaRPr>
          </a:p>
          <a:p>
            <a:pPr algn="just"/>
            <a:r>
              <a:rPr lang="en-US" dirty="0" smtClean="0">
                <a:latin typeface="Consolas" panose="020B0609020204030204" pitchFamily="49" charset="0"/>
              </a:rPr>
              <a:t>EXAMPLE:-</a:t>
            </a:r>
          </a:p>
          <a:p>
            <a:pPr marL="685783" lvl="2" algn="just">
              <a:spcBef>
                <a:spcPts val="1000"/>
              </a:spcBef>
            </a:pPr>
            <a:r>
              <a:rPr lang="en-US" dirty="0">
                <a:latin typeface="Consolas" panose="020B0609020204030204" pitchFamily="49" charset="0"/>
              </a:rPr>
              <a:t>CREATE VIEW </a:t>
            </a:r>
            <a:r>
              <a:rPr lang="en-US" dirty="0" err="1" smtClean="0">
                <a:latin typeface="Consolas" panose="020B0609020204030204" pitchFamily="49" charset="0"/>
              </a:rPr>
              <a:t>ait_dept</a:t>
            </a:r>
            <a:r>
              <a:rPr lang="en-US" dirty="0" smtClean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AS SELECT * FROM EMP WHERE DEPT</a:t>
            </a:r>
            <a:r>
              <a:rPr lang="en-US" dirty="0" smtClean="0">
                <a:latin typeface="Consolas" panose="020B0609020204030204" pitchFamily="49" charset="0"/>
              </a:rPr>
              <a:t>=‘</a:t>
            </a:r>
            <a:r>
              <a:rPr lang="en-US" dirty="0" err="1" smtClean="0">
                <a:latin typeface="Consolas" panose="020B0609020204030204" pitchFamily="49" charset="0"/>
              </a:rPr>
              <a:t>ait</a:t>
            </a:r>
            <a:r>
              <a:rPr lang="en-US" dirty="0" smtClean="0">
                <a:latin typeface="Consolas" panose="020B0609020204030204" pitchFamily="49" charset="0"/>
              </a:rPr>
              <a:t>';</a:t>
            </a:r>
            <a:endParaRPr lang="en-US" dirty="0">
              <a:latin typeface="Consolas" panose="020B0609020204030204" pitchFamily="49" charset="0"/>
            </a:endParaRPr>
          </a:p>
          <a:p>
            <a:pPr algn="just"/>
            <a:endParaRPr lang="en-US" dirty="0" smtClean="0"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012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1. UPDATEABLE VIEW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Consolas" panose="020B0609020204030204" pitchFamily="49" charset="0"/>
              </a:rPr>
              <a:t>EXAMPLE</a:t>
            </a:r>
          </a:p>
          <a:p>
            <a:pPr lvl="1"/>
            <a:r>
              <a:rPr lang="en-US" dirty="0" smtClean="0">
                <a:latin typeface="Consolas" panose="020B0609020204030204" pitchFamily="49" charset="0"/>
              </a:rPr>
              <a:t>UPDATE </a:t>
            </a:r>
            <a:r>
              <a:rPr lang="en-US" dirty="0" err="1" smtClean="0">
                <a:latin typeface="Consolas" panose="020B0609020204030204" pitchFamily="49" charset="0"/>
              </a:rPr>
              <a:t>ait_emp</a:t>
            </a:r>
            <a:r>
              <a:rPr lang="en-US" dirty="0" smtClean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SET NAME='</a:t>
            </a:r>
            <a:r>
              <a:rPr lang="en-US" dirty="0" err="1">
                <a:latin typeface="Consolas" panose="020B0609020204030204" pitchFamily="49" charset="0"/>
              </a:rPr>
              <a:t>akash</a:t>
            </a:r>
            <a:r>
              <a:rPr lang="en-US" dirty="0">
                <a:latin typeface="Consolas" panose="020B0609020204030204" pitchFamily="49" charset="0"/>
              </a:rPr>
              <a:t>' WHERE </a:t>
            </a:r>
            <a:r>
              <a:rPr lang="en-US" dirty="0" err="1">
                <a:latin typeface="Consolas" panose="020B0609020204030204" pitchFamily="49" charset="0"/>
              </a:rPr>
              <a:t>eid</a:t>
            </a:r>
            <a:r>
              <a:rPr lang="en-US" dirty="0">
                <a:latin typeface="Consolas" panose="020B0609020204030204" pitchFamily="49" charset="0"/>
              </a:rPr>
              <a:t>='e104'</a:t>
            </a:r>
          </a:p>
          <a:p>
            <a:pPr lvl="1"/>
            <a:r>
              <a:rPr lang="en-US" dirty="0" smtClean="0">
                <a:latin typeface="Consolas" panose="020B0609020204030204" pitchFamily="49" charset="0"/>
              </a:rPr>
              <a:t>SELECT </a:t>
            </a:r>
            <a:r>
              <a:rPr lang="en-US" dirty="0">
                <a:latin typeface="Consolas" panose="020B0609020204030204" pitchFamily="49" charset="0"/>
              </a:rPr>
              <a:t>* FROM AIT_EMP</a:t>
            </a:r>
          </a:p>
          <a:p>
            <a:pPr lvl="1"/>
            <a:r>
              <a:rPr lang="en-US" dirty="0" smtClean="0">
                <a:latin typeface="Consolas" panose="020B0609020204030204" pitchFamily="49" charset="0"/>
              </a:rPr>
              <a:t>SELECT </a:t>
            </a:r>
            <a:r>
              <a:rPr lang="en-US" dirty="0">
                <a:latin typeface="Consolas" panose="020B0609020204030204" pitchFamily="49" charset="0"/>
              </a:rPr>
              <a:t>* FROM </a:t>
            </a:r>
            <a:r>
              <a:rPr lang="en-US" dirty="0" smtClean="0">
                <a:latin typeface="Consolas" panose="020B0609020204030204" pitchFamily="49" charset="0"/>
              </a:rPr>
              <a:t>EMP</a:t>
            </a:r>
          </a:p>
          <a:p>
            <a:pPr lvl="1"/>
            <a:r>
              <a:rPr lang="en-US" dirty="0" smtClean="0">
                <a:latin typeface="Consolas" panose="020B0609020204030204" pitchFamily="49" charset="0"/>
              </a:rPr>
              <a:t>UPDATE </a:t>
            </a:r>
            <a:r>
              <a:rPr lang="en-US" dirty="0" err="1" smtClean="0">
                <a:latin typeface="Consolas" panose="020B0609020204030204" pitchFamily="49" charset="0"/>
              </a:rPr>
              <a:t>ait_emp</a:t>
            </a:r>
            <a:r>
              <a:rPr lang="en-US" dirty="0" smtClean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SET salary=salary + 300</a:t>
            </a:r>
          </a:p>
          <a:p>
            <a:endParaRPr lang="en-IN" dirty="0" smtClean="0">
              <a:latin typeface="Consolas" panose="020B0609020204030204" pitchFamily="49" charset="0"/>
            </a:endParaRPr>
          </a:p>
          <a:p>
            <a:r>
              <a:rPr lang="en-IN" b="1" dirty="0" smtClean="0">
                <a:latin typeface="Consolas" panose="020B0609020204030204" pitchFamily="49" charset="0"/>
              </a:rPr>
              <a:t>NOTE:</a:t>
            </a:r>
            <a:r>
              <a:rPr lang="en-IN" dirty="0" smtClean="0">
                <a:latin typeface="Consolas" panose="020B0609020204030204" pitchFamily="49" charset="0"/>
              </a:rPr>
              <a:t> In updateable Views, when we update this view the master table is also updated.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000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2. </a:t>
            </a:r>
            <a:r>
              <a:rPr lang="en-IN" dirty="0"/>
              <a:t>READ ONLY </a:t>
            </a:r>
            <a:r>
              <a:rPr lang="en-IN" dirty="0" smtClean="0"/>
              <a:t>VIEW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>
                <a:latin typeface="+mj-lt"/>
              </a:rPr>
              <a:t>WITH READ ONLY </a:t>
            </a:r>
            <a:r>
              <a:rPr lang="en-US" dirty="0">
                <a:latin typeface="+mj-lt"/>
              </a:rPr>
              <a:t>Specify WITH READ ONLY to indicate that the table or view cannot be updated</a:t>
            </a:r>
            <a:r>
              <a:rPr lang="en-US" dirty="0" smtClean="0">
                <a:latin typeface="+mj-lt"/>
              </a:rPr>
              <a:t>.</a:t>
            </a:r>
          </a:p>
          <a:p>
            <a:endParaRPr lang="en-US" dirty="0" smtClean="0">
              <a:latin typeface="Consolas" panose="020B0609020204030204" pitchFamily="49" charset="0"/>
            </a:endParaRPr>
          </a:p>
          <a:p>
            <a:r>
              <a:rPr lang="en-US" b="1" dirty="0" smtClean="0">
                <a:latin typeface="+mj-lt"/>
              </a:rPr>
              <a:t>Example:</a:t>
            </a:r>
          </a:p>
          <a:p>
            <a:pPr lvl="1"/>
            <a:r>
              <a:rPr lang="en-US" dirty="0" smtClean="0">
                <a:latin typeface="Consolas" panose="020B0609020204030204" pitchFamily="49" charset="0"/>
              </a:rPr>
              <a:t>CREATE </a:t>
            </a:r>
            <a:r>
              <a:rPr lang="en-US" dirty="0">
                <a:latin typeface="Consolas" panose="020B0609020204030204" pitchFamily="49" charset="0"/>
              </a:rPr>
              <a:t>VIEW </a:t>
            </a:r>
            <a:r>
              <a:rPr lang="en-US" dirty="0" err="1">
                <a:latin typeface="Consolas" panose="020B0609020204030204" pitchFamily="49" charset="0"/>
              </a:rPr>
              <a:t>me_dept</a:t>
            </a:r>
            <a:r>
              <a:rPr lang="en-US" dirty="0">
                <a:latin typeface="Consolas" panose="020B0609020204030204" pitchFamily="49" charset="0"/>
              </a:rPr>
              <a:t> AS SELECT * FROM EMP WHERE DEPT='me'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WITH READ ONLY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>
                <a:latin typeface="Consolas" panose="020B0609020204030204" pitchFamily="49" charset="0"/>
              </a:rPr>
              <a:t>SELECT * FROM </a:t>
            </a:r>
            <a:r>
              <a:rPr lang="en-US" dirty="0" err="1">
                <a:latin typeface="Consolas" panose="020B0609020204030204" pitchFamily="49" charset="0"/>
              </a:rPr>
              <a:t>me_dept</a:t>
            </a:r>
            <a:r>
              <a:rPr lang="en-US" dirty="0" smtClean="0">
                <a:latin typeface="Consolas" panose="020B0609020204030204" pitchFamily="49" charset="0"/>
              </a:rPr>
              <a:t>; // Display all the record in view</a:t>
            </a:r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 smtClean="0">
                <a:latin typeface="Consolas" panose="020B0609020204030204" pitchFamily="49" charset="0"/>
              </a:rPr>
              <a:t>UPDATE </a:t>
            </a:r>
            <a:r>
              <a:rPr lang="en-US" dirty="0" err="1">
                <a:latin typeface="Consolas" panose="020B0609020204030204" pitchFamily="49" charset="0"/>
              </a:rPr>
              <a:t>me_dept</a:t>
            </a:r>
            <a:r>
              <a:rPr lang="en-US" dirty="0">
                <a:latin typeface="Consolas" panose="020B0609020204030204" pitchFamily="49" charset="0"/>
              </a:rPr>
              <a:t> SET salary=salary + </a:t>
            </a:r>
            <a:r>
              <a:rPr lang="en-US" dirty="0" smtClean="0">
                <a:latin typeface="Consolas" panose="020B0609020204030204" pitchFamily="49" charset="0"/>
              </a:rPr>
              <a:t>300 //Try to update the view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 smtClean="0">
                <a:latin typeface="+mj-lt"/>
              </a:rPr>
              <a:t>OUTPUT:</a:t>
            </a:r>
            <a:r>
              <a:rPr lang="en-US" dirty="0" smtClean="0">
                <a:latin typeface="Consolas" panose="020B0609020204030204" pitchFamily="49" charset="0"/>
              </a:rPr>
              <a:t> </a:t>
            </a:r>
          </a:p>
          <a:p>
            <a:pPr lvl="1"/>
            <a:r>
              <a:rPr lang="en-US" b="1" dirty="0">
                <a:latin typeface="Consolas" panose="020B0609020204030204" pitchFamily="49" charset="0"/>
              </a:rPr>
              <a:t>ORA-01733: virtual column not allowed here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533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DELETING THE VIEW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drop view command is used to remove a view from the database.</a:t>
            </a:r>
            <a:endParaRPr lang="en-IN" dirty="0"/>
          </a:p>
          <a:p>
            <a:pPr marL="0" indent="0" algn="just">
              <a:buNone/>
            </a:pPr>
            <a:r>
              <a:rPr lang="en-US" b="1" dirty="0"/>
              <a:t>Syntax:-  </a:t>
            </a:r>
            <a:endParaRPr lang="en-IN" dirty="0"/>
          </a:p>
          <a:p>
            <a:pPr algn="just"/>
            <a:r>
              <a:rPr lang="en-US" dirty="0"/>
              <a:t>DROP VIEW &lt;</a:t>
            </a:r>
            <a:r>
              <a:rPr lang="en-US" dirty="0" err="1"/>
              <a:t>ViewName</a:t>
            </a:r>
            <a:r>
              <a:rPr lang="en-US" dirty="0"/>
              <a:t>&gt;;</a:t>
            </a:r>
            <a:endParaRPr lang="en-IN" dirty="0"/>
          </a:p>
          <a:p>
            <a:pPr marL="0" indent="0" algn="just">
              <a:buNone/>
            </a:pPr>
            <a:r>
              <a:rPr lang="en-US" b="1" dirty="0"/>
              <a:t> </a:t>
            </a:r>
            <a:endParaRPr lang="en-IN" dirty="0"/>
          </a:p>
          <a:p>
            <a:pPr marL="0" indent="0" algn="just">
              <a:buNone/>
            </a:pPr>
            <a:r>
              <a:rPr lang="en-US" b="1" dirty="0"/>
              <a:t>Example:- </a:t>
            </a:r>
            <a:endParaRPr lang="en-IN" dirty="0"/>
          </a:p>
          <a:p>
            <a:pPr algn="just"/>
            <a:r>
              <a:rPr lang="en-US" dirty="0"/>
              <a:t>Drop view view101;</a:t>
            </a:r>
            <a:endParaRPr lang="en-IN" dirty="0"/>
          </a:p>
          <a:p>
            <a:pPr marL="0" indent="0" algn="just">
              <a:buNone/>
            </a:pPr>
            <a:r>
              <a:rPr lang="en-US" b="1" dirty="0"/>
              <a:t>Output:-</a:t>
            </a:r>
            <a:endParaRPr lang="en-IN" dirty="0"/>
          </a:p>
          <a:p>
            <a:pPr algn="just"/>
            <a:r>
              <a:rPr lang="en-US" dirty="0"/>
              <a:t>View dropped.</a:t>
            </a:r>
            <a:endParaRPr lang="en-IN" dirty="0"/>
          </a:p>
          <a:p>
            <a:pPr algn="just"/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450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use the Oracle </a:t>
            </a:r>
            <a:r>
              <a:rPr lang="en-US" dirty="0" smtClean="0"/>
              <a:t>view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You </a:t>
            </a:r>
            <a:r>
              <a:rPr lang="en-US" dirty="0"/>
              <a:t>can use views in many cases for different purposes.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most common uses of views are as follows:</a:t>
            </a:r>
          </a:p>
          <a:p>
            <a:pPr lvl="1"/>
            <a:r>
              <a:rPr lang="en-US" dirty="0"/>
              <a:t>Simplifying data retrieval.</a:t>
            </a:r>
          </a:p>
          <a:p>
            <a:pPr lvl="1"/>
            <a:r>
              <a:rPr lang="en-US" dirty="0"/>
              <a:t>Maintaining logical data independence.</a:t>
            </a:r>
          </a:p>
          <a:p>
            <a:pPr lvl="1"/>
            <a:r>
              <a:rPr lang="en-US" dirty="0"/>
              <a:t>Implementing data security.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290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Content Placeholder 1"/>
          <p:cNvSpPr>
            <a:spLocks noGrp="1"/>
          </p:cNvSpPr>
          <p:nvPr>
            <p:ph sz="half" idx="1"/>
          </p:nvPr>
        </p:nvSpPr>
        <p:spPr bwMode="auto">
          <a:xfrm>
            <a:off x="1016000" y="1846053"/>
            <a:ext cx="10972800" cy="440234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buFont typeface="Arial" charset="0"/>
              <a:buChar char="•"/>
              <a:defRPr/>
            </a:pPr>
            <a:r>
              <a:rPr lang="en-US" dirty="0" smtClean="0">
                <a:cs typeface="Cordia New" pitchFamily="34" charset="-34"/>
              </a:rPr>
              <a:t>Explain the concept of view.</a:t>
            </a:r>
          </a:p>
          <a:p>
            <a:pPr>
              <a:buFont typeface="Arial" charset="0"/>
              <a:buChar char="•"/>
              <a:defRPr/>
            </a:pPr>
            <a:r>
              <a:rPr lang="en-US" dirty="0" smtClean="0">
                <a:cs typeface="Cordia New" pitchFamily="34" charset="-34"/>
              </a:rPr>
              <a:t>What are the types of views?</a:t>
            </a:r>
          </a:p>
          <a:p>
            <a:pPr>
              <a:buFont typeface="Arial" charset="0"/>
              <a:buChar char="•"/>
              <a:defRPr/>
            </a:pPr>
            <a:r>
              <a:rPr lang="en-US" dirty="0">
                <a:cs typeface="Cordia New" pitchFamily="34" charset="-34"/>
              </a:rPr>
              <a:t>Explain the updateable view with example.</a:t>
            </a:r>
          </a:p>
          <a:p>
            <a:pPr>
              <a:buFont typeface="Arial" charset="0"/>
              <a:buChar char="•"/>
              <a:defRPr/>
            </a:pPr>
            <a:r>
              <a:rPr lang="en-US" dirty="0">
                <a:cs typeface="Cordia New" pitchFamily="34" charset="-34"/>
              </a:rPr>
              <a:t>Explain the </a:t>
            </a:r>
            <a:r>
              <a:rPr lang="en-US" dirty="0" smtClean="0">
                <a:cs typeface="Cordia New" pitchFamily="34" charset="-34"/>
              </a:rPr>
              <a:t>read only </a:t>
            </a:r>
            <a:r>
              <a:rPr lang="en-US" dirty="0">
                <a:cs typeface="Cordia New" pitchFamily="34" charset="-34"/>
              </a:rPr>
              <a:t>view with example.</a:t>
            </a:r>
          </a:p>
          <a:p>
            <a:pPr>
              <a:buFont typeface="Arial" charset="0"/>
              <a:buChar char="•"/>
              <a:defRPr/>
            </a:pPr>
            <a:endParaRPr lang="en-US" dirty="0" smtClean="0">
              <a:cs typeface="Cordia New" pitchFamily="34" charset="-34"/>
            </a:endParaRPr>
          </a:p>
          <a:p>
            <a:pPr>
              <a:buFont typeface="Arial" charset="0"/>
              <a:buChar char="•"/>
              <a:defRPr/>
            </a:pPr>
            <a:endParaRPr lang="en-US" dirty="0" smtClean="0">
              <a:cs typeface="Cordia New" pitchFamily="34" charset="-34"/>
            </a:endParaRPr>
          </a:p>
          <a:p>
            <a:pPr>
              <a:buFont typeface="Arial" charset="0"/>
              <a:buChar char="•"/>
              <a:defRPr/>
            </a:pPr>
            <a:endParaRPr lang="en-US" dirty="0" smtClean="0">
              <a:cs typeface="Cordia New" pitchFamily="34" charset="-34"/>
            </a:endParaRPr>
          </a:p>
          <a:p>
            <a:pPr>
              <a:buFont typeface="Arial" charset="0"/>
              <a:buChar char="•"/>
              <a:defRPr/>
            </a:pPr>
            <a:endParaRPr lang="en-US" dirty="0" smtClean="0">
              <a:cs typeface="Cordia New" pitchFamily="34" charset="-34"/>
            </a:endParaRPr>
          </a:p>
        </p:txBody>
      </p:sp>
      <p:sp>
        <p:nvSpPr>
          <p:cNvPr id="87043" name="Text Placeholder 2"/>
          <p:cNvSpPr>
            <a:spLocks noGrp="1"/>
          </p:cNvSpPr>
          <p:nvPr>
            <p:ph type="body" sz="quarter" idx="10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rtlCol="0" anchor="ctr" anchorCtr="0" compatLnSpc="1">
            <a:prstTxWarp prst="textNoShape">
              <a:avLst/>
            </a:prstTxWarp>
            <a:normAutofit/>
          </a:bodyPr>
          <a:lstStyle/>
          <a:p>
            <a:pPr algn="l"/>
            <a:r>
              <a:rPr lang="en-US" altLang="en-US" dirty="0" smtClean="0">
                <a:cs typeface="Cordia New" pitchFamily="34" charset="-34"/>
              </a:rPr>
              <a:t>FAQs</a:t>
            </a:r>
          </a:p>
        </p:txBody>
      </p:sp>
    </p:spTree>
    <p:extLst>
      <p:ext uri="{BB962C8B-B14F-4D97-AF65-F5344CB8AC3E}">
        <p14:creationId xmlns:p14="http://schemas.microsoft.com/office/powerpoint/2010/main" val="3226849272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690037" y="243417"/>
            <a:ext cx="11197167" cy="609600"/>
          </a:xfrm>
        </p:spPr>
        <p:txBody>
          <a:bodyPr/>
          <a:lstStyle/>
          <a:p>
            <a:r>
              <a:rPr lang="en-US" altLang="en-US" smtClean="0">
                <a:latin typeface="Times New Roman" pitchFamily="18" charset="0"/>
                <a:cs typeface="Times New Roman" pitchFamily="18" charset="0"/>
              </a:rPr>
              <a:t>References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690033" y="1109133"/>
            <a:ext cx="11093451" cy="5446184"/>
          </a:xfrm>
        </p:spPr>
        <p:txBody>
          <a:bodyPr/>
          <a:lstStyle/>
          <a:p>
            <a:pPr algn="just"/>
            <a:r>
              <a:rPr lang="en-US" altLang="en-US" dirty="0" err="1" smtClean="0"/>
              <a:t>RamezElmasri</a:t>
            </a:r>
            <a:r>
              <a:rPr lang="en-US" altLang="en-US" dirty="0" smtClean="0"/>
              <a:t> and </a:t>
            </a:r>
            <a:r>
              <a:rPr lang="en-US" altLang="en-US" dirty="0" err="1" smtClean="0"/>
              <a:t>Shamkant</a:t>
            </a:r>
            <a:r>
              <a:rPr lang="en-US" altLang="en-US" dirty="0" smtClean="0"/>
              <a:t> B. </a:t>
            </a:r>
            <a:r>
              <a:rPr lang="en-US" altLang="en-US" dirty="0" err="1" smtClean="0"/>
              <a:t>Navathe</a:t>
            </a:r>
            <a:r>
              <a:rPr lang="en-US" altLang="en-US" dirty="0" smtClean="0"/>
              <a:t>, “Fundamentals of Database System”, The Benjamin / Cummings Publishing Co.</a:t>
            </a:r>
          </a:p>
          <a:p>
            <a:pPr algn="just"/>
            <a:r>
              <a:rPr lang="en-US" altLang="en-US" dirty="0" err="1" smtClean="0"/>
              <a:t>Korth</a:t>
            </a:r>
            <a:r>
              <a:rPr lang="en-US" altLang="en-US" dirty="0" smtClean="0"/>
              <a:t> and </a:t>
            </a:r>
            <a:r>
              <a:rPr lang="en-US" altLang="en-US" dirty="0" err="1" smtClean="0"/>
              <a:t>Silberschatz</a:t>
            </a:r>
            <a:r>
              <a:rPr lang="en-US" altLang="en-US" dirty="0" smtClean="0"/>
              <a:t> Abraham, “Database System Concepts”, McGraw Hall.</a:t>
            </a:r>
          </a:p>
          <a:p>
            <a:pPr algn="just"/>
            <a:r>
              <a:rPr lang="en-US" altLang="en-US" dirty="0" err="1" smtClean="0"/>
              <a:t>C.J.Date</a:t>
            </a:r>
            <a:r>
              <a:rPr lang="en-US" altLang="en-US" dirty="0" smtClean="0"/>
              <a:t>, “An Introduction to Database Systems”, Addison Wesley.</a:t>
            </a:r>
          </a:p>
          <a:p>
            <a:pPr algn="just"/>
            <a:r>
              <a:rPr lang="en-US" altLang="en-US" dirty="0" smtClean="0"/>
              <a:t>Thomas M. Connolly, Carolyn &amp; E. </a:t>
            </a:r>
            <a:r>
              <a:rPr lang="en-US" altLang="en-US" dirty="0" err="1" smtClean="0"/>
              <a:t>Begg</a:t>
            </a:r>
            <a:r>
              <a:rPr lang="en-US" altLang="en-US" dirty="0" smtClean="0"/>
              <a:t>, “Database Systems: A Practical Approach to Design, Implementation and Management”, 5/E, University of Paisley, Addison-Wesley.</a:t>
            </a:r>
          </a:p>
          <a:p>
            <a:pPr algn="just"/>
            <a:endParaRPr lang="en-US" altLang="en-US" dirty="0" smtClean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04815B-7D27-42A5-8C12-7AA74EE5C8C8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1186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/>
            </a:extLst>
          </p:cNvPr>
          <p:cNvSpPr/>
          <p:nvPr/>
        </p:nvSpPr>
        <p:spPr>
          <a:xfrm>
            <a:off x="0" y="3"/>
            <a:ext cx="12192000" cy="4686300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32" tIns="45718" rIns="91432" bIns="45718" anchor="ctr"/>
          <a:lstStyle/>
          <a:p>
            <a:pPr algn="ctr" defTabSz="1219170">
              <a:buClr>
                <a:srgbClr val="FF0000"/>
              </a:buClr>
              <a:defRPr/>
            </a:pPr>
            <a:r>
              <a:rPr lang="en-US" baseline="-25000" dirty="0">
                <a:solidFill>
                  <a:prstClr val="white"/>
                </a:solidFill>
                <a:latin typeface="Calibri Light"/>
                <a:cs typeface="Times New Roman" pitchFamily="18" charset="0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/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/>
            </a:extLst>
          </p:cNvPr>
          <p:cNvCxnSpPr>
            <a:cxnSpLocks/>
          </p:cNvCxnSpPr>
          <p:nvPr/>
        </p:nvCxnSpPr>
        <p:spPr>
          <a:xfrm>
            <a:off x="10170587" y="4"/>
            <a:ext cx="662516" cy="66463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/>
            </a:extLst>
          </p:cNvPr>
          <p:cNvCxnSpPr>
            <a:cxnSpLocks/>
          </p:cNvCxnSpPr>
          <p:nvPr/>
        </p:nvCxnSpPr>
        <p:spPr>
          <a:xfrm>
            <a:off x="734484" y="6294967"/>
            <a:ext cx="558800" cy="55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/>
            </a:extLst>
          </p:cNvPr>
          <p:cNvCxnSpPr>
            <a:cxnSpLocks/>
          </p:cNvCxnSpPr>
          <p:nvPr/>
        </p:nvCxnSpPr>
        <p:spPr>
          <a:xfrm>
            <a:off x="391584" y="5128687"/>
            <a:ext cx="1727200" cy="1729316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27" name="Title 1"/>
          <p:cNvSpPr txBox="1">
            <a:spLocks/>
          </p:cNvSpPr>
          <p:nvPr/>
        </p:nvSpPr>
        <p:spPr bwMode="auto">
          <a:xfrm>
            <a:off x="1485903" y="2455337"/>
            <a:ext cx="10725151" cy="819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defTabSz="121917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</a:pPr>
            <a:r>
              <a:rPr lang="en-US" altLang="en-US" sz="8000">
                <a:solidFill>
                  <a:srgbClr val="FFFFFF"/>
                </a:solidFill>
                <a:cs typeface="Segoe UI" pitchFamily="34" charset="0"/>
              </a:rPr>
              <a:t>THANK YOU</a:t>
            </a:r>
          </a:p>
        </p:txBody>
      </p:sp>
      <p:sp>
        <p:nvSpPr>
          <p:cNvPr id="30728" name="Diamond 6"/>
          <p:cNvSpPr>
            <a:spLocks/>
          </p:cNvSpPr>
          <p:nvPr/>
        </p:nvSpPr>
        <p:spPr bwMode="auto">
          <a:xfrm>
            <a:off x="2641600" y="1214967"/>
            <a:ext cx="2429933" cy="3225800"/>
          </a:xfrm>
          <a:custGeom>
            <a:avLst/>
            <a:gdLst>
              <a:gd name="T0" fmla="*/ 1822847 w 2430463"/>
              <a:gd name="T1" fmla="*/ 1809750 h 3225800"/>
              <a:gd name="T2" fmla="*/ 1209675 w 2430463"/>
              <a:gd name="T3" fmla="*/ 2419350 h 3225800"/>
              <a:gd name="T4" fmla="*/ 0 w 2430463"/>
              <a:gd name="T5" fmla="*/ 1209675 h 3225800"/>
              <a:gd name="T6" fmla="*/ 1209675 w 2430463"/>
              <a:gd name="T7" fmla="*/ 0 h 3225800"/>
              <a:gd name="T8" fmla="*/ 1822847 w 2430463"/>
              <a:gd name="T9" fmla="*/ 613172 h 32258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32" tIns="45718" rIns="91432" bIns="45718" anchor="ctr"/>
          <a:lstStyle/>
          <a:p>
            <a:pPr defTabSz="121917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</a:pPr>
            <a:endParaRPr lang="en-US" sz="4300" baseline="-25000">
              <a:solidFill>
                <a:srgbClr val="E7E6E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729" name="Diamond 6"/>
          <p:cNvSpPr>
            <a:spLocks/>
          </p:cNvSpPr>
          <p:nvPr/>
        </p:nvSpPr>
        <p:spPr bwMode="auto">
          <a:xfrm>
            <a:off x="2899836" y="1214967"/>
            <a:ext cx="2429933" cy="3225800"/>
          </a:xfrm>
          <a:custGeom>
            <a:avLst/>
            <a:gdLst>
              <a:gd name="T0" fmla="*/ 1822847 w 2430463"/>
              <a:gd name="T1" fmla="*/ 1809750 h 3225800"/>
              <a:gd name="T2" fmla="*/ 1209675 w 2430463"/>
              <a:gd name="T3" fmla="*/ 2419350 h 3225800"/>
              <a:gd name="T4" fmla="*/ 0 w 2430463"/>
              <a:gd name="T5" fmla="*/ 1209675 h 3225800"/>
              <a:gd name="T6" fmla="*/ 1209675 w 2430463"/>
              <a:gd name="T7" fmla="*/ 0 h 3225800"/>
              <a:gd name="T8" fmla="*/ 1822847 w 2430463"/>
              <a:gd name="T9" fmla="*/ 613172 h 32258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rgbClr val="FFFFFF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32" tIns="45718" rIns="91432" bIns="45718" anchor="ctr"/>
          <a:lstStyle/>
          <a:p>
            <a:pPr defTabSz="121917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</a:pPr>
            <a:endParaRPr lang="en-US" sz="4300" baseline="-25000">
              <a:solidFill>
                <a:srgbClr val="E7E6E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30730" name="Group 28"/>
          <p:cNvGrpSpPr>
            <a:grpSpLocks/>
          </p:cNvGrpSpPr>
          <p:nvPr/>
        </p:nvGrpSpPr>
        <p:grpSpPr bwMode="auto">
          <a:xfrm>
            <a:off x="239187" y="152403"/>
            <a:ext cx="408516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3821" y="0"/>
              <a:ext cx="219636" cy="210955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219170" fontAlgn="base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defRPr/>
              </a:pPr>
              <a:endParaRPr lang="en-US" sz="4300" baseline="-25000">
                <a:solidFill>
                  <a:prstClr val="white"/>
                </a:solidFill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959" y="408875"/>
              <a:ext cx="218498" cy="49420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219170" fontAlgn="base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defRPr/>
              </a:pPr>
              <a:endParaRPr lang="en-US" sz="4300" baseline="-25000">
                <a:solidFill>
                  <a:prstClr val="white"/>
                </a:solidFill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5"/>
              <a:ext cx="218498" cy="2204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219170" fontAlgn="base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defRPr/>
              </a:pPr>
              <a:endParaRPr lang="en-US" sz="4300" baseline="-25000">
                <a:solidFill>
                  <a:prstClr val="white"/>
                </a:solidFill>
              </a:endParaRPr>
            </a:p>
          </p:txBody>
        </p:sp>
        <p:graphicFrame>
          <p:nvGraphicFramePr>
            <p:cNvPr id="30737" name="Object 32"/>
            <p:cNvGraphicFramePr>
              <a:graphicFrameLocks noChangeAspect="1"/>
            </p:cNvGraphicFramePr>
            <p:nvPr/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12" name="CorelDRAW" r:id="rId3" imgW="2169000" imgH="2169360" progId="">
                    <p:embed/>
                  </p:oleObj>
                </mc:Choice>
                <mc:Fallback>
                  <p:oleObj name="CorelDRAW" r:id="rId3" imgW="2169000" imgH="2169360" progId="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731" name="Rectangle 1"/>
          <p:cNvSpPr>
            <a:spLocks noChangeArrowheads="1"/>
          </p:cNvSpPr>
          <p:nvPr/>
        </p:nvSpPr>
        <p:spPr bwMode="auto">
          <a:xfrm>
            <a:off x="4112687" y="5395386"/>
            <a:ext cx="4397341" cy="814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2" tIns="45718" rIns="91432" bIns="45718">
            <a:spAutoFit/>
          </a:bodyPr>
          <a:lstStyle>
            <a:lvl1pPr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defTabSz="121917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</a:pPr>
            <a:r>
              <a:rPr lang="en-US" altLang="en-US" dirty="0" smtClean="0">
                <a:solidFill>
                  <a:prstClr val="black"/>
                </a:solidFill>
                <a:latin typeface="Casper"/>
                <a:cs typeface="Segoe UI" pitchFamily="34" charset="0"/>
              </a:rPr>
              <a:t>For queries</a:t>
            </a:r>
          </a:p>
          <a:p>
            <a:pPr defTabSz="121917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</a:pPr>
            <a:r>
              <a:rPr lang="en-US" altLang="en-US" dirty="0" smtClean="0">
                <a:solidFill>
                  <a:prstClr val="black"/>
                </a:solidFill>
                <a:latin typeface="Casper"/>
                <a:cs typeface="Segoe UI" pitchFamily="34" charset="0"/>
              </a:rPr>
              <a:t>Email</a:t>
            </a:r>
            <a:r>
              <a:rPr lang="en-US" altLang="en-US" smtClean="0">
                <a:solidFill>
                  <a:prstClr val="black"/>
                </a:solidFill>
                <a:latin typeface="Casper"/>
                <a:cs typeface="Segoe UI" pitchFamily="34" charset="0"/>
              </a:rPr>
              <a:t>: </a:t>
            </a:r>
            <a:r>
              <a:rPr lang="en-US" altLang="en-US" smtClean="0">
                <a:solidFill>
                  <a:prstClr val="black"/>
                </a:solidFill>
                <a:latin typeface="Casper"/>
                <a:cs typeface="Segoe UI" pitchFamily="34" charset="0"/>
                <a:hlinkClick r:id="rId5"/>
              </a:rPr>
              <a:t>shaveta.e13464@cumail.in</a:t>
            </a:r>
            <a:r>
              <a:rPr lang="en-US" altLang="en-US" smtClean="0">
                <a:solidFill>
                  <a:prstClr val="black"/>
                </a:solidFill>
                <a:latin typeface="Casper"/>
                <a:cs typeface="Segoe UI" pitchFamily="34" charset="0"/>
              </a:rPr>
              <a:t> </a:t>
            </a:r>
            <a:endParaRPr lang="en-US" altLang="en-US" dirty="0" smtClean="0">
              <a:solidFill>
                <a:prstClr val="black"/>
              </a:solidFill>
            </a:endParaRPr>
          </a:p>
        </p:txBody>
      </p:sp>
      <p:sp>
        <p:nvSpPr>
          <p:cNvPr id="30733" name="Slide Number Placeholder 1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43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0777" indent="-283613" eaLnBrk="0" hangingPunct="0">
              <a:defRPr sz="43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0798" indent="-226468" eaLnBrk="0" hangingPunct="0">
              <a:defRPr sz="43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3pPr>
            <a:lvl4pPr marL="1597964" indent="-226468" eaLnBrk="0" hangingPunct="0">
              <a:defRPr sz="43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5131" indent="-226468" eaLnBrk="0" hangingPunct="0">
              <a:defRPr sz="43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5pPr>
            <a:lvl6pPr marL="2664684" indent="-226468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43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6pPr>
            <a:lvl7pPr marL="3274239" indent="-226468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43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7pPr>
            <a:lvl8pPr marL="3883794" indent="-226468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43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8pPr>
            <a:lvl9pPr marL="4493348" indent="-226468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43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/>
            <a:fld id="{E7FDD9CB-D15E-4F7D-827E-19A6D57ED279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17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5410421"/>
      </p:ext>
    </p:extLst>
  </p:cSld>
  <p:clrMapOvr>
    <a:masterClrMapping/>
  </p:clrMapOvr>
</p:sld>
</file>

<file path=ppt/theme/theme1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CU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">
      <a:maj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THEME_CU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EME_CU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1391</TotalTime>
  <Words>621</Words>
  <Application>Microsoft Office PowerPoint</Application>
  <PresentationFormat>Widescreen</PresentationFormat>
  <Paragraphs>134</Paragraphs>
  <Slides>17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34" baseType="lpstr">
      <vt:lpstr>Arial Unicode MS</vt:lpstr>
      <vt:lpstr>Arial</vt:lpstr>
      <vt:lpstr>Calibri</vt:lpstr>
      <vt:lpstr>Calibri Light</vt:lpstr>
      <vt:lpstr>Cambria</vt:lpstr>
      <vt:lpstr>Casper</vt:lpstr>
      <vt:lpstr>Consolas</vt:lpstr>
      <vt:lpstr>Cordia New</vt:lpstr>
      <vt:lpstr>Karla</vt:lpstr>
      <vt:lpstr>Segoe UI</vt:lpstr>
      <vt:lpstr>Times New Roman</vt:lpstr>
      <vt:lpstr>Wingdings</vt:lpstr>
      <vt:lpstr>Contents Slide Master</vt:lpstr>
      <vt:lpstr>CU THEME</vt:lpstr>
      <vt:lpstr>1_THEME_CU</vt:lpstr>
      <vt:lpstr>THEME_CU</vt:lpstr>
      <vt:lpstr>CorelDRAW</vt:lpstr>
      <vt:lpstr>PowerPoint Presentation</vt:lpstr>
      <vt:lpstr>DBMS: Course Objectives</vt:lpstr>
      <vt:lpstr>COURSE OUTCOMES</vt:lpstr>
      <vt:lpstr>Outline</vt:lpstr>
      <vt:lpstr>SQL Views</vt:lpstr>
      <vt:lpstr>Selecting a Data set from a view:- </vt:lpstr>
      <vt:lpstr>Renaming the columns of a View</vt:lpstr>
      <vt:lpstr>RENAMING THE VIEW</vt:lpstr>
      <vt:lpstr>TYPES OF VIEW</vt:lpstr>
      <vt:lpstr>1. UPDATEABLE VIEW</vt:lpstr>
      <vt:lpstr>1. UPDATEABLE VIEW</vt:lpstr>
      <vt:lpstr>2. READ ONLY VIEW</vt:lpstr>
      <vt:lpstr>DELETING THE VIEW</vt:lpstr>
      <vt:lpstr>When to use the Oracle view</vt:lpstr>
      <vt:lpstr>PowerPoint Presentation</vt:lpstr>
      <vt:lpstr>References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shavetapc</cp:lastModifiedBy>
  <cp:revision>154</cp:revision>
  <dcterms:created xsi:type="dcterms:W3CDTF">2019-01-09T10:33:58Z</dcterms:created>
  <dcterms:modified xsi:type="dcterms:W3CDTF">2023-06-28T04:26:48Z</dcterms:modified>
</cp:coreProperties>
</file>