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 id="2147483690" r:id="rId3"/>
  </p:sldMasterIdLst>
  <p:notesMasterIdLst>
    <p:notesMasterId r:id="rId21"/>
  </p:notesMasterIdLst>
  <p:sldIdLst>
    <p:sldId id="274" r:id="rId4"/>
    <p:sldId id="287" r:id="rId5"/>
    <p:sldId id="288" r:id="rId6"/>
    <p:sldId id="259" r:id="rId7"/>
    <p:sldId id="275" r:id="rId8"/>
    <p:sldId id="276" r:id="rId9"/>
    <p:sldId id="277" r:id="rId10"/>
    <p:sldId id="278" r:id="rId11"/>
    <p:sldId id="279" r:id="rId12"/>
    <p:sldId id="280" r:id="rId13"/>
    <p:sldId id="281" r:id="rId14"/>
    <p:sldId id="282" r:id="rId15"/>
    <p:sldId id="285" r:id="rId16"/>
    <p:sldId id="284" r:id="rId17"/>
    <p:sldId id="289" r:id="rId18"/>
    <p:sldId id="272" r:id="rId19"/>
    <p:sldId id="273" r:id="rId20"/>
  </p:sldIdLst>
  <p:sldSz cx="9144000" cy="5143500" type="screen16x9"/>
  <p:notesSz cx="6858000" cy="9144000"/>
  <p:defaultTextStyle>
    <a:defPPr>
      <a:defRPr lang="en-US"/>
    </a:defPPr>
    <a:lvl1pPr marL="0" algn="l" defTabSz="914333" rtl="0" eaLnBrk="1" latinLnBrk="0" hangingPunct="1">
      <a:defRPr sz="1800" kern="1200">
        <a:solidFill>
          <a:schemeClr val="tx1"/>
        </a:solidFill>
        <a:latin typeface="+mn-lt"/>
        <a:ea typeface="+mn-ea"/>
        <a:cs typeface="+mn-cs"/>
      </a:defRPr>
    </a:lvl1pPr>
    <a:lvl2pPr marL="457166" algn="l" defTabSz="914333" rtl="0" eaLnBrk="1" latinLnBrk="0" hangingPunct="1">
      <a:defRPr sz="1800" kern="1200">
        <a:solidFill>
          <a:schemeClr val="tx1"/>
        </a:solidFill>
        <a:latin typeface="+mn-lt"/>
        <a:ea typeface="+mn-ea"/>
        <a:cs typeface="+mn-cs"/>
      </a:defRPr>
    </a:lvl2pPr>
    <a:lvl3pPr marL="914333" algn="l" defTabSz="914333" rtl="0" eaLnBrk="1" latinLnBrk="0" hangingPunct="1">
      <a:defRPr sz="1800" kern="1200">
        <a:solidFill>
          <a:schemeClr val="tx1"/>
        </a:solidFill>
        <a:latin typeface="+mn-lt"/>
        <a:ea typeface="+mn-ea"/>
        <a:cs typeface="+mn-cs"/>
      </a:defRPr>
    </a:lvl3pPr>
    <a:lvl4pPr marL="1371498" algn="l" defTabSz="914333" rtl="0" eaLnBrk="1" latinLnBrk="0" hangingPunct="1">
      <a:defRPr sz="1800" kern="1200">
        <a:solidFill>
          <a:schemeClr val="tx1"/>
        </a:solidFill>
        <a:latin typeface="+mn-lt"/>
        <a:ea typeface="+mn-ea"/>
        <a:cs typeface="+mn-cs"/>
      </a:defRPr>
    </a:lvl4pPr>
    <a:lvl5pPr marL="1828664" algn="l" defTabSz="914333" rtl="0" eaLnBrk="1" latinLnBrk="0" hangingPunct="1">
      <a:defRPr sz="1800" kern="1200">
        <a:solidFill>
          <a:schemeClr val="tx1"/>
        </a:solidFill>
        <a:latin typeface="+mn-lt"/>
        <a:ea typeface="+mn-ea"/>
        <a:cs typeface="+mn-cs"/>
      </a:defRPr>
    </a:lvl5pPr>
    <a:lvl6pPr marL="2285829" algn="l" defTabSz="914333" rtl="0" eaLnBrk="1" latinLnBrk="0" hangingPunct="1">
      <a:defRPr sz="1800" kern="1200">
        <a:solidFill>
          <a:schemeClr val="tx1"/>
        </a:solidFill>
        <a:latin typeface="+mn-lt"/>
        <a:ea typeface="+mn-ea"/>
        <a:cs typeface="+mn-cs"/>
      </a:defRPr>
    </a:lvl6pPr>
    <a:lvl7pPr marL="2742995" algn="l" defTabSz="914333" rtl="0" eaLnBrk="1" latinLnBrk="0" hangingPunct="1">
      <a:defRPr sz="1800" kern="1200">
        <a:solidFill>
          <a:schemeClr val="tx1"/>
        </a:solidFill>
        <a:latin typeface="+mn-lt"/>
        <a:ea typeface="+mn-ea"/>
        <a:cs typeface="+mn-cs"/>
      </a:defRPr>
    </a:lvl7pPr>
    <a:lvl8pPr marL="3200160" algn="l" defTabSz="914333" rtl="0" eaLnBrk="1" latinLnBrk="0" hangingPunct="1">
      <a:defRPr sz="1800" kern="1200">
        <a:solidFill>
          <a:schemeClr val="tx1"/>
        </a:solidFill>
        <a:latin typeface="+mn-lt"/>
        <a:ea typeface="+mn-ea"/>
        <a:cs typeface="+mn-cs"/>
      </a:defRPr>
    </a:lvl8pPr>
    <a:lvl9pPr marL="3657326" algn="l" defTabSz="91433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3" d="100"/>
          <a:sy n="93" d="100"/>
        </p:scale>
        <p:origin x="726" y="7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AEB381-64C1-424E-8FC1-548ABF342418}" type="datetimeFigureOut">
              <a:rPr lang="en-IN" smtClean="0"/>
              <a:pPr/>
              <a:t>28-06-2023</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A87A68-5CD7-4B7E-95FC-906DDDECA186}" type="slidenum">
              <a:rPr lang="en-IN" smtClean="0"/>
              <a:pPr/>
              <a:t>‹#›</a:t>
            </a:fld>
            <a:endParaRPr lang="en-IN" dirty="0"/>
          </a:p>
        </p:txBody>
      </p:sp>
    </p:spTree>
    <p:extLst>
      <p:ext uri="{BB962C8B-B14F-4D97-AF65-F5344CB8AC3E}">
        <p14:creationId xmlns:p14="http://schemas.microsoft.com/office/powerpoint/2010/main" val="1821513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a:ln/>
        </p:spPr>
      </p:sp>
      <p:sp>
        <p:nvSpPr>
          <p:cNvPr id="179203" name="Notes Placeholder 2"/>
          <p:cNvSpPr>
            <a:spLocks noGrp="1"/>
          </p:cNvSpPr>
          <p:nvPr>
            <p:ph type="body" idx="1"/>
          </p:nvPr>
        </p:nvSpPr>
        <p:spPr>
          <a:noFill/>
        </p:spPr>
        <p:txBody>
          <a:bodyPr/>
          <a:lstStyle/>
          <a:p>
            <a:endParaRPr lang="en-IN" altLang="en-US" dirty="0" smtClean="0"/>
          </a:p>
        </p:txBody>
      </p:sp>
      <p:sp>
        <p:nvSpPr>
          <p:cNvPr id="179204" name="Slide Number Placeholder 3"/>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F1BD6A1-B9F7-4FDF-9535-FB9238559347}" type="slidenum">
              <a:rPr lang="en-US" altLang="en-US" sz="1200" smtClean="0"/>
              <a:pPr/>
              <a:t>1</a:t>
            </a:fld>
            <a:endParaRPr lang="en-US" altLang="en-US" sz="1200" dirty="0" smtClean="0"/>
          </a:p>
        </p:txBody>
      </p:sp>
    </p:spTree>
    <p:extLst>
      <p:ext uri="{BB962C8B-B14F-4D97-AF65-F5344CB8AC3E}">
        <p14:creationId xmlns:p14="http://schemas.microsoft.com/office/powerpoint/2010/main" val="2353848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875" indent="0" algn="ctr">
              <a:buNone/>
              <a:defRPr sz="1500"/>
            </a:lvl2pPr>
            <a:lvl3pPr marL="685749" indent="0" algn="ctr">
              <a:buNone/>
              <a:defRPr sz="140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221975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886700" cy="994172"/>
          </a:xfrm>
        </p:spPr>
        <p:txBody>
          <a:bodyPr>
            <a:normAutofit/>
          </a:bodyPr>
          <a:lstStyle>
            <a:lvl1pPr>
              <a:defRPr sz="2700" b="1"/>
            </a:lvl1pPr>
          </a:lstStyle>
          <a:p>
            <a:r>
              <a:rPr lang="en-US" smtClean="0"/>
              <a:t>Click to edit Master title style</a:t>
            </a:r>
            <a:endParaRPr lang="en-US" dirty="0"/>
          </a:p>
        </p:txBody>
      </p:sp>
      <p:sp>
        <p:nvSpPr>
          <p:cNvPr id="3" name="Content Placeholder 2"/>
          <p:cNvSpPr>
            <a:spLocks noGrp="1"/>
          </p:cNvSpPr>
          <p:nvPr>
            <p:ph idx="1"/>
          </p:nvPr>
        </p:nvSpPr>
        <p:spPr>
          <a:xfrm>
            <a:off x="561975" y="1001317"/>
            <a:ext cx="78867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5136952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7"/>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875" indent="0">
              <a:buNone/>
              <a:defRPr sz="1500">
                <a:solidFill>
                  <a:schemeClr val="tx1">
                    <a:tint val="75000"/>
                  </a:schemeClr>
                </a:solidFill>
              </a:defRPr>
            </a:lvl2pPr>
            <a:lvl3pPr marL="685749" indent="0">
              <a:buNone/>
              <a:defRPr sz="1400">
                <a:solidFill>
                  <a:schemeClr val="tx1">
                    <a:tint val="75000"/>
                  </a:schemeClr>
                </a:solidFill>
              </a:defRPr>
            </a:lvl3pPr>
            <a:lvl4pPr marL="1028624" indent="0">
              <a:buNone/>
              <a:defRPr sz="1200">
                <a:solidFill>
                  <a:schemeClr val="tx1">
                    <a:tint val="75000"/>
                  </a:schemeClr>
                </a:solidFill>
              </a:defRPr>
            </a:lvl4pPr>
            <a:lvl5pPr marL="1371498" indent="0">
              <a:buNone/>
              <a:defRPr sz="1200">
                <a:solidFill>
                  <a:schemeClr val="tx1">
                    <a:tint val="75000"/>
                  </a:schemeClr>
                </a:solidFill>
              </a:defRPr>
            </a:lvl5pPr>
            <a:lvl6pPr marL="1714373" indent="0">
              <a:buNone/>
              <a:defRPr sz="1200">
                <a:solidFill>
                  <a:schemeClr val="tx1">
                    <a:tint val="75000"/>
                  </a:schemeClr>
                </a:solidFill>
              </a:defRPr>
            </a:lvl6pPr>
            <a:lvl7pPr marL="2057246" indent="0">
              <a:buNone/>
              <a:defRPr sz="1200">
                <a:solidFill>
                  <a:schemeClr val="tx1">
                    <a:tint val="75000"/>
                  </a:schemeClr>
                </a:solidFill>
              </a:defRPr>
            </a:lvl7pPr>
            <a:lvl8pPr marL="2400120" indent="0">
              <a:buNone/>
              <a:defRPr sz="1200">
                <a:solidFill>
                  <a:schemeClr val="tx1">
                    <a:tint val="75000"/>
                  </a:schemeClr>
                </a:solidFill>
              </a:defRPr>
            </a:lvl8pPr>
            <a:lvl9pPr marL="2742995"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171434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962900" cy="994172"/>
          </a:xfrm>
        </p:spPr>
        <p:txBody>
          <a:bodyPr>
            <a:normAutofit/>
          </a:bodyPr>
          <a:lstStyle>
            <a:lvl1pPr>
              <a:defRPr sz="2700" b="1"/>
            </a:lvl1pPr>
          </a:lstStyle>
          <a:p>
            <a:r>
              <a:rPr lang="en-US" smtClean="0"/>
              <a:t>Click to edit Master title style</a:t>
            </a:r>
            <a:endParaRPr lang="en-US" dirty="0"/>
          </a:p>
        </p:txBody>
      </p:sp>
      <p:sp>
        <p:nvSpPr>
          <p:cNvPr id="3" name="Content Placeholder 2"/>
          <p:cNvSpPr>
            <a:spLocks noGrp="1"/>
          </p:cNvSpPr>
          <p:nvPr>
            <p:ph sz="half" idx="1"/>
          </p:nvPr>
        </p:nvSpPr>
        <p:spPr>
          <a:xfrm>
            <a:off x="552450" y="1058467"/>
            <a:ext cx="39624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058467"/>
            <a:ext cx="38862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1220167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72691" y="7144"/>
            <a:ext cx="7886700" cy="994172"/>
          </a:xfrm>
        </p:spPr>
        <p:txBody>
          <a:bodyPr>
            <a:normAutofit/>
          </a:bodyPr>
          <a:lstStyle>
            <a:lvl1pPr>
              <a:defRPr sz="2700" b="1"/>
            </a:lvl1pPr>
          </a:lstStyle>
          <a:p>
            <a:r>
              <a:rPr lang="en-US" smtClean="0"/>
              <a:t>Click to edit Master title style</a:t>
            </a:r>
            <a:endParaRPr lang="en-US" dirty="0"/>
          </a:p>
        </p:txBody>
      </p:sp>
      <p:sp>
        <p:nvSpPr>
          <p:cNvPr id="3" name="Text Placeholder 2"/>
          <p:cNvSpPr>
            <a:spLocks noGrp="1"/>
          </p:cNvSpPr>
          <p:nvPr>
            <p:ph type="body" idx="1"/>
          </p:nvPr>
        </p:nvSpPr>
        <p:spPr>
          <a:xfrm>
            <a:off x="591742" y="1041797"/>
            <a:ext cx="3868340" cy="617934"/>
          </a:xfrm>
        </p:spPr>
        <p:txBody>
          <a:bodyPr anchor="b"/>
          <a:lstStyle>
            <a:lvl1pPr marL="0" indent="0">
              <a:buNone/>
              <a:defRPr sz="1800" b="1"/>
            </a:lvl1pPr>
            <a:lvl2pPr marL="342875" indent="0">
              <a:buNone/>
              <a:defRPr sz="1500" b="1"/>
            </a:lvl2pPr>
            <a:lvl3pPr marL="685749" indent="0">
              <a:buNone/>
              <a:defRPr sz="140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01267" y="1774031"/>
            <a:ext cx="3868340"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2" y="1060847"/>
            <a:ext cx="3887391" cy="617934"/>
          </a:xfrm>
        </p:spPr>
        <p:txBody>
          <a:bodyPr anchor="b"/>
          <a:lstStyle>
            <a:lvl1pPr marL="0" indent="0">
              <a:buNone/>
              <a:defRPr sz="1800" b="1"/>
            </a:lvl1pPr>
            <a:lvl2pPr marL="342875" indent="0">
              <a:buNone/>
              <a:defRPr sz="1500" b="1"/>
            </a:lvl2pPr>
            <a:lvl3pPr marL="685749" indent="0">
              <a:buNone/>
              <a:defRPr sz="140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2" y="1783556"/>
            <a:ext cx="3887391"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0121695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1975" y="7144"/>
            <a:ext cx="7886700" cy="994172"/>
          </a:xfrm>
        </p:spPr>
        <p:txBody>
          <a:bodyPr>
            <a:normAutofit/>
          </a:bodyPr>
          <a:lstStyle>
            <a:lvl1pPr>
              <a:defRPr sz="2700" b="1"/>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8120412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831933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72"/>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875" indent="0">
              <a:buNone/>
              <a:defRPr sz="1100"/>
            </a:lvl2pPr>
            <a:lvl3pPr marL="685749" indent="0">
              <a:buNone/>
              <a:defRPr sz="900"/>
            </a:lvl3pPr>
            <a:lvl4pPr marL="1028624" indent="0">
              <a:buNone/>
              <a:defRPr sz="800"/>
            </a:lvl4pPr>
            <a:lvl5pPr marL="1371498" indent="0">
              <a:buNone/>
              <a:defRPr sz="800"/>
            </a:lvl5pPr>
            <a:lvl6pPr marL="1714373" indent="0">
              <a:buNone/>
              <a:defRPr sz="800"/>
            </a:lvl6pPr>
            <a:lvl7pPr marL="2057246" indent="0">
              <a:buNone/>
              <a:defRPr sz="800"/>
            </a:lvl7pPr>
            <a:lvl8pPr marL="2400120" indent="0">
              <a:buNone/>
              <a:defRPr sz="800"/>
            </a:lvl8pPr>
            <a:lvl9pPr marL="2742995" indent="0">
              <a:buNone/>
              <a:defRPr sz="8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9186090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72"/>
            <a:ext cx="4629150" cy="3655219"/>
          </a:xfrm>
        </p:spPr>
        <p:txBody>
          <a:bodyPr/>
          <a:lstStyle>
            <a:lvl1pPr marL="0" indent="0">
              <a:buNone/>
              <a:defRPr sz="24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dirty="0" smtClean="0"/>
              <a:t>Click icon to add picture</a:t>
            </a:r>
            <a:endParaRPr lang="en-US" dirty="0"/>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875" indent="0">
              <a:buNone/>
              <a:defRPr sz="1100"/>
            </a:lvl2pPr>
            <a:lvl3pPr marL="685749" indent="0">
              <a:buNone/>
              <a:defRPr sz="900"/>
            </a:lvl3pPr>
            <a:lvl4pPr marL="1028624" indent="0">
              <a:buNone/>
              <a:defRPr sz="800"/>
            </a:lvl4pPr>
            <a:lvl5pPr marL="1371498" indent="0">
              <a:buNone/>
              <a:defRPr sz="800"/>
            </a:lvl5pPr>
            <a:lvl6pPr marL="1714373" indent="0">
              <a:buNone/>
              <a:defRPr sz="800"/>
            </a:lvl6pPr>
            <a:lvl7pPr marL="2057246" indent="0">
              <a:buNone/>
              <a:defRPr sz="800"/>
            </a:lvl7pPr>
            <a:lvl8pPr marL="2400120" indent="0">
              <a:buNone/>
              <a:defRPr sz="800"/>
            </a:lvl8pPr>
            <a:lvl9pPr marL="2742995" indent="0">
              <a:buNone/>
              <a:defRPr sz="8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2476270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886700" cy="994172"/>
          </a:xfrm>
        </p:spPr>
        <p:txBody>
          <a:bodyPr>
            <a:normAutofit/>
          </a:bodyPr>
          <a:lstStyle>
            <a:lvl1pPr>
              <a:defRPr sz="2700" b="1"/>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1045371"/>
            <a:ext cx="7886700" cy="35075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5081576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7"/>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2" y="273847"/>
            <a:ext cx="5800725" cy="435887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3449416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25258224"/>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Титульный слайд">
    <p:spTree>
      <p:nvGrpSpPr>
        <p:cNvPr id="1" name=""/>
        <p:cNvGrpSpPr/>
        <p:nvPr/>
      </p:nvGrpSpPr>
      <p:grpSpPr>
        <a:xfrm>
          <a:off x="0" y="0"/>
          <a:ext cx="0" cy="0"/>
          <a:chOff x="0" y="0"/>
          <a:chExt cx="0" cy="0"/>
        </a:xfrm>
      </p:grpSpPr>
      <p:sp>
        <p:nvSpPr>
          <p:cNvPr id="3" name="Прямоугольник 1"/>
          <p:cNvSpPr/>
          <p:nvPr/>
        </p:nvSpPr>
        <p:spPr>
          <a:xfrm>
            <a:off x="-14288" y="1428750"/>
            <a:ext cx="9158288" cy="37147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anchor="ctr"/>
          <a:lstStyle/>
          <a:p>
            <a:pPr algn="ctr" eaLnBrk="1" fontAlgn="auto" hangingPunct="1">
              <a:spcBef>
                <a:spcPts val="0"/>
              </a:spcBef>
              <a:spcAft>
                <a:spcPts val="0"/>
              </a:spcAft>
              <a:defRPr/>
            </a:pPr>
            <a:endParaRPr lang="ru-RU" dirty="0"/>
          </a:p>
        </p:txBody>
      </p:sp>
      <p:sp>
        <p:nvSpPr>
          <p:cNvPr id="4" name="Прямоугольник 8"/>
          <p:cNvSpPr/>
          <p:nvPr/>
        </p:nvSpPr>
        <p:spPr>
          <a:xfrm>
            <a:off x="-14288" y="1"/>
            <a:ext cx="9158288" cy="3328988"/>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anchor="ctr"/>
          <a:lstStyle/>
          <a:p>
            <a:pPr algn="ctr" eaLnBrk="1" fontAlgn="auto" hangingPunct="1">
              <a:spcBef>
                <a:spcPts val="0"/>
              </a:spcBef>
              <a:spcAft>
                <a:spcPts val="0"/>
              </a:spcAft>
              <a:defRPr/>
            </a:pPr>
            <a:endParaRPr lang="ru-RU" dirty="0"/>
          </a:p>
        </p:txBody>
      </p:sp>
      <p:sp>
        <p:nvSpPr>
          <p:cNvPr id="5" name="Прямоугольник 3"/>
          <p:cNvSpPr/>
          <p:nvPr/>
        </p:nvSpPr>
        <p:spPr>
          <a:xfrm>
            <a:off x="814388" y="757240"/>
            <a:ext cx="7515225" cy="39290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76" tIns="34289" rIns="68576" bIns="34289"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385888" y="2114553"/>
            <a:ext cx="6372225" cy="2100263"/>
          </a:xfrm>
          <a:prstGeom prst="rect">
            <a:avLst/>
          </a:prstGeom>
        </p:spPr>
        <p:txBody>
          <a:bodyPr/>
          <a:lstStyle/>
          <a:p>
            <a:pPr lvl="0"/>
            <a:r>
              <a:rPr lang="en-US" noProof="0" dirty="0" smtClean="0"/>
              <a:t>Click icon to add picture</a:t>
            </a:r>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863684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884" indent="0" algn="ctr">
              <a:buNone/>
              <a:defRPr sz="1500"/>
            </a:lvl2pPr>
            <a:lvl3pPr marL="685766" indent="0" algn="ctr">
              <a:buNone/>
              <a:defRPr sz="140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221975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886700" cy="994172"/>
          </a:xfrm>
        </p:spPr>
        <p:txBody>
          <a:bodyPr>
            <a:normAutofit/>
          </a:bodyPr>
          <a:lstStyle>
            <a:lvl1pPr>
              <a:defRPr sz="2700" b="1"/>
            </a:lvl1pPr>
          </a:lstStyle>
          <a:p>
            <a:r>
              <a:rPr lang="en-US" smtClean="0"/>
              <a:t>Click to edit Master title style</a:t>
            </a:r>
            <a:endParaRPr lang="en-US" dirty="0"/>
          </a:p>
        </p:txBody>
      </p:sp>
      <p:sp>
        <p:nvSpPr>
          <p:cNvPr id="3" name="Content Placeholder 2"/>
          <p:cNvSpPr>
            <a:spLocks noGrp="1"/>
          </p:cNvSpPr>
          <p:nvPr>
            <p:ph idx="1"/>
          </p:nvPr>
        </p:nvSpPr>
        <p:spPr>
          <a:xfrm>
            <a:off x="561975" y="1001317"/>
            <a:ext cx="78867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5136952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6"/>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884" indent="0">
              <a:buNone/>
              <a:defRPr sz="1500">
                <a:solidFill>
                  <a:schemeClr val="tx1">
                    <a:tint val="75000"/>
                  </a:schemeClr>
                </a:solidFill>
              </a:defRPr>
            </a:lvl2pPr>
            <a:lvl3pPr marL="685766" indent="0">
              <a:buNone/>
              <a:defRPr sz="1400">
                <a:solidFill>
                  <a:schemeClr val="tx1">
                    <a:tint val="75000"/>
                  </a:schemeClr>
                </a:solidFill>
              </a:defRPr>
            </a:lvl3pPr>
            <a:lvl4pPr marL="1028649" indent="0">
              <a:buNone/>
              <a:defRPr sz="1200">
                <a:solidFill>
                  <a:schemeClr val="tx1">
                    <a:tint val="75000"/>
                  </a:schemeClr>
                </a:solidFill>
              </a:defRPr>
            </a:lvl4pPr>
            <a:lvl5pPr marL="1371532" indent="0">
              <a:buNone/>
              <a:defRPr sz="1200">
                <a:solidFill>
                  <a:schemeClr val="tx1">
                    <a:tint val="75000"/>
                  </a:schemeClr>
                </a:solidFill>
              </a:defRPr>
            </a:lvl5pPr>
            <a:lvl6pPr marL="1714415" indent="0">
              <a:buNone/>
              <a:defRPr sz="1200">
                <a:solidFill>
                  <a:schemeClr val="tx1">
                    <a:tint val="75000"/>
                  </a:schemeClr>
                </a:solidFill>
              </a:defRPr>
            </a:lvl6pPr>
            <a:lvl7pPr marL="2057297" indent="0">
              <a:buNone/>
              <a:defRPr sz="1200">
                <a:solidFill>
                  <a:schemeClr val="tx1">
                    <a:tint val="75000"/>
                  </a:schemeClr>
                </a:solidFill>
              </a:defRPr>
            </a:lvl7pPr>
            <a:lvl8pPr marL="2400180" indent="0">
              <a:buNone/>
              <a:defRPr sz="1200">
                <a:solidFill>
                  <a:schemeClr val="tx1">
                    <a:tint val="75000"/>
                  </a:schemeClr>
                </a:solidFill>
              </a:defRPr>
            </a:lvl8pPr>
            <a:lvl9pPr marL="2743064"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1714345"/>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962900" cy="994172"/>
          </a:xfrm>
        </p:spPr>
        <p:txBody>
          <a:bodyPr>
            <a:normAutofit/>
          </a:bodyPr>
          <a:lstStyle>
            <a:lvl1pPr>
              <a:defRPr sz="2700" b="1"/>
            </a:lvl1pPr>
          </a:lstStyle>
          <a:p>
            <a:r>
              <a:rPr lang="en-US" smtClean="0"/>
              <a:t>Click to edit Master title style</a:t>
            </a:r>
            <a:endParaRPr lang="en-US" dirty="0"/>
          </a:p>
        </p:txBody>
      </p:sp>
      <p:sp>
        <p:nvSpPr>
          <p:cNvPr id="3" name="Content Placeholder 2"/>
          <p:cNvSpPr>
            <a:spLocks noGrp="1"/>
          </p:cNvSpPr>
          <p:nvPr>
            <p:ph sz="half" idx="1"/>
          </p:nvPr>
        </p:nvSpPr>
        <p:spPr>
          <a:xfrm>
            <a:off x="552450" y="1058467"/>
            <a:ext cx="39624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058467"/>
            <a:ext cx="38862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1220167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72691" y="7144"/>
            <a:ext cx="7886700" cy="994172"/>
          </a:xfrm>
        </p:spPr>
        <p:txBody>
          <a:bodyPr>
            <a:normAutofit/>
          </a:bodyPr>
          <a:lstStyle>
            <a:lvl1pPr>
              <a:defRPr sz="2700" b="1"/>
            </a:lvl1pPr>
          </a:lstStyle>
          <a:p>
            <a:r>
              <a:rPr lang="en-US" smtClean="0"/>
              <a:t>Click to edit Master title style</a:t>
            </a:r>
            <a:endParaRPr lang="en-US" dirty="0"/>
          </a:p>
        </p:txBody>
      </p:sp>
      <p:sp>
        <p:nvSpPr>
          <p:cNvPr id="3" name="Text Placeholder 2"/>
          <p:cNvSpPr>
            <a:spLocks noGrp="1"/>
          </p:cNvSpPr>
          <p:nvPr>
            <p:ph type="body" idx="1"/>
          </p:nvPr>
        </p:nvSpPr>
        <p:spPr>
          <a:xfrm>
            <a:off x="591742" y="1041797"/>
            <a:ext cx="3868340" cy="617934"/>
          </a:xfrm>
        </p:spPr>
        <p:txBody>
          <a:bodyPr anchor="b"/>
          <a:lstStyle>
            <a:lvl1pPr marL="0" indent="0">
              <a:buNone/>
              <a:defRPr sz="1800" b="1"/>
            </a:lvl1pPr>
            <a:lvl2pPr marL="342884" indent="0">
              <a:buNone/>
              <a:defRPr sz="1500" b="1"/>
            </a:lvl2pPr>
            <a:lvl3pPr marL="685766" indent="0">
              <a:buNone/>
              <a:defRPr sz="140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01267" y="1774031"/>
            <a:ext cx="3868340"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2" y="1060847"/>
            <a:ext cx="3887391" cy="617934"/>
          </a:xfrm>
        </p:spPr>
        <p:txBody>
          <a:bodyPr anchor="b"/>
          <a:lstStyle>
            <a:lvl1pPr marL="0" indent="0">
              <a:buNone/>
              <a:defRPr sz="1800" b="1"/>
            </a:lvl1pPr>
            <a:lvl2pPr marL="342884" indent="0">
              <a:buNone/>
              <a:defRPr sz="1500" b="1"/>
            </a:lvl2pPr>
            <a:lvl3pPr marL="685766" indent="0">
              <a:buNone/>
              <a:defRPr sz="140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2" y="1783556"/>
            <a:ext cx="3887391"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0121695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1975" y="7144"/>
            <a:ext cx="7886700" cy="994172"/>
          </a:xfrm>
        </p:spPr>
        <p:txBody>
          <a:bodyPr>
            <a:normAutofit/>
          </a:bodyPr>
          <a:lstStyle>
            <a:lvl1pPr>
              <a:defRPr sz="2700" b="1"/>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81204126"/>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8319332"/>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71"/>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884" indent="0">
              <a:buNone/>
              <a:defRPr sz="1100"/>
            </a:lvl2pPr>
            <a:lvl3pPr marL="685766" indent="0">
              <a:buNone/>
              <a:defRPr sz="900"/>
            </a:lvl3pPr>
            <a:lvl4pPr marL="1028649" indent="0">
              <a:buNone/>
              <a:defRPr sz="800"/>
            </a:lvl4pPr>
            <a:lvl5pPr marL="1371532" indent="0">
              <a:buNone/>
              <a:defRPr sz="800"/>
            </a:lvl5pPr>
            <a:lvl6pPr marL="1714415" indent="0">
              <a:buNone/>
              <a:defRPr sz="800"/>
            </a:lvl6pPr>
            <a:lvl7pPr marL="2057297" indent="0">
              <a:buNone/>
              <a:defRPr sz="800"/>
            </a:lvl7pPr>
            <a:lvl8pPr marL="2400180" indent="0">
              <a:buNone/>
              <a:defRPr sz="800"/>
            </a:lvl8pPr>
            <a:lvl9pPr marL="2743064" indent="0">
              <a:buNone/>
              <a:defRPr sz="8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91860904"/>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71"/>
            <a:ext cx="4629150" cy="3655219"/>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dirty="0" smtClean="0"/>
              <a:t>Click icon to add picture</a:t>
            </a:r>
            <a:endParaRPr lang="en-US" dirty="0"/>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884" indent="0">
              <a:buNone/>
              <a:defRPr sz="1100"/>
            </a:lvl2pPr>
            <a:lvl3pPr marL="685766" indent="0">
              <a:buNone/>
              <a:defRPr sz="900"/>
            </a:lvl3pPr>
            <a:lvl4pPr marL="1028649" indent="0">
              <a:buNone/>
              <a:defRPr sz="800"/>
            </a:lvl4pPr>
            <a:lvl5pPr marL="1371532" indent="0">
              <a:buNone/>
              <a:defRPr sz="800"/>
            </a:lvl5pPr>
            <a:lvl6pPr marL="1714415" indent="0">
              <a:buNone/>
              <a:defRPr sz="800"/>
            </a:lvl6pPr>
            <a:lvl7pPr marL="2057297" indent="0">
              <a:buNone/>
              <a:defRPr sz="800"/>
            </a:lvl7pPr>
            <a:lvl8pPr marL="2400180" indent="0">
              <a:buNone/>
              <a:defRPr sz="800"/>
            </a:lvl8pPr>
            <a:lvl9pPr marL="2743064" indent="0">
              <a:buNone/>
              <a:defRPr sz="8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24762700"/>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886700" cy="994172"/>
          </a:xfrm>
        </p:spPr>
        <p:txBody>
          <a:bodyPr>
            <a:normAutofit/>
          </a:bodyPr>
          <a:lstStyle>
            <a:lvl1pPr>
              <a:defRPr sz="2700" b="1"/>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1045371"/>
            <a:ext cx="7886700" cy="35075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50815767"/>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6"/>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2" y="273846"/>
            <a:ext cx="5800725" cy="435887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34494165"/>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25258224"/>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_Титульный слайд">
    <p:spTree>
      <p:nvGrpSpPr>
        <p:cNvPr id="1" name=""/>
        <p:cNvGrpSpPr/>
        <p:nvPr/>
      </p:nvGrpSpPr>
      <p:grpSpPr>
        <a:xfrm>
          <a:off x="0" y="0"/>
          <a:ext cx="0" cy="0"/>
          <a:chOff x="0" y="0"/>
          <a:chExt cx="0" cy="0"/>
        </a:xfrm>
      </p:grpSpPr>
      <p:sp>
        <p:nvSpPr>
          <p:cNvPr id="3" name="Прямоугольник 1"/>
          <p:cNvSpPr/>
          <p:nvPr/>
        </p:nvSpPr>
        <p:spPr>
          <a:xfrm>
            <a:off x="-14288" y="1428750"/>
            <a:ext cx="9158288" cy="37147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anchor="ctr"/>
          <a:lstStyle/>
          <a:p>
            <a:pPr algn="ctr" eaLnBrk="1" fontAlgn="auto" hangingPunct="1">
              <a:spcBef>
                <a:spcPts val="0"/>
              </a:spcBef>
              <a:spcAft>
                <a:spcPts val="0"/>
              </a:spcAft>
              <a:defRPr/>
            </a:pPr>
            <a:endParaRPr lang="ru-RU" dirty="0"/>
          </a:p>
        </p:txBody>
      </p:sp>
      <p:sp>
        <p:nvSpPr>
          <p:cNvPr id="4" name="Прямоугольник 8"/>
          <p:cNvSpPr/>
          <p:nvPr/>
        </p:nvSpPr>
        <p:spPr>
          <a:xfrm>
            <a:off x="-14288" y="1"/>
            <a:ext cx="9158288" cy="3328988"/>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anchor="ctr"/>
          <a:lstStyle/>
          <a:p>
            <a:pPr algn="ctr" eaLnBrk="1" fontAlgn="auto" hangingPunct="1">
              <a:spcBef>
                <a:spcPts val="0"/>
              </a:spcBef>
              <a:spcAft>
                <a:spcPts val="0"/>
              </a:spcAft>
              <a:defRPr/>
            </a:pPr>
            <a:endParaRPr lang="ru-RU" dirty="0"/>
          </a:p>
        </p:txBody>
      </p:sp>
      <p:sp>
        <p:nvSpPr>
          <p:cNvPr id="5" name="Прямоугольник 3"/>
          <p:cNvSpPr/>
          <p:nvPr/>
        </p:nvSpPr>
        <p:spPr>
          <a:xfrm>
            <a:off x="814388" y="757239"/>
            <a:ext cx="7515225" cy="39290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385888" y="2114552"/>
            <a:ext cx="6372225" cy="2100263"/>
          </a:xfrm>
          <a:prstGeom prst="rect">
            <a:avLst/>
          </a:prstGeom>
        </p:spPr>
        <p:txBody>
          <a:bodyPr/>
          <a:lstStyle/>
          <a:p>
            <a:pPr lvl="0"/>
            <a:r>
              <a:rPr lang="en-US" noProof="0" dirty="0" smtClean="0"/>
              <a:t>Click icon to add picture</a:t>
            </a:r>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86368400"/>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2219752"/>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886700" cy="994172"/>
          </a:xfrm>
        </p:spPr>
        <p:txBody>
          <a:bodyPr>
            <a:normAutofit/>
          </a:bodyPr>
          <a:lstStyle>
            <a:lvl1pPr>
              <a:defRPr sz="2700" b="1"/>
            </a:lvl1pPr>
          </a:lstStyle>
          <a:p>
            <a:r>
              <a:rPr lang="en-US" smtClean="0"/>
              <a:t>Click to edit Master title style</a:t>
            </a:r>
            <a:endParaRPr lang="en-US" dirty="0"/>
          </a:p>
        </p:txBody>
      </p:sp>
      <p:sp>
        <p:nvSpPr>
          <p:cNvPr id="3" name="Content Placeholder 2"/>
          <p:cNvSpPr>
            <a:spLocks noGrp="1"/>
          </p:cNvSpPr>
          <p:nvPr>
            <p:ph idx="1"/>
          </p:nvPr>
        </p:nvSpPr>
        <p:spPr>
          <a:xfrm>
            <a:off x="561975" y="1001317"/>
            <a:ext cx="78867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51369527"/>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1714345"/>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962900" cy="994172"/>
          </a:xfrm>
        </p:spPr>
        <p:txBody>
          <a:bodyPr>
            <a:normAutofit/>
          </a:bodyPr>
          <a:lstStyle>
            <a:lvl1pPr>
              <a:defRPr sz="2700" b="1"/>
            </a:lvl1pPr>
          </a:lstStyle>
          <a:p>
            <a:r>
              <a:rPr lang="en-US" smtClean="0"/>
              <a:t>Click to edit Master title style</a:t>
            </a:r>
            <a:endParaRPr lang="en-US" dirty="0"/>
          </a:p>
        </p:txBody>
      </p:sp>
      <p:sp>
        <p:nvSpPr>
          <p:cNvPr id="3" name="Content Placeholder 2"/>
          <p:cNvSpPr>
            <a:spLocks noGrp="1"/>
          </p:cNvSpPr>
          <p:nvPr>
            <p:ph sz="half" idx="1"/>
          </p:nvPr>
        </p:nvSpPr>
        <p:spPr>
          <a:xfrm>
            <a:off x="552450" y="1058467"/>
            <a:ext cx="39624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058467"/>
            <a:ext cx="38862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12201674"/>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72691" y="7144"/>
            <a:ext cx="7886700" cy="994172"/>
          </a:xfrm>
        </p:spPr>
        <p:txBody>
          <a:bodyPr>
            <a:normAutofit/>
          </a:bodyPr>
          <a:lstStyle>
            <a:lvl1pPr>
              <a:defRPr sz="2700" b="1"/>
            </a:lvl1pPr>
          </a:lstStyle>
          <a:p>
            <a:r>
              <a:rPr lang="en-US" smtClean="0"/>
              <a:t>Click to edit Master title style</a:t>
            </a:r>
            <a:endParaRPr lang="en-US" dirty="0"/>
          </a:p>
        </p:txBody>
      </p:sp>
      <p:sp>
        <p:nvSpPr>
          <p:cNvPr id="3" name="Text Placeholder 2"/>
          <p:cNvSpPr>
            <a:spLocks noGrp="1"/>
          </p:cNvSpPr>
          <p:nvPr>
            <p:ph type="body" idx="1"/>
          </p:nvPr>
        </p:nvSpPr>
        <p:spPr>
          <a:xfrm>
            <a:off x="591742" y="1041797"/>
            <a:ext cx="3868340"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01267" y="1774031"/>
            <a:ext cx="3868340"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060847"/>
            <a:ext cx="3887391"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1783556"/>
            <a:ext cx="3887391"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01216958"/>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1975" y="7144"/>
            <a:ext cx="7886700" cy="994172"/>
          </a:xfrm>
        </p:spPr>
        <p:txBody>
          <a:bodyPr>
            <a:normAutofit/>
          </a:bodyPr>
          <a:lstStyle>
            <a:lvl1pPr>
              <a:defRPr sz="2700" b="1"/>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81204126"/>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8319332"/>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91860904"/>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smtClean="0"/>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24762700"/>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886700" cy="994172"/>
          </a:xfrm>
        </p:spPr>
        <p:txBody>
          <a:bodyPr>
            <a:normAutofit/>
          </a:bodyPr>
          <a:lstStyle>
            <a:lvl1pPr>
              <a:defRPr sz="2700" b="1"/>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1045369"/>
            <a:ext cx="7886700" cy="35075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5081576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3449416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25258224"/>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1_Титульный слайд">
    <p:spTree>
      <p:nvGrpSpPr>
        <p:cNvPr id="1" name=""/>
        <p:cNvGrpSpPr/>
        <p:nvPr/>
      </p:nvGrpSpPr>
      <p:grpSpPr>
        <a:xfrm>
          <a:off x="0" y="0"/>
          <a:ext cx="0" cy="0"/>
          <a:chOff x="0" y="0"/>
          <a:chExt cx="0" cy="0"/>
        </a:xfrm>
      </p:grpSpPr>
      <p:sp>
        <p:nvSpPr>
          <p:cNvPr id="3" name="Прямоугольник 1"/>
          <p:cNvSpPr/>
          <p:nvPr/>
        </p:nvSpPr>
        <p:spPr>
          <a:xfrm>
            <a:off x="-14288" y="1428750"/>
            <a:ext cx="9158288" cy="37147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ru-RU" dirty="0"/>
          </a:p>
        </p:txBody>
      </p:sp>
      <p:sp>
        <p:nvSpPr>
          <p:cNvPr id="4" name="Прямоугольник 8"/>
          <p:cNvSpPr/>
          <p:nvPr/>
        </p:nvSpPr>
        <p:spPr>
          <a:xfrm>
            <a:off x="-14288" y="0"/>
            <a:ext cx="9158288" cy="3328988"/>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ru-RU" dirty="0"/>
          </a:p>
        </p:txBody>
      </p:sp>
      <p:sp>
        <p:nvSpPr>
          <p:cNvPr id="5" name="Прямоугольник 3"/>
          <p:cNvSpPr/>
          <p:nvPr/>
        </p:nvSpPr>
        <p:spPr>
          <a:xfrm>
            <a:off x="814388" y="757237"/>
            <a:ext cx="7515225" cy="39290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385888" y="2114550"/>
            <a:ext cx="6372225" cy="2100263"/>
          </a:xfrm>
          <a:prstGeom prst="rect">
            <a:avLst/>
          </a:prstGeom>
        </p:spPr>
        <p:txBody>
          <a:bodyPr/>
          <a:lstStyle/>
          <a:p>
            <a:pPr lvl="0"/>
            <a:r>
              <a:rPr lang="en-US" noProof="0" dirty="0" smtClean="0"/>
              <a:t>Click icon to add picture</a:t>
            </a:r>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8636840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1.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image" Target="../media/image1.png"/><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theme" Target="../theme/theme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2450" y="16669"/>
            <a:ext cx="7962900" cy="994172"/>
          </a:xfrm>
          <a:prstGeom prst="rect">
            <a:avLst/>
          </a:prstGeom>
        </p:spPr>
        <p:txBody>
          <a:bodyPr vert="horz" lIns="68576" tIns="34289" rIns="68576" bIns="34289"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52450" y="1058470"/>
            <a:ext cx="7962900" cy="3621881"/>
          </a:xfrm>
          <a:prstGeom prst="rect">
            <a:avLst/>
          </a:prstGeom>
        </p:spPr>
        <p:txBody>
          <a:bodyPr vert="horz" lIns="68576" tIns="34289" rIns="68576" bIns="342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68576" tIns="34289" rIns="68576" bIns="34289" rtlCol="0" anchor="ctr"/>
          <a:lstStyle>
            <a:lvl1pPr algn="l">
              <a:defRPr sz="900">
                <a:solidFill>
                  <a:schemeClr val="tx1">
                    <a:tint val="75000"/>
                  </a:schemeClr>
                </a:solidFill>
              </a:defRPr>
            </a:lvl1p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68576" tIns="34289" rIns="68576" bIns="34289"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68576" tIns="34289" rIns="68576" bIns="34289" rtlCol="0" anchor="ctr"/>
          <a:lstStyle>
            <a:lvl1pPr algn="r">
              <a:defRPr sz="9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iming>
    <p:tnLst>
      <p:par>
        <p:cTn id="1" dur="indefinite" restart="never" nodeType="tmRoot"/>
      </p:par>
    </p:tnLst>
  </p:timing>
  <p:txStyles>
    <p:titleStyle>
      <a:lvl1pPr algn="l" defTabSz="685749" rtl="0" eaLnBrk="1" latinLnBrk="0" hangingPunct="1">
        <a:lnSpc>
          <a:spcPct val="90000"/>
        </a:lnSpc>
        <a:spcBef>
          <a:spcPct val="0"/>
        </a:spcBef>
        <a:buNone/>
        <a:defRPr sz="2700" b="1" kern="1200">
          <a:solidFill>
            <a:schemeClr val="tx1"/>
          </a:solidFill>
          <a:latin typeface="+mj-lt"/>
          <a:ea typeface="+mj-ea"/>
          <a:cs typeface="+mj-cs"/>
        </a:defRPr>
      </a:lvl1pPr>
    </p:titleStyle>
    <p:bodyStyle>
      <a:lvl1pPr marL="171438" indent="-171438" algn="l" defTabSz="685749"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13" indent="-171438" algn="l" defTabSz="685749"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749" rtl="0" eaLnBrk="1" latinLnBrk="0" hangingPunct="1">
        <a:defRPr sz="1400" kern="1200">
          <a:solidFill>
            <a:schemeClr val="tx1"/>
          </a:solidFill>
          <a:latin typeface="+mn-lt"/>
          <a:ea typeface="+mn-ea"/>
          <a:cs typeface="+mn-cs"/>
        </a:defRPr>
      </a:lvl1pPr>
      <a:lvl2pPr marL="342875" algn="l" defTabSz="685749" rtl="0" eaLnBrk="1" latinLnBrk="0" hangingPunct="1">
        <a:defRPr sz="1400" kern="1200">
          <a:solidFill>
            <a:schemeClr val="tx1"/>
          </a:solidFill>
          <a:latin typeface="+mn-lt"/>
          <a:ea typeface="+mn-ea"/>
          <a:cs typeface="+mn-cs"/>
        </a:defRPr>
      </a:lvl2pPr>
      <a:lvl3pPr marL="685749" algn="l" defTabSz="685749" rtl="0" eaLnBrk="1" latinLnBrk="0" hangingPunct="1">
        <a:defRPr sz="1400" kern="1200">
          <a:solidFill>
            <a:schemeClr val="tx1"/>
          </a:solidFill>
          <a:latin typeface="+mn-lt"/>
          <a:ea typeface="+mn-ea"/>
          <a:cs typeface="+mn-cs"/>
        </a:defRPr>
      </a:lvl3pPr>
      <a:lvl4pPr marL="1028624" algn="l" defTabSz="685749" rtl="0" eaLnBrk="1" latinLnBrk="0" hangingPunct="1">
        <a:defRPr sz="1400" kern="1200">
          <a:solidFill>
            <a:schemeClr val="tx1"/>
          </a:solidFill>
          <a:latin typeface="+mn-lt"/>
          <a:ea typeface="+mn-ea"/>
          <a:cs typeface="+mn-cs"/>
        </a:defRPr>
      </a:lvl4pPr>
      <a:lvl5pPr marL="1371498" algn="l" defTabSz="685749" rtl="0" eaLnBrk="1" latinLnBrk="0" hangingPunct="1">
        <a:defRPr sz="1400" kern="1200">
          <a:solidFill>
            <a:schemeClr val="tx1"/>
          </a:solidFill>
          <a:latin typeface="+mn-lt"/>
          <a:ea typeface="+mn-ea"/>
          <a:cs typeface="+mn-cs"/>
        </a:defRPr>
      </a:lvl5pPr>
      <a:lvl6pPr marL="1714373" algn="l" defTabSz="685749" rtl="0" eaLnBrk="1" latinLnBrk="0" hangingPunct="1">
        <a:defRPr sz="1400" kern="1200">
          <a:solidFill>
            <a:schemeClr val="tx1"/>
          </a:solidFill>
          <a:latin typeface="+mn-lt"/>
          <a:ea typeface="+mn-ea"/>
          <a:cs typeface="+mn-cs"/>
        </a:defRPr>
      </a:lvl6pPr>
      <a:lvl7pPr marL="2057246" algn="l" defTabSz="685749" rtl="0" eaLnBrk="1" latinLnBrk="0" hangingPunct="1">
        <a:defRPr sz="1400" kern="1200">
          <a:solidFill>
            <a:schemeClr val="tx1"/>
          </a:solidFill>
          <a:latin typeface="+mn-lt"/>
          <a:ea typeface="+mn-ea"/>
          <a:cs typeface="+mn-cs"/>
        </a:defRPr>
      </a:lvl7pPr>
      <a:lvl8pPr marL="2400120" algn="l" defTabSz="685749" rtl="0" eaLnBrk="1" latinLnBrk="0" hangingPunct="1">
        <a:defRPr sz="1400" kern="1200">
          <a:solidFill>
            <a:schemeClr val="tx1"/>
          </a:solidFill>
          <a:latin typeface="+mn-lt"/>
          <a:ea typeface="+mn-ea"/>
          <a:cs typeface="+mn-cs"/>
        </a:defRPr>
      </a:lvl8pPr>
      <a:lvl9pPr marL="2742995" algn="l" defTabSz="685749" rtl="0" eaLnBrk="1" latinLnBrk="0" hangingPunct="1">
        <a:defRPr sz="1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2450" y="16669"/>
            <a:ext cx="7962900" cy="994172"/>
          </a:xfrm>
          <a:prstGeom prst="rect">
            <a:avLst/>
          </a:prstGeom>
        </p:spPr>
        <p:txBody>
          <a:bodyPr vert="horz" lIns="68577" tIns="34289" rIns="68577" bIns="34289"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52450" y="1058469"/>
            <a:ext cx="7962900" cy="3621881"/>
          </a:xfrm>
          <a:prstGeom prst="rect">
            <a:avLst/>
          </a:prstGeom>
        </p:spPr>
        <p:txBody>
          <a:bodyPr vert="horz" lIns="68577" tIns="34289" rIns="68577" bIns="342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68577" tIns="34289" rIns="68577" bIns="34289" rtlCol="0" anchor="ctr"/>
          <a:lstStyle>
            <a:lvl1pPr algn="l">
              <a:defRPr sz="900">
                <a:solidFill>
                  <a:schemeClr val="tx1">
                    <a:tint val="75000"/>
                  </a:schemeClr>
                </a:solidFill>
              </a:defRPr>
            </a:lvl1p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68577" tIns="34289" rIns="68577" bIns="34289"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68577" tIns="34289" rIns="68577" bIns="34289" rtlCol="0" anchor="ctr"/>
          <a:lstStyle>
            <a:lvl1pPr algn="r">
              <a:defRPr sz="9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iming>
    <p:tnLst>
      <p:par>
        <p:cTn id="1" dur="indefinite" restart="never" nodeType="tmRoot"/>
      </p:par>
    </p:tnLst>
  </p:timing>
  <p:txStyles>
    <p:titleStyle>
      <a:lvl1pPr algn="l" defTabSz="685766" rtl="0" eaLnBrk="1" latinLnBrk="0" hangingPunct="1">
        <a:lnSpc>
          <a:spcPct val="90000"/>
        </a:lnSpc>
        <a:spcBef>
          <a:spcPct val="0"/>
        </a:spcBef>
        <a:buNone/>
        <a:defRPr sz="2700" b="1" kern="1200">
          <a:solidFill>
            <a:schemeClr val="tx1"/>
          </a:solidFill>
          <a:latin typeface="+mj-lt"/>
          <a:ea typeface="+mj-ea"/>
          <a:cs typeface="+mj-cs"/>
        </a:defRPr>
      </a:lvl1pPr>
    </p:titleStyle>
    <p:bodyStyle>
      <a:lvl1pPr marL="171442" indent="-171442" algn="l" defTabSz="685766"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766" rtl="0" eaLnBrk="1" latinLnBrk="0" hangingPunct="1">
        <a:defRPr sz="1400" kern="1200">
          <a:solidFill>
            <a:schemeClr val="tx1"/>
          </a:solidFill>
          <a:latin typeface="+mn-lt"/>
          <a:ea typeface="+mn-ea"/>
          <a:cs typeface="+mn-cs"/>
        </a:defRPr>
      </a:lvl1pPr>
      <a:lvl2pPr marL="342884" algn="l" defTabSz="685766" rtl="0" eaLnBrk="1" latinLnBrk="0" hangingPunct="1">
        <a:defRPr sz="1400" kern="1200">
          <a:solidFill>
            <a:schemeClr val="tx1"/>
          </a:solidFill>
          <a:latin typeface="+mn-lt"/>
          <a:ea typeface="+mn-ea"/>
          <a:cs typeface="+mn-cs"/>
        </a:defRPr>
      </a:lvl2pPr>
      <a:lvl3pPr marL="685766" algn="l" defTabSz="685766" rtl="0" eaLnBrk="1" latinLnBrk="0" hangingPunct="1">
        <a:defRPr sz="1400" kern="1200">
          <a:solidFill>
            <a:schemeClr val="tx1"/>
          </a:solidFill>
          <a:latin typeface="+mn-lt"/>
          <a:ea typeface="+mn-ea"/>
          <a:cs typeface="+mn-cs"/>
        </a:defRPr>
      </a:lvl3pPr>
      <a:lvl4pPr marL="1028649" algn="l" defTabSz="685766" rtl="0" eaLnBrk="1" latinLnBrk="0" hangingPunct="1">
        <a:defRPr sz="1400" kern="1200">
          <a:solidFill>
            <a:schemeClr val="tx1"/>
          </a:solidFill>
          <a:latin typeface="+mn-lt"/>
          <a:ea typeface="+mn-ea"/>
          <a:cs typeface="+mn-cs"/>
        </a:defRPr>
      </a:lvl4pPr>
      <a:lvl5pPr marL="1371532" algn="l" defTabSz="685766" rtl="0" eaLnBrk="1" latinLnBrk="0" hangingPunct="1">
        <a:defRPr sz="1400" kern="1200">
          <a:solidFill>
            <a:schemeClr val="tx1"/>
          </a:solidFill>
          <a:latin typeface="+mn-lt"/>
          <a:ea typeface="+mn-ea"/>
          <a:cs typeface="+mn-cs"/>
        </a:defRPr>
      </a:lvl5pPr>
      <a:lvl6pPr marL="1714415" algn="l" defTabSz="685766" rtl="0" eaLnBrk="1" latinLnBrk="0" hangingPunct="1">
        <a:defRPr sz="1400" kern="1200">
          <a:solidFill>
            <a:schemeClr val="tx1"/>
          </a:solidFill>
          <a:latin typeface="+mn-lt"/>
          <a:ea typeface="+mn-ea"/>
          <a:cs typeface="+mn-cs"/>
        </a:defRPr>
      </a:lvl6pPr>
      <a:lvl7pPr marL="2057297" algn="l" defTabSz="685766" rtl="0" eaLnBrk="1" latinLnBrk="0" hangingPunct="1">
        <a:defRPr sz="1400" kern="1200">
          <a:solidFill>
            <a:schemeClr val="tx1"/>
          </a:solidFill>
          <a:latin typeface="+mn-lt"/>
          <a:ea typeface="+mn-ea"/>
          <a:cs typeface="+mn-cs"/>
        </a:defRPr>
      </a:lvl7pPr>
      <a:lvl8pPr marL="2400180" algn="l" defTabSz="685766" rtl="0" eaLnBrk="1" latinLnBrk="0" hangingPunct="1">
        <a:defRPr sz="1400" kern="1200">
          <a:solidFill>
            <a:schemeClr val="tx1"/>
          </a:solidFill>
          <a:latin typeface="+mn-lt"/>
          <a:ea typeface="+mn-ea"/>
          <a:cs typeface="+mn-cs"/>
        </a:defRPr>
      </a:lvl8pPr>
      <a:lvl9pPr marL="2743064" algn="l" defTabSz="685766"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2450" y="16669"/>
            <a:ext cx="7962900" cy="994172"/>
          </a:xfrm>
          <a:prstGeom prst="rect">
            <a:avLst/>
          </a:prstGeom>
        </p:spPr>
        <p:txBody>
          <a:bodyPr vert="horz" lIns="68580" tIns="34290" rIns="68580" bIns="3429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52450" y="1058467"/>
            <a:ext cx="7962900" cy="3621881"/>
          </a:xfrm>
          <a:prstGeom prst="rect">
            <a:avLst/>
          </a:prstGeom>
        </p:spPr>
        <p:txBody>
          <a:bodyPr vert="horz" lIns="68580" tIns="34290" rIns="68580" bIns="3429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1D8BD707-D9CF-40AE-B4C6-C98DA3205C09}" type="datetimeFigureOut">
              <a:rPr lang="en-US" smtClean="0"/>
              <a:pPr/>
              <a:t>6/28/2023</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Lst>
  <p:timing>
    <p:tnLst>
      <p:par>
        <p:cTn id="1" dur="indefinite" restart="never" nodeType="tmRoot"/>
      </p:par>
    </p:tnLst>
  </p:timing>
  <p:txStyles>
    <p:titleStyle>
      <a:lvl1pPr algn="l" defTabSz="685800" rtl="0" eaLnBrk="1" latinLnBrk="0" hangingPunct="1">
        <a:lnSpc>
          <a:spcPct val="90000"/>
        </a:lnSpc>
        <a:spcBef>
          <a:spcPct val="0"/>
        </a:spcBef>
        <a:buNone/>
        <a:defRPr sz="27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0.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hyperlink" Target="https://docs.oracle.com/cd/B19306_01/server.102/b14200/statements_6009.htm" TargetMode="Externa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0.xml"/><Relationship Id="rId1" Type="http://schemas.openxmlformats.org/officeDocument/2006/relationships/vmlDrawing" Target="../drawings/vmlDrawing2.vml"/><Relationship Id="rId5" Type="http://schemas.openxmlformats.org/officeDocument/2006/relationships/hyperlink" Target="mailto:shaveta.e13464@cumail.in" TargetMode="Externa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3572" y="4070747"/>
            <a:ext cx="9147572" cy="1138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sp>
        <p:nvSpPr>
          <p:cNvPr id="32" name="Rectangle 31"/>
          <p:cNvSpPr/>
          <p:nvPr/>
        </p:nvSpPr>
        <p:spPr>
          <a:xfrm>
            <a:off x="226219" y="4426744"/>
            <a:ext cx="34529" cy="4595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sp>
        <p:nvSpPr>
          <p:cNvPr id="142340" name="Slide Number Placeholder 2"/>
          <p:cNvSpPr txBox="1">
            <a:spLocks/>
          </p:cNvSpPr>
          <p:nvPr/>
        </p:nvSpPr>
        <p:spPr bwMode="auto">
          <a:xfrm>
            <a:off x="6572250" y="4881563"/>
            <a:ext cx="20574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nSpc>
                <a:spcPct val="90000"/>
              </a:lnSpc>
              <a:spcBef>
                <a:spcPts val="1000"/>
              </a:spcBef>
              <a:buFont typeface="Arial" pitchFamily="34" charset="0"/>
              <a:buChar char="•"/>
              <a:defRPr sz="2800">
                <a:solidFill>
                  <a:schemeClr val="tx1"/>
                </a:solidFill>
                <a:latin typeface="Cambria" pitchFamily="18" charset="0"/>
              </a:defRPr>
            </a:lvl1pPr>
            <a:lvl2pPr indent="-228600">
              <a:lnSpc>
                <a:spcPct val="90000"/>
              </a:lnSpc>
              <a:spcBef>
                <a:spcPts val="500"/>
              </a:spcBef>
              <a:buFont typeface="Arial" pitchFamily="34" charset="0"/>
              <a:buChar char="•"/>
              <a:defRPr sz="2400">
                <a:solidFill>
                  <a:schemeClr val="tx1"/>
                </a:solidFill>
                <a:latin typeface="Cambria" pitchFamily="18" charset="0"/>
              </a:defRPr>
            </a:lvl2pPr>
            <a:lvl3pPr indent="-228600">
              <a:lnSpc>
                <a:spcPct val="90000"/>
              </a:lnSpc>
              <a:spcBef>
                <a:spcPts val="500"/>
              </a:spcBef>
              <a:buFont typeface="Arial" pitchFamily="34" charset="0"/>
              <a:buChar char="•"/>
              <a:defRPr sz="2000">
                <a:solidFill>
                  <a:schemeClr val="tx1"/>
                </a:solidFill>
                <a:latin typeface="Cambria" pitchFamily="18" charset="0"/>
              </a:defRPr>
            </a:lvl3pPr>
            <a:lvl4pPr indent="-228600">
              <a:lnSpc>
                <a:spcPct val="90000"/>
              </a:lnSpc>
              <a:spcBef>
                <a:spcPts val="500"/>
              </a:spcBef>
              <a:buFont typeface="Arial" pitchFamily="34" charset="0"/>
              <a:buChar char="•"/>
              <a:defRPr>
                <a:solidFill>
                  <a:schemeClr val="tx1"/>
                </a:solidFill>
                <a:latin typeface="Cambria" pitchFamily="18" charset="0"/>
              </a:defRPr>
            </a:lvl4pPr>
            <a:lvl5pPr indent="-228600">
              <a:lnSpc>
                <a:spcPct val="90000"/>
              </a:lnSpc>
              <a:spcBef>
                <a:spcPts val="500"/>
              </a:spcBef>
              <a:buFont typeface="Arial" pitchFamily="34" charset="0"/>
              <a:buChar char="•"/>
              <a:defRPr>
                <a:solidFill>
                  <a:schemeClr val="tx1"/>
                </a:solidFill>
                <a:latin typeface="Cambria" pitchFamily="18" charset="0"/>
              </a:defRPr>
            </a:lvl5pPr>
            <a:lvl6pPr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6pPr>
            <a:lvl7pPr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7pPr>
            <a:lvl8pPr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8pPr>
            <a:lvl9pPr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9pPr>
          </a:lstStyle>
          <a:p>
            <a:pPr algn="r" eaLnBrk="1" hangingPunct="1">
              <a:lnSpc>
                <a:spcPct val="100000"/>
              </a:lnSpc>
              <a:spcBef>
                <a:spcPct val="0"/>
              </a:spcBef>
              <a:buFontTx/>
              <a:buNone/>
            </a:pPr>
            <a:endParaRPr lang="en-US" altLang="en-US" sz="900" dirty="0">
              <a:solidFill>
                <a:srgbClr val="898989"/>
              </a:solidFill>
            </a:endParaRPr>
          </a:p>
        </p:txBody>
      </p:sp>
      <p:sp>
        <p:nvSpPr>
          <p:cNvPr id="46" name="Right Triangle 45">
            <a:extLst>
              <a:ext uri="{FF2B5EF4-FFF2-40B4-BE49-F238E27FC236}"/>
            </a:extLst>
          </p:cNvPr>
          <p:cNvSpPr/>
          <p:nvPr/>
        </p:nvSpPr>
        <p:spPr>
          <a:xfrm flipV="1">
            <a:off x="7130654" y="4455319"/>
            <a:ext cx="967978" cy="867966"/>
          </a:xfrm>
          <a:prstGeom prst="rtTriangle">
            <a:avLst/>
          </a:prstGeom>
          <a:solidFill>
            <a:srgbClr val="FFFFFF">
              <a:lumMod val="95000"/>
              <a:alpha val="17000"/>
            </a:srgbClr>
          </a:solidFill>
          <a:ln w="12700" cap="flat" cmpd="sng" algn="ctr">
            <a:noFill/>
            <a:prstDash val="solid"/>
            <a:miter lim="800000"/>
          </a:ln>
          <a:effectLst/>
        </p:spPr>
        <p:txBody>
          <a:bodyPr lIns="68580" tIns="34290" rIns="68580" bIns="34290" anchor="ctr"/>
          <a:lstStyle/>
          <a:p>
            <a:pPr algn="ctr">
              <a:defRPr/>
            </a:pPr>
            <a:endParaRPr lang="en-ID" kern="0" dirty="0">
              <a:solidFill>
                <a:srgbClr val="FFFFFF"/>
              </a:solidFill>
              <a:latin typeface="Calibri" panose="020F0502020204030204"/>
            </a:endParaRPr>
          </a:p>
        </p:txBody>
      </p:sp>
      <p:graphicFrame>
        <p:nvGraphicFramePr>
          <p:cNvPr id="142342" name="Object 47"/>
          <p:cNvGraphicFramePr>
            <a:graphicFrameLocks noChangeAspect="1"/>
          </p:cNvGraphicFramePr>
          <p:nvPr/>
        </p:nvGraphicFramePr>
        <p:xfrm>
          <a:off x="57150" y="2340769"/>
          <a:ext cx="2477691" cy="2361010"/>
        </p:xfrm>
        <a:graphic>
          <a:graphicData uri="http://schemas.openxmlformats.org/presentationml/2006/ole">
            <mc:AlternateContent xmlns:mc="http://schemas.openxmlformats.org/markup-compatibility/2006">
              <mc:Choice xmlns:v="urn:schemas-microsoft-com:vml" Requires="v">
                <p:oleObj spid="_x0000_s1111" name="CorelDRAW" r:id="rId4" imgW="2169000" imgH="2169360" progId="">
                  <p:embed/>
                </p:oleObj>
              </mc:Choice>
              <mc:Fallback>
                <p:oleObj name="CorelDRAW" r:id="rId4" imgW="2169000" imgH="2169360" progId="">
                  <p:embed/>
                  <p:pic>
                    <p:nvPicPr>
                      <p:cNvPr id="0" name="Picture 86"/>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57150" y="2340769"/>
                        <a:ext cx="2477691" cy="2361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extLst>
          </p:cNvPr>
          <p:cNvSpPr/>
          <p:nvPr/>
        </p:nvSpPr>
        <p:spPr>
          <a:xfrm flipH="1">
            <a:off x="5283994" y="-48816"/>
            <a:ext cx="3860006" cy="4389835"/>
          </a:xfrm>
          <a:prstGeom prst="rtTriangle">
            <a:avLst/>
          </a:prstGeom>
          <a:solidFill>
            <a:srgbClr val="FFFFFF">
              <a:lumMod val="95000"/>
              <a:alpha val="17000"/>
            </a:srgbClr>
          </a:solidFill>
          <a:ln w="12700" cap="flat" cmpd="sng" algn="ctr">
            <a:noFill/>
            <a:prstDash val="solid"/>
            <a:miter lim="800000"/>
          </a:ln>
          <a:effectLst/>
        </p:spPr>
        <p:txBody>
          <a:bodyPr lIns="68580" tIns="34290" rIns="68580" bIns="34290" anchor="ctr"/>
          <a:lstStyle/>
          <a:p>
            <a:pPr algn="ctr">
              <a:defRPr/>
            </a:pPr>
            <a:endParaRPr lang="en-ID" kern="0" dirty="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pic>
        <p:nvPicPr>
          <p:cNvPr id="142347" name="Picture 2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525" y="17860"/>
            <a:ext cx="2894410" cy="1153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Right Triangle 42"/>
          <p:cNvSpPr/>
          <p:nvPr/>
        </p:nvSpPr>
        <p:spPr>
          <a:xfrm rot="10800000" flipV="1">
            <a:off x="7372351" y="4000500"/>
            <a:ext cx="1775222" cy="120015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sp>
        <p:nvSpPr>
          <p:cNvPr id="142349" name="TextBox 35"/>
          <p:cNvSpPr txBox="1">
            <a:spLocks noChangeArrowheads="1"/>
          </p:cNvSpPr>
          <p:nvPr/>
        </p:nvSpPr>
        <p:spPr bwMode="auto">
          <a:xfrm>
            <a:off x="5161360" y="4514850"/>
            <a:ext cx="3695700" cy="48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lnSpc>
                <a:spcPct val="90000"/>
              </a:lnSpc>
              <a:spcBef>
                <a:spcPts val="1000"/>
              </a:spcBef>
              <a:buFont typeface="Arial" pitchFamily="34" charset="0"/>
              <a:buChar char="•"/>
              <a:defRPr sz="2800">
                <a:solidFill>
                  <a:schemeClr val="tx1"/>
                </a:solidFill>
                <a:latin typeface="Cambria" pitchFamily="18" charset="0"/>
              </a:defRPr>
            </a:lvl1pPr>
            <a:lvl2pPr marL="742950" indent="-285750">
              <a:lnSpc>
                <a:spcPct val="90000"/>
              </a:lnSpc>
              <a:spcBef>
                <a:spcPts val="500"/>
              </a:spcBef>
              <a:buFont typeface="Arial" pitchFamily="34" charset="0"/>
              <a:buChar char="•"/>
              <a:defRPr sz="2400">
                <a:solidFill>
                  <a:schemeClr val="tx1"/>
                </a:solidFill>
                <a:latin typeface="Cambria" pitchFamily="18" charset="0"/>
              </a:defRPr>
            </a:lvl2pPr>
            <a:lvl3pPr marL="1143000" indent="-228600">
              <a:lnSpc>
                <a:spcPct val="90000"/>
              </a:lnSpc>
              <a:spcBef>
                <a:spcPts val="500"/>
              </a:spcBef>
              <a:buFont typeface="Arial" pitchFamily="34" charset="0"/>
              <a:buChar char="•"/>
              <a:defRPr sz="2000">
                <a:solidFill>
                  <a:schemeClr val="tx1"/>
                </a:solidFill>
                <a:latin typeface="Cambria" pitchFamily="18" charset="0"/>
              </a:defRPr>
            </a:lvl3pPr>
            <a:lvl4pPr marL="1600200" indent="-228600">
              <a:lnSpc>
                <a:spcPct val="90000"/>
              </a:lnSpc>
              <a:spcBef>
                <a:spcPts val="500"/>
              </a:spcBef>
              <a:buFont typeface="Arial" pitchFamily="34" charset="0"/>
              <a:buChar char="•"/>
              <a:defRPr>
                <a:solidFill>
                  <a:schemeClr val="tx1"/>
                </a:solidFill>
                <a:latin typeface="Cambria" pitchFamily="18" charset="0"/>
              </a:defRPr>
            </a:lvl4pPr>
            <a:lvl5pPr marL="2057400" indent="-228600">
              <a:lnSpc>
                <a:spcPct val="90000"/>
              </a:lnSpc>
              <a:spcBef>
                <a:spcPts val="500"/>
              </a:spcBef>
              <a:buFont typeface="Arial" pitchFamily="34" charset="0"/>
              <a:buChar char="•"/>
              <a:defRPr>
                <a:solidFill>
                  <a:schemeClr val="tx1"/>
                </a:solidFill>
                <a:latin typeface="Cambria" pitchFamily="18"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9pPr>
          </a:lstStyle>
          <a:p>
            <a:pPr>
              <a:lnSpc>
                <a:spcPct val="100000"/>
              </a:lnSpc>
              <a:spcBef>
                <a:spcPct val="0"/>
              </a:spcBef>
              <a:buFontTx/>
              <a:buNone/>
            </a:pPr>
            <a:r>
              <a:rPr lang="en-US" altLang="en-US" sz="1500" b="1" dirty="0">
                <a:solidFill>
                  <a:srgbClr val="595959"/>
                </a:solidFill>
                <a:latin typeface="Casper"/>
                <a:ea typeface="Karla"/>
                <a:cs typeface="Karla"/>
              </a:rPr>
              <a:t>DISCOVER . </a:t>
            </a:r>
            <a:r>
              <a:rPr lang="en-US" altLang="en-US" sz="1500" b="1" dirty="0">
                <a:solidFill>
                  <a:srgbClr val="C00000"/>
                </a:solidFill>
                <a:latin typeface="Casper"/>
                <a:ea typeface="Karla"/>
                <a:cs typeface="Karla"/>
              </a:rPr>
              <a:t>LEARN</a:t>
            </a:r>
            <a:r>
              <a:rPr lang="en-US" altLang="en-US" sz="1500" b="1" dirty="0">
                <a:solidFill>
                  <a:srgbClr val="595959"/>
                </a:solidFill>
                <a:latin typeface="Casper"/>
                <a:ea typeface="Karla"/>
                <a:cs typeface="Karla"/>
              </a:rPr>
              <a:t> . EMPOWER</a:t>
            </a:r>
            <a:endParaRPr lang="en-US" altLang="en-US" sz="900" b="1" dirty="0">
              <a:solidFill>
                <a:srgbClr val="000000"/>
              </a:solidFill>
              <a:latin typeface="Casper"/>
            </a:endParaRPr>
          </a:p>
          <a:p>
            <a:pPr eaLnBrk="1" hangingPunct="1">
              <a:lnSpc>
                <a:spcPct val="100000"/>
              </a:lnSpc>
              <a:spcBef>
                <a:spcPct val="0"/>
              </a:spcBef>
              <a:buFontTx/>
              <a:buNone/>
            </a:pPr>
            <a:endParaRPr lang="en-US" altLang="en-US" sz="1200" b="1" dirty="0">
              <a:latin typeface="Casper"/>
            </a:endParaRPr>
          </a:p>
        </p:txBody>
      </p:sp>
      <p:sp>
        <p:nvSpPr>
          <p:cNvPr id="52" name="Rectangle 51"/>
          <p:cNvSpPr/>
          <p:nvPr/>
        </p:nvSpPr>
        <p:spPr>
          <a:xfrm>
            <a:off x="5163741" y="4532710"/>
            <a:ext cx="34528" cy="2774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sp>
        <p:nvSpPr>
          <p:cNvPr id="53" name="TextBox 52"/>
          <p:cNvSpPr txBox="1">
            <a:spLocks noChangeArrowheads="1"/>
          </p:cNvSpPr>
          <p:nvPr/>
        </p:nvSpPr>
        <p:spPr bwMode="auto">
          <a:xfrm>
            <a:off x="340519" y="4481513"/>
            <a:ext cx="482322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Aft>
                <a:spcPct val="35000"/>
              </a:spcAft>
              <a:defRPr/>
            </a:pPr>
            <a:r>
              <a:rPr lang="en-US" sz="1500" b="1" dirty="0" smtClean="0">
                <a:solidFill>
                  <a:prstClr val="black">
                    <a:lumMod val="85000"/>
                    <a:lumOff val="15000"/>
                  </a:prstClr>
                </a:solidFill>
                <a:latin typeface="Cambria" panose="02040503050406030204" pitchFamily="18" charset="0"/>
                <a:ea typeface="Cambria" panose="02040503050406030204" pitchFamily="18" charset="0"/>
                <a:cs typeface="Times New Roman" panose="02020603050405020304" pitchFamily="18" charset="0"/>
              </a:rPr>
              <a:t>FUNCTIONS</a:t>
            </a:r>
            <a:endParaRPr lang="en-US" sz="1500" b="1" dirty="0">
              <a:solidFill>
                <a:prstClr val="black">
                  <a:lumMod val="85000"/>
                  <a:lumOff val="15000"/>
                </a:prstClr>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42352" name="TextBox 25"/>
          <p:cNvSpPr txBox="1">
            <a:spLocks noChangeArrowheads="1"/>
          </p:cNvSpPr>
          <p:nvPr/>
        </p:nvSpPr>
        <p:spPr bwMode="auto">
          <a:xfrm>
            <a:off x="372666" y="1096566"/>
            <a:ext cx="8328422" cy="2543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lnSpc>
                <a:spcPct val="90000"/>
              </a:lnSpc>
              <a:spcBef>
                <a:spcPts val="1000"/>
              </a:spcBef>
              <a:buFont typeface="Arial" pitchFamily="34" charset="0"/>
              <a:buChar char="•"/>
              <a:defRPr sz="2800">
                <a:solidFill>
                  <a:schemeClr val="tx1"/>
                </a:solidFill>
                <a:latin typeface="Cambria" pitchFamily="18" charset="0"/>
              </a:defRPr>
            </a:lvl1pPr>
            <a:lvl2pPr marL="742950" indent="-285750">
              <a:lnSpc>
                <a:spcPct val="90000"/>
              </a:lnSpc>
              <a:spcBef>
                <a:spcPts val="500"/>
              </a:spcBef>
              <a:buFont typeface="Arial" pitchFamily="34" charset="0"/>
              <a:buChar char="•"/>
              <a:defRPr sz="2400">
                <a:solidFill>
                  <a:schemeClr val="tx1"/>
                </a:solidFill>
                <a:latin typeface="Cambria" pitchFamily="18" charset="0"/>
              </a:defRPr>
            </a:lvl2pPr>
            <a:lvl3pPr marL="1143000" indent="-228600">
              <a:lnSpc>
                <a:spcPct val="90000"/>
              </a:lnSpc>
              <a:spcBef>
                <a:spcPts val="500"/>
              </a:spcBef>
              <a:buFont typeface="Arial" pitchFamily="34" charset="0"/>
              <a:buChar char="•"/>
              <a:defRPr sz="2000">
                <a:solidFill>
                  <a:schemeClr val="tx1"/>
                </a:solidFill>
                <a:latin typeface="Cambria" pitchFamily="18" charset="0"/>
              </a:defRPr>
            </a:lvl3pPr>
            <a:lvl4pPr marL="1600200" indent="-228600">
              <a:lnSpc>
                <a:spcPct val="90000"/>
              </a:lnSpc>
              <a:spcBef>
                <a:spcPts val="500"/>
              </a:spcBef>
              <a:buFont typeface="Arial" pitchFamily="34" charset="0"/>
              <a:buChar char="•"/>
              <a:defRPr>
                <a:solidFill>
                  <a:schemeClr val="tx1"/>
                </a:solidFill>
                <a:latin typeface="Cambria" pitchFamily="18" charset="0"/>
              </a:defRPr>
            </a:lvl4pPr>
            <a:lvl5pPr marL="2057400" indent="-228600">
              <a:lnSpc>
                <a:spcPct val="90000"/>
              </a:lnSpc>
              <a:spcBef>
                <a:spcPts val="500"/>
              </a:spcBef>
              <a:buFont typeface="Arial" pitchFamily="34" charset="0"/>
              <a:buChar char="•"/>
              <a:defRPr>
                <a:solidFill>
                  <a:schemeClr val="tx1"/>
                </a:solidFill>
                <a:latin typeface="Cambria" pitchFamily="18"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9pPr>
          </a:lstStyle>
          <a:p>
            <a:pPr algn="ctr">
              <a:lnSpc>
                <a:spcPct val="100000"/>
              </a:lnSpc>
              <a:spcBef>
                <a:spcPct val="0"/>
              </a:spcBef>
              <a:buFontTx/>
              <a:buNone/>
            </a:pPr>
            <a:r>
              <a:rPr lang="en-IN" altLang="en-US" sz="3600" b="1" dirty="0"/>
              <a:t>APEX INSTITUTE OF TECHNOLOGY</a:t>
            </a:r>
            <a:endParaRPr lang="en-US" altLang="en-US" sz="3600" dirty="0"/>
          </a:p>
          <a:p>
            <a:pPr algn="ctr">
              <a:lnSpc>
                <a:spcPct val="100000"/>
              </a:lnSpc>
              <a:spcBef>
                <a:spcPct val="0"/>
              </a:spcBef>
              <a:buFontTx/>
              <a:buNone/>
            </a:pPr>
            <a:r>
              <a:rPr lang="en-IN" altLang="en-US" sz="2400" b="1" dirty="0"/>
              <a:t>DEPARTMENT OF COMPUTER SCIENCE &amp; ENGINEERING</a:t>
            </a:r>
            <a:endParaRPr lang="en-US" altLang="en-US" sz="2400" b="1" dirty="0"/>
          </a:p>
          <a:p>
            <a:pPr algn="ctr">
              <a:spcBef>
                <a:spcPct val="0"/>
              </a:spcBef>
              <a:spcAft>
                <a:spcPct val="35000"/>
              </a:spcAft>
              <a:buFontTx/>
              <a:buNone/>
            </a:pPr>
            <a:endParaRPr lang="en-US" altLang="en-US" sz="2400" b="1" dirty="0">
              <a:ea typeface="Calibri" pitchFamily="34" charset="0"/>
              <a:cs typeface="Times New Roman" pitchFamily="18" charset="0"/>
            </a:endParaRPr>
          </a:p>
          <a:p>
            <a:pPr algn="ctr">
              <a:spcBef>
                <a:spcPct val="0"/>
              </a:spcBef>
              <a:spcAft>
                <a:spcPct val="35000"/>
              </a:spcAft>
              <a:buFontTx/>
              <a:buNone/>
            </a:pPr>
            <a:r>
              <a:rPr lang="en-US" altLang="en-US" sz="2400" dirty="0">
                <a:solidFill>
                  <a:srgbClr val="262626"/>
                </a:solidFill>
                <a:cs typeface="Times New Roman" pitchFamily="18" charset="0"/>
              </a:rPr>
              <a:t>Database Management System </a:t>
            </a:r>
            <a:r>
              <a:rPr lang="en-US" altLang="en-US" sz="2400" dirty="0" smtClean="0">
                <a:solidFill>
                  <a:srgbClr val="262626"/>
                </a:solidFill>
                <a:cs typeface="Times New Roman" pitchFamily="18" charset="0"/>
              </a:rPr>
              <a:t>(22CSH-243</a:t>
            </a:r>
            <a:r>
              <a:rPr lang="en-US" altLang="en-US" sz="2400" dirty="0" smtClean="0">
                <a:solidFill>
                  <a:srgbClr val="262626"/>
                </a:solidFill>
                <a:cs typeface="Times New Roman" pitchFamily="18" charset="0"/>
              </a:rPr>
              <a:t>)</a:t>
            </a:r>
            <a:endParaRPr lang="en-US" altLang="en-US" sz="2400" dirty="0">
              <a:solidFill>
                <a:srgbClr val="262626"/>
              </a:solidFill>
              <a:cs typeface="Times New Roman" pitchFamily="18" charset="0"/>
            </a:endParaRPr>
          </a:p>
          <a:p>
            <a:pPr algn="ctr" defTabSz="622300">
              <a:spcBef>
                <a:spcPct val="0"/>
              </a:spcBef>
              <a:spcAft>
                <a:spcPct val="35000"/>
              </a:spcAft>
            </a:pPr>
            <a:r>
              <a:rPr lang="en-US" altLang="en-US" sz="2400" b="1" dirty="0">
                <a:solidFill>
                  <a:srgbClr val="262626"/>
                </a:solidFill>
                <a:cs typeface="Times New Roman" pitchFamily="18" charset="0"/>
              </a:rPr>
              <a:t>Faculty:</a:t>
            </a:r>
            <a:r>
              <a:rPr lang="en-US" altLang="en-US" sz="2400" dirty="0">
                <a:solidFill>
                  <a:srgbClr val="262626"/>
                </a:solidFill>
                <a:cs typeface="Times New Roman" pitchFamily="18" charset="0"/>
              </a:rPr>
              <a:t> </a:t>
            </a:r>
            <a:r>
              <a:rPr lang="en-US" sz="2400" dirty="0">
                <a:solidFill>
                  <a:prstClr val="black">
                    <a:lumMod val="85000"/>
                    <a:lumOff val="15000"/>
                  </a:prstClr>
                </a:solidFill>
                <a:cs typeface="Times New Roman" panose="02020603050405020304" pitchFamily="18" charset="0"/>
              </a:rPr>
              <a:t>Ms. </a:t>
            </a:r>
            <a:r>
              <a:rPr lang="en-US" sz="2400" dirty="0" err="1">
                <a:solidFill>
                  <a:prstClr val="black">
                    <a:lumMod val="85000"/>
                    <a:lumOff val="15000"/>
                  </a:prstClr>
                </a:solidFill>
                <a:cs typeface="Times New Roman" panose="02020603050405020304" pitchFamily="18" charset="0"/>
              </a:rPr>
              <a:t>Shaveta</a:t>
            </a:r>
            <a:r>
              <a:rPr lang="en-US" sz="2400" dirty="0">
                <a:solidFill>
                  <a:prstClr val="black">
                    <a:lumMod val="85000"/>
                    <a:lumOff val="15000"/>
                  </a:prstClr>
                </a:solidFill>
                <a:cs typeface="Times New Roman" panose="02020603050405020304" pitchFamily="18" charset="0"/>
              </a:rPr>
              <a:t> Jain (13464)</a:t>
            </a:r>
          </a:p>
          <a:p>
            <a:pPr algn="ctr">
              <a:spcBef>
                <a:spcPct val="0"/>
              </a:spcBef>
              <a:spcAft>
                <a:spcPct val="35000"/>
              </a:spcAft>
              <a:buFontTx/>
              <a:buNone/>
            </a:pPr>
            <a:endParaRPr lang="en-US" altLang="en-US" sz="1200" dirty="0"/>
          </a:p>
        </p:txBody>
      </p:sp>
      <p:sp>
        <p:nvSpPr>
          <p:cNvPr id="15" name="Slide Number Placeholder 14"/>
          <p:cNvSpPr>
            <a:spLocks noGrp="1"/>
          </p:cNvSpPr>
          <p:nvPr>
            <p:ph type="sldNum" sz="quarter" idx="12"/>
          </p:nvPr>
        </p:nvSpPr>
        <p:spPr/>
        <p:txBody>
          <a:bodyPr/>
          <a:lstStyle/>
          <a:p>
            <a:pPr>
              <a:defRPr/>
            </a:pPr>
            <a:fld id="{FB68F729-0D61-4535-976E-E42E431D79D1}" type="slidenum">
              <a:rPr lang="en-US" smtClean="0"/>
              <a:pPr>
                <a:defRPr/>
              </a:pPr>
              <a:t>1</a:t>
            </a:fld>
            <a:endParaRPr lang="en-US" dirty="0"/>
          </a:p>
        </p:txBody>
      </p:sp>
    </p:spTree>
    <p:extLst>
      <p:ext uri="{BB962C8B-B14F-4D97-AF65-F5344CB8AC3E}">
        <p14:creationId xmlns:p14="http://schemas.microsoft.com/office/powerpoint/2010/main" val="2867449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058" y="0"/>
            <a:ext cx="7886700" cy="1014212"/>
          </a:xfrm>
        </p:spPr>
        <p:txBody>
          <a:bodyPr>
            <a:normAutofit/>
          </a:bodyPr>
          <a:lstStyle/>
          <a:p>
            <a:r>
              <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DBMS: Course Objectives</a:t>
            </a:r>
          </a:p>
        </p:txBody>
      </p:sp>
      <p:sp>
        <p:nvSpPr>
          <p:cNvPr id="9" name="Slide Number Placeholder 8"/>
          <p:cNvSpPr>
            <a:spLocks noGrp="1"/>
          </p:cNvSpPr>
          <p:nvPr>
            <p:ph type="sldNum" sz="quarter" idx="12"/>
          </p:nvPr>
        </p:nvSpPr>
        <p:spPr/>
        <p:txBody>
          <a:bodyPr/>
          <a:lstStyle/>
          <a:p>
            <a:fld id="{BDCDBBEF-AA6C-4BA6-85B2-A17D7F280E38}" type="slidenum">
              <a:rPr lang="en-US" smtClean="0"/>
              <a:pPr/>
              <a:t>2</a:t>
            </a:fld>
            <a:endParaRPr lang="en-US"/>
          </a:p>
        </p:txBody>
      </p:sp>
      <p:sp>
        <p:nvSpPr>
          <p:cNvPr id="4" name="Rectangle 3"/>
          <p:cNvSpPr/>
          <p:nvPr/>
        </p:nvSpPr>
        <p:spPr>
          <a:xfrm>
            <a:off x="550572" y="859665"/>
            <a:ext cx="8306873" cy="2700739"/>
          </a:xfrm>
          <a:prstGeom prst="rect">
            <a:avLst/>
          </a:prstGeom>
        </p:spPr>
        <p:txBody>
          <a:bodyPr wrap="square" lIns="68580" tIns="34290" rIns="68580" bIns="34290">
            <a:spAutoFit/>
          </a:bodyPr>
          <a:lstStyle/>
          <a:p>
            <a:pPr lvl="0" algn="just"/>
            <a:r>
              <a:rPr lang="en-US" b="1" dirty="0">
                <a:latin typeface="Times New Roman" panose="02020603050405020304" pitchFamily="18" charset="0"/>
                <a:cs typeface="Times New Roman" panose="02020603050405020304" pitchFamily="18" charset="0"/>
              </a:rPr>
              <a:t>COURSE OBJECTIVES</a:t>
            </a:r>
            <a:endParaRPr lang="en-US" b="1" i="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Course aims to:</a:t>
            </a:r>
            <a:endParaRPr lang="en-US" b="1" i="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Understand database system concepts and design databases for different applications and to acquire the knowledge on DBMS and RDBMS.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and understand different types of DDL, DML and DCL statements.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Understand transaction concepts related to databases and recovery/backup techniques required for the proper storage of data.</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0028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532625" y="263602"/>
            <a:ext cx="8344139" cy="40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OUTCOMES</a:t>
            </a:r>
          </a:p>
        </p:txBody>
      </p:sp>
      <p:sp>
        <p:nvSpPr>
          <p:cNvPr id="13" name="Slide Number Placeholder 12"/>
          <p:cNvSpPr>
            <a:spLocks noGrp="1"/>
          </p:cNvSpPr>
          <p:nvPr>
            <p:ph type="sldNum" sz="quarter" idx="12"/>
          </p:nvPr>
        </p:nvSpPr>
        <p:spPr/>
        <p:txBody>
          <a:bodyPr/>
          <a:lstStyle/>
          <a:p>
            <a:fld id="{BDCDBBEF-AA6C-4BA6-85B2-A17D7F280E38}" type="slidenum">
              <a:rPr lang="en-US" smtClean="0"/>
              <a:pPr/>
              <a:t>3</a:t>
            </a:fld>
            <a:endParaRPr lang="en-US"/>
          </a:p>
        </p:txBody>
      </p:sp>
      <p:sp>
        <p:nvSpPr>
          <p:cNvPr id="10" name="Oval 9"/>
          <p:cNvSpPr/>
          <p:nvPr/>
        </p:nvSpPr>
        <p:spPr>
          <a:xfrm>
            <a:off x="8412957" y="4743451"/>
            <a:ext cx="333375" cy="31670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4" name="Rectangle 3"/>
          <p:cNvSpPr/>
          <p:nvPr/>
        </p:nvSpPr>
        <p:spPr>
          <a:xfrm>
            <a:off x="540373" y="878126"/>
            <a:ext cx="6660092" cy="392415"/>
          </a:xfrm>
          <a:prstGeom prst="rect">
            <a:avLst/>
          </a:prstGeom>
        </p:spPr>
        <p:txBody>
          <a:bodyPr wrap="none" lIns="68580" tIns="34290" rIns="68580" bIns="34290">
            <a:spAutoFit/>
          </a:bodyPr>
          <a:lstStyle/>
          <a:p>
            <a:r>
              <a:rPr lang="en-IN" sz="2100" dirty="0">
                <a:latin typeface="Times New Roman" panose="02020603050405020304" pitchFamily="18" charset="0"/>
                <a:cs typeface="Times New Roman" panose="02020603050405020304" pitchFamily="18" charset="0"/>
              </a:rPr>
              <a:t>On completion of this course, the students shall be able to:-</a:t>
            </a:r>
            <a:endParaRPr lang="en-US" sz="21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36696714"/>
              </p:ext>
            </p:extLst>
          </p:nvPr>
        </p:nvGraphicFramePr>
        <p:xfrm>
          <a:off x="627846" y="1448872"/>
          <a:ext cx="8118487" cy="401777"/>
        </p:xfrm>
        <a:graphic>
          <a:graphicData uri="http://schemas.openxmlformats.org/drawingml/2006/table">
            <a:tbl>
              <a:tblPr firstRow="1" firstCol="1" bandRow="1"/>
              <a:tblGrid>
                <a:gridCol w="705955"/>
                <a:gridCol w="7412532"/>
              </a:tblGrid>
              <a:tr h="401777">
                <a:tc>
                  <a:txBody>
                    <a:bodyPr/>
                    <a:lstStyle/>
                    <a:p>
                      <a:pPr marL="0" marR="53975" algn="l">
                        <a:spcBef>
                          <a:spcPts val="0"/>
                        </a:spcBef>
                        <a:spcAft>
                          <a:spcPts val="0"/>
                        </a:spcAft>
                      </a:pPr>
                      <a:r>
                        <a:rPr lang="en-IN" sz="1700" b="1" dirty="0">
                          <a:effectLst/>
                          <a:latin typeface="Times New Roman"/>
                          <a:ea typeface="Calibri"/>
                          <a:cs typeface="Arial"/>
                        </a:rPr>
                        <a:t>CO4</a:t>
                      </a:r>
                      <a:endParaRPr lang="en-US" sz="1700" dirty="0">
                        <a:effectLst/>
                        <a:latin typeface="Calibri"/>
                        <a:ea typeface="Calibri"/>
                        <a:cs typeface="Arial"/>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tabLst>
                          <a:tab pos="408305" algn="l"/>
                        </a:tabLst>
                      </a:pPr>
                      <a:r>
                        <a:rPr lang="en-IN" sz="1700" dirty="0">
                          <a:solidFill>
                            <a:srgbClr val="000000"/>
                          </a:solidFill>
                          <a:effectLst/>
                          <a:latin typeface="Times New Roman"/>
                          <a:ea typeface="Times New Roman"/>
                          <a:cs typeface="Arial"/>
                        </a:rPr>
                        <a:t>Implement the package, procedures and triggers</a:t>
                      </a:r>
                      <a:endParaRPr lang="en-US" sz="1700" dirty="0">
                        <a:effectLst/>
                        <a:latin typeface="Calibri"/>
                        <a:ea typeface="Calibri"/>
                        <a:cs typeface="Arial"/>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018139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Subprogram</a:t>
            </a:r>
            <a:endParaRPr lang="en-IN" dirty="0"/>
          </a:p>
        </p:txBody>
      </p:sp>
      <p:sp>
        <p:nvSpPr>
          <p:cNvPr id="3" name="Content Placeholder 2"/>
          <p:cNvSpPr>
            <a:spLocks noGrp="1"/>
          </p:cNvSpPr>
          <p:nvPr>
            <p:ph idx="1"/>
          </p:nvPr>
        </p:nvSpPr>
        <p:spPr/>
        <p:txBody>
          <a:bodyPr/>
          <a:lstStyle/>
          <a:p>
            <a:pPr marL="0" indent="0" algn="just">
              <a:buNone/>
            </a:pPr>
            <a:r>
              <a:rPr lang="en-IN" dirty="0" smtClean="0"/>
              <a:t>PL/SQL provides two kinds of subprograms </a:t>
            </a:r>
            <a:r>
              <a:rPr lang="en-IN" dirty="0"/>
              <a:t>−</a:t>
            </a:r>
          </a:p>
          <a:p>
            <a:pPr algn="just"/>
            <a:r>
              <a:rPr lang="en-IN" b="1" dirty="0" smtClean="0"/>
              <a:t>Procedures </a:t>
            </a:r>
            <a:r>
              <a:rPr lang="en-IN" dirty="0"/>
              <a:t>− </a:t>
            </a:r>
            <a:r>
              <a:rPr lang="en-IN" dirty="0" smtClean="0"/>
              <a:t>These subprograms </a:t>
            </a:r>
            <a:r>
              <a:rPr lang="en-IN" dirty="0"/>
              <a:t>do </a:t>
            </a:r>
            <a:r>
              <a:rPr lang="en-IN" dirty="0" smtClean="0"/>
              <a:t>not return </a:t>
            </a:r>
            <a:r>
              <a:rPr lang="en-IN" dirty="0"/>
              <a:t>a </a:t>
            </a:r>
            <a:r>
              <a:rPr lang="en-IN" dirty="0" smtClean="0"/>
              <a:t>value directly; mainly used to perform </a:t>
            </a:r>
            <a:r>
              <a:rPr lang="en-IN" dirty="0"/>
              <a:t>an </a:t>
            </a:r>
            <a:r>
              <a:rPr lang="en-IN" dirty="0" smtClean="0"/>
              <a:t>action.</a:t>
            </a:r>
          </a:p>
          <a:p>
            <a:pPr algn="just"/>
            <a:endParaRPr lang="en-IN" dirty="0" smtClean="0"/>
          </a:p>
          <a:p>
            <a:pPr algn="just"/>
            <a:r>
              <a:rPr lang="en-IN" b="1" dirty="0"/>
              <a:t>Functions </a:t>
            </a:r>
            <a:r>
              <a:rPr lang="en-IN" dirty="0"/>
              <a:t>− These subprograms return a single </a:t>
            </a:r>
            <a:r>
              <a:rPr lang="en-IN" dirty="0" smtClean="0"/>
              <a:t>value; </a:t>
            </a:r>
            <a:r>
              <a:rPr lang="en-IN" dirty="0"/>
              <a:t>mainly used tot compute and return a value..</a:t>
            </a:r>
          </a:p>
          <a:p>
            <a:pPr algn="just"/>
            <a:endParaRPr lang="en-IN" dirty="0"/>
          </a:p>
        </p:txBody>
      </p:sp>
    </p:spTree>
    <p:extLst>
      <p:ext uri="{BB962C8B-B14F-4D97-AF65-F5344CB8AC3E}">
        <p14:creationId xmlns:p14="http://schemas.microsoft.com/office/powerpoint/2010/main" val="301738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Functions</a:t>
            </a:r>
            <a:endParaRPr lang="en-IN" dirty="0"/>
          </a:p>
        </p:txBody>
      </p:sp>
      <p:sp>
        <p:nvSpPr>
          <p:cNvPr id="3" name="Content Placeholder 2"/>
          <p:cNvSpPr>
            <a:spLocks noGrp="1"/>
          </p:cNvSpPr>
          <p:nvPr>
            <p:ph idx="1"/>
          </p:nvPr>
        </p:nvSpPr>
        <p:spPr/>
        <p:txBody>
          <a:bodyPr/>
          <a:lstStyle/>
          <a:p>
            <a:pPr algn="just"/>
            <a:r>
              <a:rPr lang="en-US" dirty="0"/>
              <a:t>A function is same as a procedure except that it returns a value. </a:t>
            </a:r>
            <a:endParaRPr lang="en-US" dirty="0" smtClean="0"/>
          </a:p>
          <a:p>
            <a:pPr algn="just"/>
            <a:r>
              <a:rPr lang="en-US" dirty="0" smtClean="0"/>
              <a:t>Therefore</a:t>
            </a:r>
            <a:r>
              <a:rPr lang="en-US" dirty="0"/>
              <a:t>, all the discussions of the previous chapter are true for functions too.</a:t>
            </a:r>
            <a:endParaRPr lang="en-IN" dirty="0"/>
          </a:p>
        </p:txBody>
      </p:sp>
    </p:spTree>
    <p:extLst>
      <p:ext uri="{BB962C8B-B14F-4D97-AF65-F5344CB8AC3E}">
        <p14:creationId xmlns:p14="http://schemas.microsoft.com/office/powerpoint/2010/main" val="31661799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Function</a:t>
            </a:r>
            <a:endParaRPr lang="en-IN" dirty="0"/>
          </a:p>
        </p:txBody>
      </p:sp>
      <p:sp>
        <p:nvSpPr>
          <p:cNvPr id="3" name="Content Placeholder 2"/>
          <p:cNvSpPr>
            <a:spLocks noGrp="1"/>
          </p:cNvSpPr>
          <p:nvPr>
            <p:ph idx="1"/>
          </p:nvPr>
        </p:nvSpPr>
        <p:spPr/>
        <p:txBody>
          <a:bodyPr>
            <a:normAutofit lnSpcReduction="10000"/>
          </a:bodyPr>
          <a:lstStyle/>
          <a:p>
            <a:pPr algn="just"/>
            <a:r>
              <a:rPr lang="en-US" sz="2400" dirty="0" smtClean="0"/>
              <a:t>A </a:t>
            </a:r>
            <a:r>
              <a:rPr lang="en-US" sz="2400" dirty="0"/>
              <a:t>standalone function is created using the </a:t>
            </a:r>
            <a:r>
              <a:rPr lang="en-US" sz="2400" b="1" dirty="0"/>
              <a:t>CREATE FUNCTION</a:t>
            </a:r>
            <a:r>
              <a:rPr lang="en-US" sz="2400" dirty="0"/>
              <a:t> statement. </a:t>
            </a:r>
            <a:endParaRPr lang="en-US" sz="2400" dirty="0" smtClean="0"/>
          </a:p>
          <a:p>
            <a:pPr algn="just"/>
            <a:r>
              <a:rPr lang="en-US" sz="2400" dirty="0" smtClean="0"/>
              <a:t>The </a:t>
            </a:r>
            <a:r>
              <a:rPr lang="en-US" sz="2400" dirty="0"/>
              <a:t>simplified syntax for the </a:t>
            </a:r>
            <a:r>
              <a:rPr lang="en-US" sz="2400" b="1" dirty="0"/>
              <a:t>CREATE OR REPLACE PROCEDURE</a:t>
            </a:r>
            <a:r>
              <a:rPr lang="en-US" sz="2400" dirty="0"/>
              <a:t> statement is as follows −</a:t>
            </a:r>
          </a:p>
          <a:p>
            <a:pPr marL="342900" lvl="1" indent="0" algn="just">
              <a:buNone/>
            </a:pPr>
            <a:r>
              <a:rPr lang="en-US" sz="2000" dirty="0">
                <a:solidFill>
                  <a:srgbClr val="FF0000"/>
                </a:solidFill>
              </a:rPr>
              <a:t>CREATE [OR REPLACE] FUNCTION </a:t>
            </a:r>
            <a:r>
              <a:rPr lang="en-US" sz="2000" dirty="0" err="1"/>
              <a:t>function_name</a:t>
            </a:r>
            <a:r>
              <a:rPr lang="en-US" sz="2000" dirty="0"/>
              <a:t> </a:t>
            </a:r>
          </a:p>
          <a:p>
            <a:pPr marL="342900" lvl="1" indent="0" algn="just">
              <a:buNone/>
            </a:pPr>
            <a:r>
              <a:rPr lang="en-US" sz="2000" dirty="0"/>
              <a:t>[(</a:t>
            </a:r>
            <a:r>
              <a:rPr lang="en-US" sz="2000" dirty="0" err="1"/>
              <a:t>parameter_name</a:t>
            </a:r>
            <a:r>
              <a:rPr lang="en-US" sz="2000" dirty="0"/>
              <a:t> [IN | OUT | IN OUT] </a:t>
            </a:r>
            <a:r>
              <a:rPr lang="en-US" sz="2000" dirty="0" err="1" smtClean="0"/>
              <a:t>datatype</a:t>
            </a:r>
            <a:r>
              <a:rPr lang="en-US" sz="2000" dirty="0" smtClean="0"/>
              <a:t> </a:t>
            </a:r>
            <a:r>
              <a:rPr lang="en-US" sz="2000" dirty="0"/>
              <a:t>[, ...])] </a:t>
            </a:r>
          </a:p>
          <a:p>
            <a:pPr marL="342900" lvl="1" indent="0" algn="just">
              <a:buNone/>
            </a:pPr>
            <a:r>
              <a:rPr lang="en-US" sz="2000" dirty="0">
                <a:solidFill>
                  <a:srgbClr val="FF0000"/>
                </a:solidFill>
              </a:rPr>
              <a:t>RETURN</a:t>
            </a:r>
            <a:r>
              <a:rPr lang="en-US" sz="2000" dirty="0"/>
              <a:t> </a:t>
            </a:r>
            <a:r>
              <a:rPr lang="en-US" sz="2000" dirty="0" err="1"/>
              <a:t>return_datatype</a:t>
            </a:r>
            <a:r>
              <a:rPr lang="en-US" sz="2000" dirty="0"/>
              <a:t> </a:t>
            </a:r>
          </a:p>
          <a:p>
            <a:pPr marL="342900" lvl="1" indent="0" algn="just">
              <a:buNone/>
            </a:pPr>
            <a:r>
              <a:rPr lang="en-US" sz="2000" dirty="0"/>
              <a:t>{IS | AS} </a:t>
            </a:r>
          </a:p>
          <a:p>
            <a:pPr marL="342900" lvl="1" indent="0" algn="just">
              <a:buNone/>
            </a:pPr>
            <a:r>
              <a:rPr lang="en-US" sz="2000" dirty="0"/>
              <a:t>BEGIN </a:t>
            </a:r>
          </a:p>
          <a:p>
            <a:pPr marL="342900" lvl="1" indent="0" algn="just">
              <a:buNone/>
            </a:pPr>
            <a:r>
              <a:rPr lang="en-US" sz="2000" dirty="0"/>
              <a:t>   &lt; </a:t>
            </a:r>
            <a:r>
              <a:rPr lang="en-US" sz="2000" dirty="0" err="1"/>
              <a:t>function_body</a:t>
            </a:r>
            <a:r>
              <a:rPr lang="en-US" sz="2000" dirty="0"/>
              <a:t> &gt; </a:t>
            </a:r>
          </a:p>
          <a:p>
            <a:pPr marL="342900" lvl="1" indent="0" algn="just">
              <a:buNone/>
            </a:pPr>
            <a:r>
              <a:rPr lang="en-US" sz="2000" dirty="0"/>
              <a:t>END [</a:t>
            </a:r>
            <a:r>
              <a:rPr lang="en-US" sz="2000" dirty="0" err="1"/>
              <a:t>function_name</a:t>
            </a:r>
            <a:r>
              <a:rPr lang="en-US" sz="2000" dirty="0"/>
              <a:t>];</a:t>
            </a:r>
            <a:endParaRPr lang="en-IN" sz="2000" dirty="0"/>
          </a:p>
        </p:txBody>
      </p:sp>
    </p:spTree>
    <p:extLst>
      <p:ext uri="{BB962C8B-B14F-4D97-AF65-F5344CB8AC3E}">
        <p14:creationId xmlns:p14="http://schemas.microsoft.com/office/powerpoint/2010/main" val="6650372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Explanations</a:t>
            </a:r>
            <a:endParaRPr lang="en-IN" dirty="0"/>
          </a:p>
        </p:txBody>
      </p:sp>
      <p:sp>
        <p:nvSpPr>
          <p:cNvPr id="3" name="Content Placeholder 2"/>
          <p:cNvSpPr>
            <a:spLocks noGrp="1"/>
          </p:cNvSpPr>
          <p:nvPr>
            <p:ph idx="1"/>
          </p:nvPr>
        </p:nvSpPr>
        <p:spPr/>
        <p:txBody>
          <a:bodyPr>
            <a:normAutofit fontScale="92500" lnSpcReduction="10000"/>
          </a:bodyPr>
          <a:lstStyle/>
          <a:p>
            <a:r>
              <a:rPr lang="en-US" i="1" dirty="0" smtClean="0"/>
              <a:t>function-name</a:t>
            </a:r>
            <a:r>
              <a:rPr lang="en-US" dirty="0"/>
              <a:t> specifies the name of the function.</a:t>
            </a:r>
          </a:p>
          <a:p>
            <a:r>
              <a:rPr lang="en-US" dirty="0"/>
              <a:t>[OR REPLACE] option allows the modification of an existing function.</a:t>
            </a:r>
          </a:p>
          <a:p>
            <a:r>
              <a:rPr lang="en-US" dirty="0"/>
              <a:t>The optional parameter list contains name, mode and types of the parameters. IN represents the value that will be passed from outside and OUT represents the parameter that will be used to return a value outside of the procedure.</a:t>
            </a:r>
          </a:p>
          <a:p>
            <a:r>
              <a:rPr lang="en-US" dirty="0"/>
              <a:t>The function must contain a </a:t>
            </a:r>
            <a:r>
              <a:rPr lang="en-US" b="1" dirty="0"/>
              <a:t>return</a:t>
            </a:r>
            <a:r>
              <a:rPr lang="en-US" dirty="0"/>
              <a:t> statement.</a:t>
            </a:r>
          </a:p>
          <a:p>
            <a:r>
              <a:rPr lang="en-US" dirty="0"/>
              <a:t>The </a:t>
            </a:r>
            <a:r>
              <a:rPr lang="en-US" i="1" dirty="0"/>
              <a:t>RETURN</a:t>
            </a:r>
            <a:r>
              <a:rPr lang="en-US" dirty="0"/>
              <a:t> clause specifies the data type you are going to return from the function.</a:t>
            </a:r>
          </a:p>
          <a:p>
            <a:r>
              <a:rPr lang="en-US" i="1" dirty="0"/>
              <a:t>function-body</a:t>
            </a:r>
            <a:r>
              <a:rPr lang="en-US" dirty="0"/>
              <a:t> contains the executable part.</a:t>
            </a:r>
          </a:p>
          <a:p>
            <a:r>
              <a:rPr lang="en-US" dirty="0"/>
              <a:t>The AS keyword is used instead of the IS keyword for creating a standalone function.</a:t>
            </a:r>
          </a:p>
          <a:p>
            <a:endParaRPr lang="en-IN" dirty="0"/>
          </a:p>
        </p:txBody>
      </p:sp>
    </p:spTree>
    <p:extLst>
      <p:ext uri="{BB962C8B-B14F-4D97-AF65-F5344CB8AC3E}">
        <p14:creationId xmlns:p14="http://schemas.microsoft.com/office/powerpoint/2010/main" val="18881355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normAutofit fontScale="77500" lnSpcReduction="20000"/>
          </a:bodyPr>
          <a:lstStyle/>
          <a:p>
            <a:r>
              <a:rPr lang="en-US" sz="2600" dirty="0"/>
              <a:t>The following example illustrates how to create and call a standalone function. This function returns the total number of </a:t>
            </a:r>
            <a:r>
              <a:rPr lang="en-US" sz="2600" dirty="0" smtClean="0"/>
              <a:t>EMPLOYEESS </a:t>
            </a:r>
            <a:r>
              <a:rPr lang="en-US" sz="2600" dirty="0"/>
              <a:t>in the </a:t>
            </a:r>
            <a:r>
              <a:rPr lang="en-US" sz="2600" dirty="0" smtClean="0"/>
              <a:t>EMP </a:t>
            </a:r>
            <a:r>
              <a:rPr lang="en-US" sz="2600" dirty="0"/>
              <a:t>table</a:t>
            </a:r>
            <a:r>
              <a:rPr lang="en-US" sz="2600" dirty="0" smtClean="0"/>
              <a:t>.</a:t>
            </a:r>
          </a:p>
          <a:p>
            <a:pPr marL="0" indent="0">
              <a:buNone/>
            </a:pPr>
            <a:r>
              <a:rPr lang="en-US" dirty="0"/>
              <a:t>CREATE OR REPLACE FUNCTION </a:t>
            </a:r>
            <a:r>
              <a:rPr lang="en-US" dirty="0" err="1" smtClean="0"/>
              <a:t>totalEmp</a:t>
            </a:r>
            <a:r>
              <a:rPr lang="en-US" dirty="0" smtClean="0"/>
              <a:t> </a:t>
            </a:r>
            <a:endParaRPr lang="en-US" dirty="0"/>
          </a:p>
          <a:p>
            <a:pPr marL="0" indent="0">
              <a:buNone/>
            </a:pPr>
            <a:r>
              <a:rPr lang="en-US" dirty="0"/>
              <a:t>RETURN number IS </a:t>
            </a:r>
          </a:p>
          <a:p>
            <a:pPr marL="0" indent="0">
              <a:buNone/>
            </a:pPr>
            <a:r>
              <a:rPr lang="en-US" dirty="0"/>
              <a:t>   </a:t>
            </a:r>
            <a:r>
              <a:rPr lang="en-US" dirty="0" smtClean="0"/>
              <a:t>tot </a:t>
            </a:r>
            <a:r>
              <a:rPr lang="en-US" dirty="0"/>
              <a:t>number(2) := 0; </a:t>
            </a:r>
          </a:p>
          <a:p>
            <a:pPr marL="0" indent="0">
              <a:buNone/>
            </a:pPr>
            <a:r>
              <a:rPr lang="en-US" dirty="0"/>
              <a:t>BEGIN </a:t>
            </a:r>
          </a:p>
          <a:p>
            <a:pPr marL="0" indent="0">
              <a:buNone/>
            </a:pPr>
            <a:r>
              <a:rPr lang="en-US" dirty="0"/>
              <a:t>   SELECT count(*) into </a:t>
            </a:r>
            <a:r>
              <a:rPr lang="en-US" dirty="0" smtClean="0"/>
              <a:t>tot </a:t>
            </a:r>
            <a:endParaRPr lang="en-US" dirty="0"/>
          </a:p>
          <a:p>
            <a:pPr marL="0" indent="0">
              <a:buNone/>
            </a:pPr>
            <a:r>
              <a:rPr lang="en-US" dirty="0"/>
              <a:t>   FROM </a:t>
            </a:r>
            <a:r>
              <a:rPr lang="en-US" dirty="0" err="1" smtClean="0"/>
              <a:t>emp</a:t>
            </a:r>
            <a:r>
              <a:rPr lang="en-US" dirty="0" smtClean="0"/>
              <a:t>; </a:t>
            </a:r>
            <a:endParaRPr lang="en-US" dirty="0"/>
          </a:p>
          <a:p>
            <a:pPr marL="0" indent="0">
              <a:buNone/>
            </a:pPr>
            <a:r>
              <a:rPr lang="en-US" dirty="0"/>
              <a:t>    </a:t>
            </a:r>
          </a:p>
          <a:p>
            <a:pPr marL="0" indent="0">
              <a:buNone/>
            </a:pPr>
            <a:r>
              <a:rPr lang="en-US" dirty="0"/>
              <a:t>   RETURN </a:t>
            </a:r>
            <a:r>
              <a:rPr lang="en-US" dirty="0" smtClean="0"/>
              <a:t>tot; </a:t>
            </a:r>
            <a:endParaRPr lang="en-US" dirty="0"/>
          </a:p>
          <a:p>
            <a:pPr marL="0" indent="0">
              <a:buNone/>
            </a:pPr>
            <a:r>
              <a:rPr lang="en-US" dirty="0"/>
              <a:t>END; </a:t>
            </a:r>
          </a:p>
          <a:p>
            <a:pPr marL="0" indent="0">
              <a:buNone/>
            </a:pPr>
            <a:r>
              <a:rPr lang="en-US" dirty="0"/>
              <a:t>/ </a:t>
            </a:r>
            <a:endParaRPr lang="en-IN" dirty="0"/>
          </a:p>
        </p:txBody>
      </p:sp>
    </p:spTree>
    <p:extLst>
      <p:ext uri="{BB962C8B-B14F-4D97-AF65-F5344CB8AC3E}">
        <p14:creationId xmlns:p14="http://schemas.microsoft.com/office/powerpoint/2010/main" val="8430973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Calling a </a:t>
            </a:r>
            <a:r>
              <a:rPr lang="en-IN" dirty="0" smtClean="0"/>
              <a:t>Function</a:t>
            </a:r>
            <a:endParaRPr lang="en-IN" dirty="0"/>
          </a:p>
        </p:txBody>
      </p:sp>
      <p:sp>
        <p:nvSpPr>
          <p:cNvPr id="3" name="Content Placeholder 2"/>
          <p:cNvSpPr>
            <a:spLocks noGrp="1"/>
          </p:cNvSpPr>
          <p:nvPr>
            <p:ph idx="1"/>
          </p:nvPr>
        </p:nvSpPr>
        <p:spPr/>
        <p:txBody>
          <a:bodyPr>
            <a:normAutofit fontScale="85000" lnSpcReduction="20000"/>
          </a:bodyPr>
          <a:lstStyle/>
          <a:p>
            <a:r>
              <a:rPr lang="en-US" sz="2600" dirty="0"/>
              <a:t>To call a function, you simply need to pass the required parameters along with the function name and if the function returns a value, then you can store the returned value. </a:t>
            </a:r>
            <a:endParaRPr lang="en-US" sz="2600" dirty="0" smtClean="0"/>
          </a:p>
          <a:p>
            <a:r>
              <a:rPr lang="en-US" sz="2600" dirty="0" smtClean="0"/>
              <a:t>Following </a:t>
            </a:r>
            <a:r>
              <a:rPr lang="en-US" sz="2600" dirty="0"/>
              <a:t>program calls the function </a:t>
            </a:r>
            <a:r>
              <a:rPr lang="en-US" sz="2600" dirty="0" err="1" smtClean="0"/>
              <a:t>totalEmp</a:t>
            </a:r>
            <a:r>
              <a:rPr lang="en-US" sz="2600" dirty="0" smtClean="0"/>
              <a:t> </a:t>
            </a:r>
            <a:r>
              <a:rPr lang="en-US" sz="2600" dirty="0"/>
              <a:t>from an anonymous block </a:t>
            </a:r>
            <a:r>
              <a:rPr lang="en-US" sz="2600" dirty="0" smtClean="0"/>
              <a:t>−</a:t>
            </a:r>
          </a:p>
          <a:p>
            <a:pPr marL="0" indent="0">
              <a:buNone/>
            </a:pPr>
            <a:r>
              <a:rPr lang="en-US" dirty="0"/>
              <a:t>DECLARE </a:t>
            </a:r>
          </a:p>
          <a:p>
            <a:pPr marL="0" indent="0">
              <a:buNone/>
            </a:pPr>
            <a:r>
              <a:rPr lang="en-US" dirty="0"/>
              <a:t>   c number(2); </a:t>
            </a:r>
          </a:p>
          <a:p>
            <a:pPr marL="0" indent="0">
              <a:buNone/>
            </a:pPr>
            <a:r>
              <a:rPr lang="en-US" dirty="0"/>
              <a:t>BEGIN </a:t>
            </a:r>
          </a:p>
          <a:p>
            <a:pPr marL="0" indent="0">
              <a:buNone/>
            </a:pPr>
            <a:r>
              <a:rPr lang="en-US" dirty="0"/>
              <a:t>   c := </a:t>
            </a:r>
            <a:r>
              <a:rPr lang="en-US" dirty="0" err="1" smtClean="0"/>
              <a:t>totalEmp</a:t>
            </a:r>
            <a:r>
              <a:rPr lang="en-US" dirty="0" smtClean="0"/>
              <a:t>(); </a:t>
            </a:r>
            <a:endParaRPr lang="en-US" dirty="0"/>
          </a:p>
          <a:p>
            <a:pPr marL="0" indent="0">
              <a:buNone/>
            </a:pPr>
            <a:r>
              <a:rPr lang="en-US" dirty="0"/>
              <a:t>   </a:t>
            </a:r>
            <a:r>
              <a:rPr lang="en-US" dirty="0" err="1"/>
              <a:t>dbms_output.put_line</a:t>
            </a:r>
            <a:r>
              <a:rPr lang="en-US" dirty="0"/>
              <a:t>('Total no. of </a:t>
            </a:r>
            <a:r>
              <a:rPr lang="en-US" dirty="0" smtClean="0"/>
              <a:t>Employees: </a:t>
            </a:r>
            <a:r>
              <a:rPr lang="en-US" dirty="0"/>
              <a:t>' || c); </a:t>
            </a:r>
          </a:p>
          <a:p>
            <a:pPr marL="0" indent="0">
              <a:buNone/>
            </a:pPr>
            <a:r>
              <a:rPr lang="en-US" dirty="0"/>
              <a:t>END; </a:t>
            </a:r>
          </a:p>
          <a:p>
            <a:pPr marL="0" indent="0">
              <a:buNone/>
            </a:pPr>
            <a:r>
              <a:rPr lang="en-US" dirty="0"/>
              <a:t>/</a:t>
            </a:r>
            <a:endParaRPr lang="en-IN" dirty="0"/>
          </a:p>
        </p:txBody>
      </p:sp>
    </p:spTree>
    <p:extLst>
      <p:ext uri="{BB962C8B-B14F-4D97-AF65-F5344CB8AC3E}">
        <p14:creationId xmlns:p14="http://schemas.microsoft.com/office/powerpoint/2010/main" val="38114526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dirty="0" smtClean="0"/>
              <a:t>Example-2</a:t>
            </a:r>
            <a:endParaRPr lang="en-IN" dirty="0"/>
          </a:p>
        </p:txBody>
      </p:sp>
      <p:sp>
        <p:nvSpPr>
          <p:cNvPr id="3" name="Content Placeholder 2"/>
          <p:cNvSpPr>
            <a:spLocks noGrp="1"/>
          </p:cNvSpPr>
          <p:nvPr>
            <p:ph idx="1"/>
          </p:nvPr>
        </p:nvSpPr>
        <p:spPr>
          <a:xfrm>
            <a:off x="533400" y="742950"/>
            <a:ext cx="7886700" cy="3631406"/>
          </a:xfrm>
        </p:spPr>
        <p:txBody>
          <a:bodyPr>
            <a:noAutofit/>
          </a:bodyPr>
          <a:lstStyle/>
          <a:p>
            <a:pPr marL="0" indent="0">
              <a:lnSpc>
                <a:spcPct val="120000"/>
              </a:lnSpc>
              <a:buNone/>
            </a:pPr>
            <a:r>
              <a:rPr lang="en-US" sz="1000" dirty="0" smtClean="0"/>
              <a:t>DECLARE</a:t>
            </a:r>
          </a:p>
          <a:p>
            <a:pPr marL="0" indent="0">
              <a:lnSpc>
                <a:spcPct val="120000"/>
              </a:lnSpc>
              <a:buNone/>
            </a:pPr>
            <a:r>
              <a:rPr lang="en-US" sz="1000" dirty="0" smtClean="0"/>
              <a:t>   </a:t>
            </a:r>
            <a:r>
              <a:rPr lang="en-US" sz="1000" dirty="0"/>
              <a:t>a number</a:t>
            </a:r>
            <a:r>
              <a:rPr lang="en-US" sz="1000" dirty="0" smtClean="0"/>
              <a:t>;   </a:t>
            </a:r>
            <a:r>
              <a:rPr lang="en-US" sz="1000" dirty="0"/>
              <a:t>b number</a:t>
            </a:r>
            <a:r>
              <a:rPr lang="en-US" sz="1000" dirty="0" smtClean="0"/>
              <a:t>;   </a:t>
            </a:r>
            <a:r>
              <a:rPr lang="en-US" sz="1000" dirty="0"/>
              <a:t>c number; </a:t>
            </a:r>
          </a:p>
          <a:p>
            <a:pPr marL="0" indent="0">
              <a:lnSpc>
                <a:spcPct val="120000"/>
              </a:lnSpc>
              <a:buNone/>
            </a:pPr>
            <a:r>
              <a:rPr lang="en-US" sz="1000" dirty="0"/>
              <a:t>FUNCTION </a:t>
            </a:r>
            <a:r>
              <a:rPr lang="en-US" sz="1000" dirty="0" err="1"/>
              <a:t>findMax</a:t>
            </a:r>
            <a:r>
              <a:rPr lang="en-US" sz="1000" dirty="0"/>
              <a:t>(x IN number, y IN number)  </a:t>
            </a:r>
            <a:r>
              <a:rPr lang="en-US" sz="1000" dirty="0" smtClean="0"/>
              <a:t>RETURN </a:t>
            </a:r>
            <a:r>
              <a:rPr lang="en-US" sz="1000" dirty="0"/>
              <a:t>number </a:t>
            </a:r>
            <a:r>
              <a:rPr lang="en-US" sz="1000" dirty="0" smtClean="0"/>
              <a:t> IS </a:t>
            </a:r>
            <a:endParaRPr lang="en-US" sz="1000" dirty="0"/>
          </a:p>
          <a:p>
            <a:pPr marL="0" indent="0">
              <a:lnSpc>
                <a:spcPct val="120000"/>
              </a:lnSpc>
              <a:buNone/>
            </a:pPr>
            <a:r>
              <a:rPr lang="en-US" sz="1000" dirty="0"/>
              <a:t>    z number; </a:t>
            </a:r>
          </a:p>
          <a:p>
            <a:pPr marL="0" indent="0">
              <a:lnSpc>
                <a:spcPct val="120000"/>
              </a:lnSpc>
              <a:buNone/>
            </a:pPr>
            <a:r>
              <a:rPr lang="en-US" sz="1000" dirty="0"/>
              <a:t>BEGIN </a:t>
            </a:r>
          </a:p>
          <a:p>
            <a:pPr marL="0" indent="0">
              <a:lnSpc>
                <a:spcPct val="120000"/>
              </a:lnSpc>
              <a:buNone/>
            </a:pPr>
            <a:r>
              <a:rPr lang="en-US" sz="1000" dirty="0"/>
              <a:t>   IF x &gt; y THEN </a:t>
            </a:r>
            <a:r>
              <a:rPr lang="en-US" sz="1000" dirty="0" smtClean="0"/>
              <a:t>      </a:t>
            </a:r>
            <a:r>
              <a:rPr lang="en-US" sz="1000" dirty="0"/>
              <a:t>z:= x; </a:t>
            </a:r>
          </a:p>
          <a:p>
            <a:pPr marL="0" indent="0">
              <a:lnSpc>
                <a:spcPct val="120000"/>
              </a:lnSpc>
              <a:buNone/>
            </a:pPr>
            <a:r>
              <a:rPr lang="en-US" sz="1000" dirty="0"/>
              <a:t>   ELSE </a:t>
            </a:r>
            <a:r>
              <a:rPr lang="en-US" sz="1000" dirty="0" smtClean="0"/>
              <a:t>      </a:t>
            </a:r>
            <a:r>
              <a:rPr lang="en-US" sz="1000" dirty="0"/>
              <a:t>Z:= y; </a:t>
            </a:r>
          </a:p>
          <a:p>
            <a:pPr marL="0" indent="0">
              <a:lnSpc>
                <a:spcPct val="120000"/>
              </a:lnSpc>
              <a:buNone/>
            </a:pPr>
            <a:r>
              <a:rPr lang="en-US" sz="1000" dirty="0"/>
              <a:t>   END IF;  </a:t>
            </a:r>
          </a:p>
          <a:p>
            <a:pPr marL="0" indent="0">
              <a:lnSpc>
                <a:spcPct val="120000"/>
              </a:lnSpc>
              <a:buNone/>
            </a:pPr>
            <a:r>
              <a:rPr lang="en-US" sz="1000" dirty="0"/>
              <a:t>   RETURN z; </a:t>
            </a:r>
          </a:p>
          <a:p>
            <a:pPr marL="0" indent="0">
              <a:lnSpc>
                <a:spcPct val="120000"/>
              </a:lnSpc>
              <a:buNone/>
            </a:pPr>
            <a:r>
              <a:rPr lang="en-US" sz="1000" dirty="0"/>
              <a:t>END; </a:t>
            </a:r>
          </a:p>
          <a:p>
            <a:pPr marL="0" indent="0">
              <a:lnSpc>
                <a:spcPct val="120000"/>
              </a:lnSpc>
              <a:buNone/>
            </a:pPr>
            <a:r>
              <a:rPr lang="en-US" sz="1000" dirty="0"/>
              <a:t>BEGIN </a:t>
            </a:r>
          </a:p>
          <a:p>
            <a:pPr marL="0" indent="0">
              <a:lnSpc>
                <a:spcPct val="120000"/>
              </a:lnSpc>
              <a:buNone/>
            </a:pPr>
            <a:r>
              <a:rPr lang="en-US" sz="1000" dirty="0"/>
              <a:t>   a:= 23; </a:t>
            </a:r>
            <a:r>
              <a:rPr lang="en-US" sz="1000" dirty="0" smtClean="0"/>
              <a:t>   </a:t>
            </a:r>
            <a:r>
              <a:rPr lang="en-US" sz="1000" dirty="0"/>
              <a:t>b:= 45;  </a:t>
            </a:r>
          </a:p>
          <a:p>
            <a:pPr marL="0" indent="0">
              <a:lnSpc>
                <a:spcPct val="120000"/>
              </a:lnSpc>
              <a:buNone/>
            </a:pPr>
            <a:r>
              <a:rPr lang="en-US" sz="1000" dirty="0"/>
              <a:t>   c := </a:t>
            </a:r>
            <a:r>
              <a:rPr lang="en-US" sz="1000" dirty="0" err="1"/>
              <a:t>findMax</a:t>
            </a:r>
            <a:r>
              <a:rPr lang="en-US" sz="1000" dirty="0"/>
              <a:t>(a, b); </a:t>
            </a:r>
            <a:r>
              <a:rPr lang="en-US" sz="1000" dirty="0" smtClean="0"/>
              <a:t>   </a:t>
            </a:r>
            <a:r>
              <a:rPr lang="en-US" sz="1000" dirty="0" err="1"/>
              <a:t>dbms_output.put_line</a:t>
            </a:r>
            <a:r>
              <a:rPr lang="en-US" sz="1000" dirty="0"/>
              <a:t>(' Maximum of (23,45): ' || c); </a:t>
            </a:r>
          </a:p>
          <a:p>
            <a:pPr marL="0" indent="0">
              <a:lnSpc>
                <a:spcPct val="120000"/>
              </a:lnSpc>
              <a:buNone/>
            </a:pPr>
            <a:r>
              <a:rPr lang="en-US" sz="1000" dirty="0"/>
              <a:t>END; </a:t>
            </a:r>
          </a:p>
          <a:p>
            <a:pPr marL="0" indent="0">
              <a:lnSpc>
                <a:spcPct val="120000"/>
              </a:lnSpc>
              <a:buNone/>
            </a:pPr>
            <a:r>
              <a:rPr lang="en-US" sz="1000" dirty="0"/>
              <a:t>/ </a:t>
            </a:r>
            <a:endParaRPr lang="en-IN" sz="1000" dirty="0"/>
          </a:p>
        </p:txBody>
      </p:sp>
    </p:spTree>
    <p:extLst>
      <p:ext uri="{BB962C8B-B14F-4D97-AF65-F5344CB8AC3E}">
        <p14:creationId xmlns:p14="http://schemas.microsoft.com/office/powerpoint/2010/main" val="10965895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Recursive Functions</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smtClean="0"/>
              <a:t>We </a:t>
            </a:r>
            <a:r>
              <a:rPr lang="en-US" dirty="0"/>
              <a:t>have seen that a program or subprogram may call another subprogram. </a:t>
            </a:r>
            <a:endParaRPr lang="en-US" dirty="0" smtClean="0"/>
          </a:p>
          <a:p>
            <a:pPr algn="just"/>
            <a:r>
              <a:rPr lang="en-US" dirty="0" smtClean="0"/>
              <a:t>When </a:t>
            </a:r>
            <a:r>
              <a:rPr lang="en-US" dirty="0"/>
              <a:t>a subprogram calls itself, it is referred to as a recursive call and the process is known as recursion.</a:t>
            </a:r>
          </a:p>
          <a:p>
            <a:pPr algn="just"/>
            <a:endParaRPr lang="en-US" dirty="0"/>
          </a:p>
          <a:p>
            <a:pPr algn="just"/>
            <a:r>
              <a:rPr lang="en-US" dirty="0"/>
              <a:t>To illustrate the concept, let us calculate the factorial of a number. Factorial of a number n is defined as −</a:t>
            </a:r>
          </a:p>
          <a:p>
            <a:pPr algn="just"/>
            <a:endParaRPr lang="en-US" dirty="0"/>
          </a:p>
          <a:p>
            <a:pPr marL="0" indent="0" algn="just">
              <a:buNone/>
            </a:pPr>
            <a:r>
              <a:rPr lang="en-US" dirty="0"/>
              <a:t>n! = n*(n-1)! </a:t>
            </a:r>
          </a:p>
          <a:p>
            <a:pPr marL="0" indent="0" algn="just">
              <a:buNone/>
            </a:pPr>
            <a:r>
              <a:rPr lang="en-US" dirty="0"/>
              <a:t>   </a:t>
            </a:r>
            <a:r>
              <a:rPr lang="en-US" dirty="0" smtClean="0"/>
              <a:t>  = </a:t>
            </a:r>
            <a:r>
              <a:rPr lang="en-US" dirty="0"/>
              <a:t>n*(n-1)*(n-2)! </a:t>
            </a:r>
          </a:p>
          <a:p>
            <a:pPr marL="0" indent="0" algn="just">
              <a:buNone/>
            </a:pPr>
            <a:r>
              <a:rPr lang="en-US" dirty="0"/>
              <a:t>      ... </a:t>
            </a:r>
          </a:p>
          <a:p>
            <a:pPr marL="0" indent="0" algn="just">
              <a:buNone/>
            </a:pPr>
            <a:r>
              <a:rPr lang="en-US" dirty="0"/>
              <a:t>  </a:t>
            </a:r>
            <a:r>
              <a:rPr lang="en-US" dirty="0" smtClean="0"/>
              <a:t>   </a:t>
            </a:r>
            <a:r>
              <a:rPr lang="en-US" dirty="0"/>
              <a:t>= n*(n-1)*(n-2)*(n-3)... 1 </a:t>
            </a:r>
            <a:endParaRPr lang="en-IN" dirty="0"/>
          </a:p>
        </p:txBody>
      </p:sp>
    </p:spTree>
    <p:extLst>
      <p:ext uri="{BB962C8B-B14F-4D97-AF65-F5344CB8AC3E}">
        <p14:creationId xmlns:p14="http://schemas.microsoft.com/office/powerpoint/2010/main" val="353381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 </a:t>
            </a:r>
            <a:r>
              <a:rPr lang="en-IN" dirty="0" err="1" smtClean="0"/>
              <a:t>Prg</a:t>
            </a:r>
            <a:r>
              <a:rPr lang="en-IN" dirty="0" smtClean="0"/>
              <a:t>:-</a:t>
            </a:r>
            <a:endParaRPr lang="en-IN" dirty="0"/>
          </a:p>
        </p:txBody>
      </p:sp>
      <p:sp>
        <p:nvSpPr>
          <p:cNvPr id="3" name="Content Placeholder 2"/>
          <p:cNvSpPr>
            <a:spLocks noGrp="1"/>
          </p:cNvSpPr>
          <p:nvPr>
            <p:ph idx="1"/>
          </p:nvPr>
        </p:nvSpPr>
        <p:spPr>
          <a:xfrm>
            <a:off x="561975" y="742950"/>
            <a:ext cx="7886700" cy="4267199"/>
          </a:xfrm>
        </p:spPr>
        <p:txBody>
          <a:bodyPr>
            <a:normAutofit fontScale="85000" lnSpcReduction="20000"/>
          </a:bodyPr>
          <a:lstStyle/>
          <a:p>
            <a:pPr marL="0" indent="0">
              <a:buNone/>
            </a:pPr>
            <a:r>
              <a:rPr lang="en-US" sz="1600" b="1" dirty="0">
                <a:solidFill>
                  <a:srgbClr val="00B050"/>
                </a:solidFill>
              </a:rPr>
              <a:t>DECLARE </a:t>
            </a:r>
            <a:endParaRPr lang="en-US" sz="1600" b="1" dirty="0" smtClean="0">
              <a:solidFill>
                <a:srgbClr val="00B050"/>
              </a:solidFill>
            </a:endParaRPr>
          </a:p>
          <a:p>
            <a:pPr marL="0" indent="0">
              <a:buNone/>
            </a:pPr>
            <a:r>
              <a:rPr lang="en-US" sz="1600" dirty="0" smtClean="0">
                <a:solidFill>
                  <a:srgbClr val="00B050"/>
                </a:solidFill>
              </a:rPr>
              <a:t>     n number</a:t>
            </a:r>
            <a:r>
              <a:rPr lang="en-US" sz="1600" dirty="0">
                <a:solidFill>
                  <a:srgbClr val="00B050"/>
                </a:solidFill>
              </a:rPr>
              <a:t>; </a:t>
            </a:r>
            <a:endParaRPr lang="en-US" sz="1600" dirty="0" smtClean="0">
              <a:solidFill>
                <a:srgbClr val="00B050"/>
              </a:solidFill>
            </a:endParaRPr>
          </a:p>
          <a:p>
            <a:pPr marL="0" indent="0">
              <a:buNone/>
            </a:pPr>
            <a:r>
              <a:rPr lang="en-US" sz="1600" dirty="0" smtClean="0">
                <a:solidFill>
                  <a:srgbClr val="00B050"/>
                </a:solidFill>
              </a:rPr>
              <a:t>     f </a:t>
            </a:r>
            <a:r>
              <a:rPr lang="en-US" sz="1600" dirty="0">
                <a:solidFill>
                  <a:srgbClr val="00B050"/>
                </a:solidFill>
              </a:rPr>
              <a:t>number; </a:t>
            </a:r>
            <a:endParaRPr lang="en-US" sz="1600" dirty="0" smtClean="0">
              <a:solidFill>
                <a:srgbClr val="00B050"/>
              </a:solidFill>
            </a:endParaRPr>
          </a:p>
          <a:p>
            <a:pPr marL="0" indent="0">
              <a:buNone/>
            </a:pPr>
            <a:r>
              <a:rPr lang="en-US" sz="1600" b="1" dirty="0" smtClean="0">
                <a:solidFill>
                  <a:srgbClr val="00B0F0"/>
                </a:solidFill>
              </a:rPr>
              <a:t>FUNCTION </a:t>
            </a:r>
            <a:r>
              <a:rPr lang="en-US" sz="1600" b="1" dirty="0">
                <a:solidFill>
                  <a:srgbClr val="00B0F0"/>
                </a:solidFill>
              </a:rPr>
              <a:t>fact(x number) RETURN number IS </a:t>
            </a:r>
            <a:r>
              <a:rPr lang="en-US" sz="1600" b="1" dirty="0" smtClean="0">
                <a:solidFill>
                  <a:srgbClr val="00B0F0"/>
                </a:solidFill>
              </a:rPr>
              <a:t> </a:t>
            </a:r>
            <a:r>
              <a:rPr lang="en-US" sz="1600" dirty="0" smtClean="0"/>
              <a:t>--definition of function</a:t>
            </a:r>
          </a:p>
          <a:p>
            <a:pPr marL="0" indent="0">
              <a:buNone/>
            </a:pPr>
            <a:r>
              <a:rPr lang="en-US" sz="1600" dirty="0" smtClean="0">
                <a:solidFill>
                  <a:srgbClr val="00B0F0"/>
                </a:solidFill>
              </a:rPr>
              <a:t>    f </a:t>
            </a:r>
            <a:r>
              <a:rPr lang="en-US" sz="1600" dirty="0">
                <a:solidFill>
                  <a:srgbClr val="00B0F0"/>
                </a:solidFill>
              </a:rPr>
              <a:t>number; </a:t>
            </a:r>
            <a:endParaRPr lang="en-US" sz="1600" dirty="0" smtClean="0">
              <a:solidFill>
                <a:srgbClr val="00B0F0"/>
              </a:solidFill>
            </a:endParaRPr>
          </a:p>
          <a:p>
            <a:pPr marL="0" indent="0">
              <a:buNone/>
            </a:pPr>
            <a:r>
              <a:rPr lang="en-US" sz="1600" dirty="0" smtClean="0">
                <a:solidFill>
                  <a:srgbClr val="00B0F0"/>
                </a:solidFill>
              </a:rPr>
              <a:t>   BEGIN </a:t>
            </a:r>
          </a:p>
          <a:p>
            <a:pPr marL="0" indent="0">
              <a:buNone/>
            </a:pPr>
            <a:r>
              <a:rPr lang="en-US" sz="1600" dirty="0" smtClean="0">
                <a:solidFill>
                  <a:srgbClr val="00B0F0"/>
                </a:solidFill>
              </a:rPr>
              <a:t>       IF </a:t>
            </a:r>
            <a:r>
              <a:rPr lang="en-US" sz="1600" dirty="0">
                <a:solidFill>
                  <a:srgbClr val="00B0F0"/>
                </a:solidFill>
              </a:rPr>
              <a:t>x=0 THEN f := 1; </a:t>
            </a:r>
            <a:endParaRPr lang="en-US" sz="1600" dirty="0" smtClean="0">
              <a:solidFill>
                <a:srgbClr val="00B0F0"/>
              </a:solidFill>
            </a:endParaRPr>
          </a:p>
          <a:p>
            <a:pPr marL="0" indent="0">
              <a:buNone/>
            </a:pPr>
            <a:r>
              <a:rPr lang="en-US" sz="1600" dirty="0">
                <a:solidFill>
                  <a:srgbClr val="00B0F0"/>
                </a:solidFill>
              </a:rPr>
              <a:t> </a:t>
            </a:r>
            <a:r>
              <a:rPr lang="en-US" sz="1600" dirty="0" smtClean="0">
                <a:solidFill>
                  <a:srgbClr val="00B0F0"/>
                </a:solidFill>
              </a:rPr>
              <a:t>      ELSE </a:t>
            </a:r>
            <a:r>
              <a:rPr lang="en-US" sz="1600" dirty="0">
                <a:solidFill>
                  <a:srgbClr val="00B0F0"/>
                </a:solidFill>
              </a:rPr>
              <a:t>f := x * fact(x-1); </a:t>
            </a:r>
            <a:endParaRPr lang="en-US" sz="1600" dirty="0" smtClean="0">
              <a:solidFill>
                <a:srgbClr val="00B0F0"/>
              </a:solidFill>
            </a:endParaRPr>
          </a:p>
          <a:p>
            <a:pPr marL="0" indent="0">
              <a:buNone/>
            </a:pPr>
            <a:r>
              <a:rPr lang="en-US" sz="1600" dirty="0" smtClean="0">
                <a:solidFill>
                  <a:srgbClr val="00B0F0"/>
                </a:solidFill>
              </a:rPr>
              <a:t>  END </a:t>
            </a:r>
            <a:r>
              <a:rPr lang="en-US" sz="1600" dirty="0">
                <a:solidFill>
                  <a:srgbClr val="00B0F0"/>
                </a:solidFill>
              </a:rPr>
              <a:t>IF; </a:t>
            </a:r>
            <a:endParaRPr lang="en-US" sz="1600" dirty="0" smtClean="0">
              <a:solidFill>
                <a:srgbClr val="00B0F0"/>
              </a:solidFill>
            </a:endParaRPr>
          </a:p>
          <a:p>
            <a:pPr marL="0" indent="0">
              <a:buNone/>
            </a:pPr>
            <a:r>
              <a:rPr lang="en-US" sz="1600" dirty="0" smtClean="0">
                <a:solidFill>
                  <a:srgbClr val="00B0F0"/>
                </a:solidFill>
              </a:rPr>
              <a:t>    RETURN </a:t>
            </a:r>
            <a:r>
              <a:rPr lang="en-US" sz="1600" dirty="0">
                <a:solidFill>
                  <a:srgbClr val="00B0F0"/>
                </a:solidFill>
              </a:rPr>
              <a:t>f; </a:t>
            </a:r>
            <a:endParaRPr lang="en-US" sz="1600" dirty="0" smtClean="0">
              <a:solidFill>
                <a:srgbClr val="00B0F0"/>
              </a:solidFill>
            </a:endParaRPr>
          </a:p>
          <a:p>
            <a:pPr marL="0" indent="0">
              <a:buNone/>
            </a:pPr>
            <a:r>
              <a:rPr lang="en-US" sz="1600" b="1" dirty="0" smtClean="0">
                <a:solidFill>
                  <a:srgbClr val="00B0F0"/>
                </a:solidFill>
              </a:rPr>
              <a:t>END; </a:t>
            </a:r>
            <a:r>
              <a:rPr lang="en-US" sz="1600" dirty="0" smtClean="0"/>
              <a:t>--end of function </a:t>
            </a:r>
          </a:p>
          <a:p>
            <a:pPr marL="0" indent="0">
              <a:buNone/>
            </a:pPr>
            <a:r>
              <a:rPr lang="en-US" sz="1600" b="1" dirty="0" smtClean="0">
                <a:solidFill>
                  <a:srgbClr val="00B050"/>
                </a:solidFill>
              </a:rPr>
              <a:t>BEGIN</a:t>
            </a:r>
            <a:r>
              <a:rPr lang="en-US" sz="1600" dirty="0" smtClean="0">
                <a:solidFill>
                  <a:srgbClr val="00B050"/>
                </a:solidFill>
              </a:rPr>
              <a:t> </a:t>
            </a:r>
          </a:p>
          <a:p>
            <a:pPr marL="0" indent="0">
              <a:buNone/>
            </a:pPr>
            <a:r>
              <a:rPr lang="en-US" sz="1600" dirty="0" smtClean="0">
                <a:solidFill>
                  <a:srgbClr val="00B050"/>
                </a:solidFill>
              </a:rPr>
              <a:t>   n:= </a:t>
            </a:r>
            <a:r>
              <a:rPr lang="en-US" sz="1600" dirty="0">
                <a:solidFill>
                  <a:srgbClr val="00B050"/>
                </a:solidFill>
              </a:rPr>
              <a:t>6; </a:t>
            </a:r>
            <a:endParaRPr lang="en-US" sz="1600" dirty="0" smtClean="0">
              <a:solidFill>
                <a:srgbClr val="00B050"/>
              </a:solidFill>
            </a:endParaRPr>
          </a:p>
          <a:p>
            <a:pPr marL="0" indent="0">
              <a:buNone/>
            </a:pPr>
            <a:r>
              <a:rPr lang="en-US" sz="1600" dirty="0" smtClean="0">
                <a:solidFill>
                  <a:srgbClr val="00B050"/>
                </a:solidFill>
              </a:rPr>
              <a:t>   f </a:t>
            </a:r>
            <a:r>
              <a:rPr lang="en-US" sz="1600" dirty="0">
                <a:solidFill>
                  <a:srgbClr val="00B050"/>
                </a:solidFill>
              </a:rPr>
              <a:t>:= </a:t>
            </a:r>
            <a:r>
              <a:rPr lang="en-US" sz="1600" dirty="0" smtClean="0">
                <a:solidFill>
                  <a:srgbClr val="00B050"/>
                </a:solidFill>
              </a:rPr>
              <a:t>fact(n); --calling the functions </a:t>
            </a:r>
          </a:p>
          <a:p>
            <a:pPr marL="0" indent="0">
              <a:buNone/>
            </a:pPr>
            <a:r>
              <a:rPr lang="en-US" sz="1600" dirty="0" smtClean="0">
                <a:solidFill>
                  <a:srgbClr val="00B050"/>
                </a:solidFill>
              </a:rPr>
              <a:t>   </a:t>
            </a:r>
            <a:r>
              <a:rPr lang="en-US" sz="1600" dirty="0" err="1" smtClean="0">
                <a:solidFill>
                  <a:srgbClr val="00B050"/>
                </a:solidFill>
              </a:rPr>
              <a:t>dbms_output.put_line</a:t>
            </a:r>
            <a:r>
              <a:rPr lang="en-US" sz="1600" dirty="0">
                <a:solidFill>
                  <a:srgbClr val="00B050"/>
                </a:solidFill>
              </a:rPr>
              <a:t>(' Factorial '|| </a:t>
            </a:r>
            <a:r>
              <a:rPr lang="en-US" sz="1600" dirty="0" smtClean="0">
                <a:solidFill>
                  <a:srgbClr val="00B050"/>
                </a:solidFill>
              </a:rPr>
              <a:t>n </a:t>
            </a:r>
            <a:r>
              <a:rPr lang="en-US" sz="1600" dirty="0">
                <a:solidFill>
                  <a:srgbClr val="00B050"/>
                </a:solidFill>
              </a:rPr>
              <a:t>|| ' is ' || </a:t>
            </a:r>
            <a:r>
              <a:rPr lang="en-US" sz="1600" dirty="0" smtClean="0">
                <a:solidFill>
                  <a:srgbClr val="00B050"/>
                </a:solidFill>
              </a:rPr>
              <a:t>f); </a:t>
            </a:r>
          </a:p>
          <a:p>
            <a:pPr marL="0" indent="0">
              <a:buNone/>
            </a:pPr>
            <a:r>
              <a:rPr lang="en-US" sz="1600" b="1" dirty="0" smtClean="0">
                <a:solidFill>
                  <a:srgbClr val="00B050"/>
                </a:solidFill>
              </a:rPr>
              <a:t>END</a:t>
            </a:r>
            <a:r>
              <a:rPr lang="en-US" sz="1600" b="1" dirty="0">
                <a:solidFill>
                  <a:srgbClr val="00B050"/>
                </a:solidFill>
              </a:rPr>
              <a:t>; /</a:t>
            </a:r>
            <a:endParaRPr lang="en-IN" sz="1600" b="1" dirty="0">
              <a:solidFill>
                <a:srgbClr val="00B050"/>
              </a:solidFill>
            </a:endParaRPr>
          </a:p>
        </p:txBody>
      </p:sp>
    </p:spTree>
    <p:extLst>
      <p:ext uri="{BB962C8B-B14F-4D97-AF65-F5344CB8AC3E}">
        <p14:creationId xmlns:p14="http://schemas.microsoft.com/office/powerpoint/2010/main" val="42459718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Advantages of Stored Procedure/Functions</a:t>
            </a:r>
            <a:endParaRPr lang="en-IN" dirty="0"/>
          </a:p>
        </p:txBody>
      </p:sp>
      <p:sp>
        <p:nvSpPr>
          <p:cNvPr id="3" name="Content Placeholder 2"/>
          <p:cNvSpPr>
            <a:spLocks noGrp="1"/>
          </p:cNvSpPr>
          <p:nvPr>
            <p:ph idx="1"/>
          </p:nvPr>
        </p:nvSpPr>
        <p:spPr/>
        <p:txBody>
          <a:bodyPr>
            <a:normAutofit fontScale="92500"/>
          </a:bodyPr>
          <a:lstStyle/>
          <a:p>
            <a:pPr marL="0" indent="0" algn="just">
              <a:buNone/>
            </a:pPr>
            <a:r>
              <a:rPr lang="en-US" dirty="0"/>
              <a:t>Following are some advantages of stored procedure and function in PL/SQL:</a:t>
            </a:r>
          </a:p>
          <a:p>
            <a:pPr marL="0" indent="0" algn="just">
              <a:buNone/>
            </a:pPr>
            <a:r>
              <a:rPr lang="en-US" b="1" dirty="0"/>
              <a:t>1. Improves Database Performance</a:t>
            </a:r>
            <a:endParaRPr lang="en-US" dirty="0"/>
          </a:p>
          <a:p>
            <a:pPr algn="just"/>
            <a:r>
              <a:rPr lang="en-US" sz="2000" dirty="0"/>
              <a:t>Compilation is automatically done by oracle engine.</a:t>
            </a:r>
          </a:p>
          <a:p>
            <a:pPr algn="just"/>
            <a:r>
              <a:rPr lang="en-US" sz="2000" dirty="0"/>
              <a:t>Whenever the calling of procedure or function is done ,the oracle engine loads the compiled code into a memory area called System Global Area(SGA) due to which execution becomes faster.</a:t>
            </a:r>
          </a:p>
          <a:p>
            <a:pPr marL="0" indent="0" algn="just">
              <a:buNone/>
            </a:pPr>
            <a:r>
              <a:rPr lang="en-US" b="1" dirty="0"/>
              <a:t>2. Provides Reusability and avoids redundancy</a:t>
            </a:r>
            <a:endParaRPr lang="en-US" dirty="0"/>
          </a:p>
          <a:p>
            <a:pPr algn="just"/>
            <a:r>
              <a:rPr lang="en-US" dirty="0"/>
              <a:t>The same block of code for procedure or function can be called any number of times for working on multiple data.</a:t>
            </a:r>
          </a:p>
          <a:p>
            <a:pPr algn="just"/>
            <a:r>
              <a:rPr lang="en-US" dirty="0"/>
              <a:t>Due to which number of lines of code cannot be written repeatedly</a:t>
            </a:r>
            <a:r>
              <a:rPr lang="en-US" dirty="0" smtClean="0"/>
              <a:t>.</a:t>
            </a:r>
            <a:endParaRPr lang="en-US" dirty="0"/>
          </a:p>
        </p:txBody>
      </p:sp>
    </p:spTree>
    <p:extLst>
      <p:ext uri="{BB962C8B-B14F-4D97-AF65-F5344CB8AC3E}">
        <p14:creationId xmlns:p14="http://schemas.microsoft.com/office/powerpoint/2010/main" val="5199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Advantages of Stored Procedure/Functions</a:t>
            </a:r>
            <a:endParaRPr lang="en-IN"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b="1" dirty="0" smtClean="0"/>
              <a:t>3</a:t>
            </a:r>
            <a:r>
              <a:rPr lang="en-US" b="1" dirty="0"/>
              <a:t>. Maintains Integrity</a:t>
            </a:r>
            <a:endParaRPr lang="en-US" dirty="0"/>
          </a:p>
          <a:p>
            <a:pPr algn="just"/>
            <a:r>
              <a:rPr lang="en-US" dirty="0"/>
              <a:t>Integrity means accuracy. Use of procedure or function ensures integrity because they are stored as database objects by the oracle engine.</a:t>
            </a:r>
          </a:p>
          <a:p>
            <a:pPr marL="0" indent="0" algn="just">
              <a:buNone/>
            </a:pPr>
            <a:r>
              <a:rPr lang="en-US" b="1" dirty="0"/>
              <a:t>4. Maintains Security</a:t>
            </a:r>
            <a:endParaRPr lang="en-US" dirty="0"/>
          </a:p>
          <a:p>
            <a:pPr algn="just"/>
            <a:r>
              <a:rPr lang="en-US" dirty="0"/>
              <a:t>Use of stored procedure or function helps in maintaining the security of the database as access to them and their usage can be controlled by granting access/permission to users while the permission to change or to edit or to manipulate the database may not be granted to users.</a:t>
            </a:r>
          </a:p>
          <a:p>
            <a:pPr marL="0" indent="0" algn="just">
              <a:buNone/>
            </a:pPr>
            <a:r>
              <a:rPr lang="en-US" b="1" dirty="0"/>
              <a:t>5. Saves Memory</a:t>
            </a:r>
            <a:endParaRPr lang="en-US" dirty="0"/>
          </a:p>
          <a:p>
            <a:pPr algn="just"/>
            <a:r>
              <a:rPr lang="en-US" dirty="0"/>
              <a:t>Stored procedure or function have shared memory. Due to which it saves memory as a single copy of either a procedure or a function can be loaded for execution by any number of users who have access permission.</a:t>
            </a:r>
          </a:p>
          <a:p>
            <a:pPr marL="0" indent="0" algn="just">
              <a:buNone/>
            </a:pPr>
            <a:endParaRPr lang="en-IN" dirty="0"/>
          </a:p>
        </p:txBody>
      </p:sp>
    </p:spTree>
    <p:extLst>
      <p:ext uri="{BB962C8B-B14F-4D97-AF65-F5344CB8AC3E}">
        <p14:creationId xmlns:p14="http://schemas.microsoft.com/office/powerpoint/2010/main" val="23625740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55938" y="230210"/>
            <a:ext cx="7924800" cy="457200"/>
          </a:xfrm>
        </p:spPr>
        <p:txBody>
          <a:bodyPr>
            <a:noAutofit/>
          </a:bodyPr>
          <a:lstStyle/>
          <a:p>
            <a:r>
              <a:rPr lang="en-US" sz="2400" dirty="0">
                <a:effectLst>
                  <a:outerShdw blurRad="38100" dist="38100" dir="2700000" algn="tl">
                    <a:srgbClr val="000000">
                      <a:alpha val="43137"/>
                    </a:srgbClr>
                  </a:outerShdw>
                </a:effectLst>
                <a:latin typeface="Times New Roman" pitchFamily="18" charset="0"/>
                <a:cs typeface="Times New Roman" pitchFamily="18" charset="0"/>
              </a:rPr>
              <a:t>References</a:t>
            </a:r>
          </a:p>
        </p:txBody>
      </p:sp>
      <p:sp>
        <p:nvSpPr>
          <p:cNvPr id="5" name="Content Placeholder 2"/>
          <p:cNvSpPr>
            <a:spLocks noGrp="1"/>
          </p:cNvSpPr>
          <p:nvPr>
            <p:ph idx="1"/>
          </p:nvPr>
        </p:nvSpPr>
        <p:spPr>
          <a:xfrm>
            <a:off x="521595" y="840347"/>
            <a:ext cx="8316533" cy="4114800"/>
          </a:xfrm>
        </p:spPr>
        <p:txBody>
          <a:bodyPr>
            <a:normAutofit/>
          </a:bodyPr>
          <a:lstStyle/>
          <a:p>
            <a:pPr lvl="0" algn="just"/>
            <a:r>
              <a:rPr lang="en-US" sz="1800" dirty="0" err="1"/>
              <a:t>RamezElmasri</a:t>
            </a:r>
            <a:r>
              <a:rPr lang="en-US" sz="1800" dirty="0"/>
              <a:t> and </a:t>
            </a:r>
            <a:r>
              <a:rPr lang="en-US" sz="1800" dirty="0" err="1"/>
              <a:t>Shamkant</a:t>
            </a:r>
            <a:r>
              <a:rPr lang="en-US" sz="1800" dirty="0"/>
              <a:t> B. </a:t>
            </a:r>
            <a:r>
              <a:rPr lang="en-US" sz="1800" dirty="0" err="1"/>
              <a:t>Navathe</a:t>
            </a:r>
            <a:r>
              <a:rPr lang="en-US" sz="1800" dirty="0"/>
              <a:t>, “Fundamentals of Database System”, The Benjamin / Cummings Publishing Co.</a:t>
            </a:r>
          </a:p>
          <a:p>
            <a:pPr lvl="0" algn="just"/>
            <a:r>
              <a:rPr lang="en-US" sz="1800" dirty="0" err="1"/>
              <a:t>Korth</a:t>
            </a:r>
            <a:r>
              <a:rPr lang="en-US" sz="1800" dirty="0"/>
              <a:t> and </a:t>
            </a:r>
            <a:r>
              <a:rPr lang="en-US" sz="1800" dirty="0" err="1"/>
              <a:t>Silberschatz</a:t>
            </a:r>
            <a:r>
              <a:rPr lang="en-US" sz="1800" dirty="0"/>
              <a:t> Abraham, “Database System Concepts”, McGraw Hall.</a:t>
            </a:r>
          </a:p>
          <a:p>
            <a:pPr lvl="0" algn="just"/>
            <a:r>
              <a:rPr lang="en-US" sz="1800" dirty="0" err="1"/>
              <a:t>C.J.Date</a:t>
            </a:r>
            <a:r>
              <a:rPr lang="en-US" sz="1800" dirty="0"/>
              <a:t>, “An Introduction to Database Systems”, Addison Wesley.</a:t>
            </a:r>
          </a:p>
          <a:p>
            <a:pPr lvl="0" algn="just"/>
            <a:r>
              <a:rPr lang="en-US" sz="1800" dirty="0"/>
              <a:t>Thomas M. Connolly, Carolyn &amp; E. </a:t>
            </a:r>
            <a:r>
              <a:rPr lang="en-US" sz="1800" dirty="0" err="1"/>
              <a:t>Begg</a:t>
            </a:r>
            <a:r>
              <a:rPr lang="en-US" sz="1800" dirty="0"/>
              <a:t>, “Database Systems: A Practical Approach to Design, Implementation and Management”, 5/E, University of Paisley, Addison-Wesley.</a:t>
            </a:r>
          </a:p>
          <a:p>
            <a:pPr algn="just"/>
            <a:endParaRPr lang="en-US" sz="1800" dirty="0"/>
          </a:p>
        </p:txBody>
      </p:sp>
      <p:sp>
        <p:nvSpPr>
          <p:cNvPr id="8" name="Slide Number Placeholder 7"/>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18320943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3400" y="209550"/>
            <a:ext cx="7924800" cy="457200"/>
          </a:xfrm>
        </p:spPr>
        <p:txBody>
          <a:bodyPr>
            <a:noAutofit/>
          </a:bodyPr>
          <a:lstStyle/>
          <a:p>
            <a:r>
              <a:rPr lang="en-US" dirty="0" smtClean="0">
                <a:latin typeface="Times New Roman" pitchFamily="18" charset="0"/>
                <a:cs typeface="Times New Roman" pitchFamily="18" charset="0"/>
              </a:rPr>
              <a:t>References</a:t>
            </a:r>
            <a:endParaRPr lang="en-US" dirty="0">
              <a:latin typeface="Times New Roman" pitchFamily="18" charset="0"/>
              <a:cs typeface="Times New Roman" pitchFamily="18" charset="0"/>
            </a:endParaRPr>
          </a:p>
        </p:txBody>
      </p:sp>
      <p:sp>
        <p:nvSpPr>
          <p:cNvPr id="5" name="Content Placeholder 2"/>
          <p:cNvSpPr>
            <a:spLocks noGrp="1"/>
          </p:cNvSpPr>
          <p:nvPr>
            <p:ph idx="1"/>
          </p:nvPr>
        </p:nvSpPr>
        <p:spPr>
          <a:xfrm>
            <a:off x="609600" y="895350"/>
            <a:ext cx="8001000" cy="3371850"/>
          </a:xfrm>
        </p:spPr>
        <p:txBody>
          <a:bodyPr/>
          <a:lstStyle/>
          <a:p>
            <a:pPr lvl="0"/>
            <a:r>
              <a:rPr lang="en-US" dirty="0">
                <a:hlinkClick r:id="rId2"/>
              </a:rPr>
              <a:t>https://</a:t>
            </a:r>
            <a:r>
              <a:rPr lang="en-US" dirty="0" smtClean="0">
                <a:hlinkClick r:id="rId2"/>
              </a:rPr>
              <a:t>docs.oracle.com/cd/B19306_01/server.102/b14200/statements_6009.htm</a:t>
            </a:r>
            <a:endParaRPr lang="en-US" dirty="0" smtClean="0"/>
          </a:p>
          <a:p>
            <a:pPr lvl="0"/>
            <a:endParaRPr lang="en-US" dirty="0"/>
          </a:p>
        </p:txBody>
      </p:sp>
      <p:sp>
        <p:nvSpPr>
          <p:cNvPr id="8" name="Slide Number Placeholder 7"/>
          <p:cNvSpPr>
            <a:spLocks noGrp="1"/>
          </p:cNvSpPr>
          <p:nvPr>
            <p:ph type="sldNum" sz="quarter" idx="12"/>
          </p:nvPr>
        </p:nvSpPr>
        <p:spPr/>
        <p:txBody>
          <a:bodyPr/>
          <a:lstStyle/>
          <a:p>
            <a:fld id="{BDCDBBEF-AA6C-4BA6-85B2-A17D7F280E38}" type="slidenum">
              <a:rPr lang="en-US" smtClean="0"/>
              <a:pPr/>
              <a:t>16</a:t>
            </a:fld>
            <a:endParaRPr lang="en-US" dirty="0"/>
          </a:p>
        </p:txBody>
      </p:sp>
    </p:spTree>
    <p:extLst>
      <p:ext uri="{BB962C8B-B14F-4D97-AF65-F5344CB8AC3E}">
        <p14:creationId xmlns:p14="http://schemas.microsoft.com/office/powerpoint/2010/main" val="6503600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extLst>
          </p:cNvPr>
          <p:cNvSpPr/>
          <p:nvPr/>
        </p:nvSpPr>
        <p:spPr>
          <a:xfrm>
            <a:off x="0" y="0"/>
            <a:ext cx="9144000" cy="3514725"/>
          </a:xfrm>
          <a:prstGeom prst="rect">
            <a:avLst/>
          </a:prstGeom>
          <a:solidFill>
            <a:schemeClr val="accent6">
              <a:lumMod val="50000"/>
              <a:alpha val="60000"/>
            </a:schemeClr>
          </a:solidFill>
          <a:ln w="12700" cap="flat" cmpd="sng" algn="ctr">
            <a:noFill/>
            <a:prstDash val="solid"/>
            <a:miter lim="800000"/>
          </a:ln>
          <a:effectLst/>
        </p:spPr>
        <p:txBody>
          <a:bodyPr lIns="68580" tIns="34290" rIns="68580" bIns="34290" anchor="ctr"/>
          <a:lstStyle/>
          <a:p>
            <a:pPr algn="ctr">
              <a:defRPr/>
            </a:pPr>
            <a:r>
              <a:rPr lang="en-US" dirty="0">
                <a:solidFill>
                  <a:prstClr val="white"/>
                </a:solidFill>
                <a:latin typeface="Calibri Light"/>
              </a:rPr>
              <a:t> </a:t>
            </a:r>
          </a:p>
        </p:txBody>
      </p:sp>
      <p:cxnSp>
        <p:nvCxnSpPr>
          <p:cNvPr id="18" name="Straight Connector 17">
            <a:extLst>
              <a:ext uri="{FF2B5EF4-FFF2-40B4-BE49-F238E27FC236}"/>
            </a:extLst>
          </p:cNvPr>
          <p:cNvCxnSpPr>
            <a:cxnSpLocks/>
          </p:cNvCxnSpPr>
          <p:nvPr/>
        </p:nvCxnSpPr>
        <p:spPr>
          <a:xfrm>
            <a:off x="7010400" y="0"/>
            <a:ext cx="1371600" cy="13716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extLst>
          </p:cNvPr>
          <p:cNvCxnSpPr>
            <a:cxnSpLocks/>
          </p:cNvCxnSpPr>
          <p:nvPr/>
        </p:nvCxnSpPr>
        <p:spPr>
          <a:xfrm>
            <a:off x="7627144" y="1"/>
            <a:ext cx="497681" cy="49768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extLst>
          </p:cNvPr>
          <p:cNvCxnSpPr>
            <a:cxnSpLocks/>
          </p:cNvCxnSpPr>
          <p:nvPr/>
        </p:nvCxnSpPr>
        <p:spPr>
          <a:xfrm>
            <a:off x="550069" y="4720829"/>
            <a:ext cx="419100" cy="4191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extLst>
          </p:cNvPr>
          <p:cNvCxnSpPr>
            <a:cxnSpLocks/>
          </p:cNvCxnSpPr>
          <p:nvPr/>
        </p:nvCxnSpPr>
        <p:spPr>
          <a:xfrm>
            <a:off x="292894" y="3846910"/>
            <a:ext cx="1296591" cy="12965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77159" name="Title 1"/>
          <p:cNvSpPr txBox="1">
            <a:spLocks/>
          </p:cNvSpPr>
          <p:nvPr/>
        </p:nvSpPr>
        <p:spPr bwMode="auto">
          <a:xfrm>
            <a:off x="1114425" y="1687116"/>
            <a:ext cx="8043863" cy="922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6000" dirty="0">
                <a:solidFill>
                  <a:srgbClr val="FFFFFF"/>
                </a:solidFill>
                <a:ea typeface="Segoe UI" pitchFamily="34" charset="0"/>
                <a:cs typeface="Times New Roman" pitchFamily="18" charset="0"/>
              </a:rPr>
              <a:t>THANK YOU</a:t>
            </a:r>
          </a:p>
        </p:txBody>
      </p:sp>
      <p:sp>
        <p:nvSpPr>
          <p:cNvPr id="177160" name="Diamond 6"/>
          <p:cNvSpPr>
            <a:spLocks/>
          </p:cNvSpPr>
          <p:nvPr/>
        </p:nvSpPr>
        <p:spPr bwMode="auto">
          <a:xfrm>
            <a:off x="1981201" y="910829"/>
            <a:ext cx="1822847" cy="2419350"/>
          </a:xfrm>
          <a:custGeom>
            <a:avLst/>
            <a:gdLst>
              <a:gd name="T0" fmla="*/ 2430463 w 2430463"/>
              <a:gd name="T1" fmla="*/ 2413000 h 3225800"/>
              <a:gd name="T2" fmla="*/ 1612900 w 2430463"/>
              <a:gd name="T3" fmla="*/ 3225800 h 3225800"/>
              <a:gd name="T4" fmla="*/ 0 w 2430463"/>
              <a:gd name="T5" fmla="*/ 1612900 h 3225800"/>
              <a:gd name="T6" fmla="*/ 1612900 w 2430463"/>
              <a:gd name="T7" fmla="*/ 0 h 3225800"/>
              <a:gd name="T8" fmla="*/ 2430463 w 2430463"/>
              <a:gd name="T9" fmla="*/ 817563 h 3225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lIns="68580" tIns="34290" rIns="68580" bIns="34290" anchor="ctr"/>
          <a:lstStyle/>
          <a:p>
            <a:endParaRPr lang="en-IN" dirty="0"/>
          </a:p>
        </p:txBody>
      </p:sp>
      <p:sp>
        <p:nvSpPr>
          <p:cNvPr id="177161" name="Diamond 6"/>
          <p:cNvSpPr>
            <a:spLocks/>
          </p:cNvSpPr>
          <p:nvPr/>
        </p:nvSpPr>
        <p:spPr bwMode="auto">
          <a:xfrm>
            <a:off x="2174082" y="910829"/>
            <a:ext cx="1822847" cy="2419350"/>
          </a:xfrm>
          <a:custGeom>
            <a:avLst/>
            <a:gdLst>
              <a:gd name="T0" fmla="*/ 2430463 w 2430463"/>
              <a:gd name="T1" fmla="*/ 2413000 h 3225800"/>
              <a:gd name="T2" fmla="*/ 1612900 w 2430463"/>
              <a:gd name="T3" fmla="*/ 3225800 h 3225800"/>
              <a:gd name="T4" fmla="*/ 0 w 2430463"/>
              <a:gd name="T5" fmla="*/ 1612900 h 3225800"/>
              <a:gd name="T6" fmla="*/ 1612900 w 2430463"/>
              <a:gd name="T7" fmla="*/ 0 h 3225800"/>
              <a:gd name="T8" fmla="*/ 2430463 w 2430463"/>
              <a:gd name="T9" fmla="*/ 817563 h 3225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lIns="68580" tIns="34290" rIns="68580" bIns="34290" anchor="ctr"/>
          <a:lstStyle/>
          <a:p>
            <a:endParaRPr lang="en-IN" dirty="0"/>
          </a:p>
        </p:txBody>
      </p:sp>
      <p:grpSp>
        <p:nvGrpSpPr>
          <p:cNvPr id="177162" name="Group 28"/>
          <p:cNvGrpSpPr>
            <a:grpSpLocks/>
          </p:cNvGrpSpPr>
          <p:nvPr/>
        </p:nvGrpSpPr>
        <p:grpSpPr bwMode="auto">
          <a:xfrm>
            <a:off x="178594" y="114300"/>
            <a:ext cx="307181" cy="1209675"/>
            <a:chOff x="83821" y="0"/>
            <a:chExt cx="219636" cy="903079"/>
          </a:xfrm>
        </p:grpSpPr>
        <p:sp>
          <p:nvSpPr>
            <p:cNvPr id="30" name="Rectangle 29"/>
            <p:cNvSpPr/>
            <p:nvPr/>
          </p:nvSpPr>
          <p:spPr>
            <a:xfrm>
              <a:off x="83821" y="0"/>
              <a:ext cx="219636" cy="2106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1" name="Rectangle 30"/>
            <p:cNvSpPr/>
            <p:nvPr/>
          </p:nvSpPr>
          <p:spPr>
            <a:xfrm>
              <a:off x="84673" y="408874"/>
              <a:ext cx="218784" cy="49420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2" name="Rectangle 31"/>
            <p:cNvSpPr/>
            <p:nvPr/>
          </p:nvSpPr>
          <p:spPr>
            <a:xfrm>
              <a:off x="83821" y="210659"/>
              <a:ext cx="217933" cy="221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aphicFrame>
          <p:nvGraphicFramePr>
            <p:cNvPr id="177168" name="Object 32"/>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135" name="CorelDRAW" r:id="rId3" imgW="2169000" imgH="2169360" progId="">
                    <p:embed/>
                  </p:oleObj>
                </mc:Choice>
                <mc:Fallback>
                  <p:oleObj name="CorelDRAW" r:id="rId3" imgW="2169000" imgH="2169360" progId="">
                    <p:embed/>
                    <p:pic>
                      <p:nvPicPr>
                        <p:cNvPr id="0" name="Picture 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77163" name="Rectangle 1"/>
          <p:cNvSpPr>
            <a:spLocks noChangeArrowheads="1"/>
          </p:cNvSpPr>
          <p:nvPr/>
        </p:nvSpPr>
        <p:spPr bwMode="auto">
          <a:xfrm>
            <a:off x="3084910" y="4045744"/>
            <a:ext cx="4886594" cy="80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dirty="0">
                <a:latin typeface="Casper"/>
                <a:cs typeface="Segoe UI" pitchFamily="34" charset="0"/>
              </a:rPr>
              <a:t>For queries</a:t>
            </a:r>
          </a:p>
          <a:p>
            <a:r>
              <a:rPr lang="en-US" altLang="en-US" dirty="0">
                <a:latin typeface="Casper"/>
                <a:cs typeface="Segoe UI" pitchFamily="34" charset="0"/>
              </a:rPr>
              <a:t>Email</a:t>
            </a:r>
            <a:r>
              <a:rPr lang="en-US" altLang="en-US">
                <a:latin typeface="Casper"/>
                <a:cs typeface="Segoe UI" pitchFamily="34" charset="0"/>
              </a:rPr>
              <a:t>: </a:t>
            </a:r>
            <a:r>
              <a:rPr lang="en-US" altLang="en-US" smtClean="0">
                <a:latin typeface="Casper"/>
                <a:cs typeface="Segoe UI" pitchFamily="34" charset="0"/>
                <a:hlinkClick r:id="rId5"/>
              </a:rPr>
              <a:t>shaveta.e13464@cumail.in</a:t>
            </a:r>
            <a:r>
              <a:rPr lang="en-US" altLang="en-US" smtClean="0">
                <a:latin typeface="Casper"/>
                <a:cs typeface="Segoe UI" pitchFamily="34" charset="0"/>
              </a:rPr>
              <a:t> </a:t>
            </a:r>
            <a:endParaRPr lang="en-US" altLang="en-US" dirty="0"/>
          </a:p>
        </p:txBody>
      </p:sp>
      <p:sp>
        <p:nvSpPr>
          <p:cNvPr id="177164" name="Slide Number Placeholder 1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800">
                <a:solidFill>
                  <a:schemeClr val="tx1"/>
                </a:solidFill>
                <a:latin typeface="Times New Roman" pitchFamily="18" charset="0"/>
              </a:defRPr>
            </a:lvl1pPr>
            <a:lvl2pPr marL="557213" indent="-214313">
              <a:defRPr sz="1800">
                <a:solidFill>
                  <a:schemeClr val="tx1"/>
                </a:solidFill>
                <a:latin typeface="Times New Roman" pitchFamily="18" charset="0"/>
              </a:defRPr>
            </a:lvl2pPr>
            <a:lvl3pPr marL="857250" indent="-171450">
              <a:defRPr sz="1800">
                <a:solidFill>
                  <a:schemeClr val="tx1"/>
                </a:solidFill>
                <a:latin typeface="Times New Roman" pitchFamily="18" charset="0"/>
              </a:defRPr>
            </a:lvl3pPr>
            <a:lvl4pPr marL="1200150" indent="-171450">
              <a:defRPr sz="1800">
                <a:solidFill>
                  <a:schemeClr val="tx1"/>
                </a:solidFill>
                <a:latin typeface="Times New Roman" pitchFamily="18" charset="0"/>
              </a:defRPr>
            </a:lvl4pPr>
            <a:lvl5pPr marL="1543050" indent="-171450">
              <a:defRPr sz="1800">
                <a:solidFill>
                  <a:schemeClr val="tx1"/>
                </a:solidFill>
                <a:latin typeface="Times New Roman" pitchFamily="18" charset="0"/>
              </a:defRPr>
            </a:lvl5pPr>
            <a:lvl6pPr marL="1885950" indent="-171450" eaLnBrk="0" fontAlgn="base" hangingPunct="0">
              <a:spcBef>
                <a:spcPct val="0"/>
              </a:spcBef>
              <a:spcAft>
                <a:spcPct val="0"/>
              </a:spcAft>
              <a:defRPr sz="1800">
                <a:solidFill>
                  <a:schemeClr val="tx1"/>
                </a:solidFill>
                <a:latin typeface="Times New Roman" pitchFamily="18" charset="0"/>
              </a:defRPr>
            </a:lvl6pPr>
            <a:lvl7pPr marL="2228850" indent="-171450" eaLnBrk="0" fontAlgn="base" hangingPunct="0">
              <a:spcBef>
                <a:spcPct val="0"/>
              </a:spcBef>
              <a:spcAft>
                <a:spcPct val="0"/>
              </a:spcAft>
              <a:defRPr sz="1800">
                <a:solidFill>
                  <a:schemeClr val="tx1"/>
                </a:solidFill>
                <a:latin typeface="Times New Roman" pitchFamily="18" charset="0"/>
              </a:defRPr>
            </a:lvl7pPr>
            <a:lvl8pPr marL="2571750" indent="-171450" eaLnBrk="0" fontAlgn="base" hangingPunct="0">
              <a:spcBef>
                <a:spcPct val="0"/>
              </a:spcBef>
              <a:spcAft>
                <a:spcPct val="0"/>
              </a:spcAft>
              <a:defRPr sz="1800">
                <a:solidFill>
                  <a:schemeClr val="tx1"/>
                </a:solidFill>
                <a:latin typeface="Times New Roman" pitchFamily="18" charset="0"/>
              </a:defRPr>
            </a:lvl8pPr>
            <a:lvl9pPr marL="2914650" indent="-171450" eaLnBrk="0" fontAlgn="base" hangingPunct="0">
              <a:spcBef>
                <a:spcPct val="0"/>
              </a:spcBef>
              <a:spcAft>
                <a:spcPct val="0"/>
              </a:spcAft>
              <a:defRPr sz="1800">
                <a:solidFill>
                  <a:schemeClr val="tx1"/>
                </a:solidFill>
                <a:latin typeface="Times New Roman" pitchFamily="18" charset="0"/>
              </a:defRPr>
            </a:lvl9pPr>
          </a:lstStyle>
          <a:p>
            <a:fld id="{8AC26643-7CEF-4538-9372-1F7FE56F9D0A}" type="slidenum">
              <a:rPr lang="en-US" altLang="en-US" sz="900">
                <a:solidFill>
                  <a:srgbClr val="898989"/>
                </a:solidFill>
              </a:rPr>
              <a:pPr/>
              <a:t>17</a:t>
            </a:fld>
            <a:endParaRPr lang="en-US" altLang="en-US" sz="900" dirty="0">
              <a:solidFill>
                <a:srgbClr val="898989"/>
              </a:solidFill>
            </a:endParaRPr>
          </a:p>
        </p:txBody>
      </p:sp>
    </p:spTree>
    <p:extLst>
      <p:ext uri="{BB962C8B-B14F-4D97-AF65-F5344CB8AC3E}">
        <p14:creationId xmlns:p14="http://schemas.microsoft.com/office/powerpoint/2010/main" val="561241321"/>
      </p:ext>
    </p:extLst>
  </p:cSld>
  <p:clrMapOvr>
    <a:masterClrMapping/>
  </p:clrMapOvr>
  <p:timing>
    <p:tnLst>
      <p:par>
        <p:cTn id="1" dur="indefinite" restart="never" nodeType="tmRoot"/>
      </p:par>
    </p:tnLst>
  </p:timing>
</p:sld>
</file>

<file path=ppt/theme/theme1.xml><?xml version="1.0" encoding="utf-8"?>
<a:theme xmlns:a="http://schemas.openxmlformats.org/drawingml/2006/main" name="CU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 THEME</Template>
  <TotalTime>659</TotalTime>
  <Words>912</Words>
  <Application>Microsoft Office PowerPoint</Application>
  <PresentationFormat>On-screen Show (16:9)</PresentationFormat>
  <Paragraphs>141</Paragraphs>
  <Slides>17</Slides>
  <Notes>1</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17</vt:i4>
      </vt:variant>
    </vt:vector>
  </HeadingPairs>
  <TitlesOfParts>
    <vt:vector size="29" baseType="lpstr">
      <vt:lpstr>Arial</vt:lpstr>
      <vt:lpstr>Calibri</vt:lpstr>
      <vt:lpstr>Calibri Light</vt:lpstr>
      <vt:lpstr>Cambria</vt:lpstr>
      <vt:lpstr>Casper</vt:lpstr>
      <vt:lpstr>Karla</vt:lpstr>
      <vt:lpstr>Segoe UI</vt:lpstr>
      <vt:lpstr>Times New Roman</vt:lpstr>
      <vt:lpstr>CU THEME</vt:lpstr>
      <vt:lpstr>1_CU THEME</vt:lpstr>
      <vt:lpstr>2_CU THEME</vt:lpstr>
      <vt:lpstr>CorelDRAW</vt:lpstr>
      <vt:lpstr>PowerPoint Presentation</vt:lpstr>
      <vt:lpstr>DBMS: Course Objectives</vt:lpstr>
      <vt:lpstr>COURSE OUTCOMES</vt:lpstr>
      <vt:lpstr>Types of Subprogram</vt:lpstr>
      <vt:lpstr>Functions</vt:lpstr>
      <vt:lpstr>Creating a Function</vt:lpstr>
      <vt:lpstr>Explanations</vt:lpstr>
      <vt:lpstr>Example:</vt:lpstr>
      <vt:lpstr>Calling a Function</vt:lpstr>
      <vt:lpstr>Example-2</vt:lpstr>
      <vt:lpstr>Recursive Functions</vt:lpstr>
      <vt:lpstr>Example Prg:-</vt:lpstr>
      <vt:lpstr>Advantages of Stored Procedure/Functions</vt:lpstr>
      <vt:lpstr>Advantages of Stored Procedure/Functions</vt:lpstr>
      <vt:lpstr>References</vt:lpstr>
      <vt:lpstr>References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PROCEDURES</dc:title>
  <dc:creator>PRAMOD</dc:creator>
  <cp:lastModifiedBy>shavetapc</cp:lastModifiedBy>
  <cp:revision>106</cp:revision>
  <dcterms:created xsi:type="dcterms:W3CDTF">2006-08-16T00:00:00Z</dcterms:created>
  <dcterms:modified xsi:type="dcterms:W3CDTF">2023-06-28T04:55:57Z</dcterms:modified>
</cp:coreProperties>
</file>