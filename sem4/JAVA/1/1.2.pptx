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6" r:id="rId2"/>
  </p:sldMasterIdLst>
  <p:notesMasterIdLst>
    <p:notesMasterId r:id="rId25"/>
  </p:notesMasterIdLst>
  <p:handoutMasterIdLst>
    <p:handoutMasterId r:id="rId26"/>
  </p:handoutMasterIdLst>
  <p:sldIdLst>
    <p:sldId id="287" r:id="rId3"/>
    <p:sldId id="281" r:id="rId4"/>
    <p:sldId id="414" r:id="rId5"/>
    <p:sldId id="415" r:id="rId6"/>
    <p:sldId id="416" r:id="rId7"/>
    <p:sldId id="417" r:id="rId8"/>
    <p:sldId id="418" r:id="rId9"/>
    <p:sldId id="419" r:id="rId10"/>
    <p:sldId id="429" r:id="rId11"/>
    <p:sldId id="428" r:id="rId12"/>
    <p:sldId id="430" r:id="rId13"/>
    <p:sldId id="431" r:id="rId14"/>
    <p:sldId id="420" r:id="rId15"/>
    <p:sldId id="421" r:id="rId16"/>
    <p:sldId id="422" r:id="rId17"/>
    <p:sldId id="423" r:id="rId18"/>
    <p:sldId id="424" r:id="rId19"/>
    <p:sldId id="425" r:id="rId20"/>
    <p:sldId id="426" r:id="rId21"/>
    <p:sldId id="408" r:id="rId22"/>
    <p:sldId id="409" r:id="rId23"/>
    <p:sldId id="279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8137"/>
    <a:srgbClr val="BC8F00"/>
    <a:srgbClr val="860000"/>
    <a:srgbClr val="00B0F0"/>
    <a:srgbClr val="1B3F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81" autoAdjust="0"/>
    <p:restoredTop sz="94660"/>
  </p:normalViewPr>
  <p:slideViewPr>
    <p:cSldViewPr snapToGrid="0">
      <p:cViewPr varScale="1">
        <p:scale>
          <a:sx n="75" d="100"/>
          <a:sy n="75" d="100"/>
        </p:scale>
        <p:origin x="917" y="4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5">
  <dgm:title val=""/>
  <dgm:desc val=""/>
  <dgm:catLst>
    <dgm:cat type="accent2" pri="11500"/>
  </dgm:catLst>
  <dgm:styleLbl name="node0">
    <dgm:fillClrLst meth="cycle">
      <a:schemeClr val="accent2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alpha val="90000"/>
      </a:schemeClr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alpha val="90000"/>
      </a:schemeClr>
      <a:schemeClr val="accent2">
        <a:alpha val="5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/>
    <dgm:txEffectClrLst/>
  </dgm:styleLbl>
  <dgm:styleLbl name="lnNode1">
    <dgm:fillClrLst>
      <a:schemeClr val="accent2">
        <a:shade val="90000"/>
      </a:schemeClr>
      <a:schemeClr val="accent2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alpha val="2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  <a:alpha val="90000"/>
      </a:schemeClr>
      <a:schemeClr val="accent2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bgSibTrans2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sibTrans1D1">
    <dgm:fillClrLst>
      <a:schemeClr val="accent2">
        <a:shade val="90000"/>
      </a:schemeClr>
      <a:schemeClr val="accent2">
        <a:tint val="50000"/>
      </a:schemeClr>
    </dgm:fillClrLst>
    <dgm:linClrLst>
      <a:schemeClr val="accent2">
        <a:shade val="90000"/>
      </a:schemeClr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alpha val="90000"/>
      </a:schemeClr>
      <a:schemeClr val="accent2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alpha val="90000"/>
        <a:tint val="40000"/>
      </a:schemeClr>
      <a:schemeClr val="accent2">
        <a:alpha val="5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E94C32D-C17D-41DC-AD03-CDD6E181634E}" type="doc">
      <dgm:prSet loTypeId="urn:microsoft.com/office/officeart/2005/8/layout/hList7" loCatId="list" qsTypeId="urn:microsoft.com/office/officeart/2005/8/quickstyle/simple4" qsCatId="simple" csTypeId="urn:microsoft.com/office/officeart/2005/8/colors/accent2_5" csCatId="accent2" phldr="1"/>
      <dgm:spPr/>
      <dgm:t>
        <a:bodyPr/>
        <a:lstStyle/>
        <a:p>
          <a:endParaRPr lang="en-IN"/>
        </a:p>
      </dgm:t>
    </dgm:pt>
    <dgm:pt modelId="{997A7070-9BDD-44B2-85DC-8606227B7AFE}">
      <dgm:prSet/>
      <dgm:spPr/>
      <dgm:t>
        <a:bodyPr/>
        <a:lstStyle/>
        <a:p>
          <a:r>
            <a:rPr lang="en-US" b="1" dirty="0"/>
            <a:t>Object</a:t>
          </a:r>
          <a:r>
            <a:rPr lang="en-US" dirty="0"/>
            <a:t> - Objects have states and behaviors. Example: A dog has states - color, name, breed as well as behavior such as wagging their tail, barking, eating. An object is an instance of a class. </a:t>
          </a:r>
          <a:endParaRPr lang="en-IN" dirty="0"/>
        </a:p>
      </dgm:t>
    </dgm:pt>
    <dgm:pt modelId="{32DAF7D5-2166-4366-8EA7-91FCCC4AC9E1}" type="parTrans" cxnId="{3845E877-1BFB-409D-B2A7-D25AC50EB35D}">
      <dgm:prSet/>
      <dgm:spPr/>
      <dgm:t>
        <a:bodyPr/>
        <a:lstStyle/>
        <a:p>
          <a:endParaRPr lang="en-IN"/>
        </a:p>
      </dgm:t>
    </dgm:pt>
    <dgm:pt modelId="{B47FD86B-8491-4FD5-B180-5D5B643AD08D}" type="sibTrans" cxnId="{3845E877-1BFB-409D-B2A7-D25AC50EB35D}">
      <dgm:prSet/>
      <dgm:spPr/>
      <dgm:t>
        <a:bodyPr/>
        <a:lstStyle/>
        <a:p>
          <a:endParaRPr lang="en-IN"/>
        </a:p>
      </dgm:t>
    </dgm:pt>
    <dgm:pt modelId="{F1FE7170-7966-4098-9E1D-B89813000268}">
      <dgm:prSet/>
      <dgm:spPr/>
      <dgm:t>
        <a:bodyPr/>
        <a:lstStyle/>
        <a:p>
          <a:r>
            <a:rPr lang="en-US" b="1" dirty="0"/>
            <a:t>Class</a:t>
          </a:r>
          <a:r>
            <a:rPr lang="en-US" dirty="0"/>
            <a:t> - A class can be defined as a template/blueprint that describes the behavior/state that the object of its type supports. </a:t>
          </a:r>
          <a:endParaRPr lang="en-IN" dirty="0"/>
        </a:p>
      </dgm:t>
    </dgm:pt>
    <dgm:pt modelId="{9805CB84-9A80-4A7F-A915-0D67101EB8BE}" type="parTrans" cxnId="{D4A446FB-7269-41A8-9207-6A0389DE6731}">
      <dgm:prSet/>
      <dgm:spPr/>
      <dgm:t>
        <a:bodyPr/>
        <a:lstStyle/>
        <a:p>
          <a:endParaRPr lang="en-IN"/>
        </a:p>
      </dgm:t>
    </dgm:pt>
    <dgm:pt modelId="{B0D99E56-7E86-43F6-89DE-770FAEA1C8EC}" type="sibTrans" cxnId="{D4A446FB-7269-41A8-9207-6A0389DE6731}">
      <dgm:prSet/>
      <dgm:spPr/>
      <dgm:t>
        <a:bodyPr/>
        <a:lstStyle/>
        <a:p>
          <a:endParaRPr lang="en-IN"/>
        </a:p>
      </dgm:t>
    </dgm:pt>
    <dgm:pt modelId="{56343ABC-DFD3-4384-8550-5D83017D5CD6}">
      <dgm:prSet/>
      <dgm:spPr/>
      <dgm:t>
        <a:bodyPr/>
        <a:lstStyle/>
        <a:p>
          <a:r>
            <a:rPr lang="en-US" b="1" dirty="0"/>
            <a:t>Methods</a:t>
          </a:r>
          <a:r>
            <a:rPr lang="en-US" dirty="0"/>
            <a:t> - A method is basically a behavior. A class can contain many methods. It is in methods where the logics are written, data is manipulated and all the actions are executed</a:t>
          </a:r>
          <a:endParaRPr lang="en-IN" dirty="0"/>
        </a:p>
      </dgm:t>
    </dgm:pt>
    <dgm:pt modelId="{5A5DBB12-B889-4529-9A06-D87620EC1905}" type="parTrans" cxnId="{375FB82F-05BD-40B4-913E-F004347C446B}">
      <dgm:prSet/>
      <dgm:spPr/>
      <dgm:t>
        <a:bodyPr/>
        <a:lstStyle/>
        <a:p>
          <a:endParaRPr lang="en-IN"/>
        </a:p>
      </dgm:t>
    </dgm:pt>
    <dgm:pt modelId="{DCF6BFF3-D870-40CC-8770-94095ED08FBD}" type="sibTrans" cxnId="{375FB82F-05BD-40B4-913E-F004347C446B}">
      <dgm:prSet/>
      <dgm:spPr/>
      <dgm:t>
        <a:bodyPr/>
        <a:lstStyle/>
        <a:p>
          <a:endParaRPr lang="en-IN"/>
        </a:p>
      </dgm:t>
    </dgm:pt>
    <dgm:pt modelId="{8B972FD7-F39E-4550-83BB-277AB78E4BE3}">
      <dgm:prSet/>
      <dgm:spPr/>
      <dgm:t>
        <a:bodyPr/>
        <a:lstStyle/>
        <a:p>
          <a:r>
            <a:rPr lang="en-US" b="1" dirty="0"/>
            <a:t>Instance</a:t>
          </a:r>
          <a:r>
            <a:rPr lang="en-US" dirty="0"/>
            <a:t> - Each object has its unique set of instance variables. An object's state is created by the values assigned to these instance variables.</a:t>
          </a:r>
          <a:endParaRPr lang="en-IN" dirty="0"/>
        </a:p>
      </dgm:t>
    </dgm:pt>
    <dgm:pt modelId="{B418C5EF-AB87-468B-916E-904894788DCF}" type="parTrans" cxnId="{ED7E5247-3C15-4484-BD91-4C0DB9AE435C}">
      <dgm:prSet/>
      <dgm:spPr/>
      <dgm:t>
        <a:bodyPr/>
        <a:lstStyle/>
        <a:p>
          <a:endParaRPr lang="en-IN"/>
        </a:p>
      </dgm:t>
    </dgm:pt>
    <dgm:pt modelId="{418560E5-01B5-47AD-8AEA-27F751009CAE}" type="sibTrans" cxnId="{ED7E5247-3C15-4484-BD91-4C0DB9AE435C}">
      <dgm:prSet/>
      <dgm:spPr/>
      <dgm:t>
        <a:bodyPr/>
        <a:lstStyle/>
        <a:p>
          <a:endParaRPr lang="en-IN"/>
        </a:p>
      </dgm:t>
    </dgm:pt>
    <dgm:pt modelId="{D462CADF-A720-411B-9F45-45BE0F50A727}" type="pres">
      <dgm:prSet presAssocID="{FE94C32D-C17D-41DC-AD03-CDD6E181634E}" presName="Name0" presStyleCnt="0">
        <dgm:presLayoutVars>
          <dgm:dir/>
          <dgm:resizeHandles val="exact"/>
        </dgm:presLayoutVars>
      </dgm:prSet>
      <dgm:spPr/>
    </dgm:pt>
    <dgm:pt modelId="{5A391C3C-DF8D-421E-8BF9-972ACC313D2C}" type="pres">
      <dgm:prSet presAssocID="{FE94C32D-C17D-41DC-AD03-CDD6E181634E}" presName="fgShape" presStyleLbl="fgShp" presStyleIdx="0" presStyleCnt="1"/>
      <dgm:spPr/>
    </dgm:pt>
    <dgm:pt modelId="{09EC4714-6E6B-4E72-8350-E27ECF8D5380}" type="pres">
      <dgm:prSet presAssocID="{FE94C32D-C17D-41DC-AD03-CDD6E181634E}" presName="linComp" presStyleCnt="0"/>
      <dgm:spPr/>
    </dgm:pt>
    <dgm:pt modelId="{927F7CA1-B463-4F0B-BB82-234D55B53215}" type="pres">
      <dgm:prSet presAssocID="{997A7070-9BDD-44B2-85DC-8606227B7AFE}" presName="compNode" presStyleCnt="0"/>
      <dgm:spPr/>
    </dgm:pt>
    <dgm:pt modelId="{01F75B05-DEDA-4110-8A0E-23B2918C224C}" type="pres">
      <dgm:prSet presAssocID="{997A7070-9BDD-44B2-85DC-8606227B7AFE}" presName="bkgdShape" presStyleLbl="node1" presStyleIdx="0" presStyleCnt="4"/>
      <dgm:spPr/>
    </dgm:pt>
    <dgm:pt modelId="{9E6C93D3-093B-48B1-8538-668579E6112D}" type="pres">
      <dgm:prSet presAssocID="{997A7070-9BDD-44B2-85DC-8606227B7AFE}" presName="nodeTx" presStyleLbl="node1" presStyleIdx="0" presStyleCnt="4">
        <dgm:presLayoutVars>
          <dgm:bulletEnabled val="1"/>
        </dgm:presLayoutVars>
      </dgm:prSet>
      <dgm:spPr/>
    </dgm:pt>
    <dgm:pt modelId="{A6FC7B2F-4D4D-4791-86B4-E5529247C73D}" type="pres">
      <dgm:prSet presAssocID="{997A7070-9BDD-44B2-85DC-8606227B7AFE}" presName="invisiNode" presStyleLbl="node1" presStyleIdx="0" presStyleCnt="4"/>
      <dgm:spPr/>
    </dgm:pt>
    <dgm:pt modelId="{77ACCE68-4BFD-48E5-9C12-0559EEAA3D5D}" type="pres">
      <dgm:prSet presAssocID="{997A7070-9BDD-44B2-85DC-8606227B7AFE}" presName="imagNode" presStyleLbl="fgImgPlace1" presStyleIdx="0" presStyleCnt="4" custScaleX="74950" custScaleY="77577"/>
      <dgm:spPr>
        <a:blipFill>
          <a:blip xmlns:r="http://schemas.openxmlformats.org/officeDocument/2006/relationships" r:embed="rId1"/>
          <a:srcRect/>
          <a:stretch>
            <a:fillRect t="-8000" b="-8000"/>
          </a:stretch>
        </a:blipFill>
      </dgm:spPr>
    </dgm:pt>
    <dgm:pt modelId="{C030A83A-B94E-4BD7-82C4-85B2EF1A7ED7}" type="pres">
      <dgm:prSet presAssocID="{B47FD86B-8491-4FD5-B180-5D5B643AD08D}" presName="sibTrans" presStyleLbl="sibTrans2D1" presStyleIdx="0" presStyleCnt="0"/>
      <dgm:spPr/>
    </dgm:pt>
    <dgm:pt modelId="{10E2FCFD-A8F7-49E7-A8E6-BD6A0927C3EF}" type="pres">
      <dgm:prSet presAssocID="{F1FE7170-7966-4098-9E1D-B89813000268}" presName="compNode" presStyleCnt="0"/>
      <dgm:spPr/>
    </dgm:pt>
    <dgm:pt modelId="{5AD2B001-3138-48FE-A5A2-57208D367085}" type="pres">
      <dgm:prSet presAssocID="{F1FE7170-7966-4098-9E1D-B89813000268}" presName="bkgdShape" presStyleLbl="node1" presStyleIdx="1" presStyleCnt="4" custLinFactNeighborX="1116" custLinFactNeighborY="1647"/>
      <dgm:spPr/>
    </dgm:pt>
    <dgm:pt modelId="{6FB55469-85F9-4268-8967-BA07652F9124}" type="pres">
      <dgm:prSet presAssocID="{F1FE7170-7966-4098-9E1D-B89813000268}" presName="nodeTx" presStyleLbl="node1" presStyleIdx="1" presStyleCnt="4">
        <dgm:presLayoutVars>
          <dgm:bulletEnabled val="1"/>
        </dgm:presLayoutVars>
      </dgm:prSet>
      <dgm:spPr/>
    </dgm:pt>
    <dgm:pt modelId="{F3D5FCFC-35CB-40C1-B93C-0B41245BFB4A}" type="pres">
      <dgm:prSet presAssocID="{F1FE7170-7966-4098-9E1D-B89813000268}" presName="invisiNode" presStyleLbl="node1" presStyleIdx="1" presStyleCnt="4"/>
      <dgm:spPr/>
    </dgm:pt>
    <dgm:pt modelId="{90A76A54-3109-4E54-B65A-9CC675100656}" type="pres">
      <dgm:prSet presAssocID="{F1FE7170-7966-4098-9E1D-B89813000268}" presName="imagNode" presStyleLbl="fgImgPlace1" presStyleIdx="1" presStyleCnt="4" custScaleX="85734" custScaleY="75210"/>
      <dgm:spPr>
        <a:blipFill>
          <a:blip xmlns:r="http://schemas.openxmlformats.org/officeDocument/2006/relationships" r:embed="rId1"/>
          <a:srcRect/>
          <a:stretch>
            <a:fillRect t="-8000" b="-8000"/>
          </a:stretch>
        </a:blipFill>
      </dgm:spPr>
    </dgm:pt>
    <dgm:pt modelId="{CEDBD035-5A85-4EE1-80B4-D422346FD1FB}" type="pres">
      <dgm:prSet presAssocID="{B0D99E56-7E86-43F6-89DE-770FAEA1C8EC}" presName="sibTrans" presStyleLbl="sibTrans2D1" presStyleIdx="0" presStyleCnt="0"/>
      <dgm:spPr/>
    </dgm:pt>
    <dgm:pt modelId="{40777C98-85F7-448A-A305-5F1DFF27F7F2}" type="pres">
      <dgm:prSet presAssocID="{56343ABC-DFD3-4384-8550-5D83017D5CD6}" presName="compNode" presStyleCnt="0"/>
      <dgm:spPr/>
    </dgm:pt>
    <dgm:pt modelId="{3EA11FB7-0C01-4E01-9EC6-D33DB515C0BE}" type="pres">
      <dgm:prSet presAssocID="{56343ABC-DFD3-4384-8550-5D83017D5CD6}" presName="bkgdShape" presStyleLbl="node1" presStyleIdx="2" presStyleCnt="4"/>
      <dgm:spPr/>
    </dgm:pt>
    <dgm:pt modelId="{AE6D67E4-E734-435F-9463-788733D8349C}" type="pres">
      <dgm:prSet presAssocID="{56343ABC-DFD3-4384-8550-5D83017D5CD6}" presName="nodeTx" presStyleLbl="node1" presStyleIdx="2" presStyleCnt="4">
        <dgm:presLayoutVars>
          <dgm:bulletEnabled val="1"/>
        </dgm:presLayoutVars>
      </dgm:prSet>
      <dgm:spPr/>
    </dgm:pt>
    <dgm:pt modelId="{17082231-6D4F-442C-BA59-F1975E0C3CA2}" type="pres">
      <dgm:prSet presAssocID="{56343ABC-DFD3-4384-8550-5D83017D5CD6}" presName="invisiNode" presStyleLbl="node1" presStyleIdx="2" presStyleCnt="4"/>
      <dgm:spPr/>
    </dgm:pt>
    <dgm:pt modelId="{04F8419F-F455-4F98-93C3-0A37C574F87D}" type="pres">
      <dgm:prSet presAssocID="{56343ABC-DFD3-4384-8550-5D83017D5CD6}" presName="imagNode" presStyleLbl="fgImgPlace1" presStyleIdx="2" presStyleCnt="4" custScaleX="91784" custScaleY="79944"/>
      <dgm:spPr>
        <a:blipFill>
          <a:blip xmlns:r="http://schemas.openxmlformats.org/officeDocument/2006/relationships"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50000" r="-50000"/>
          </a:stretch>
        </a:blipFill>
      </dgm:spPr>
    </dgm:pt>
    <dgm:pt modelId="{3C4C871E-EDB0-4011-8FB3-F1C0E08C30B1}" type="pres">
      <dgm:prSet presAssocID="{DCF6BFF3-D870-40CC-8770-94095ED08FBD}" presName="sibTrans" presStyleLbl="sibTrans2D1" presStyleIdx="0" presStyleCnt="0"/>
      <dgm:spPr/>
    </dgm:pt>
    <dgm:pt modelId="{2BA24514-DF6A-4D74-A8A4-DE51560C717C}" type="pres">
      <dgm:prSet presAssocID="{8B972FD7-F39E-4550-83BB-277AB78E4BE3}" presName="compNode" presStyleCnt="0"/>
      <dgm:spPr/>
    </dgm:pt>
    <dgm:pt modelId="{97FA1EEF-62F6-49D5-AACF-7CEE08E477CA}" type="pres">
      <dgm:prSet presAssocID="{8B972FD7-F39E-4550-83BB-277AB78E4BE3}" presName="bkgdShape" presStyleLbl="node1" presStyleIdx="3" presStyleCnt="4"/>
      <dgm:spPr/>
    </dgm:pt>
    <dgm:pt modelId="{B085316F-E9AE-448E-A209-BE07B9BC4589}" type="pres">
      <dgm:prSet presAssocID="{8B972FD7-F39E-4550-83BB-277AB78E4BE3}" presName="nodeTx" presStyleLbl="node1" presStyleIdx="3" presStyleCnt="4">
        <dgm:presLayoutVars>
          <dgm:bulletEnabled val="1"/>
        </dgm:presLayoutVars>
      </dgm:prSet>
      <dgm:spPr/>
    </dgm:pt>
    <dgm:pt modelId="{73EEEC0B-A72E-4D7A-8221-A24CC7CB6AB4}" type="pres">
      <dgm:prSet presAssocID="{8B972FD7-F39E-4550-83BB-277AB78E4BE3}" presName="invisiNode" presStyleLbl="node1" presStyleIdx="3" presStyleCnt="4"/>
      <dgm:spPr/>
    </dgm:pt>
    <dgm:pt modelId="{9D4E38B7-BF2B-4552-AA8C-94362442DA23}" type="pres">
      <dgm:prSet presAssocID="{8B972FD7-F39E-4550-83BB-277AB78E4BE3}" presName="imagNode" presStyleLbl="fgImgPlace1" presStyleIdx="3" presStyleCnt="4" custScaleX="84816" custScaleY="84677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7000" r="-17000"/>
          </a:stretch>
        </a:blipFill>
      </dgm:spPr>
    </dgm:pt>
  </dgm:ptLst>
  <dgm:cxnLst>
    <dgm:cxn modelId="{375FB82F-05BD-40B4-913E-F004347C446B}" srcId="{FE94C32D-C17D-41DC-AD03-CDD6E181634E}" destId="{56343ABC-DFD3-4384-8550-5D83017D5CD6}" srcOrd="2" destOrd="0" parTransId="{5A5DBB12-B889-4529-9A06-D87620EC1905}" sibTransId="{DCF6BFF3-D870-40CC-8770-94095ED08FBD}"/>
    <dgm:cxn modelId="{ED7E5247-3C15-4484-BD91-4C0DB9AE435C}" srcId="{FE94C32D-C17D-41DC-AD03-CDD6E181634E}" destId="{8B972FD7-F39E-4550-83BB-277AB78E4BE3}" srcOrd="3" destOrd="0" parTransId="{B418C5EF-AB87-468B-916E-904894788DCF}" sibTransId="{418560E5-01B5-47AD-8AEA-27F751009CAE}"/>
    <dgm:cxn modelId="{BBC9C467-EED8-4DA9-937C-6B1A8725ED66}" type="presOf" srcId="{DCF6BFF3-D870-40CC-8770-94095ED08FBD}" destId="{3C4C871E-EDB0-4011-8FB3-F1C0E08C30B1}" srcOrd="0" destOrd="0" presId="urn:microsoft.com/office/officeart/2005/8/layout/hList7"/>
    <dgm:cxn modelId="{876B2C76-05E7-4948-85CD-7CC35AEBF385}" type="presOf" srcId="{8B972FD7-F39E-4550-83BB-277AB78E4BE3}" destId="{97FA1EEF-62F6-49D5-AACF-7CEE08E477CA}" srcOrd="0" destOrd="0" presId="urn:microsoft.com/office/officeart/2005/8/layout/hList7"/>
    <dgm:cxn modelId="{3845E877-1BFB-409D-B2A7-D25AC50EB35D}" srcId="{FE94C32D-C17D-41DC-AD03-CDD6E181634E}" destId="{997A7070-9BDD-44B2-85DC-8606227B7AFE}" srcOrd="0" destOrd="0" parTransId="{32DAF7D5-2166-4366-8EA7-91FCCC4AC9E1}" sibTransId="{B47FD86B-8491-4FD5-B180-5D5B643AD08D}"/>
    <dgm:cxn modelId="{F9D57C81-043E-456F-9030-530A896F43B8}" type="presOf" srcId="{F1FE7170-7966-4098-9E1D-B89813000268}" destId="{5AD2B001-3138-48FE-A5A2-57208D367085}" srcOrd="0" destOrd="0" presId="urn:microsoft.com/office/officeart/2005/8/layout/hList7"/>
    <dgm:cxn modelId="{D5104A8A-A673-42FD-8976-2CF59903449D}" type="presOf" srcId="{F1FE7170-7966-4098-9E1D-B89813000268}" destId="{6FB55469-85F9-4268-8967-BA07652F9124}" srcOrd="1" destOrd="0" presId="urn:microsoft.com/office/officeart/2005/8/layout/hList7"/>
    <dgm:cxn modelId="{475CDB99-2215-4BA6-8E7C-1C27A579855A}" type="presOf" srcId="{997A7070-9BDD-44B2-85DC-8606227B7AFE}" destId="{01F75B05-DEDA-4110-8A0E-23B2918C224C}" srcOrd="0" destOrd="0" presId="urn:microsoft.com/office/officeart/2005/8/layout/hList7"/>
    <dgm:cxn modelId="{145D05C4-E6C4-42A2-8B88-86BB35CE9984}" type="presOf" srcId="{997A7070-9BDD-44B2-85DC-8606227B7AFE}" destId="{9E6C93D3-093B-48B1-8538-668579E6112D}" srcOrd="1" destOrd="0" presId="urn:microsoft.com/office/officeart/2005/8/layout/hList7"/>
    <dgm:cxn modelId="{6BA40BC6-13DC-4A9A-835C-9D045CD98CA6}" type="presOf" srcId="{56343ABC-DFD3-4384-8550-5D83017D5CD6}" destId="{AE6D67E4-E734-435F-9463-788733D8349C}" srcOrd="1" destOrd="0" presId="urn:microsoft.com/office/officeart/2005/8/layout/hList7"/>
    <dgm:cxn modelId="{C7674DDF-276B-4A3B-9CB5-7A6810F9298E}" type="presOf" srcId="{B47FD86B-8491-4FD5-B180-5D5B643AD08D}" destId="{C030A83A-B94E-4BD7-82C4-85B2EF1A7ED7}" srcOrd="0" destOrd="0" presId="urn:microsoft.com/office/officeart/2005/8/layout/hList7"/>
    <dgm:cxn modelId="{A7A2A1E2-7D04-4795-A03B-55FB987BE72D}" type="presOf" srcId="{56343ABC-DFD3-4384-8550-5D83017D5CD6}" destId="{3EA11FB7-0C01-4E01-9EC6-D33DB515C0BE}" srcOrd="0" destOrd="0" presId="urn:microsoft.com/office/officeart/2005/8/layout/hList7"/>
    <dgm:cxn modelId="{DBFE80EE-4B21-447E-98E6-134D6981F2CD}" type="presOf" srcId="{FE94C32D-C17D-41DC-AD03-CDD6E181634E}" destId="{D462CADF-A720-411B-9F45-45BE0F50A727}" srcOrd="0" destOrd="0" presId="urn:microsoft.com/office/officeart/2005/8/layout/hList7"/>
    <dgm:cxn modelId="{A94654F0-6B72-4973-95D3-F5935D37AF99}" type="presOf" srcId="{8B972FD7-F39E-4550-83BB-277AB78E4BE3}" destId="{B085316F-E9AE-448E-A209-BE07B9BC4589}" srcOrd="1" destOrd="0" presId="urn:microsoft.com/office/officeart/2005/8/layout/hList7"/>
    <dgm:cxn modelId="{D4A446FB-7269-41A8-9207-6A0389DE6731}" srcId="{FE94C32D-C17D-41DC-AD03-CDD6E181634E}" destId="{F1FE7170-7966-4098-9E1D-B89813000268}" srcOrd="1" destOrd="0" parTransId="{9805CB84-9A80-4A7F-A915-0D67101EB8BE}" sibTransId="{B0D99E56-7E86-43F6-89DE-770FAEA1C8EC}"/>
    <dgm:cxn modelId="{73084FFE-9CC4-414D-A7BD-EAB11CBB01CC}" type="presOf" srcId="{B0D99E56-7E86-43F6-89DE-770FAEA1C8EC}" destId="{CEDBD035-5A85-4EE1-80B4-D422346FD1FB}" srcOrd="0" destOrd="0" presId="urn:microsoft.com/office/officeart/2005/8/layout/hList7"/>
    <dgm:cxn modelId="{D51B181C-C968-4D3E-9915-A3ED63F07182}" type="presParOf" srcId="{D462CADF-A720-411B-9F45-45BE0F50A727}" destId="{5A391C3C-DF8D-421E-8BF9-972ACC313D2C}" srcOrd="0" destOrd="0" presId="urn:microsoft.com/office/officeart/2005/8/layout/hList7"/>
    <dgm:cxn modelId="{3340E625-BEF7-4E9C-9CDB-8133CCF3FF6C}" type="presParOf" srcId="{D462CADF-A720-411B-9F45-45BE0F50A727}" destId="{09EC4714-6E6B-4E72-8350-E27ECF8D5380}" srcOrd="1" destOrd="0" presId="urn:microsoft.com/office/officeart/2005/8/layout/hList7"/>
    <dgm:cxn modelId="{94CFDC01-967B-4870-87C4-CA5456B29CA3}" type="presParOf" srcId="{09EC4714-6E6B-4E72-8350-E27ECF8D5380}" destId="{927F7CA1-B463-4F0B-BB82-234D55B53215}" srcOrd="0" destOrd="0" presId="urn:microsoft.com/office/officeart/2005/8/layout/hList7"/>
    <dgm:cxn modelId="{E1506451-BD2C-4CF3-B577-964D77DAABC6}" type="presParOf" srcId="{927F7CA1-B463-4F0B-BB82-234D55B53215}" destId="{01F75B05-DEDA-4110-8A0E-23B2918C224C}" srcOrd="0" destOrd="0" presId="urn:microsoft.com/office/officeart/2005/8/layout/hList7"/>
    <dgm:cxn modelId="{D50C319D-5C0D-4853-9534-5AAFB8409B9E}" type="presParOf" srcId="{927F7CA1-B463-4F0B-BB82-234D55B53215}" destId="{9E6C93D3-093B-48B1-8538-668579E6112D}" srcOrd="1" destOrd="0" presId="urn:microsoft.com/office/officeart/2005/8/layout/hList7"/>
    <dgm:cxn modelId="{0CF7179B-AA50-4A39-8622-4B0970AF0BC4}" type="presParOf" srcId="{927F7CA1-B463-4F0B-BB82-234D55B53215}" destId="{A6FC7B2F-4D4D-4791-86B4-E5529247C73D}" srcOrd="2" destOrd="0" presId="urn:microsoft.com/office/officeart/2005/8/layout/hList7"/>
    <dgm:cxn modelId="{4B12A2D3-BFAD-4933-8BD9-369408E08FE1}" type="presParOf" srcId="{927F7CA1-B463-4F0B-BB82-234D55B53215}" destId="{77ACCE68-4BFD-48E5-9C12-0559EEAA3D5D}" srcOrd="3" destOrd="0" presId="urn:microsoft.com/office/officeart/2005/8/layout/hList7"/>
    <dgm:cxn modelId="{A453303E-B50B-4946-98C6-01A854135142}" type="presParOf" srcId="{09EC4714-6E6B-4E72-8350-E27ECF8D5380}" destId="{C030A83A-B94E-4BD7-82C4-85B2EF1A7ED7}" srcOrd="1" destOrd="0" presId="urn:microsoft.com/office/officeart/2005/8/layout/hList7"/>
    <dgm:cxn modelId="{9B6DE3BA-30C4-4C76-A2DA-0E0D4F30B819}" type="presParOf" srcId="{09EC4714-6E6B-4E72-8350-E27ECF8D5380}" destId="{10E2FCFD-A8F7-49E7-A8E6-BD6A0927C3EF}" srcOrd="2" destOrd="0" presId="urn:microsoft.com/office/officeart/2005/8/layout/hList7"/>
    <dgm:cxn modelId="{44ACF400-C0D0-4709-8D71-FE3DB197F00D}" type="presParOf" srcId="{10E2FCFD-A8F7-49E7-A8E6-BD6A0927C3EF}" destId="{5AD2B001-3138-48FE-A5A2-57208D367085}" srcOrd="0" destOrd="0" presId="urn:microsoft.com/office/officeart/2005/8/layout/hList7"/>
    <dgm:cxn modelId="{66BB9D79-858F-49FE-9EEF-C3272459A3CE}" type="presParOf" srcId="{10E2FCFD-A8F7-49E7-A8E6-BD6A0927C3EF}" destId="{6FB55469-85F9-4268-8967-BA07652F9124}" srcOrd="1" destOrd="0" presId="urn:microsoft.com/office/officeart/2005/8/layout/hList7"/>
    <dgm:cxn modelId="{1C45557F-B9F8-475D-B526-06744EAC2F4E}" type="presParOf" srcId="{10E2FCFD-A8F7-49E7-A8E6-BD6A0927C3EF}" destId="{F3D5FCFC-35CB-40C1-B93C-0B41245BFB4A}" srcOrd="2" destOrd="0" presId="urn:microsoft.com/office/officeart/2005/8/layout/hList7"/>
    <dgm:cxn modelId="{79A9E851-323A-4D50-86F1-680C23AC4469}" type="presParOf" srcId="{10E2FCFD-A8F7-49E7-A8E6-BD6A0927C3EF}" destId="{90A76A54-3109-4E54-B65A-9CC675100656}" srcOrd="3" destOrd="0" presId="urn:microsoft.com/office/officeart/2005/8/layout/hList7"/>
    <dgm:cxn modelId="{ADE6DCAF-65FA-40EE-8D9F-E065879F5789}" type="presParOf" srcId="{09EC4714-6E6B-4E72-8350-E27ECF8D5380}" destId="{CEDBD035-5A85-4EE1-80B4-D422346FD1FB}" srcOrd="3" destOrd="0" presId="urn:microsoft.com/office/officeart/2005/8/layout/hList7"/>
    <dgm:cxn modelId="{90CBCCF7-5349-4C37-A305-67E3DB753C1E}" type="presParOf" srcId="{09EC4714-6E6B-4E72-8350-E27ECF8D5380}" destId="{40777C98-85F7-448A-A305-5F1DFF27F7F2}" srcOrd="4" destOrd="0" presId="urn:microsoft.com/office/officeart/2005/8/layout/hList7"/>
    <dgm:cxn modelId="{AC626103-745C-4110-A424-DF8575952D6F}" type="presParOf" srcId="{40777C98-85F7-448A-A305-5F1DFF27F7F2}" destId="{3EA11FB7-0C01-4E01-9EC6-D33DB515C0BE}" srcOrd="0" destOrd="0" presId="urn:microsoft.com/office/officeart/2005/8/layout/hList7"/>
    <dgm:cxn modelId="{99E17166-6895-4535-A82F-29B5F68C1D8F}" type="presParOf" srcId="{40777C98-85F7-448A-A305-5F1DFF27F7F2}" destId="{AE6D67E4-E734-435F-9463-788733D8349C}" srcOrd="1" destOrd="0" presId="urn:microsoft.com/office/officeart/2005/8/layout/hList7"/>
    <dgm:cxn modelId="{F481CC54-FDC8-4A31-93CE-8A409FEF5765}" type="presParOf" srcId="{40777C98-85F7-448A-A305-5F1DFF27F7F2}" destId="{17082231-6D4F-442C-BA59-F1975E0C3CA2}" srcOrd="2" destOrd="0" presId="urn:microsoft.com/office/officeart/2005/8/layout/hList7"/>
    <dgm:cxn modelId="{813FFD79-6748-4486-9C6A-FA41786056B7}" type="presParOf" srcId="{40777C98-85F7-448A-A305-5F1DFF27F7F2}" destId="{04F8419F-F455-4F98-93C3-0A37C574F87D}" srcOrd="3" destOrd="0" presId="urn:microsoft.com/office/officeart/2005/8/layout/hList7"/>
    <dgm:cxn modelId="{D71DC303-4EFC-4BA3-8C26-13F3E7CA583C}" type="presParOf" srcId="{09EC4714-6E6B-4E72-8350-E27ECF8D5380}" destId="{3C4C871E-EDB0-4011-8FB3-F1C0E08C30B1}" srcOrd="5" destOrd="0" presId="urn:microsoft.com/office/officeart/2005/8/layout/hList7"/>
    <dgm:cxn modelId="{D9EBC50E-53F4-484D-BDBF-56D594F8554E}" type="presParOf" srcId="{09EC4714-6E6B-4E72-8350-E27ECF8D5380}" destId="{2BA24514-DF6A-4D74-A8A4-DE51560C717C}" srcOrd="6" destOrd="0" presId="urn:microsoft.com/office/officeart/2005/8/layout/hList7"/>
    <dgm:cxn modelId="{238331DC-ECF4-48CB-871B-753580F58107}" type="presParOf" srcId="{2BA24514-DF6A-4D74-A8A4-DE51560C717C}" destId="{97FA1EEF-62F6-49D5-AACF-7CEE08E477CA}" srcOrd="0" destOrd="0" presId="urn:microsoft.com/office/officeart/2005/8/layout/hList7"/>
    <dgm:cxn modelId="{37DDE0B8-29AB-4392-9843-C142FC80C686}" type="presParOf" srcId="{2BA24514-DF6A-4D74-A8A4-DE51560C717C}" destId="{B085316F-E9AE-448E-A209-BE07B9BC4589}" srcOrd="1" destOrd="0" presId="urn:microsoft.com/office/officeart/2005/8/layout/hList7"/>
    <dgm:cxn modelId="{47408FD8-0FF1-45A5-8D6F-B16A4B2298A4}" type="presParOf" srcId="{2BA24514-DF6A-4D74-A8A4-DE51560C717C}" destId="{73EEEC0B-A72E-4D7A-8221-A24CC7CB6AB4}" srcOrd="2" destOrd="0" presId="urn:microsoft.com/office/officeart/2005/8/layout/hList7"/>
    <dgm:cxn modelId="{2110E734-6209-4982-8A0A-000BDAC79161}" type="presParOf" srcId="{2BA24514-DF6A-4D74-A8A4-DE51560C717C}" destId="{9D4E38B7-BF2B-4552-AA8C-94362442DA23}" srcOrd="3" destOrd="0" presId="urn:microsoft.com/office/officeart/2005/8/layout/hList7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ECDF058-7682-451E-B848-45592D1B720D}" type="doc">
      <dgm:prSet loTypeId="urn:microsoft.com/office/officeart/2005/8/layout/pyramid2" loCatId="list" qsTypeId="urn:microsoft.com/office/officeart/2005/8/quickstyle/simple1" qsCatId="simple" csTypeId="urn:microsoft.com/office/officeart/2005/8/colors/colorful2" csCatId="colorful" phldr="1"/>
      <dgm:spPr/>
    </dgm:pt>
    <dgm:pt modelId="{5830EAE5-11BE-4C92-ABF9-3681929FA3D7}">
      <dgm:prSet phldrT="[Text]"/>
      <dgm:spPr/>
      <dgm:t>
        <a:bodyPr/>
        <a:lstStyle/>
        <a:p>
          <a:r>
            <a:rPr lang="en-US" b="0" i="0" u="none" strike="noStrike" baseline="0" dirty="0">
              <a:latin typeface="+mj-lt"/>
            </a:rPr>
            <a:t>Arithmetic</a:t>
          </a:r>
          <a:endParaRPr lang="en-IN" dirty="0">
            <a:latin typeface="+mj-lt"/>
          </a:endParaRPr>
        </a:p>
      </dgm:t>
    </dgm:pt>
    <dgm:pt modelId="{EFF67C59-48D2-4F5A-8050-2A9C12C8A623}" type="parTrans" cxnId="{8D48F6D0-AB09-4328-A368-C1FD573A8DA6}">
      <dgm:prSet/>
      <dgm:spPr/>
      <dgm:t>
        <a:bodyPr/>
        <a:lstStyle/>
        <a:p>
          <a:endParaRPr lang="en-IN"/>
        </a:p>
      </dgm:t>
    </dgm:pt>
    <dgm:pt modelId="{FBBBF5BE-AB23-4D69-83BA-234049E4D9E6}" type="sibTrans" cxnId="{8D48F6D0-AB09-4328-A368-C1FD573A8DA6}">
      <dgm:prSet/>
      <dgm:spPr/>
      <dgm:t>
        <a:bodyPr/>
        <a:lstStyle/>
        <a:p>
          <a:endParaRPr lang="en-IN"/>
        </a:p>
      </dgm:t>
    </dgm:pt>
    <dgm:pt modelId="{042B2A03-4089-499C-8FA4-04804421535A}">
      <dgm:prSet phldrT="[Text]"/>
      <dgm:spPr/>
      <dgm:t>
        <a:bodyPr/>
        <a:lstStyle/>
        <a:p>
          <a:r>
            <a:rPr lang="en-US" b="0" i="0" u="none" strike="noStrike" baseline="0" dirty="0">
              <a:latin typeface="+mj-lt"/>
            </a:rPr>
            <a:t>Bitwise</a:t>
          </a:r>
          <a:endParaRPr lang="en-IN" dirty="0">
            <a:latin typeface="+mj-lt"/>
          </a:endParaRPr>
        </a:p>
      </dgm:t>
    </dgm:pt>
    <dgm:pt modelId="{5F86E3F7-DE4D-4C14-AFED-31BAD6EB2ACD}" type="parTrans" cxnId="{6B0A8700-970D-435A-BA4F-B33210B6F9C4}">
      <dgm:prSet/>
      <dgm:spPr/>
      <dgm:t>
        <a:bodyPr/>
        <a:lstStyle/>
        <a:p>
          <a:endParaRPr lang="en-IN"/>
        </a:p>
      </dgm:t>
    </dgm:pt>
    <dgm:pt modelId="{1EAB9B99-B5E8-41B0-B8C1-C8EC6DA44306}" type="sibTrans" cxnId="{6B0A8700-970D-435A-BA4F-B33210B6F9C4}">
      <dgm:prSet/>
      <dgm:spPr/>
      <dgm:t>
        <a:bodyPr/>
        <a:lstStyle/>
        <a:p>
          <a:endParaRPr lang="en-IN"/>
        </a:p>
      </dgm:t>
    </dgm:pt>
    <dgm:pt modelId="{CA37436D-241B-4FA5-BB3D-1822EF60067C}">
      <dgm:prSet phldrT="[Text]"/>
      <dgm:spPr/>
      <dgm:t>
        <a:bodyPr/>
        <a:lstStyle/>
        <a:p>
          <a:r>
            <a:rPr lang="en-US" b="0" i="0" u="none" strike="noStrike" baseline="0" dirty="0">
              <a:latin typeface="+mj-lt"/>
            </a:rPr>
            <a:t>Relational</a:t>
          </a:r>
          <a:endParaRPr lang="en-IN" dirty="0">
            <a:latin typeface="+mj-lt"/>
          </a:endParaRPr>
        </a:p>
      </dgm:t>
    </dgm:pt>
    <dgm:pt modelId="{65F04BBD-C37E-486C-8098-23B3FC4ED0F2}" type="parTrans" cxnId="{A5BB59E0-ADE5-4776-8A37-6C004A70AE45}">
      <dgm:prSet/>
      <dgm:spPr/>
      <dgm:t>
        <a:bodyPr/>
        <a:lstStyle/>
        <a:p>
          <a:endParaRPr lang="en-IN"/>
        </a:p>
      </dgm:t>
    </dgm:pt>
    <dgm:pt modelId="{EBED7D69-A00E-4CD6-B091-AF17B303A5B1}" type="sibTrans" cxnId="{A5BB59E0-ADE5-4776-8A37-6C004A70AE45}">
      <dgm:prSet/>
      <dgm:spPr/>
      <dgm:t>
        <a:bodyPr/>
        <a:lstStyle/>
        <a:p>
          <a:endParaRPr lang="en-IN"/>
        </a:p>
      </dgm:t>
    </dgm:pt>
    <dgm:pt modelId="{D035AB38-61DE-4E85-B41F-31031DA22CAE}">
      <dgm:prSet/>
      <dgm:spPr/>
      <dgm:t>
        <a:bodyPr/>
        <a:lstStyle/>
        <a:p>
          <a:r>
            <a:rPr lang="en-US" b="0" i="0" u="none" strike="noStrike" baseline="0" dirty="0">
              <a:latin typeface="+mj-lt"/>
            </a:rPr>
            <a:t>Logical</a:t>
          </a:r>
          <a:endParaRPr lang="en-IN" dirty="0">
            <a:latin typeface="+mj-lt"/>
          </a:endParaRPr>
        </a:p>
      </dgm:t>
    </dgm:pt>
    <dgm:pt modelId="{9DAD2737-50DB-4209-8546-73D63B4F9100}" type="parTrans" cxnId="{91917F86-6D15-4C20-947A-6CFBF47018E3}">
      <dgm:prSet/>
      <dgm:spPr/>
      <dgm:t>
        <a:bodyPr/>
        <a:lstStyle/>
        <a:p>
          <a:endParaRPr lang="en-IN"/>
        </a:p>
      </dgm:t>
    </dgm:pt>
    <dgm:pt modelId="{7EE92896-9088-47FB-AC0B-8383E2B0758F}" type="sibTrans" cxnId="{91917F86-6D15-4C20-947A-6CFBF47018E3}">
      <dgm:prSet/>
      <dgm:spPr/>
      <dgm:t>
        <a:bodyPr/>
        <a:lstStyle/>
        <a:p>
          <a:endParaRPr lang="en-IN"/>
        </a:p>
      </dgm:t>
    </dgm:pt>
    <dgm:pt modelId="{E9D413BD-66F4-4276-9764-2F6AA3C9C4BB}" type="pres">
      <dgm:prSet presAssocID="{8ECDF058-7682-451E-B848-45592D1B720D}" presName="compositeShape" presStyleCnt="0">
        <dgm:presLayoutVars>
          <dgm:dir/>
          <dgm:resizeHandles/>
        </dgm:presLayoutVars>
      </dgm:prSet>
      <dgm:spPr/>
    </dgm:pt>
    <dgm:pt modelId="{7B77A2CE-B113-4E04-9FA7-8298B6E25C72}" type="pres">
      <dgm:prSet presAssocID="{8ECDF058-7682-451E-B848-45592D1B720D}" presName="pyramid" presStyleLbl="node1" presStyleIdx="0" presStyleCnt="1" custLinFactNeighborX="918" custLinFactNeighborY="-1573"/>
      <dgm:spPr/>
    </dgm:pt>
    <dgm:pt modelId="{6CDDC7D4-20F9-48D0-8106-EDA6325DE7EE}" type="pres">
      <dgm:prSet presAssocID="{8ECDF058-7682-451E-B848-45592D1B720D}" presName="theList" presStyleCnt="0"/>
      <dgm:spPr/>
    </dgm:pt>
    <dgm:pt modelId="{3396D6E8-324A-4B91-A014-D6CBD782A9F6}" type="pres">
      <dgm:prSet presAssocID="{5830EAE5-11BE-4C92-ABF9-3681929FA3D7}" presName="aNode" presStyleLbl="fgAcc1" presStyleIdx="0" presStyleCnt="4" custLinFactNeighborX="5739" custLinFactNeighborY="2264">
        <dgm:presLayoutVars>
          <dgm:bulletEnabled val="1"/>
        </dgm:presLayoutVars>
      </dgm:prSet>
      <dgm:spPr/>
    </dgm:pt>
    <dgm:pt modelId="{FF08ED9F-BE44-4221-A5D2-49214979FDC5}" type="pres">
      <dgm:prSet presAssocID="{5830EAE5-11BE-4C92-ABF9-3681929FA3D7}" presName="aSpace" presStyleCnt="0"/>
      <dgm:spPr/>
    </dgm:pt>
    <dgm:pt modelId="{95AA310D-18A1-4389-B20E-36C9564B12E1}" type="pres">
      <dgm:prSet presAssocID="{042B2A03-4089-499C-8FA4-04804421535A}" presName="aNode" presStyleLbl="fgAcc1" presStyleIdx="1" presStyleCnt="4">
        <dgm:presLayoutVars>
          <dgm:bulletEnabled val="1"/>
        </dgm:presLayoutVars>
      </dgm:prSet>
      <dgm:spPr/>
    </dgm:pt>
    <dgm:pt modelId="{AA24426F-3154-47A3-81A5-345596CCCBC0}" type="pres">
      <dgm:prSet presAssocID="{042B2A03-4089-499C-8FA4-04804421535A}" presName="aSpace" presStyleCnt="0"/>
      <dgm:spPr/>
    </dgm:pt>
    <dgm:pt modelId="{C122D789-B96B-4E50-9EC4-217E5B26B11B}" type="pres">
      <dgm:prSet presAssocID="{D035AB38-61DE-4E85-B41F-31031DA22CAE}" presName="aNode" presStyleLbl="fgAcc1" presStyleIdx="2" presStyleCnt="4">
        <dgm:presLayoutVars>
          <dgm:bulletEnabled val="1"/>
        </dgm:presLayoutVars>
      </dgm:prSet>
      <dgm:spPr/>
    </dgm:pt>
    <dgm:pt modelId="{31E926D0-39B6-4E95-A037-18AC38DA7299}" type="pres">
      <dgm:prSet presAssocID="{D035AB38-61DE-4E85-B41F-31031DA22CAE}" presName="aSpace" presStyleCnt="0"/>
      <dgm:spPr/>
    </dgm:pt>
    <dgm:pt modelId="{1031A055-147C-43C4-B1BE-F3E20C22912C}" type="pres">
      <dgm:prSet presAssocID="{CA37436D-241B-4FA5-BB3D-1822EF60067C}" presName="aNode" presStyleLbl="fgAcc1" presStyleIdx="3" presStyleCnt="4">
        <dgm:presLayoutVars>
          <dgm:bulletEnabled val="1"/>
        </dgm:presLayoutVars>
      </dgm:prSet>
      <dgm:spPr/>
    </dgm:pt>
    <dgm:pt modelId="{1A6B9FCF-9127-41AD-84E3-FDB66417C500}" type="pres">
      <dgm:prSet presAssocID="{CA37436D-241B-4FA5-BB3D-1822EF60067C}" presName="aSpace" presStyleCnt="0"/>
      <dgm:spPr/>
    </dgm:pt>
  </dgm:ptLst>
  <dgm:cxnLst>
    <dgm:cxn modelId="{6B0A8700-970D-435A-BA4F-B33210B6F9C4}" srcId="{8ECDF058-7682-451E-B848-45592D1B720D}" destId="{042B2A03-4089-499C-8FA4-04804421535A}" srcOrd="1" destOrd="0" parTransId="{5F86E3F7-DE4D-4C14-AFED-31BAD6EB2ACD}" sibTransId="{1EAB9B99-B5E8-41B0-B8C1-C8EC6DA44306}"/>
    <dgm:cxn modelId="{CE796466-E6EF-43D3-A971-9712D9C6CCC4}" type="presOf" srcId="{CA37436D-241B-4FA5-BB3D-1822EF60067C}" destId="{1031A055-147C-43C4-B1BE-F3E20C22912C}" srcOrd="0" destOrd="0" presId="urn:microsoft.com/office/officeart/2005/8/layout/pyramid2"/>
    <dgm:cxn modelId="{91917F86-6D15-4C20-947A-6CFBF47018E3}" srcId="{8ECDF058-7682-451E-B848-45592D1B720D}" destId="{D035AB38-61DE-4E85-B41F-31031DA22CAE}" srcOrd="2" destOrd="0" parTransId="{9DAD2737-50DB-4209-8546-73D63B4F9100}" sibTransId="{7EE92896-9088-47FB-AC0B-8383E2B0758F}"/>
    <dgm:cxn modelId="{F20CFE88-DF29-4A37-B95D-22C7F3818089}" type="presOf" srcId="{5830EAE5-11BE-4C92-ABF9-3681929FA3D7}" destId="{3396D6E8-324A-4B91-A014-D6CBD782A9F6}" srcOrd="0" destOrd="0" presId="urn:microsoft.com/office/officeart/2005/8/layout/pyramid2"/>
    <dgm:cxn modelId="{20FEEEA5-7660-4DF1-B7F0-F79532893E47}" type="presOf" srcId="{042B2A03-4089-499C-8FA4-04804421535A}" destId="{95AA310D-18A1-4389-B20E-36C9564B12E1}" srcOrd="0" destOrd="0" presId="urn:microsoft.com/office/officeart/2005/8/layout/pyramid2"/>
    <dgm:cxn modelId="{BEB5DCBD-F689-4E31-A883-F7AE79AA6737}" type="presOf" srcId="{D035AB38-61DE-4E85-B41F-31031DA22CAE}" destId="{C122D789-B96B-4E50-9EC4-217E5B26B11B}" srcOrd="0" destOrd="0" presId="urn:microsoft.com/office/officeart/2005/8/layout/pyramid2"/>
    <dgm:cxn modelId="{8D48F6D0-AB09-4328-A368-C1FD573A8DA6}" srcId="{8ECDF058-7682-451E-B848-45592D1B720D}" destId="{5830EAE5-11BE-4C92-ABF9-3681929FA3D7}" srcOrd="0" destOrd="0" parTransId="{EFF67C59-48D2-4F5A-8050-2A9C12C8A623}" sibTransId="{FBBBF5BE-AB23-4D69-83BA-234049E4D9E6}"/>
    <dgm:cxn modelId="{A5BB59E0-ADE5-4776-8A37-6C004A70AE45}" srcId="{8ECDF058-7682-451E-B848-45592D1B720D}" destId="{CA37436D-241B-4FA5-BB3D-1822EF60067C}" srcOrd="3" destOrd="0" parTransId="{65F04BBD-C37E-486C-8098-23B3FC4ED0F2}" sibTransId="{EBED7D69-A00E-4CD6-B091-AF17B303A5B1}"/>
    <dgm:cxn modelId="{F594D5F3-2DAA-44D9-841B-59D67AD4E769}" type="presOf" srcId="{8ECDF058-7682-451E-B848-45592D1B720D}" destId="{E9D413BD-66F4-4276-9764-2F6AA3C9C4BB}" srcOrd="0" destOrd="0" presId="urn:microsoft.com/office/officeart/2005/8/layout/pyramid2"/>
    <dgm:cxn modelId="{FFEF3CAB-7DD5-4DDB-823C-78FCA94A0012}" type="presParOf" srcId="{E9D413BD-66F4-4276-9764-2F6AA3C9C4BB}" destId="{7B77A2CE-B113-4E04-9FA7-8298B6E25C72}" srcOrd="0" destOrd="0" presId="urn:microsoft.com/office/officeart/2005/8/layout/pyramid2"/>
    <dgm:cxn modelId="{07568E50-0E44-4161-868D-067695AB0360}" type="presParOf" srcId="{E9D413BD-66F4-4276-9764-2F6AA3C9C4BB}" destId="{6CDDC7D4-20F9-48D0-8106-EDA6325DE7EE}" srcOrd="1" destOrd="0" presId="urn:microsoft.com/office/officeart/2005/8/layout/pyramid2"/>
    <dgm:cxn modelId="{6E63D4BD-9728-491E-8B1B-AF5E71EB148C}" type="presParOf" srcId="{6CDDC7D4-20F9-48D0-8106-EDA6325DE7EE}" destId="{3396D6E8-324A-4B91-A014-D6CBD782A9F6}" srcOrd="0" destOrd="0" presId="urn:microsoft.com/office/officeart/2005/8/layout/pyramid2"/>
    <dgm:cxn modelId="{C1AE7AF1-B8D9-4CF3-869E-712D52C8C376}" type="presParOf" srcId="{6CDDC7D4-20F9-48D0-8106-EDA6325DE7EE}" destId="{FF08ED9F-BE44-4221-A5D2-49214979FDC5}" srcOrd="1" destOrd="0" presId="urn:microsoft.com/office/officeart/2005/8/layout/pyramid2"/>
    <dgm:cxn modelId="{D4125550-56C0-43D8-8D26-142435DBEBBA}" type="presParOf" srcId="{6CDDC7D4-20F9-48D0-8106-EDA6325DE7EE}" destId="{95AA310D-18A1-4389-B20E-36C9564B12E1}" srcOrd="2" destOrd="0" presId="urn:microsoft.com/office/officeart/2005/8/layout/pyramid2"/>
    <dgm:cxn modelId="{5B25EFE7-2F98-43E4-A8B7-CED412F36ECA}" type="presParOf" srcId="{6CDDC7D4-20F9-48D0-8106-EDA6325DE7EE}" destId="{AA24426F-3154-47A3-81A5-345596CCCBC0}" srcOrd="3" destOrd="0" presId="urn:microsoft.com/office/officeart/2005/8/layout/pyramid2"/>
    <dgm:cxn modelId="{EE544B7C-5D08-45C8-A5CA-BEDF7965B3A2}" type="presParOf" srcId="{6CDDC7D4-20F9-48D0-8106-EDA6325DE7EE}" destId="{C122D789-B96B-4E50-9EC4-217E5B26B11B}" srcOrd="4" destOrd="0" presId="urn:microsoft.com/office/officeart/2005/8/layout/pyramid2"/>
    <dgm:cxn modelId="{7D89F3DA-8B95-4D86-8936-3366DFF7340C}" type="presParOf" srcId="{6CDDC7D4-20F9-48D0-8106-EDA6325DE7EE}" destId="{31E926D0-39B6-4E95-A037-18AC38DA7299}" srcOrd="5" destOrd="0" presId="urn:microsoft.com/office/officeart/2005/8/layout/pyramid2"/>
    <dgm:cxn modelId="{CC88B672-3585-4D26-9155-C28CF17D3B4E}" type="presParOf" srcId="{6CDDC7D4-20F9-48D0-8106-EDA6325DE7EE}" destId="{1031A055-147C-43C4-B1BE-F3E20C22912C}" srcOrd="6" destOrd="0" presId="urn:microsoft.com/office/officeart/2005/8/layout/pyramid2"/>
    <dgm:cxn modelId="{91B48E46-B7B7-477C-B6A1-2F05EF19E2E3}" type="presParOf" srcId="{6CDDC7D4-20F9-48D0-8106-EDA6325DE7EE}" destId="{1A6B9FCF-9127-41AD-84E3-FDB66417C500}" srcOrd="7" destOrd="0" presId="urn:microsoft.com/office/officeart/2005/8/layout/pyramid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018BAFF-5EA7-4A7C-A971-BEBFAA473025}" type="doc">
      <dgm:prSet loTypeId="urn:microsoft.com/office/officeart/2005/8/layout/vList5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IN"/>
        </a:p>
      </dgm:t>
    </dgm:pt>
    <dgm:pt modelId="{F6B393C8-500C-4B31-B88D-986859BDF48B}">
      <dgm:prSet phldrT="[Text]"/>
      <dgm:spPr/>
      <dgm:t>
        <a:bodyPr/>
        <a:lstStyle/>
        <a:p>
          <a:r>
            <a:rPr lang="en-US" b="1" dirty="0"/>
            <a:t>Local Variables</a:t>
          </a:r>
          <a:endParaRPr lang="en-IN" dirty="0"/>
        </a:p>
      </dgm:t>
    </dgm:pt>
    <dgm:pt modelId="{CC98BF61-4375-4CE2-8564-2DB2A934C119}" type="parTrans" cxnId="{F379E8F4-A572-4CB3-9E92-582719445676}">
      <dgm:prSet/>
      <dgm:spPr/>
      <dgm:t>
        <a:bodyPr/>
        <a:lstStyle/>
        <a:p>
          <a:endParaRPr lang="en-IN"/>
        </a:p>
      </dgm:t>
    </dgm:pt>
    <dgm:pt modelId="{F1B8D9F0-0D42-41A4-83F5-A7A3BD412B79}" type="sibTrans" cxnId="{F379E8F4-A572-4CB3-9E92-582719445676}">
      <dgm:prSet/>
      <dgm:spPr/>
      <dgm:t>
        <a:bodyPr/>
        <a:lstStyle/>
        <a:p>
          <a:endParaRPr lang="en-IN"/>
        </a:p>
      </dgm:t>
    </dgm:pt>
    <dgm:pt modelId="{55D8A083-57CA-4D4E-A099-C289FFB9D07A}">
      <dgm:prSet phldrT="[Text]"/>
      <dgm:spPr/>
      <dgm:t>
        <a:bodyPr/>
        <a:lstStyle/>
        <a:p>
          <a:r>
            <a:rPr lang="en-US" dirty="0"/>
            <a:t>Tied to a method</a:t>
          </a:r>
          <a:endParaRPr lang="en-IN" dirty="0"/>
        </a:p>
      </dgm:t>
    </dgm:pt>
    <dgm:pt modelId="{76672F37-C03B-4AAA-A298-271EEA127D45}" type="parTrans" cxnId="{8E22B753-7BDF-495E-94BA-B18075310DCF}">
      <dgm:prSet/>
      <dgm:spPr/>
      <dgm:t>
        <a:bodyPr/>
        <a:lstStyle/>
        <a:p>
          <a:endParaRPr lang="en-IN"/>
        </a:p>
      </dgm:t>
    </dgm:pt>
    <dgm:pt modelId="{51883F9F-3DF4-4DCB-8891-B758B7A5994D}" type="sibTrans" cxnId="{8E22B753-7BDF-495E-94BA-B18075310DCF}">
      <dgm:prSet/>
      <dgm:spPr/>
      <dgm:t>
        <a:bodyPr/>
        <a:lstStyle/>
        <a:p>
          <a:endParaRPr lang="en-IN"/>
        </a:p>
      </dgm:t>
    </dgm:pt>
    <dgm:pt modelId="{5F23797F-FA5B-42DD-9321-C3E7515F1844}">
      <dgm:prSet phldrT="[Text]"/>
      <dgm:spPr/>
      <dgm:t>
        <a:bodyPr/>
        <a:lstStyle/>
        <a:p>
          <a:r>
            <a:rPr lang="en-US" b="1" dirty="0"/>
            <a:t>Instance Variables (Non-static)</a:t>
          </a:r>
          <a:endParaRPr lang="en-IN" dirty="0"/>
        </a:p>
      </dgm:t>
    </dgm:pt>
    <dgm:pt modelId="{08C7311B-1A13-4D52-8AF3-4C988447B412}" type="parTrans" cxnId="{EDADE3F7-57C3-4052-8F6C-7F9C83E586BF}">
      <dgm:prSet/>
      <dgm:spPr/>
      <dgm:t>
        <a:bodyPr/>
        <a:lstStyle/>
        <a:p>
          <a:endParaRPr lang="en-IN"/>
        </a:p>
      </dgm:t>
    </dgm:pt>
    <dgm:pt modelId="{AD376399-5E3A-47B5-B496-368F6E3C80CF}" type="sibTrans" cxnId="{EDADE3F7-57C3-4052-8F6C-7F9C83E586BF}">
      <dgm:prSet/>
      <dgm:spPr/>
      <dgm:t>
        <a:bodyPr/>
        <a:lstStyle/>
        <a:p>
          <a:endParaRPr lang="en-IN"/>
        </a:p>
      </dgm:t>
    </dgm:pt>
    <dgm:pt modelId="{C5AEA803-B27B-4E9F-BE9A-7F2618E4A6A6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Tied to an object</a:t>
          </a:r>
          <a:endParaRPr lang="en-IN" dirty="0"/>
        </a:p>
      </dgm:t>
    </dgm:pt>
    <dgm:pt modelId="{48171AFF-BD57-4D8C-B130-283D5E27A224}" type="parTrans" cxnId="{421A7445-F850-4002-896F-975A9D2CF5BB}">
      <dgm:prSet/>
      <dgm:spPr/>
      <dgm:t>
        <a:bodyPr/>
        <a:lstStyle/>
        <a:p>
          <a:endParaRPr lang="en-IN"/>
        </a:p>
      </dgm:t>
    </dgm:pt>
    <dgm:pt modelId="{E09521C2-0054-4B14-8D16-DA8A262482C7}" type="sibTrans" cxnId="{421A7445-F850-4002-896F-975A9D2CF5BB}">
      <dgm:prSet/>
      <dgm:spPr/>
      <dgm:t>
        <a:bodyPr/>
        <a:lstStyle/>
        <a:p>
          <a:endParaRPr lang="en-IN"/>
        </a:p>
      </dgm:t>
    </dgm:pt>
    <dgm:pt modelId="{7A04D058-EF2B-452B-9A0D-79C9B2A0E355}">
      <dgm:prSet phldrT="[Text]"/>
      <dgm:spPr/>
      <dgm:t>
        <a:bodyPr/>
        <a:lstStyle/>
        <a:p>
          <a:r>
            <a:rPr lang="en-US" b="1" dirty="0"/>
            <a:t>Static Variables</a:t>
          </a:r>
          <a:endParaRPr lang="en-IN" dirty="0"/>
        </a:p>
      </dgm:t>
    </dgm:pt>
    <dgm:pt modelId="{C29C96D1-2123-44C0-A72D-1923B234ADCD}" type="parTrans" cxnId="{A434AC90-3398-4BC8-A1C3-5572332117D0}">
      <dgm:prSet/>
      <dgm:spPr/>
      <dgm:t>
        <a:bodyPr/>
        <a:lstStyle/>
        <a:p>
          <a:endParaRPr lang="en-IN"/>
        </a:p>
      </dgm:t>
    </dgm:pt>
    <dgm:pt modelId="{CA6DD604-4F01-44A1-A753-4D048841B26A}" type="sibTrans" cxnId="{A434AC90-3398-4BC8-A1C3-5572332117D0}">
      <dgm:prSet/>
      <dgm:spPr/>
      <dgm:t>
        <a:bodyPr/>
        <a:lstStyle/>
        <a:p>
          <a:endParaRPr lang="en-IN"/>
        </a:p>
      </dgm:t>
    </dgm:pt>
    <dgm:pt modelId="{0D65F06D-80D9-4054-9412-90E0D648314B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Tied to a class</a:t>
          </a:r>
          <a:endParaRPr lang="en-IN" dirty="0"/>
        </a:p>
      </dgm:t>
    </dgm:pt>
    <dgm:pt modelId="{FF99291B-7F4E-41F7-B6EA-FA32C0506E4F}" type="parTrans" cxnId="{AAAD757F-A8ED-42AE-AC9D-1176B9A428C4}">
      <dgm:prSet/>
      <dgm:spPr/>
      <dgm:t>
        <a:bodyPr/>
        <a:lstStyle/>
        <a:p>
          <a:endParaRPr lang="en-IN"/>
        </a:p>
      </dgm:t>
    </dgm:pt>
    <dgm:pt modelId="{715439C1-E2A5-42BE-B614-7E05DC289013}" type="sibTrans" cxnId="{AAAD757F-A8ED-42AE-AC9D-1176B9A428C4}">
      <dgm:prSet/>
      <dgm:spPr/>
      <dgm:t>
        <a:bodyPr/>
        <a:lstStyle/>
        <a:p>
          <a:endParaRPr lang="en-IN"/>
        </a:p>
      </dgm:t>
    </dgm:pt>
    <dgm:pt modelId="{48624A3C-0CC2-42C9-A050-FF36BF865AE4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Shared by all instances of a class</a:t>
          </a:r>
          <a:endParaRPr lang="en-IN" dirty="0"/>
        </a:p>
      </dgm:t>
    </dgm:pt>
    <dgm:pt modelId="{2FC812F5-3A22-45AB-8A28-775696FB75B5}" type="parTrans" cxnId="{876EB6D7-9C15-40EA-B99B-D863FC986B1C}">
      <dgm:prSet/>
      <dgm:spPr/>
      <dgm:t>
        <a:bodyPr/>
        <a:lstStyle/>
        <a:p>
          <a:endParaRPr lang="en-IN"/>
        </a:p>
      </dgm:t>
    </dgm:pt>
    <dgm:pt modelId="{629344BD-10D0-4474-BD3C-088B09ADDBD7}" type="sibTrans" cxnId="{876EB6D7-9C15-40EA-B99B-D863FC986B1C}">
      <dgm:prSet/>
      <dgm:spPr/>
      <dgm:t>
        <a:bodyPr/>
        <a:lstStyle/>
        <a:p>
          <a:endParaRPr lang="en-IN"/>
        </a:p>
      </dgm:t>
    </dgm:pt>
    <dgm:pt modelId="{3C2AB8B3-FCB9-4D49-9AD8-6A7F13AA9027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Scope of an instance variable is the whole class</a:t>
          </a:r>
          <a:endParaRPr lang="en-IN" dirty="0"/>
        </a:p>
      </dgm:t>
    </dgm:pt>
    <dgm:pt modelId="{646DD881-68E3-4801-899A-7BD29A44C57E}" type="parTrans" cxnId="{239874E2-9CC1-4CC6-BFBF-EA1673369315}">
      <dgm:prSet/>
      <dgm:spPr/>
      <dgm:t>
        <a:bodyPr/>
        <a:lstStyle/>
        <a:p>
          <a:endParaRPr lang="en-IN"/>
        </a:p>
      </dgm:t>
    </dgm:pt>
    <dgm:pt modelId="{65875A9A-ACF6-458D-BCF7-0E759B06C53D}" type="sibTrans" cxnId="{239874E2-9CC1-4CC6-BFBF-EA1673369315}">
      <dgm:prSet/>
      <dgm:spPr/>
      <dgm:t>
        <a:bodyPr/>
        <a:lstStyle/>
        <a:p>
          <a:endParaRPr lang="en-IN"/>
        </a:p>
      </dgm:t>
    </dgm:pt>
    <dgm:pt modelId="{2F288E37-123A-4C0B-A13F-3E0CB89A09BC}">
      <dgm:prSet/>
      <dgm:spPr/>
      <dgm:t>
        <a:bodyPr/>
        <a:lstStyle/>
        <a:p>
          <a:r>
            <a:rPr lang="en-US" dirty="0"/>
            <a:t>Scope of a local variable is within the method</a:t>
          </a:r>
        </a:p>
      </dgm:t>
    </dgm:pt>
    <dgm:pt modelId="{A8C8887C-4B8C-4BCC-9ADB-64AE817646FD}" type="parTrans" cxnId="{F5FAD93B-BB28-4FAD-8B81-57E65301A9E9}">
      <dgm:prSet/>
      <dgm:spPr/>
      <dgm:t>
        <a:bodyPr/>
        <a:lstStyle/>
        <a:p>
          <a:endParaRPr lang="en-IN"/>
        </a:p>
      </dgm:t>
    </dgm:pt>
    <dgm:pt modelId="{7F38ACDA-CAB9-4100-8DAA-6B899DD4B14C}" type="sibTrans" cxnId="{F5FAD93B-BB28-4FAD-8B81-57E65301A9E9}">
      <dgm:prSet/>
      <dgm:spPr/>
      <dgm:t>
        <a:bodyPr/>
        <a:lstStyle/>
        <a:p>
          <a:endParaRPr lang="en-IN"/>
        </a:p>
      </dgm:t>
    </dgm:pt>
    <dgm:pt modelId="{7BC93FAC-8445-40DC-9079-51F46E69D610}" type="pres">
      <dgm:prSet presAssocID="{2018BAFF-5EA7-4A7C-A971-BEBFAA473025}" presName="Name0" presStyleCnt="0">
        <dgm:presLayoutVars>
          <dgm:dir/>
          <dgm:animLvl val="lvl"/>
          <dgm:resizeHandles val="exact"/>
        </dgm:presLayoutVars>
      </dgm:prSet>
      <dgm:spPr/>
    </dgm:pt>
    <dgm:pt modelId="{1C181E41-1080-4CBB-9A1C-A15E541C3E0A}" type="pres">
      <dgm:prSet presAssocID="{F6B393C8-500C-4B31-B88D-986859BDF48B}" presName="linNode" presStyleCnt="0"/>
      <dgm:spPr/>
    </dgm:pt>
    <dgm:pt modelId="{2ED60B5A-FDAB-4926-85AC-FFA4FC6D2E02}" type="pres">
      <dgm:prSet presAssocID="{F6B393C8-500C-4B31-B88D-986859BDF48B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9DFC4F74-8B25-4D38-826B-BA9DCAACBCDD}" type="pres">
      <dgm:prSet presAssocID="{F6B393C8-500C-4B31-B88D-986859BDF48B}" presName="descendantText" presStyleLbl="alignAccFollowNode1" presStyleIdx="0" presStyleCnt="3">
        <dgm:presLayoutVars>
          <dgm:bulletEnabled val="1"/>
        </dgm:presLayoutVars>
      </dgm:prSet>
      <dgm:spPr/>
    </dgm:pt>
    <dgm:pt modelId="{5ABBCA31-A4CD-46AE-A35D-F2C14B4F36DE}" type="pres">
      <dgm:prSet presAssocID="{F1B8D9F0-0D42-41A4-83F5-A7A3BD412B79}" presName="sp" presStyleCnt="0"/>
      <dgm:spPr/>
    </dgm:pt>
    <dgm:pt modelId="{D2531F5B-1207-4CB0-B075-E2FD13DECFC3}" type="pres">
      <dgm:prSet presAssocID="{5F23797F-FA5B-42DD-9321-C3E7515F1844}" presName="linNode" presStyleCnt="0"/>
      <dgm:spPr/>
    </dgm:pt>
    <dgm:pt modelId="{A5FD7F95-208A-4878-840B-A011D12C9023}" type="pres">
      <dgm:prSet presAssocID="{5F23797F-FA5B-42DD-9321-C3E7515F1844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65E846CD-C982-455C-A5E8-2A37892E3038}" type="pres">
      <dgm:prSet presAssocID="{5F23797F-FA5B-42DD-9321-C3E7515F1844}" presName="descendantText" presStyleLbl="alignAccFollowNode1" presStyleIdx="1" presStyleCnt="3">
        <dgm:presLayoutVars>
          <dgm:bulletEnabled val="1"/>
        </dgm:presLayoutVars>
      </dgm:prSet>
      <dgm:spPr/>
    </dgm:pt>
    <dgm:pt modelId="{7410FD5B-F935-47D1-AD0D-C5C02397839F}" type="pres">
      <dgm:prSet presAssocID="{AD376399-5E3A-47B5-B496-368F6E3C80CF}" presName="sp" presStyleCnt="0"/>
      <dgm:spPr/>
    </dgm:pt>
    <dgm:pt modelId="{03618A9D-1CC9-4E38-8439-71616E0B7CA6}" type="pres">
      <dgm:prSet presAssocID="{7A04D058-EF2B-452B-9A0D-79C9B2A0E355}" presName="linNode" presStyleCnt="0"/>
      <dgm:spPr/>
    </dgm:pt>
    <dgm:pt modelId="{101F91C6-1D42-4DE9-934D-A2BCA74235CB}" type="pres">
      <dgm:prSet presAssocID="{7A04D058-EF2B-452B-9A0D-79C9B2A0E355}" presName="parentText" presStyleLbl="node1" presStyleIdx="2" presStyleCnt="3">
        <dgm:presLayoutVars>
          <dgm:chMax val="1"/>
          <dgm:bulletEnabled val="1"/>
        </dgm:presLayoutVars>
      </dgm:prSet>
      <dgm:spPr/>
    </dgm:pt>
    <dgm:pt modelId="{5C226DAE-F6FE-41AF-AC65-F17F4884518C}" type="pres">
      <dgm:prSet presAssocID="{7A04D058-EF2B-452B-9A0D-79C9B2A0E355}" presName="descendantText" presStyleLbl="alignAccFollowNode1" presStyleIdx="2" presStyleCnt="3">
        <dgm:presLayoutVars>
          <dgm:bulletEnabled val="1"/>
        </dgm:presLayoutVars>
      </dgm:prSet>
      <dgm:spPr/>
    </dgm:pt>
  </dgm:ptLst>
  <dgm:cxnLst>
    <dgm:cxn modelId="{1F02352A-15C4-47FA-A79C-9C31AA20DDFB}" type="presOf" srcId="{3C2AB8B3-FCB9-4D49-9AD8-6A7F13AA9027}" destId="{65E846CD-C982-455C-A5E8-2A37892E3038}" srcOrd="0" destOrd="1" presId="urn:microsoft.com/office/officeart/2005/8/layout/vList5"/>
    <dgm:cxn modelId="{3491A435-4B3F-49E1-9FFD-FA4F217B5917}" type="presOf" srcId="{5F23797F-FA5B-42DD-9321-C3E7515F1844}" destId="{A5FD7F95-208A-4878-840B-A011D12C9023}" srcOrd="0" destOrd="0" presId="urn:microsoft.com/office/officeart/2005/8/layout/vList5"/>
    <dgm:cxn modelId="{F5FAD93B-BB28-4FAD-8B81-57E65301A9E9}" srcId="{F6B393C8-500C-4B31-B88D-986859BDF48B}" destId="{2F288E37-123A-4C0B-A13F-3E0CB89A09BC}" srcOrd="1" destOrd="0" parTransId="{A8C8887C-4B8C-4BCC-9ADB-64AE817646FD}" sibTransId="{7F38ACDA-CAB9-4100-8DAA-6B899DD4B14C}"/>
    <dgm:cxn modelId="{054FAE63-7316-4A17-9EBC-2B8A34142775}" type="presOf" srcId="{F6B393C8-500C-4B31-B88D-986859BDF48B}" destId="{2ED60B5A-FDAB-4926-85AC-FFA4FC6D2E02}" srcOrd="0" destOrd="0" presId="urn:microsoft.com/office/officeart/2005/8/layout/vList5"/>
    <dgm:cxn modelId="{421A7445-F850-4002-896F-975A9D2CF5BB}" srcId="{5F23797F-FA5B-42DD-9321-C3E7515F1844}" destId="{C5AEA803-B27B-4E9F-BE9A-7F2618E4A6A6}" srcOrd="0" destOrd="0" parTransId="{48171AFF-BD57-4D8C-B130-283D5E27A224}" sibTransId="{E09521C2-0054-4B14-8D16-DA8A262482C7}"/>
    <dgm:cxn modelId="{9A021A6C-B3B1-4877-809F-8657287BA360}" type="presOf" srcId="{2F288E37-123A-4C0B-A13F-3E0CB89A09BC}" destId="{9DFC4F74-8B25-4D38-826B-BA9DCAACBCDD}" srcOrd="0" destOrd="1" presId="urn:microsoft.com/office/officeart/2005/8/layout/vList5"/>
    <dgm:cxn modelId="{8E22B753-7BDF-495E-94BA-B18075310DCF}" srcId="{F6B393C8-500C-4B31-B88D-986859BDF48B}" destId="{55D8A083-57CA-4D4E-A099-C289FFB9D07A}" srcOrd="0" destOrd="0" parTransId="{76672F37-C03B-4AAA-A298-271EEA127D45}" sibTransId="{51883F9F-3DF4-4DCB-8891-B758B7A5994D}"/>
    <dgm:cxn modelId="{5C9B1A54-0A6E-4EBC-B073-4A48077BCFA4}" type="presOf" srcId="{55D8A083-57CA-4D4E-A099-C289FFB9D07A}" destId="{9DFC4F74-8B25-4D38-826B-BA9DCAACBCDD}" srcOrd="0" destOrd="0" presId="urn:microsoft.com/office/officeart/2005/8/layout/vList5"/>
    <dgm:cxn modelId="{AAAD757F-A8ED-42AE-AC9D-1176B9A428C4}" srcId="{7A04D058-EF2B-452B-9A0D-79C9B2A0E355}" destId="{0D65F06D-80D9-4054-9412-90E0D648314B}" srcOrd="0" destOrd="0" parTransId="{FF99291B-7F4E-41F7-B6EA-FA32C0506E4F}" sibTransId="{715439C1-E2A5-42BE-B614-7E05DC289013}"/>
    <dgm:cxn modelId="{A434AC90-3398-4BC8-A1C3-5572332117D0}" srcId="{2018BAFF-5EA7-4A7C-A971-BEBFAA473025}" destId="{7A04D058-EF2B-452B-9A0D-79C9B2A0E355}" srcOrd="2" destOrd="0" parTransId="{C29C96D1-2123-44C0-A72D-1923B234ADCD}" sibTransId="{CA6DD604-4F01-44A1-A753-4D048841B26A}"/>
    <dgm:cxn modelId="{993D5E96-56BA-4D8C-9742-63DC0DE3B7C4}" type="presOf" srcId="{C5AEA803-B27B-4E9F-BE9A-7F2618E4A6A6}" destId="{65E846CD-C982-455C-A5E8-2A37892E3038}" srcOrd="0" destOrd="0" presId="urn:microsoft.com/office/officeart/2005/8/layout/vList5"/>
    <dgm:cxn modelId="{901A4D98-B080-4F4E-9E44-C49104A78981}" type="presOf" srcId="{0D65F06D-80D9-4054-9412-90E0D648314B}" destId="{5C226DAE-F6FE-41AF-AC65-F17F4884518C}" srcOrd="0" destOrd="0" presId="urn:microsoft.com/office/officeart/2005/8/layout/vList5"/>
    <dgm:cxn modelId="{A128FAA0-E75C-4276-9231-5065B71D9C76}" type="presOf" srcId="{7A04D058-EF2B-452B-9A0D-79C9B2A0E355}" destId="{101F91C6-1D42-4DE9-934D-A2BCA74235CB}" srcOrd="0" destOrd="0" presId="urn:microsoft.com/office/officeart/2005/8/layout/vList5"/>
    <dgm:cxn modelId="{A4216AA8-023B-4D66-AACA-9D8ACF56F091}" type="presOf" srcId="{2018BAFF-5EA7-4A7C-A971-BEBFAA473025}" destId="{7BC93FAC-8445-40DC-9079-51F46E69D610}" srcOrd="0" destOrd="0" presId="urn:microsoft.com/office/officeart/2005/8/layout/vList5"/>
    <dgm:cxn modelId="{876EB6D7-9C15-40EA-B99B-D863FC986B1C}" srcId="{7A04D058-EF2B-452B-9A0D-79C9B2A0E355}" destId="{48624A3C-0CC2-42C9-A050-FF36BF865AE4}" srcOrd="1" destOrd="0" parTransId="{2FC812F5-3A22-45AB-8A28-775696FB75B5}" sibTransId="{629344BD-10D0-4474-BD3C-088B09ADDBD7}"/>
    <dgm:cxn modelId="{2F2015E2-2C23-4FD4-A056-FC442A797BEF}" type="presOf" srcId="{48624A3C-0CC2-42C9-A050-FF36BF865AE4}" destId="{5C226DAE-F6FE-41AF-AC65-F17F4884518C}" srcOrd="0" destOrd="1" presId="urn:microsoft.com/office/officeart/2005/8/layout/vList5"/>
    <dgm:cxn modelId="{239874E2-9CC1-4CC6-BFBF-EA1673369315}" srcId="{5F23797F-FA5B-42DD-9321-C3E7515F1844}" destId="{3C2AB8B3-FCB9-4D49-9AD8-6A7F13AA9027}" srcOrd="1" destOrd="0" parTransId="{646DD881-68E3-4801-899A-7BD29A44C57E}" sibTransId="{65875A9A-ACF6-458D-BCF7-0E759B06C53D}"/>
    <dgm:cxn modelId="{F379E8F4-A572-4CB3-9E92-582719445676}" srcId="{2018BAFF-5EA7-4A7C-A971-BEBFAA473025}" destId="{F6B393C8-500C-4B31-B88D-986859BDF48B}" srcOrd="0" destOrd="0" parTransId="{CC98BF61-4375-4CE2-8564-2DB2A934C119}" sibTransId="{F1B8D9F0-0D42-41A4-83F5-A7A3BD412B79}"/>
    <dgm:cxn modelId="{EDADE3F7-57C3-4052-8F6C-7F9C83E586BF}" srcId="{2018BAFF-5EA7-4A7C-A971-BEBFAA473025}" destId="{5F23797F-FA5B-42DD-9321-C3E7515F1844}" srcOrd="1" destOrd="0" parTransId="{08C7311B-1A13-4D52-8AF3-4C988447B412}" sibTransId="{AD376399-5E3A-47B5-B496-368F6E3C80CF}"/>
    <dgm:cxn modelId="{8BCADF34-1504-4587-84F2-58952E6541DD}" type="presParOf" srcId="{7BC93FAC-8445-40DC-9079-51F46E69D610}" destId="{1C181E41-1080-4CBB-9A1C-A15E541C3E0A}" srcOrd="0" destOrd="0" presId="urn:microsoft.com/office/officeart/2005/8/layout/vList5"/>
    <dgm:cxn modelId="{666F7BD2-88AC-4755-8CE7-C9B48CFF4F89}" type="presParOf" srcId="{1C181E41-1080-4CBB-9A1C-A15E541C3E0A}" destId="{2ED60B5A-FDAB-4926-85AC-FFA4FC6D2E02}" srcOrd="0" destOrd="0" presId="urn:microsoft.com/office/officeart/2005/8/layout/vList5"/>
    <dgm:cxn modelId="{3D2B909D-C9F9-4150-A3DD-792AEE66109F}" type="presParOf" srcId="{1C181E41-1080-4CBB-9A1C-A15E541C3E0A}" destId="{9DFC4F74-8B25-4D38-826B-BA9DCAACBCDD}" srcOrd="1" destOrd="0" presId="urn:microsoft.com/office/officeart/2005/8/layout/vList5"/>
    <dgm:cxn modelId="{241B13B0-F626-4F88-9867-409C3B164F30}" type="presParOf" srcId="{7BC93FAC-8445-40DC-9079-51F46E69D610}" destId="{5ABBCA31-A4CD-46AE-A35D-F2C14B4F36DE}" srcOrd="1" destOrd="0" presId="urn:microsoft.com/office/officeart/2005/8/layout/vList5"/>
    <dgm:cxn modelId="{F817061D-DB19-4BB2-B3DA-BD72AC5B550A}" type="presParOf" srcId="{7BC93FAC-8445-40DC-9079-51F46E69D610}" destId="{D2531F5B-1207-4CB0-B075-E2FD13DECFC3}" srcOrd="2" destOrd="0" presId="urn:microsoft.com/office/officeart/2005/8/layout/vList5"/>
    <dgm:cxn modelId="{049C89B8-175F-4BAF-8A63-69A67986539D}" type="presParOf" srcId="{D2531F5B-1207-4CB0-B075-E2FD13DECFC3}" destId="{A5FD7F95-208A-4878-840B-A011D12C9023}" srcOrd="0" destOrd="0" presId="urn:microsoft.com/office/officeart/2005/8/layout/vList5"/>
    <dgm:cxn modelId="{FC4B6785-563A-44EC-8673-0814A328DF7B}" type="presParOf" srcId="{D2531F5B-1207-4CB0-B075-E2FD13DECFC3}" destId="{65E846CD-C982-455C-A5E8-2A37892E3038}" srcOrd="1" destOrd="0" presId="urn:microsoft.com/office/officeart/2005/8/layout/vList5"/>
    <dgm:cxn modelId="{D19EBEC7-0D41-4224-9979-B318E3300746}" type="presParOf" srcId="{7BC93FAC-8445-40DC-9079-51F46E69D610}" destId="{7410FD5B-F935-47D1-AD0D-C5C02397839F}" srcOrd="3" destOrd="0" presId="urn:microsoft.com/office/officeart/2005/8/layout/vList5"/>
    <dgm:cxn modelId="{8066E58E-0888-49C4-99DC-877FBBFEE80A}" type="presParOf" srcId="{7BC93FAC-8445-40DC-9079-51F46E69D610}" destId="{03618A9D-1CC9-4E38-8439-71616E0B7CA6}" srcOrd="4" destOrd="0" presId="urn:microsoft.com/office/officeart/2005/8/layout/vList5"/>
    <dgm:cxn modelId="{0E7D2049-F99C-46B3-B774-181FDF4D4F57}" type="presParOf" srcId="{03618A9D-1CC9-4E38-8439-71616E0B7CA6}" destId="{101F91C6-1D42-4DE9-934D-A2BCA74235CB}" srcOrd="0" destOrd="0" presId="urn:microsoft.com/office/officeart/2005/8/layout/vList5"/>
    <dgm:cxn modelId="{321F0812-990A-43A6-A54C-31D624190A14}" type="presParOf" srcId="{03618A9D-1CC9-4E38-8439-71616E0B7CA6}" destId="{5C226DAE-F6FE-41AF-AC65-F17F4884518C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F75B05-DEDA-4110-8A0E-23B2918C224C}">
      <dsp:nvSpPr>
        <dsp:cNvPr id="0" name=""/>
        <dsp:cNvSpPr/>
      </dsp:nvSpPr>
      <dsp:spPr>
        <a:xfrm>
          <a:off x="2513" y="0"/>
          <a:ext cx="2634409" cy="506476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alpha val="9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alpha val="9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alpha val="9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Object</a:t>
          </a:r>
          <a:r>
            <a:rPr lang="en-US" sz="1600" kern="1200" dirty="0"/>
            <a:t> - Objects have states and behaviors. Example: A dog has states - color, name, breed as well as behavior such as wagging their tail, barking, eating. An object is an instance of a class. </a:t>
          </a:r>
          <a:endParaRPr lang="en-IN" sz="1600" kern="1200" dirty="0"/>
        </a:p>
      </dsp:txBody>
      <dsp:txXfrm>
        <a:off x="2513" y="2025904"/>
        <a:ext cx="2634409" cy="2025904"/>
      </dsp:txXfrm>
    </dsp:sp>
    <dsp:sp modelId="{77ACCE68-4BFD-48E5-9C12-0559EEAA3D5D}">
      <dsp:nvSpPr>
        <dsp:cNvPr id="0" name=""/>
        <dsp:cNvSpPr/>
      </dsp:nvSpPr>
      <dsp:spPr>
        <a:xfrm>
          <a:off x="687677" y="492974"/>
          <a:ext cx="1264080" cy="1308386"/>
        </a:xfrm>
        <a:prstGeom prst="ellipse">
          <a:avLst/>
        </a:prstGeom>
        <a:blipFill>
          <a:blip xmlns:r="http://schemas.openxmlformats.org/officeDocument/2006/relationships" r:embed="rId1"/>
          <a:srcRect/>
          <a:stretch>
            <a:fillRect t="-8000" b="-8000"/>
          </a:stretch>
        </a:blip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5AD2B001-3138-48FE-A5A2-57208D367085}">
      <dsp:nvSpPr>
        <dsp:cNvPr id="0" name=""/>
        <dsp:cNvSpPr/>
      </dsp:nvSpPr>
      <dsp:spPr>
        <a:xfrm>
          <a:off x="2745354" y="0"/>
          <a:ext cx="2634409" cy="506476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alpha val="90000"/>
                <a:hueOff val="0"/>
                <a:satOff val="0"/>
                <a:lumOff val="0"/>
                <a:alphaOff val="-13333"/>
                <a:satMod val="103000"/>
                <a:lumMod val="102000"/>
                <a:tint val="94000"/>
              </a:schemeClr>
            </a:gs>
            <a:gs pos="50000">
              <a:schemeClr val="accent2">
                <a:alpha val="90000"/>
                <a:hueOff val="0"/>
                <a:satOff val="0"/>
                <a:lumOff val="0"/>
                <a:alphaOff val="-13333"/>
                <a:satMod val="110000"/>
                <a:lumMod val="100000"/>
                <a:shade val="100000"/>
              </a:schemeClr>
            </a:gs>
            <a:gs pos="100000">
              <a:schemeClr val="accent2">
                <a:alpha val="90000"/>
                <a:hueOff val="0"/>
                <a:satOff val="0"/>
                <a:lumOff val="0"/>
                <a:alphaOff val="-13333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Class</a:t>
          </a:r>
          <a:r>
            <a:rPr lang="en-US" sz="1600" kern="1200" dirty="0"/>
            <a:t> - A class can be defined as a template/blueprint that describes the behavior/state that the object of its type supports. </a:t>
          </a:r>
          <a:endParaRPr lang="en-IN" sz="1600" kern="1200" dirty="0"/>
        </a:p>
      </dsp:txBody>
      <dsp:txXfrm>
        <a:off x="2745354" y="2025904"/>
        <a:ext cx="2634409" cy="2025904"/>
      </dsp:txXfrm>
    </dsp:sp>
    <dsp:sp modelId="{90A76A54-3109-4E54-B65A-9CC675100656}">
      <dsp:nvSpPr>
        <dsp:cNvPr id="0" name=""/>
        <dsp:cNvSpPr/>
      </dsp:nvSpPr>
      <dsp:spPr>
        <a:xfrm>
          <a:off x="3310179" y="512935"/>
          <a:ext cx="1445959" cy="1268465"/>
        </a:xfrm>
        <a:prstGeom prst="ellipse">
          <a:avLst/>
        </a:prstGeom>
        <a:blipFill>
          <a:blip xmlns:r="http://schemas.openxmlformats.org/officeDocument/2006/relationships" r:embed="rId1"/>
          <a:srcRect/>
          <a:stretch>
            <a:fillRect t="-8000" b="-8000"/>
          </a:stretch>
        </a:blip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3EA11FB7-0C01-4E01-9EC6-D33DB515C0BE}">
      <dsp:nvSpPr>
        <dsp:cNvPr id="0" name=""/>
        <dsp:cNvSpPr/>
      </dsp:nvSpPr>
      <dsp:spPr>
        <a:xfrm>
          <a:off x="5429396" y="0"/>
          <a:ext cx="2634409" cy="506476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alpha val="90000"/>
                <a:hueOff val="0"/>
                <a:satOff val="0"/>
                <a:lumOff val="0"/>
                <a:alphaOff val="-26667"/>
                <a:satMod val="103000"/>
                <a:lumMod val="102000"/>
                <a:tint val="94000"/>
              </a:schemeClr>
            </a:gs>
            <a:gs pos="50000">
              <a:schemeClr val="accent2">
                <a:alpha val="90000"/>
                <a:hueOff val="0"/>
                <a:satOff val="0"/>
                <a:lumOff val="0"/>
                <a:alphaOff val="-26667"/>
                <a:satMod val="110000"/>
                <a:lumMod val="100000"/>
                <a:shade val="100000"/>
              </a:schemeClr>
            </a:gs>
            <a:gs pos="100000">
              <a:schemeClr val="accent2">
                <a:alpha val="90000"/>
                <a:hueOff val="0"/>
                <a:satOff val="0"/>
                <a:lumOff val="0"/>
                <a:alphaOff val="-26667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Methods</a:t>
          </a:r>
          <a:r>
            <a:rPr lang="en-US" sz="1600" kern="1200" dirty="0"/>
            <a:t> - A method is basically a behavior. A class can contain many methods. It is in methods where the logics are written, data is manipulated and all the actions are executed</a:t>
          </a:r>
          <a:endParaRPr lang="en-IN" sz="1600" kern="1200" dirty="0"/>
        </a:p>
      </dsp:txBody>
      <dsp:txXfrm>
        <a:off x="5429396" y="2025904"/>
        <a:ext cx="2634409" cy="2025904"/>
      </dsp:txXfrm>
    </dsp:sp>
    <dsp:sp modelId="{04F8419F-F455-4F98-93C3-0A37C574F87D}">
      <dsp:nvSpPr>
        <dsp:cNvPr id="0" name=""/>
        <dsp:cNvSpPr/>
      </dsp:nvSpPr>
      <dsp:spPr>
        <a:xfrm>
          <a:off x="5972602" y="473014"/>
          <a:ext cx="1547996" cy="1348307"/>
        </a:xfrm>
        <a:prstGeom prst="ellipse">
          <a:avLst/>
        </a:prstGeom>
        <a:blipFill>
          <a:blip xmlns:r="http://schemas.openxmlformats.org/officeDocument/2006/relationships"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50000" r="-50000"/>
          </a:stretch>
        </a:blip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97FA1EEF-62F6-49D5-AACF-7CEE08E477CA}">
      <dsp:nvSpPr>
        <dsp:cNvPr id="0" name=""/>
        <dsp:cNvSpPr/>
      </dsp:nvSpPr>
      <dsp:spPr>
        <a:xfrm>
          <a:off x="8142837" y="0"/>
          <a:ext cx="2634409" cy="506476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alpha val="90000"/>
                <a:hueOff val="0"/>
                <a:satOff val="0"/>
                <a:lumOff val="0"/>
                <a:alphaOff val="-40000"/>
                <a:satMod val="103000"/>
                <a:lumMod val="102000"/>
                <a:tint val="94000"/>
              </a:schemeClr>
            </a:gs>
            <a:gs pos="50000">
              <a:schemeClr val="accent2">
                <a:alpha val="90000"/>
                <a:hueOff val="0"/>
                <a:satOff val="0"/>
                <a:lumOff val="0"/>
                <a:alphaOff val="-40000"/>
                <a:satMod val="110000"/>
                <a:lumMod val="100000"/>
                <a:shade val="100000"/>
              </a:schemeClr>
            </a:gs>
            <a:gs pos="100000">
              <a:schemeClr val="accent2">
                <a:alpha val="90000"/>
                <a:hueOff val="0"/>
                <a:satOff val="0"/>
                <a:lumOff val="0"/>
                <a:alphaOff val="-4000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Instance</a:t>
          </a:r>
          <a:r>
            <a:rPr lang="en-US" sz="1600" kern="1200" dirty="0"/>
            <a:t> - Each object has its unique set of instance variables. An object's state is created by the values assigned to these instance variables.</a:t>
          </a:r>
          <a:endParaRPr lang="en-IN" sz="1600" kern="1200" dirty="0"/>
        </a:p>
      </dsp:txBody>
      <dsp:txXfrm>
        <a:off x="8142837" y="2025904"/>
        <a:ext cx="2634409" cy="2025904"/>
      </dsp:txXfrm>
    </dsp:sp>
    <dsp:sp modelId="{9D4E38B7-BF2B-4552-AA8C-94362442DA23}">
      <dsp:nvSpPr>
        <dsp:cNvPr id="0" name=""/>
        <dsp:cNvSpPr/>
      </dsp:nvSpPr>
      <dsp:spPr>
        <a:xfrm>
          <a:off x="8744803" y="433101"/>
          <a:ext cx="1430477" cy="1428132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7000" r="-17000"/>
          </a:stretch>
        </a:blip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5A391C3C-DF8D-421E-8BF9-972ACC313D2C}">
      <dsp:nvSpPr>
        <dsp:cNvPr id="0" name=""/>
        <dsp:cNvSpPr/>
      </dsp:nvSpPr>
      <dsp:spPr>
        <a:xfrm>
          <a:off x="431190" y="4051808"/>
          <a:ext cx="9917379" cy="759714"/>
        </a:xfrm>
        <a:prstGeom prst="leftRightArrow">
          <a:avLst/>
        </a:prstGeom>
        <a:gradFill rotWithShape="0">
          <a:gsLst>
            <a:gs pos="0">
              <a:schemeClr val="accent2">
                <a:tint val="4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tint val="4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tint val="4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77A2CE-B113-4E04-9FA7-8298B6E25C72}">
      <dsp:nvSpPr>
        <dsp:cNvPr id="0" name=""/>
        <dsp:cNvSpPr/>
      </dsp:nvSpPr>
      <dsp:spPr>
        <a:xfrm>
          <a:off x="30494" y="0"/>
          <a:ext cx="3321878" cy="3737849"/>
        </a:xfrm>
        <a:prstGeom prst="triangl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96D6E8-324A-4B91-A014-D6CBD782A9F6}">
      <dsp:nvSpPr>
        <dsp:cNvPr id="0" name=""/>
        <dsp:cNvSpPr/>
      </dsp:nvSpPr>
      <dsp:spPr>
        <a:xfrm>
          <a:off x="1660939" y="376030"/>
          <a:ext cx="2159220" cy="664344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0" i="0" u="none" strike="noStrike" kern="1200" baseline="0" dirty="0">
              <a:latin typeface="+mj-lt"/>
            </a:rPr>
            <a:t>Arithmetic</a:t>
          </a:r>
          <a:endParaRPr lang="en-IN" sz="2700" kern="1200" dirty="0">
            <a:latin typeface="+mj-lt"/>
          </a:endParaRPr>
        </a:p>
      </dsp:txBody>
      <dsp:txXfrm>
        <a:off x="1693370" y="408461"/>
        <a:ext cx="2094358" cy="599482"/>
      </dsp:txXfrm>
    </dsp:sp>
    <dsp:sp modelId="{95AA310D-18A1-4389-B20E-36C9564B12E1}">
      <dsp:nvSpPr>
        <dsp:cNvPr id="0" name=""/>
        <dsp:cNvSpPr/>
      </dsp:nvSpPr>
      <dsp:spPr>
        <a:xfrm>
          <a:off x="1660939" y="1121537"/>
          <a:ext cx="2159220" cy="664344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485121"/>
              <a:satOff val="-27976"/>
              <a:lumOff val="287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0" i="0" u="none" strike="noStrike" kern="1200" baseline="0" dirty="0">
              <a:latin typeface="+mj-lt"/>
            </a:rPr>
            <a:t>Bitwise</a:t>
          </a:r>
          <a:endParaRPr lang="en-IN" sz="2700" kern="1200" dirty="0">
            <a:latin typeface="+mj-lt"/>
          </a:endParaRPr>
        </a:p>
      </dsp:txBody>
      <dsp:txXfrm>
        <a:off x="1693370" y="1153968"/>
        <a:ext cx="2094358" cy="599482"/>
      </dsp:txXfrm>
    </dsp:sp>
    <dsp:sp modelId="{C122D789-B96B-4E50-9EC4-217E5B26B11B}">
      <dsp:nvSpPr>
        <dsp:cNvPr id="0" name=""/>
        <dsp:cNvSpPr/>
      </dsp:nvSpPr>
      <dsp:spPr>
        <a:xfrm>
          <a:off x="1660939" y="1868924"/>
          <a:ext cx="2159220" cy="664344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970242"/>
              <a:satOff val="-55952"/>
              <a:lumOff val="575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0" i="0" u="none" strike="noStrike" kern="1200" baseline="0" dirty="0">
              <a:latin typeface="+mj-lt"/>
            </a:rPr>
            <a:t>Logical</a:t>
          </a:r>
          <a:endParaRPr lang="en-IN" sz="2700" kern="1200" dirty="0">
            <a:latin typeface="+mj-lt"/>
          </a:endParaRPr>
        </a:p>
      </dsp:txBody>
      <dsp:txXfrm>
        <a:off x="1693370" y="1901355"/>
        <a:ext cx="2094358" cy="599482"/>
      </dsp:txXfrm>
    </dsp:sp>
    <dsp:sp modelId="{1031A055-147C-43C4-B1BE-F3E20C22912C}">
      <dsp:nvSpPr>
        <dsp:cNvPr id="0" name=""/>
        <dsp:cNvSpPr/>
      </dsp:nvSpPr>
      <dsp:spPr>
        <a:xfrm>
          <a:off x="1660939" y="2616311"/>
          <a:ext cx="2159220" cy="664344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1455363"/>
              <a:satOff val="-83928"/>
              <a:lumOff val="862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0" i="0" u="none" strike="noStrike" kern="1200" baseline="0" dirty="0">
              <a:latin typeface="+mj-lt"/>
            </a:rPr>
            <a:t>Relational</a:t>
          </a:r>
          <a:endParaRPr lang="en-IN" sz="2700" kern="1200" dirty="0">
            <a:latin typeface="+mj-lt"/>
          </a:endParaRPr>
        </a:p>
      </dsp:txBody>
      <dsp:txXfrm>
        <a:off x="1693370" y="2648742"/>
        <a:ext cx="2094358" cy="59948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FC4F74-8B25-4D38-826B-BA9DCAACBCDD}">
      <dsp:nvSpPr>
        <dsp:cNvPr id="0" name=""/>
        <dsp:cNvSpPr/>
      </dsp:nvSpPr>
      <dsp:spPr>
        <a:xfrm rot="5400000">
          <a:off x="4163448" y="-1610964"/>
          <a:ext cx="889441" cy="4337100"/>
        </a:xfrm>
        <a:prstGeom prst="round2Same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Tied to a method</a:t>
          </a:r>
          <a:endParaRPr lang="en-IN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Scope of a local variable is within the method</a:t>
          </a:r>
        </a:p>
      </dsp:txBody>
      <dsp:txXfrm rot="-5400000">
        <a:off x="2439619" y="156284"/>
        <a:ext cx="4293681" cy="802603"/>
      </dsp:txXfrm>
    </dsp:sp>
    <dsp:sp modelId="{2ED60B5A-FDAB-4926-85AC-FFA4FC6D2E02}">
      <dsp:nvSpPr>
        <dsp:cNvPr id="0" name=""/>
        <dsp:cNvSpPr/>
      </dsp:nvSpPr>
      <dsp:spPr>
        <a:xfrm>
          <a:off x="0" y="1684"/>
          <a:ext cx="2439619" cy="1111801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/>
            <a:t>Local Variables</a:t>
          </a:r>
          <a:endParaRPr lang="en-IN" sz="2200" kern="1200" dirty="0"/>
        </a:p>
      </dsp:txBody>
      <dsp:txXfrm>
        <a:off x="54274" y="55958"/>
        <a:ext cx="2331071" cy="1003253"/>
      </dsp:txXfrm>
    </dsp:sp>
    <dsp:sp modelId="{65E846CD-C982-455C-A5E8-2A37892E3038}">
      <dsp:nvSpPr>
        <dsp:cNvPr id="0" name=""/>
        <dsp:cNvSpPr/>
      </dsp:nvSpPr>
      <dsp:spPr>
        <a:xfrm rot="5400000">
          <a:off x="4163448" y="-443572"/>
          <a:ext cx="889441" cy="4337100"/>
        </a:xfrm>
        <a:prstGeom prst="round2SameRect">
          <a:avLst/>
        </a:prstGeom>
        <a:solidFill>
          <a:schemeClr val="accent5">
            <a:tint val="40000"/>
            <a:alpha val="90000"/>
            <a:hueOff val="-3695877"/>
            <a:satOff val="-6408"/>
            <a:lumOff val="-644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3695877"/>
              <a:satOff val="-6408"/>
              <a:lumOff val="-64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600" kern="1200" dirty="0"/>
            <a:t>Tied to an object</a:t>
          </a:r>
          <a:endParaRPr lang="en-IN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600" kern="1200" dirty="0"/>
            <a:t>Scope of an instance variable is the whole class</a:t>
          </a:r>
          <a:endParaRPr lang="en-IN" sz="1600" kern="1200" dirty="0"/>
        </a:p>
      </dsp:txBody>
      <dsp:txXfrm rot="-5400000">
        <a:off x="2439619" y="1323676"/>
        <a:ext cx="4293681" cy="802603"/>
      </dsp:txXfrm>
    </dsp:sp>
    <dsp:sp modelId="{A5FD7F95-208A-4878-840B-A011D12C9023}">
      <dsp:nvSpPr>
        <dsp:cNvPr id="0" name=""/>
        <dsp:cNvSpPr/>
      </dsp:nvSpPr>
      <dsp:spPr>
        <a:xfrm>
          <a:off x="0" y="1169076"/>
          <a:ext cx="2439619" cy="1111801"/>
        </a:xfrm>
        <a:prstGeom prst="roundRect">
          <a:avLst/>
        </a:prstGeom>
        <a:solidFill>
          <a:schemeClr val="accent5">
            <a:hueOff val="-3676672"/>
            <a:satOff val="-5114"/>
            <a:lumOff val="-196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/>
            <a:t>Instance Variables (Non-static)</a:t>
          </a:r>
          <a:endParaRPr lang="en-IN" sz="2200" kern="1200" dirty="0"/>
        </a:p>
      </dsp:txBody>
      <dsp:txXfrm>
        <a:off x="54274" y="1223350"/>
        <a:ext cx="2331071" cy="1003253"/>
      </dsp:txXfrm>
    </dsp:sp>
    <dsp:sp modelId="{5C226DAE-F6FE-41AF-AC65-F17F4884518C}">
      <dsp:nvSpPr>
        <dsp:cNvPr id="0" name=""/>
        <dsp:cNvSpPr/>
      </dsp:nvSpPr>
      <dsp:spPr>
        <a:xfrm rot="5400000">
          <a:off x="4163448" y="723819"/>
          <a:ext cx="889441" cy="4337100"/>
        </a:xfrm>
        <a:prstGeom prst="round2SameRect">
          <a:avLst/>
        </a:prstGeom>
        <a:solidFill>
          <a:schemeClr val="accent5">
            <a:tint val="40000"/>
            <a:alpha val="90000"/>
            <a:hueOff val="-7391755"/>
            <a:satOff val="-12816"/>
            <a:lumOff val="-1289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7391755"/>
              <a:satOff val="-12816"/>
              <a:lumOff val="-128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600" kern="1200" dirty="0"/>
            <a:t>Tied to a class</a:t>
          </a:r>
          <a:endParaRPr lang="en-IN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600" kern="1200" dirty="0"/>
            <a:t>Shared by all instances of a class</a:t>
          </a:r>
          <a:endParaRPr lang="en-IN" sz="1600" kern="1200" dirty="0"/>
        </a:p>
      </dsp:txBody>
      <dsp:txXfrm rot="-5400000">
        <a:off x="2439619" y="2491068"/>
        <a:ext cx="4293681" cy="802603"/>
      </dsp:txXfrm>
    </dsp:sp>
    <dsp:sp modelId="{101F91C6-1D42-4DE9-934D-A2BCA74235CB}">
      <dsp:nvSpPr>
        <dsp:cNvPr id="0" name=""/>
        <dsp:cNvSpPr/>
      </dsp:nvSpPr>
      <dsp:spPr>
        <a:xfrm>
          <a:off x="0" y="2336468"/>
          <a:ext cx="2439619" cy="1111801"/>
        </a:xfrm>
        <a:prstGeom prst="roundRect">
          <a:avLst/>
        </a:prstGeom>
        <a:solidFill>
          <a:schemeClr val="accent5">
            <a:hueOff val="-7353344"/>
            <a:satOff val="-10228"/>
            <a:lumOff val="-392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/>
            <a:t>Static Variables</a:t>
          </a:r>
          <a:endParaRPr lang="en-IN" sz="2200" kern="1200" dirty="0"/>
        </a:p>
      </dsp:txBody>
      <dsp:txXfrm>
        <a:off x="54274" y="2390742"/>
        <a:ext cx="2331071" cy="100325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7">
  <dgm:title val=""/>
  <dgm:desc val=""/>
  <dgm:catLst>
    <dgm:cat type="list" pri="12000"/>
    <dgm:cat type="process" pri="20000"/>
    <dgm:cat type="relationship" pri="14000"/>
    <dgm:cat type="convert" pri="8000"/>
    <dgm:cat type="picture" pri="25000"/>
    <dgm:cat type="pictureconvert" pri="2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fgShape" refType="w" fact="0.92"/>
      <dgm:constr type="h" for="ch" forName="fgShape" refType="h" fact="0.15"/>
      <dgm:constr type="b" for="ch" forName="fgShape" refType="h" fact="0.95"/>
      <dgm:constr type="ctrX" for="ch" forName="fgShape" refType="w" fact="0.5"/>
      <dgm:constr type="w" for="ch" forName="linComp" refType="w"/>
      <dgm:constr type="h" for="ch" forName="linComp" refType="h"/>
      <dgm:constr type="ctrX" for="ch" forName="linComp" refType="w" fact="0.5"/>
    </dgm:constrLst>
    <dgm:ruleLst/>
    <dgm:layoutNode name="fgShape" styleLbl="fgShp">
      <dgm:alg type="sp"/>
      <dgm:shape xmlns:r="http://schemas.openxmlformats.org/officeDocument/2006/relationships" type="leftRightArrow" r:blip="" zOrderOff="99999">
        <dgm:adjLst/>
      </dgm:shape>
      <dgm:presOf/>
      <dgm:constrLst/>
      <dgm:ruleLst/>
    </dgm:layoutNode>
    <dgm:layoutNode name="linComp"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h"/>
        <dgm:constr type="w" for="ch" ptType="sibTrans" refType="w" refFor="ch" refForName="compNode" fact="0.03"/>
        <dgm:constr type="primFontSz" for="des" ptType="node" op="equ" val="65"/>
      </dgm:constrLst>
      <dgm:ruleLst/>
      <dgm:forEach name="nodesForEach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bkgdShape" refType="w"/>
            <dgm:constr type="h" for="ch" forName="bkgdShape" refType="h"/>
            <dgm:constr type="w" for="ch" forName="nodeTx" refType="w"/>
            <dgm:constr type="h" for="ch" forName="nodeTx" refType="h" fact="0.4"/>
            <dgm:constr type="b" for="ch" forName="nodeTx" refType="h" fact="0.8"/>
            <dgm:constr type="w" for="ch" forName="invisiNode" refType="w" fact="0.01"/>
            <dgm:constr type="h" for="ch" forName="invisiNode" refType="h" fact="0.06"/>
            <dgm:constr type="t" for="ch" forName="invisiNode"/>
            <dgm:constr type="ctrX" for="ch" forName="invisiNode" refType="w" fact="0.5"/>
            <dgm:constr type="h" for="ch" forName="imagNode" refType="h" fact="0.333"/>
            <dgm:constr type="w" for="ch" forName="imagNode" refType="h" refFor="ch" refForName="imagNode"/>
            <dgm:constr type="ctrX" for="ch" forName="imagNode" refType="w" fact="0.5"/>
            <dgm:constr type="t" for="ch" forName="imagNode" refType="h" fact="0.06"/>
            <dgm:constr type="w" for="ch" forName="imagNode" refType="w" op="lte" fact="0.94"/>
          </dgm:constrLst>
          <dgm:ruleLst/>
          <dgm:layoutNode name="bkgdShape"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nodeTx">
            <dgm:varLst>
              <dgm:bulletEnabled val="1"/>
            </dgm:varLst>
            <dgm:alg type="tx">
              <dgm:param type="txAnchorVert" val="mid"/>
              <dgm:param type="txAnchorHorzCh" val="ctr"/>
              <dgm:param type="stBulletLvl" val="2"/>
            </dgm:alg>
            <dgm:shape xmlns:r="http://schemas.openxmlformats.org/officeDocument/2006/relationships" type="rect" r:blip="" hideGeom="1">
              <dgm:adjLst/>
            </dgm:shape>
            <dgm:presOf axis="desOrSelf" ptType="node"/>
            <dgm:constrLst/>
            <dgm:ruleLst>
              <dgm:rule type="primFontSz" val="5" fact="NaN" max="NaN"/>
            </dgm:ruleLst>
          </dgm:layoutNode>
          <dgm:layoutNode name="invisiNode">
            <dgm:alg type="sp"/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/>
            <dgm:constrLst/>
            <dgm:ruleLst/>
          </dgm:layoutNode>
          <dgm:layoutNode name="imagNode" styleLbl="fgImgPlace1">
            <dgm:alg type="sp"/>
            <dgm:shape xmlns:r="http://schemas.openxmlformats.org/officeDocument/2006/relationships" type="ellipse" r:blip="" blipPhldr="1">
              <dgm:adjLst/>
            </dgm:shape>
            <dgm:presOf/>
            <dgm:constrLst/>
            <dgm:ruleLst/>
          </dgm:layoutNode>
        </dgm:layoutNode>
        <dgm:forEach name="sibTransForEach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yramid2">
  <dgm:title val=""/>
  <dgm:desc val=""/>
  <dgm:catLst>
    <dgm:cat type="pyramid" pri="3000"/>
    <dgm:cat type="list" pri="21000"/>
    <dgm:cat type="convert" pri="1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alg type="composite"/>
    <dgm:shape xmlns:r="http://schemas.openxmlformats.org/officeDocument/2006/relationships" r:blip="">
      <dgm:adjLst/>
    </dgm:shape>
    <dgm:presOf/>
    <dgm:varLst>
      <dgm:dir/>
      <dgm:resizeHandles/>
    </dgm:varLst>
    <dgm:choose name="Name0">
      <dgm:if name="Name1" func="var" arg="dir" op="equ" val="norm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l" for="ch" forName="theList" refType="w" refFor="ch" refForName="pyramid" fact="0.5"/>
          <dgm:constr type="h" for="des" forName="aSpace" refType="h" fact="0.1"/>
        </dgm:constrLst>
      </dgm:if>
      <dgm:else name="Name2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r" for="ch" forName="theList" refType="w" refFor="ch" refForName="pyramid" fact="0.5"/>
          <dgm:constr type="h" for="des" forName="aSpace" refType="h" fact="0.1"/>
        </dgm:constrLst>
      </dgm:else>
    </dgm:choose>
    <dgm:ruleLst/>
    <dgm:choose name="Name3">
      <dgm:if name="Name4" axis="ch" ptType="node" func="cnt" op="gte" val="1">
        <dgm:layoutNode name="pyramid" styleLbl="node1">
          <dgm:alg type="sp"/>
          <dgm:shape xmlns:r="http://schemas.openxmlformats.org/officeDocument/2006/relationships" type="triangle" r:blip="">
            <dgm:adjLst/>
          </dgm:shape>
          <dgm:presOf/>
          <dgm:constrLst/>
          <dgm:ruleLst/>
        </dgm:layoutNode>
        <dgm:layoutNode name="theLis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aNode" refType="w"/>
            <dgm:constr type="h" for="ch" forName="aNode" refType="h"/>
            <dgm:constr type="primFontSz" for="ch" ptType="node" op="equ"/>
          </dgm:constrLst>
          <dgm:ruleLst/>
          <dgm:forEach name="aNodeForEach" axis="ch" ptType="node">
            <dgm:layoutNode name="aNode" styleLbl="fgAcc1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layoutNode name="a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layoutNode>
      </dgm:if>
      <dgm:else name="Name5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CDA8E9-9948-4BC7-A1DE-415AE6D34228}" type="datetimeFigureOut">
              <a:rPr lang="en-US" smtClean="0"/>
              <a:pPr/>
              <a:t>12/17/2024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B5F544-A886-482E-AF73-1D6364AAC65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91961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A4AE53-78AB-4E30-A376-70F5FA87A326}" type="datetimeFigureOut">
              <a:rPr lang="en-US" smtClean="0"/>
              <a:pPr/>
              <a:t>12/17/2024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732FBC-CC67-4B17-8935-02F23E3364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55582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17823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2895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3784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19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369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14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201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216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204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19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860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762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815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941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 userDrawn="1"/>
        </p:nvSpPr>
        <p:spPr>
          <a:xfrm>
            <a:off x="-19050" y="1905000"/>
            <a:ext cx="12211050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8"/>
          <p:cNvSpPr/>
          <p:nvPr userDrawn="1"/>
        </p:nvSpPr>
        <p:spPr>
          <a:xfrm>
            <a:off x="-19050" y="0"/>
            <a:ext cx="12211050" cy="4438650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5" name="Прямоугольник 3"/>
          <p:cNvSpPr/>
          <p:nvPr userDrawn="1"/>
        </p:nvSpPr>
        <p:spPr>
          <a:xfrm>
            <a:off x="1085850" y="1009650"/>
            <a:ext cx="10020300" cy="5238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847850" y="2819400"/>
            <a:ext cx="8496300" cy="2800350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9740816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B3ACE-D620-4EC3-88A7-3E317E64F19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12/17/2024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A48AB-23F1-45F1-98E5-D2CDC7A5261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68353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30204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909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71595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735627" y="164638"/>
            <a:ext cx="9456373" cy="76808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735627" y="932723"/>
            <a:ext cx="9456373" cy="38404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0" y="1"/>
            <a:ext cx="2543605" cy="68641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43781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2276872"/>
            <a:ext cx="12192000" cy="2400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3" name="Isosceles Triangle 2"/>
          <p:cNvSpPr/>
          <p:nvPr userDrawn="1"/>
        </p:nvSpPr>
        <p:spPr>
          <a:xfrm rot="10800000">
            <a:off x="158339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2" name="Isosceles Triangle 11"/>
          <p:cNvSpPr/>
          <p:nvPr userDrawn="1"/>
        </p:nvSpPr>
        <p:spPr>
          <a:xfrm rot="10800000">
            <a:off x="446371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3" name="Isosceles Triangle 12"/>
          <p:cNvSpPr/>
          <p:nvPr userDrawn="1"/>
        </p:nvSpPr>
        <p:spPr>
          <a:xfrm rot="10800000">
            <a:off x="734403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4" name="Isosceles Triangle 13"/>
          <p:cNvSpPr/>
          <p:nvPr userDrawn="1"/>
        </p:nvSpPr>
        <p:spPr>
          <a:xfrm rot="10800000">
            <a:off x="10224348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815413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3695732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6576051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9456369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7721753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5231904" y="2276872"/>
            <a:ext cx="5711957" cy="39364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103445" y="1412776"/>
            <a:ext cx="4560000" cy="369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6200522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990600"/>
            <a:ext cx="3887755" cy="5867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4079776" y="0"/>
            <a:ext cx="8112224" cy="36210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957474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1013496"/>
            <a:ext cx="3887755" cy="35676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8304245" y="0"/>
            <a:ext cx="3887755" cy="45811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0" y="4773149"/>
            <a:ext cx="6096000" cy="20848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4759519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595027" y="4101331"/>
            <a:ext cx="2400000" cy="2304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9196973" y="1700808"/>
            <a:ext cx="2400000" cy="2304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3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95027" y="1700808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9196973" y="4101331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3119669" y="4101331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3119669" y="1700808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835944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709650" y="480055"/>
            <a:ext cx="4224469" cy="41970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5126140" y="480056"/>
            <a:ext cx="6336704" cy="229610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5126140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7310492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7" hasCustomPrompt="1"/>
          </p:nvPr>
        </p:nvSpPr>
        <p:spPr>
          <a:xfrm>
            <a:off x="9494844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0230215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6767" y="2276873"/>
            <a:ext cx="7238124" cy="3966041"/>
          </a:xfrm>
          <a:prstGeom prst="rect">
            <a:avLst/>
          </a:prstGeom>
        </p:spPr>
      </p:pic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705875" y="2485912"/>
            <a:ext cx="4832891" cy="31242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804153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Picture 4" descr="D:\Fullppt\005-PNG이미지\모니터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400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D:\Fullppt\005-PNG이미지\모니터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6826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D:\Fullppt\005-PNG이미지\모니터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7251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90990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53956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816922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Rectangle 15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Rectangle 16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940683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410107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1465714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472011" y="1508786"/>
            <a:ext cx="3799787" cy="4865561"/>
            <a:chOff x="354008" y="1131589"/>
            <a:chExt cx="2849840" cy="3649171"/>
          </a:xfrm>
        </p:grpSpPr>
        <p:sp>
          <p:nvSpPr>
            <p:cNvPr id="6" name="Rounded Rectangle 5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name="adj" fmla="val 3968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 dirty="0">
                <a:solidFill>
                  <a:prstClr val="white"/>
                </a:solidFill>
              </a:endParaRP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31932" y="1347500"/>
              <a:ext cx="108520" cy="3240473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white"/>
                </a:solidFill>
              </a:endParaRPr>
            </a:p>
          </p:txBody>
        </p:sp>
        <p:sp>
          <p:nvSpPr>
            <p:cNvPr id="12" name="Half Frame 11"/>
            <p:cNvSpPr/>
            <p:nvPr/>
          </p:nvSpPr>
          <p:spPr>
            <a:xfrm rot="5400000">
              <a:off x="2592642" y="1238201"/>
              <a:ext cx="502331" cy="502331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21978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391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60" r:id="rId12"/>
    <p:sldLayoutId id="214748370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8544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</p:sldLayoutIdLst>
  <p:txStyles>
    <p:titleStyle>
      <a:lvl1pPr algn="ctr" defTabSz="1219170" rtl="0" eaLnBrk="1" latinLnBrk="1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1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1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1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1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20.jpe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earnjavaonline.org/" TargetMode="External"/><Relationship Id="rId2" Type="http://schemas.openxmlformats.org/officeDocument/2006/relationships/hyperlink" Target="https://www.youtube.com/watch?v=0MFC_Vw9NxY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4C510F9-3901-D99D-4667-964DB4AB2297}"/>
              </a:ext>
            </a:extLst>
          </p:cNvPr>
          <p:cNvSpPr/>
          <p:nvPr/>
        </p:nvSpPr>
        <p:spPr>
          <a:xfrm>
            <a:off x="-4420" y="5433671"/>
            <a:ext cx="12196420" cy="15185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D0057B8-028E-75A5-670F-ECCA43767AEC}"/>
              </a:ext>
            </a:extLst>
          </p:cNvPr>
          <p:cNvSpPr/>
          <p:nvPr/>
        </p:nvSpPr>
        <p:spPr>
          <a:xfrm>
            <a:off x="302197" y="5901985"/>
            <a:ext cx="45719" cy="61388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397AF522-1978-E45A-E26A-EDB33E3B40A4}"/>
              </a:ext>
            </a:extLst>
          </p:cNvPr>
          <p:cNvSpPr txBox="1">
            <a:spLocks/>
          </p:cNvSpPr>
          <p:nvPr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5" name="Right Triangle 4">
            <a:extLst>
              <a:ext uri="{FF2B5EF4-FFF2-40B4-BE49-F238E27FC236}">
                <a16:creationId xmlns:a16="http://schemas.microsoft.com/office/drawing/2014/main" id="{94C012A7-043C-625E-84B8-A251CA773A9C}"/>
              </a:ext>
            </a:extLst>
          </p:cNvPr>
          <p:cNvSpPr/>
          <p:nvPr/>
        </p:nvSpPr>
        <p:spPr>
          <a:xfrm flipV="1">
            <a:off x="9506857" y="5939880"/>
            <a:ext cx="1291772" cy="1157606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1B2AB5C2-20B6-437F-8708-094D15398EA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788" y="3121720"/>
          <a:ext cx="3303056" cy="31480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orelDRAW" r:id="rId2" imgW="2169000" imgH="2169360" progId="">
                  <p:embed/>
                </p:oleObj>
              </mc:Choice>
              <mc:Fallback>
                <p:oleObj name="CorelDRAW" r:id="rId2" imgW="2169000" imgH="2169360" progId="">
                  <p:embed/>
                  <p:pic>
                    <p:nvPicPr>
                      <p:cNvPr id="48" name="Object 47">
                        <a:extLst>
                          <a:ext uri="{FF2B5EF4-FFF2-40B4-BE49-F238E27FC236}">
                            <a16:creationId xmlns:a16="http://schemas.microsoft.com/office/drawing/2014/main" id="{CAD0D7B8-E462-453C-B296-CA0154FA54A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lum bright="76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788" y="3121720"/>
                        <a:ext cx="3303056" cy="314805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ight Triangle 6">
            <a:extLst>
              <a:ext uri="{FF2B5EF4-FFF2-40B4-BE49-F238E27FC236}">
                <a16:creationId xmlns:a16="http://schemas.microsoft.com/office/drawing/2014/main" id="{6A439D30-9F4B-9096-3809-5009A74BDE9A}"/>
              </a:ext>
            </a:extLst>
          </p:cNvPr>
          <p:cNvSpPr/>
          <p:nvPr/>
        </p:nvSpPr>
        <p:spPr>
          <a:xfrm flipH="1">
            <a:off x="7530662" y="5128705"/>
            <a:ext cx="5146562" cy="5852440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576A8B0-E2A2-20D7-81C3-BD1B7D4F141D}"/>
              </a:ext>
            </a:extLst>
          </p:cNvPr>
          <p:cNvSpPr/>
          <p:nvPr/>
        </p:nvSpPr>
        <p:spPr>
          <a:xfrm>
            <a:off x="2124074" y="2025525"/>
            <a:ext cx="6829425" cy="1580679"/>
          </a:xfrm>
          <a:prstGeom prst="rect">
            <a:avLst/>
          </a:prstGeom>
          <a:gradFill flip="none" rotWithShape="1">
            <a:gsLst>
              <a:gs pos="15000">
                <a:srgbClr val="FFFFFF">
                  <a:alpha val="34000"/>
                </a:srgbClr>
              </a:gs>
              <a:gs pos="94000">
                <a:srgbClr val="FFFFFF">
                  <a:alpha val="34000"/>
                </a:srgbClr>
              </a:gs>
              <a:gs pos="2655">
                <a:schemeClr val="bg1">
                  <a:alpha val="0"/>
                </a:schemeClr>
              </a:gs>
              <a:gs pos="5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62623EE-06F9-30C7-0C4C-F557A55D868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5742"/>
                    </a14:imgEffect>
                    <a14:imgEffect>
                      <a14:saturation sat="23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04" y="24501"/>
            <a:ext cx="3859753" cy="1538254"/>
          </a:xfrm>
          <a:prstGeom prst="rect">
            <a:avLst/>
          </a:prstGeom>
        </p:spPr>
      </p:pic>
      <p:sp>
        <p:nvSpPr>
          <p:cNvPr id="10" name="Right Triangle 9">
            <a:extLst>
              <a:ext uri="{FF2B5EF4-FFF2-40B4-BE49-F238E27FC236}">
                <a16:creationId xmlns:a16="http://schemas.microsoft.com/office/drawing/2014/main" id="{EFCF20D5-8D37-7A44-973B-5265E77BDAE6}"/>
              </a:ext>
            </a:extLst>
          </p:cNvPr>
          <p:cNvSpPr/>
          <p:nvPr/>
        </p:nvSpPr>
        <p:spPr>
          <a:xfrm rot="10800000" flipV="1">
            <a:off x="9829797" y="5333999"/>
            <a:ext cx="2366623" cy="1600201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E0C5AA-25A0-35F7-E18B-0C8B10EB76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81359" y="6029085"/>
            <a:ext cx="492860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/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DISCOVER . </a:t>
            </a:r>
            <a:r>
              <a:rPr lang="en-US" sz="2000" b="1" dirty="0">
                <a:solidFill>
                  <a:srgbClr val="C00000"/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LEARN</a:t>
            </a:r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 . EMPOWER</a:t>
            </a:r>
            <a:endParaRPr lang="en-US" sz="1200" b="1" dirty="0">
              <a:solidFill>
                <a:prstClr val="black"/>
              </a:solidFill>
              <a:latin typeface="Casper" panose="02000506000000020004" pitchFamily="2" charset="0"/>
            </a:endParaRPr>
          </a:p>
          <a:p>
            <a:pPr eaLnBrk="1" hangingPunct="1"/>
            <a:endParaRPr lang="en-US" sz="1600" b="1" dirty="0">
              <a:latin typeface="Casper" panose="02000506000000020004" pitchFamily="2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B947C57-837D-F78D-9A47-C2F85A7C826F}"/>
              </a:ext>
            </a:extLst>
          </p:cNvPr>
          <p:cNvSpPr/>
          <p:nvPr/>
        </p:nvSpPr>
        <p:spPr>
          <a:xfrm>
            <a:off x="6885780" y="6043646"/>
            <a:ext cx="45719" cy="3706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11D956E-0739-D1F5-850D-8D55F3BCAD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41980" y="735788"/>
            <a:ext cx="8788843" cy="58523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800" b="1" dirty="0">
                <a:latin typeface="Times New Roman" panose="02020603050405020304" pitchFamily="18" charset="0"/>
                <a:ea typeface="Karla" pitchFamily="2" charset="0"/>
                <a:cs typeface="Times New Roman" panose="02020603050405020304" pitchFamily="18" charset="0"/>
              </a:rPr>
              <a:t>INSTITUTE : UIE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800" b="1" dirty="0">
                <a:latin typeface="Times New Roman" panose="02020603050405020304" pitchFamily="18" charset="0"/>
                <a:ea typeface="Karla" pitchFamily="2" charset="0"/>
                <a:cs typeface="Times New Roman" panose="02020603050405020304" pitchFamily="18" charset="0"/>
              </a:rPr>
              <a:t>DEPARTMENT : CSE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Bachelor of Engineering (Computer Science &amp; Engineering) </a:t>
            </a:r>
          </a:p>
          <a:p>
            <a:pPr algn="ctr"/>
            <a:endParaRPr lang="en-IN" sz="2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 Oriented Programming using Java</a:t>
            </a:r>
          </a:p>
          <a:p>
            <a:pPr algn="ctr"/>
            <a:r>
              <a:rPr lang="en-US" sz="2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2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23CSP-202 </a:t>
            </a:r>
            <a:r>
              <a:rPr lang="en-US" sz="2800" b="1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3200" b="1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3200" b="1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b="1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						</a:t>
            </a:r>
            <a:r>
              <a:rPr lang="en-US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					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3200" b="1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3135C69-FFF7-9399-0BB6-F567497BB6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2294" y="4269276"/>
            <a:ext cx="4868754" cy="1723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TOPIC OF PRESENTATION:</a:t>
            </a:r>
          </a:p>
          <a:p>
            <a:pPr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Fundamentals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2400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en-US" sz="1600" dirty="0">
              <a:latin typeface="Raleway ExtraBold" pitchFamily="34" charset="-52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33D3027-0EC9-C709-83E5-9D03F45DE189}"/>
              </a:ext>
            </a:extLst>
          </p:cNvPr>
          <p:cNvSpPr txBox="1"/>
          <p:nvPr/>
        </p:nvSpPr>
        <p:spPr>
          <a:xfrm>
            <a:off x="9610395" y="4790596"/>
            <a:ext cx="2098844" cy="11864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Prepared by: Bhavneet Kaur</a:t>
            </a:r>
          </a:p>
          <a:p>
            <a:pPr lvl="0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Master Subject Coordinator</a:t>
            </a:r>
          </a:p>
        </p:txBody>
      </p:sp>
      <p:sp>
        <p:nvSpPr>
          <p:cNvPr id="16" name="Title 3">
            <a:extLst>
              <a:ext uri="{FF2B5EF4-FFF2-40B4-BE49-F238E27FC236}">
                <a16:creationId xmlns:a16="http://schemas.microsoft.com/office/drawing/2014/main" id="{BFED5B9B-DE9F-27E9-6BFF-FDB0F26EEA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19" name="Content Placeholder 4">
            <a:extLst>
              <a:ext uri="{FF2B5EF4-FFF2-40B4-BE49-F238E27FC236}">
                <a16:creationId xmlns:a16="http://schemas.microsoft.com/office/drawing/2014/main" id="{561CCE08-38E3-04B3-8F54-4ED0D07739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456" y="1904308"/>
            <a:ext cx="10515600" cy="4351338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17949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9263" y="1840230"/>
            <a:ext cx="4322762" cy="4516120"/>
          </a:xfrm>
        </p:spPr>
        <p:txBody>
          <a:bodyPr>
            <a:normAutofit/>
          </a:bodyPr>
          <a:lstStyle/>
          <a:p>
            <a:endParaRPr lang="en-IN" dirty="0">
              <a:latin typeface="+mj-lt"/>
            </a:endParaRPr>
          </a:p>
          <a:p>
            <a:r>
              <a:rPr lang="en-US" sz="2600" dirty="0">
                <a:latin typeface="+mj-lt"/>
                <a:cs typeface="Times New Roman" panose="02020603050405020304" pitchFamily="18" charset="0"/>
              </a:rPr>
              <a:t>In this lecture, we will discuss: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600" dirty="0">
                <a:latin typeface="+mj-lt"/>
                <a:cs typeface="Times New Roman" panose="02020603050405020304" pitchFamily="18" charset="0"/>
              </a:rPr>
              <a:t>About various java API’s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600" dirty="0">
                <a:latin typeface="+mj-lt"/>
                <a:cs typeface="Times New Roman" panose="02020603050405020304" pitchFamily="18" charset="0"/>
              </a:rPr>
              <a:t>Various java keywords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600" dirty="0">
                <a:latin typeface="+mj-lt"/>
                <a:cs typeface="Times New Roman" panose="02020603050405020304" pitchFamily="18" charset="0"/>
              </a:rPr>
              <a:t>Identifiers and data types are discussed along with their programs.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600" dirty="0">
                <a:latin typeface="+mj-lt"/>
                <a:cs typeface="Times New Roman" panose="02020603050405020304" pitchFamily="18" charset="0"/>
              </a:rPr>
              <a:t>Operators </a:t>
            </a:r>
          </a:p>
          <a:p>
            <a:endParaRPr lang="en-US" sz="2400" dirty="0">
              <a:latin typeface="+mj-lt"/>
              <a:cs typeface="Times New Roman" panose="02020603050405020304" pitchFamily="18" charset="0"/>
            </a:endParaRPr>
          </a:p>
          <a:p>
            <a:endParaRPr lang="en-US" dirty="0">
              <a:latin typeface="+mj-lt"/>
            </a:endParaRPr>
          </a:p>
          <a:p>
            <a:endParaRPr lang="en-US" dirty="0">
              <a:latin typeface="+mj-lt"/>
            </a:endParaRPr>
          </a:p>
          <a:p>
            <a:endParaRPr lang="en-US" dirty="0">
              <a:latin typeface="+mj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700722" y="501650"/>
            <a:ext cx="4456567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US" sz="4400" dirty="0">
                <a:latin typeface="Calibri he"/>
              </a:rPr>
              <a:t>Lecture </a:t>
            </a:r>
            <a:r>
              <a:rPr lang="en-US" sz="4400" dirty="0">
                <a:latin typeface="+mn-lt"/>
              </a:rPr>
              <a:t>Objectives</a:t>
            </a:r>
            <a:br>
              <a:rPr lang="en-US" sz="2000" b="1" dirty="0">
                <a:latin typeface="Calibri he"/>
                <a:ea typeface="Karla" pitchFamily="2" charset="0"/>
                <a:cs typeface="Karla" pitchFamily="2" charset="0"/>
              </a:rPr>
            </a:br>
            <a:endParaRPr lang="en-US" sz="1600" dirty="0">
              <a:latin typeface="Calibri he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5295900" y="838200"/>
            <a:ext cx="5867400" cy="551815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9262" y="1611630"/>
            <a:ext cx="4322762" cy="474472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80FB9F60-C0EA-46DF-90E1-77B6313A89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405890"/>
            <a:ext cx="4305300" cy="4503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8015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/>
          <p:cNvSpPr>
            <a:spLocks noGrp="1" noChangeArrowheads="1"/>
          </p:cNvSpPr>
          <p:nvPr>
            <p:ph type="title"/>
          </p:nvPr>
        </p:nvSpPr>
        <p:spPr>
          <a:xfrm>
            <a:off x="2508885" y="0"/>
            <a:ext cx="7924800" cy="720725"/>
          </a:xfrm>
        </p:spPr>
        <p:txBody>
          <a:bodyPr>
            <a:normAutofit fontScale="90000"/>
          </a:bodyPr>
          <a:lstStyle/>
          <a:p>
            <a:pPr algn="ctr"/>
            <a:br>
              <a:rPr lang="en-US" b="1" dirty="0"/>
            </a:br>
            <a:r>
              <a:rPr lang="en-US" b="1" dirty="0"/>
              <a:t>JAVA API</a:t>
            </a:r>
          </a:p>
        </p:txBody>
      </p:sp>
      <p:sp>
        <p:nvSpPr>
          <p:cNvPr id="1239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447800"/>
            <a:ext cx="12192000" cy="5410200"/>
          </a:xfrm>
        </p:spPr>
        <p:txBody>
          <a:bodyPr>
            <a:normAutofit/>
          </a:bodyPr>
          <a:lstStyle/>
          <a:p>
            <a:r>
              <a:rPr lang="en-US" sz="2600" dirty="0"/>
              <a:t>Java application programming interface (API) is a </a:t>
            </a:r>
            <a:r>
              <a:rPr lang="en-US" sz="2600" b="1" dirty="0"/>
              <a:t>list of all classes</a:t>
            </a:r>
            <a:r>
              <a:rPr lang="en-US" sz="2600" dirty="0"/>
              <a:t> that are part of the Java development kit (JDK).</a:t>
            </a:r>
          </a:p>
          <a:p>
            <a:r>
              <a:rPr lang="en-US" sz="2600" dirty="0"/>
              <a:t> It includes all </a:t>
            </a:r>
            <a:r>
              <a:rPr lang="en-US" sz="2600" b="1" dirty="0"/>
              <a:t>Java packages, classes, and interfaces</a:t>
            </a:r>
            <a:r>
              <a:rPr lang="en-US" sz="2600" dirty="0"/>
              <a:t>, along with their methods, fields, and constructors. </a:t>
            </a:r>
          </a:p>
          <a:p>
            <a:r>
              <a:rPr lang="en-US" sz="2600" dirty="0"/>
              <a:t>These prewritten classes provide a tremendous amount of </a:t>
            </a:r>
            <a:r>
              <a:rPr lang="en-US" sz="2600" b="1" dirty="0"/>
              <a:t>Built-in Packages</a:t>
            </a:r>
            <a:r>
              <a:rPr lang="en-US" sz="2600" dirty="0"/>
              <a:t>.</a:t>
            </a:r>
          </a:p>
          <a:p>
            <a:r>
              <a:rPr lang="en-US" sz="2600" dirty="0"/>
              <a:t>The Java API is a library of prewritten classes which contains components for managing input, database programming. </a:t>
            </a:r>
          </a:p>
          <a:p>
            <a:r>
              <a:rPr lang="en-US" sz="2600" dirty="0"/>
              <a:t>The library is </a:t>
            </a:r>
            <a:r>
              <a:rPr lang="en-US" sz="2600" b="1" dirty="0"/>
              <a:t>divided into packages and classes </a:t>
            </a:r>
            <a:r>
              <a:rPr lang="en-US" sz="2600" dirty="0"/>
              <a:t>i.e you can either import a single class or a whole package that contain all the classes that belong to the specified package. </a:t>
            </a:r>
          </a:p>
          <a:p>
            <a:r>
              <a:rPr lang="en-US" sz="2600" dirty="0"/>
              <a:t>To use a class or a package from the library, you need to use the</a:t>
            </a:r>
            <a:r>
              <a:rPr lang="en-US" sz="2600" b="1" dirty="0"/>
              <a:t> import </a:t>
            </a:r>
            <a:r>
              <a:rPr lang="en-US" sz="2600" dirty="0"/>
              <a:t>keyword.</a:t>
            </a:r>
          </a:p>
          <a:p>
            <a:endParaRPr lang="en-US" sz="2600" dirty="0"/>
          </a:p>
          <a:p>
            <a:endParaRPr lang="en-US" sz="2600" dirty="0"/>
          </a:p>
        </p:txBody>
      </p:sp>
      <p:pic>
        <p:nvPicPr>
          <p:cNvPr id="1026" name="Picture 2" descr="Java Logo - Javatpoint">
            <a:extLst>
              <a:ext uri="{FF2B5EF4-FFF2-40B4-BE49-F238E27FC236}">
                <a16:creationId xmlns:a16="http://schemas.microsoft.com/office/drawing/2014/main" id="{E3535AD3-A062-830A-0661-45A2F31BCC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05580" y="97790"/>
            <a:ext cx="2153949" cy="13500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23970533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/>
          <p:cNvSpPr>
            <a:spLocks noGrp="1" noChangeArrowheads="1"/>
          </p:cNvSpPr>
          <p:nvPr>
            <p:ph type="title"/>
          </p:nvPr>
        </p:nvSpPr>
        <p:spPr>
          <a:xfrm>
            <a:off x="2046605" y="-70485"/>
            <a:ext cx="7924800" cy="932657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Understanding of .class file concept</a:t>
            </a:r>
          </a:p>
        </p:txBody>
      </p:sp>
      <p:sp>
        <p:nvSpPr>
          <p:cNvPr id="1239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1040" y="741997"/>
            <a:ext cx="11633200" cy="583533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600" dirty="0"/>
              <a:t>Sample.java file contains class A, B and C. </a:t>
            </a:r>
          </a:p>
          <a:p>
            <a:pPr marL="0" indent="0">
              <a:buNone/>
            </a:pPr>
            <a:r>
              <a:rPr lang="en-IN" sz="2600" dirty="0"/>
              <a:t>How many .class files will be created after compiling Sample.java?</a:t>
            </a:r>
          </a:p>
          <a:p>
            <a:pPr marL="0" indent="0">
              <a:buNone/>
            </a:pPr>
            <a:endParaRPr lang="en-IN" sz="26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IN" sz="2400" dirty="0">
                <a:ln w="0"/>
                <a:solidFill>
                  <a:schemeClr val="accent2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Sample.java</a:t>
            </a:r>
          </a:p>
          <a:p>
            <a:pPr marL="0" indent="0">
              <a:buNone/>
            </a:pPr>
            <a:r>
              <a:rPr lang="en-IN" sz="2400" dirty="0">
                <a:ln w="0"/>
                <a:solidFill>
                  <a:schemeClr val="accent2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class A {</a:t>
            </a:r>
          </a:p>
          <a:p>
            <a:pPr marL="0" indent="0">
              <a:buNone/>
            </a:pPr>
            <a:r>
              <a:rPr lang="en-IN" sz="2400" dirty="0">
                <a:ln w="0"/>
                <a:solidFill>
                  <a:schemeClr val="accent2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void m1() { }</a:t>
            </a:r>
          </a:p>
          <a:p>
            <a:pPr marL="0" indent="0">
              <a:buNone/>
            </a:pPr>
            <a:r>
              <a:rPr lang="en-IN" sz="2400" dirty="0">
                <a:ln w="0"/>
                <a:solidFill>
                  <a:schemeClr val="accent2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}</a:t>
            </a:r>
          </a:p>
          <a:p>
            <a:pPr marL="0" indent="0">
              <a:buNone/>
            </a:pPr>
            <a:r>
              <a:rPr lang="en-IN" sz="2400" dirty="0">
                <a:ln w="0"/>
                <a:solidFill>
                  <a:schemeClr val="accent2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class B {</a:t>
            </a:r>
          </a:p>
          <a:p>
            <a:pPr marL="0" indent="0">
              <a:buNone/>
            </a:pPr>
            <a:r>
              <a:rPr lang="en-IN" sz="2400" dirty="0">
                <a:ln w="0"/>
                <a:solidFill>
                  <a:schemeClr val="accent2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void m2() { }</a:t>
            </a:r>
          </a:p>
          <a:p>
            <a:pPr marL="0" indent="0">
              <a:buNone/>
            </a:pPr>
            <a:r>
              <a:rPr lang="en-IN" sz="2400" dirty="0">
                <a:ln w="0"/>
                <a:solidFill>
                  <a:schemeClr val="accent2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}</a:t>
            </a:r>
          </a:p>
          <a:p>
            <a:pPr marL="0" indent="0">
              <a:buNone/>
            </a:pPr>
            <a:r>
              <a:rPr lang="en-IN" sz="2400" dirty="0">
                <a:ln w="0"/>
                <a:solidFill>
                  <a:schemeClr val="accent2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class C {</a:t>
            </a:r>
          </a:p>
          <a:p>
            <a:pPr marL="0" indent="0">
              <a:buNone/>
            </a:pPr>
            <a:r>
              <a:rPr lang="en-IN" sz="2400" dirty="0">
                <a:ln w="0"/>
                <a:solidFill>
                  <a:schemeClr val="accent2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void m3() { }</a:t>
            </a:r>
          </a:p>
          <a:p>
            <a:pPr marL="0" indent="0">
              <a:buNone/>
            </a:pPr>
            <a:r>
              <a:rPr lang="en-IN" sz="2400" dirty="0">
                <a:ln w="0"/>
                <a:solidFill>
                  <a:schemeClr val="accent2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}</a:t>
            </a:r>
          </a:p>
        </p:txBody>
      </p:sp>
      <p:sp>
        <p:nvSpPr>
          <p:cNvPr id="2" name="Speech Bubble: Oval 1">
            <a:extLst>
              <a:ext uri="{FF2B5EF4-FFF2-40B4-BE49-F238E27FC236}">
                <a16:creationId xmlns:a16="http://schemas.microsoft.com/office/drawing/2014/main" id="{BF88E144-9D72-46FF-16CC-EDE7507BBA53}"/>
              </a:ext>
            </a:extLst>
          </p:cNvPr>
          <p:cNvSpPr/>
          <p:nvPr/>
        </p:nvSpPr>
        <p:spPr>
          <a:xfrm>
            <a:off x="5019040" y="2186463"/>
            <a:ext cx="2153920" cy="1473200"/>
          </a:xfrm>
          <a:prstGeom prst="wedgeEllipseCallou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buNone/>
            </a:pPr>
            <a:r>
              <a:rPr lang="en-IN" sz="1800" dirty="0"/>
              <a:t>What is your observation?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52EAF7B8-281C-68E8-82A0-4DCC836A864C}"/>
              </a:ext>
            </a:extLst>
          </p:cNvPr>
          <p:cNvCxnSpPr/>
          <p:nvPr/>
        </p:nvCxnSpPr>
        <p:spPr>
          <a:xfrm flipH="1">
            <a:off x="2915920" y="3200400"/>
            <a:ext cx="1930400" cy="5791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5977508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/>
          <p:cNvSpPr>
            <a:spLocks noGrp="1" noChangeArrowheads="1"/>
          </p:cNvSpPr>
          <p:nvPr>
            <p:ph type="title"/>
          </p:nvPr>
        </p:nvSpPr>
        <p:spPr>
          <a:xfrm>
            <a:off x="1234440" y="169068"/>
            <a:ext cx="10081259" cy="932657"/>
          </a:xfrm>
        </p:spPr>
        <p:txBody>
          <a:bodyPr>
            <a:noAutofit/>
          </a:bodyPr>
          <a:lstStyle/>
          <a:p>
            <a:pPr algn="ctr"/>
            <a:r>
              <a:rPr lang="en-US" b="1" dirty="0"/>
              <a:t> Difference between  class, object, methods, and instance variables?</a:t>
            </a: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8DE32CED-15CF-9B61-DE06-70132D1E917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76412006"/>
              </p:ext>
            </p:extLst>
          </p:nvPr>
        </p:nvGraphicFramePr>
        <p:xfrm>
          <a:off x="396240" y="1447800"/>
          <a:ext cx="10779760" cy="50647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45977508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/>
          <p:cNvSpPr>
            <a:spLocks noGrp="1" noChangeArrowheads="1"/>
          </p:cNvSpPr>
          <p:nvPr>
            <p:ph type="title"/>
          </p:nvPr>
        </p:nvSpPr>
        <p:spPr>
          <a:xfrm>
            <a:off x="1325880" y="123348"/>
            <a:ext cx="9184005" cy="932657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Analyze the below program and answer</a:t>
            </a:r>
          </a:p>
        </p:txBody>
      </p:sp>
      <p:sp>
        <p:nvSpPr>
          <p:cNvPr id="1239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71520" y="1056005"/>
            <a:ext cx="6410960" cy="567864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1" dirty="0"/>
              <a:t>What will be the result if you try to compile and execute the following program ?</a:t>
            </a:r>
          </a:p>
          <a:p>
            <a:pPr marL="0" indent="0">
              <a:buNone/>
            </a:pPr>
            <a:r>
              <a:rPr lang="en-US" sz="2000" dirty="0"/>
              <a:t>Sample.java</a:t>
            </a:r>
          </a:p>
          <a:p>
            <a:pPr marL="0" indent="0">
              <a:buNone/>
            </a:pPr>
            <a:r>
              <a:rPr lang="en-US" sz="2000" dirty="0"/>
              <a:t>class Sample {</a:t>
            </a:r>
          </a:p>
          <a:p>
            <a:pPr marL="0" indent="0">
              <a:buNone/>
            </a:pPr>
            <a:r>
              <a:rPr lang="en-US" sz="2000" dirty="0"/>
              <a:t>public static void main() {</a:t>
            </a:r>
          </a:p>
          <a:p>
            <a:pPr marL="0" indent="0">
              <a:buNone/>
            </a:pPr>
            <a:r>
              <a:rPr lang="en-US" sz="2000" dirty="0" err="1"/>
              <a:t>System.out.println</a:t>
            </a:r>
            <a:r>
              <a:rPr lang="en-US" sz="2000" dirty="0"/>
              <a:t>(“Welcome”);</a:t>
            </a:r>
          </a:p>
          <a:p>
            <a:pPr marL="0" indent="0">
              <a:buNone/>
            </a:pPr>
            <a:r>
              <a:rPr lang="en-US" sz="2000" dirty="0"/>
              <a:t>}</a:t>
            </a:r>
          </a:p>
          <a:p>
            <a:pPr marL="0" indent="0">
              <a:buNone/>
            </a:pPr>
            <a:r>
              <a:rPr lang="en-US" sz="2000" dirty="0"/>
              <a:t>}</a:t>
            </a:r>
          </a:p>
          <a:p>
            <a:pPr marL="0" indent="0">
              <a:buNone/>
            </a:pPr>
            <a:r>
              <a:rPr lang="en-US" sz="2000" dirty="0"/>
              <a:t>a. Compilation Error</a:t>
            </a:r>
          </a:p>
          <a:p>
            <a:pPr marL="0" indent="0">
              <a:buNone/>
            </a:pPr>
            <a:r>
              <a:rPr lang="en-US" sz="2000" dirty="0"/>
              <a:t>b. Runtime Error</a:t>
            </a:r>
          </a:p>
          <a:p>
            <a:pPr marL="0" indent="0">
              <a:buNone/>
            </a:pPr>
            <a:r>
              <a:rPr lang="en-US" sz="2000" dirty="0"/>
              <a:t>c. The program compiles and executes successfully but prints</a:t>
            </a:r>
          </a:p>
          <a:p>
            <a:pPr marL="0" indent="0">
              <a:buNone/>
            </a:pPr>
            <a:r>
              <a:rPr lang="en-US" sz="2000" dirty="0"/>
              <a:t>nothing.</a:t>
            </a:r>
          </a:p>
          <a:p>
            <a:pPr marL="0" indent="0">
              <a:buNone/>
            </a:pPr>
            <a:r>
              <a:rPr lang="en-US" sz="2000" dirty="0"/>
              <a:t>d. It will print “Welcome”</a:t>
            </a:r>
          </a:p>
        </p:txBody>
      </p:sp>
      <p:pic>
        <p:nvPicPr>
          <p:cNvPr id="2050" name="Picture 2" descr="Static Program Analysis: Its Usage And Limits | by Siddharth Swain | Medium">
            <a:extLst>
              <a:ext uri="{FF2B5EF4-FFF2-40B4-BE49-F238E27FC236}">
                <a16:creationId xmlns:a16="http://schemas.microsoft.com/office/drawing/2014/main" id="{B65C45B9-9132-FA86-3E9C-8F70634393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200" y="1844040"/>
            <a:ext cx="3068320" cy="20455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5977508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/>
          <p:cNvSpPr>
            <a:spLocks noGrp="1" noChangeArrowheads="1"/>
          </p:cNvSpPr>
          <p:nvPr>
            <p:ph type="title"/>
          </p:nvPr>
        </p:nvSpPr>
        <p:spPr>
          <a:xfrm>
            <a:off x="1645920" y="169068"/>
            <a:ext cx="8955405" cy="932657"/>
          </a:xfrm>
        </p:spPr>
        <p:txBody>
          <a:bodyPr>
            <a:noAutofit/>
          </a:bodyPr>
          <a:lstStyle/>
          <a:p>
            <a:pPr algn="ctr"/>
            <a:r>
              <a:rPr lang="en-US" b="1" dirty="0"/>
              <a:t>Accessing numeric command line arguments</a:t>
            </a:r>
          </a:p>
        </p:txBody>
      </p:sp>
      <p:sp>
        <p:nvSpPr>
          <p:cNvPr id="1239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778000"/>
            <a:ext cx="5171440" cy="42164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class Simple {</a:t>
            </a:r>
          </a:p>
          <a:p>
            <a:pPr marL="0" indent="0">
              <a:buNone/>
            </a:pPr>
            <a:r>
              <a:rPr lang="en-US" dirty="0"/>
              <a:t>static public void main(String[] args) {</a:t>
            </a:r>
          </a:p>
          <a:p>
            <a:pPr marL="0" indent="0">
              <a:buNone/>
            </a:pPr>
            <a:r>
              <a:rPr lang="en-US" dirty="0"/>
              <a:t>int i1 = Integer.parseInt(args[0]);</a:t>
            </a:r>
          </a:p>
          <a:p>
            <a:pPr marL="0" indent="0">
              <a:buNone/>
            </a:pPr>
            <a:r>
              <a:rPr lang="en-US" dirty="0"/>
              <a:t>int i2 = Integer.parseInt(args[1]);</a:t>
            </a:r>
          </a:p>
          <a:p>
            <a:pPr marL="0" indent="0">
              <a:buNone/>
            </a:pPr>
            <a:r>
              <a:rPr lang="en-US" dirty="0" err="1"/>
              <a:t>System.out.println</a:t>
            </a:r>
            <a:r>
              <a:rPr lang="en-US" dirty="0"/>
              <a:t>(i1+i2);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When we compile the above code successfully and execute it as Java Simple 10 20, the output will be 30.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7146B6-05AE-B9BD-2066-F8353534CF81}"/>
              </a:ext>
            </a:extLst>
          </p:cNvPr>
          <p:cNvSpPr txBox="1"/>
          <p:nvPr/>
        </p:nvSpPr>
        <p:spPr>
          <a:xfrm>
            <a:off x="5669280" y="2022454"/>
            <a:ext cx="6187440" cy="286232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2000" b="0" i="0" dirty="0">
                <a:solidFill>
                  <a:srgbClr val="000000"/>
                </a:solidFill>
                <a:effectLst/>
                <a:latin typeface="+mj-lt"/>
              </a:rPr>
              <a:t>A Java application can accept any number of arguments from the command line. </a:t>
            </a:r>
          </a:p>
          <a:p>
            <a:endParaRPr lang="en-US" sz="2000" b="0" i="0" dirty="0">
              <a:solidFill>
                <a:srgbClr val="000000"/>
              </a:solidFill>
              <a:effectLst/>
              <a:latin typeface="+mj-lt"/>
            </a:endParaRPr>
          </a:p>
          <a:p>
            <a:r>
              <a:rPr lang="en-US" sz="2000" b="0" i="0" dirty="0">
                <a:solidFill>
                  <a:srgbClr val="000000"/>
                </a:solidFill>
                <a:effectLst/>
                <a:latin typeface="+mj-lt"/>
              </a:rPr>
              <a:t>Command-line arguments allow the user to affect the operation of an application for one invocation.</a:t>
            </a:r>
          </a:p>
          <a:p>
            <a:endParaRPr lang="en-IN" sz="2000" dirty="0">
              <a:latin typeface="+mj-lt"/>
            </a:endParaRPr>
          </a:p>
          <a:p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Times New Roman" panose="02020603050405020304" pitchFamily="18" charset="0"/>
              </a:rPr>
              <a:t>If your program needs to support a numeric command-line argument, it must convert a 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</a:rPr>
              <a:t>String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cs typeface="Times New Roman" panose="02020603050405020304" pitchFamily="18" charset="0"/>
              </a:rPr>
              <a:t> argument that represents a number, such as "34", to a number.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DC205EC8-E46A-7E7E-0245-4D3706095C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80" y="363974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5977508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/>
          <p:cNvSpPr>
            <a:spLocks noGrp="1" noChangeArrowheads="1"/>
          </p:cNvSpPr>
          <p:nvPr>
            <p:ph type="title"/>
          </p:nvPr>
        </p:nvSpPr>
        <p:spPr>
          <a:xfrm>
            <a:off x="2564765" y="45720"/>
            <a:ext cx="7924800" cy="932657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Java Keywords</a:t>
            </a:r>
          </a:p>
        </p:txBody>
      </p:sp>
      <p:sp>
        <p:nvSpPr>
          <p:cNvPr id="1239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76959" y="1016000"/>
            <a:ext cx="10190479" cy="1955800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Java has a </a:t>
            </a:r>
            <a:r>
              <a:rPr lang="en-US" sz="2400" b="1" dirty="0"/>
              <a:t>set of keywords </a:t>
            </a:r>
            <a:r>
              <a:rPr lang="en-US" sz="2400" dirty="0"/>
              <a:t>that are reserved words that cannot be used as variables, methods, classes, or any other identifiers.</a:t>
            </a:r>
          </a:p>
          <a:p>
            <a:r>
              <a:rPr lang="en-US" sz="2400" dirty="0"/>
              <a:t>Example break, abstract, byte, Boolean etc</a:t>
            </a:r>
          </a:p>
          <a:p>
            <a:r>
              <a:rPr lang="en-US" sz="2400" b="1" dirty="0"/>
              <a:t>True, false, and null are not keywords</a:t>
            </a:r>
            <a:r>
              <a:rPr lang="en-US" sz="2400" dirty="0"/>
              <a:t>, but </a:t>
            </a:r>
            <a:r>
              <a:rPr lang="en-US" sz="2400" b="1" dirty="0"/>
              <a:t>they are literals and reserved words </a:t>
            </a:r>
            <a:r>
              <a:rPr lang="en-US" sz="2400" dirty="0"/>
              <a:t>that cannot be used as identifiers.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5E8F5B1-356E-8E21-2573-075D04C479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0746" y="3009423"/>
            <a:ext cx="9149501" cy="3350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2484631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22916-9A7C-5554-2A68-E6F3EC487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en-IN" sz="14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82309B-4ECC-60A8-EDDC-083C9A643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z="1400" smtClean="0"/>
              <a:pPr/>
              <a:t>9</a:t>
            </a:fld>
            <a:endParaRPr lang="en-US" sz="140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21CFF5B-10F0-76F3-DFE6-E399D318F1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045320"/>
              </p:ext>
            </p:extLst>
          </p:nvPr>
        </p:nvGraphicFramePr>
        <p:xfrm>
          <a:off x="1102361" y="563879"/>
          <a:ext cx="9159240" cy="53289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59240">
                  <a:extLst>
                    <a:ext uri="{9D8B030D-6E8A-4147-A177-3AD203B41FA5}">
                      <a16:colId xmlns:a16="http://schemas.microsoft.com/office/drawing/2014/main" val="2919562281"/>
                    </a:ext>
                  </a:extLst>
                </a:gridCol>
              </a:tblGrid>
              <a:tr h="76644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Which statement is true? </a:t>
                      </a:r>
                    </a:p>
                    <a:p>
                      <a:endParaRPr lang="en-IN" sz="1800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8051337"/>
                  </a:ext>
                </a:extLst>
              </a:tr>
              <a:tr h="76644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(a) new and delete are keywords in the Java language. </a:t>
                      </a:r>
                    </a:p>
                    <a:p>
                      <a:endParaRPr lang="en-IN" sz="1800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5346455"/>
                  </a:ext>
                </a:extLst>
              </a:tr>
              <a:tr h="76644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(b) try, catch, and thrown are keywords in the Java language. </a:t>
                      </a:r>
                    </a:p>
                    <a:p>
                      <a:endParaRPr lang="en-IN" sz="1800" b="1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5106213"/>
                  </a:ext>
                </a:extLst>
              </a:tr>
              <a:tr h="76644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(c) static, unsigned, and long are keywords in the Java language.</a:t>
                      </a:r>
                    </a:p>
                    <a:p>
                      <a:endParaRPr lang="en-IN" sz="1800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8904019"/>
                  </a:ext>
                </a:extLst>
              </a:tr>
              <a:tr h="76644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(d) exit, class, and while are keywords in the Java language.</a:t>
                      </a:r>
                    </a:p>
                    <a:p>
                      <a:endParaRPr lang="en-IN" sz="1800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1805196"/>
                  </a:ext>
                </a:extLst>
              </a:tr>
              <a:tr h="76644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(e) return, </a:t>
                      </a:r>
                      <a:r>
                        <a:rPr lang="en-US" sz="1800" dirty="0" err="1"/>
                        <a:t>goto</a:t>
                      </a:r>
                      <a:r>
                        <a:rPr lang="en-US" sz="1800" dirty="0"/>
                        <a:t>, and default are keywords in the Java language.</a:t>
                      </a:r>
                    </a:p>
                    <a:p>
                      <a:endParaRPr lang="en-IN" sz="1800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2080670"/>
                  </a:ext>
                </a:extLst>
              </a:tr>
              <a:tr h="73025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(f) for, while, and next are keywords in the Java language.</a:t>
                      </a:r>
                    </a:p>
                    <a:p>
                      <a:endParaRPr lang="en-IN" sz="1800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00355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414308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/>
          <p:cNvSpPr>
            <a:spLocks noGrp="1" noChangeArrowheads="1"/>
          </p:cNvSpPr>
          <p:nvPr>
            <p:ph type="title"/>
          </p:nvPr>
        </p:nvSpPr>
        <p:spPr>
          <a:xfrm>
            <a:off x="1696720" y="61991"/>
            <a:ext cx="7924800" cy="932657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Java Operators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C7F7844-C87E-EA08-8868-0DE11782F58F}"/>
              </a:ext>
            </a:extLst>
          </p:cNvPr>
          <p:cNvSpPr txBox="1"/>
          <p:nvPr/>
        </p:nvSpPr>
        <p:spPr>
          <a:xfrm>
            <a:off x="2129155" y="868045"/>
            <a:ext cx="848804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IN" sz="1800" b="0" i="0" u="none" strike="noStrike" baseline="0" dirty="0">
              <a:solidFill>
                <a:srgbClr val="000000"/>
              </a:solidFill>
              <a:latin typeface="+mj-lt"/>
            </a:endParaRPr>
          </a:p>
          <a:p>
            <a:r>
              <a:rPr lang="en-US" sz="3200" b="0" u="none" strike="noStrike" baseline="0" dirty="0">
                <a:latin typeface="+mj-lt"/>
              </a:rPr>
              <a:t>An operator is a</a:t>
            </a:r>
            <a:r>
              <a:rPr lang="en-US" sz="3200" b="1" u="none" strike="noStrike" baseline="0" dirty="0">
                <a:latin typeface="+mj-lt"/>
              </a:rPr>
              <a:t> symbol </a:t>
            </a:r>
            <a:r>
              <a:rPr lang="en-US" sz="3200" b="0" u="none" strike="noStrike" baseline="0" dirty="0">
                <a:latin typeface="+mj-lt"/>
              </a:rPr>
              <a:t>that tells the compiler to perform a </a:t>
            </a:r>
            <a:r>
              <a:rPr lang="en-US" sz="3200" b="1" u="none" strike="noStrike" baseline="0" dirty="0">
                <a:latin typeface="+mj-lt"/>
              </a:rPr>
              <a:t>specific mathematical or logical manipulation</a:t>
            </a:r>
            <a:r>
              <a:rPr lang="en-US" sz="1800" b="1" u="none" strike="noStrike" baseline="0" dirty="0">
                <a:latin typeface="+mj-lt"/>
              </a:rPr>
              <a:t>. </a:t>
            </a:r>
          </a:p>
          <a:p>
            <a:endParaRPr lang="en-US" dirty="0">
              <a:latin typeface="+mj-lt"/>
            </a:endParaRPr>
          </a:p>
          <a:p>
            <a:endParaRPr lang="en-US" sz="1800" b="0" i="0" u="none" strike="noStrike" baseline="0" dirty="0">
              <a:latin typeface="+mj-lt"/>
            </a:endParaRPr>
          </a:p>
          <a:p>
            <a:endParaRPr lang="en-US" dirty="0">
              <a:latin typeface="+mj-lt"/>
            </a:endParaRP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8E0139F6-2141-AE42-EAA1-9B0531DAE08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0140376"/>
              </p:ext>
            </p:extLst>
          </p:nvPr>
        </p:nvGraphicFramePr>
        <p:xfrm>
          <a:off x="5425440" y="2326639"/>
          <a:ext cx="3820160" cy="37378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ADD017F5-32E0-520F-4490-168B462253C6}"/>
              </a:ext>
            </a:extLst>
          </p:cNvPr>
          <p:cNvSpPr txBox="1"/>
          <p:nvPr/>
        </p:nvSpPr>
        <p:spPr>
          <a:xfrm>
            <a:off x="6490632" y="2888715"/>
            <a:ext cx="553998" cy="2926080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n-US" sz="2400" b="1" dirty="0">
                <a:latin typeface="+mj-lt"/>
              </a:rPr>
              <a:t>Classes of Operators</a:t>
            </a:r>
            <a:endParaRPr lang="en-IN" sz="24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079213206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57A8E-E47E-95DA-7A01-FEF921F1F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C03687A-1D17-C517-B1A6-82EDBD3C49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71787" y="1590592"/>
            <a:ext cx="4249534" cy="1931029"/>
          </a:xfr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BD3823-2E76-BAF5-53F3-769984636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47FF266-6591-546F-EAF2-5B9AD8C31F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2859991"/>
            <a:ext cx="4516709" cy="175686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58A9A8C-AAB6-4A15-6679-C2A46AA159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4575398"/>
            <a:ext cx="4516709" cy="178095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4704638-A5A6-7ED9-A22B-C81E361BB291}"/>
              </a:ext>
            </a:extLst>
          </p:cNvPr>
          <p:cNvSpPr txBox="1"/>
          <p:nvPr/>
        </p:nvSpPr>
        <p:spPr>
          <a:xfrm>
            <a:off x="1534160" y="1027906"/>
            <a:ext cx="2773680" cy="369332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ARITHMATIC OPERATORS</a:t>
            </a:r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8986F54-60E4-B246-66D7-7413C39F1926}"/>
              </a:ext>
            </a:extLst>
          </p:cNvPr>
          <p:cNvSpPr txBox="1"/>
          <p:nvPr/>
        </p:nvSpPr>
        <p:spPr>
          <a:xfrm>
            <a:off x="1615440" y="3979208"/>
            <a:ext cx="2773680" cy="369332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LOGICAL OPERATORS</a:t>
            </a:r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37C052C-6474-9F4C-872F-94379EE64ECA}"/>
              </a:ext>
            </a:extLst>
          </p:cNvPr>
          <p:cNvSpPr txBox="1"/>
          <p:nvPr/>
        </p:nvSpPr>
        <p:spPr>
          <a:xfrm>
            <a:off x="7884160" y="2095991"/>
            <a:ext cx="2773680" cy="369332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RELATIONAL OPERATORS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606412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7A99F-C5CD-1570-57AA-0FAC6B3BC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162"/>
            <a:ext cx="10515600" cy="1325563"/>
          </a:xfrm>
        </p:spPr>
        <p:txBody>
          <a:bodyPr/>
          <a:lstStyle/>
          <a:p>
            <a:r>
              <a:rPr lang="en-US" dirty="0"/>
              <a:t>Can you identify the output for the below code?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638D82-1E2C-39C0-1ADE-C41631C88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295390"/>
            <a:ext cx="2743200" cy="365125"/>
          </a:xfrm>
        </p:spPr>
        <p:txBody>
          <a:bodyPr/>
          <a:lstStyle/>
          <a:p>
            <a:fld id="{BDCDBBEF-AA6C-4BA6-85B2-A17D7F280E38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92180A-AB82-400B-9AA3-CA56377BC0F9}"/>
              </a:ext>
            </a:extLst>
          </p:cNvPr>
          <p:cNvSpPr txBox="1"/>
          <p:nvPr/>
        </p:nvSpPr>
        <p:spPr>
          <a:xfrm>
            <a:off x="3545840" y="1925320"/>
            <a:ext cx="2661920" cy="1234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0CC135D-E765-C697-60E7-6CB5B3B648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813" y="1537590"/>
            <a:ext cx="7278588" cy="532041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BA35812-6832-863F-6561-C97D595BE104}"/>
              </a:ext>
            </a:extLst>
          </p:cNvPr>
          <p:cNvSpPr txBox="1"/>
          <p:nvPr/>
        </p:nvSpPr>
        <p:spPr>
          <a:xfrm>
            <a:off x="8026401" y="5628641"/>
            <a:ext cx="1686559" cy="12111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+mj-lt"/>
              </a:rPr>
              <a:t>Source:</a:t>
            </a:r>
          </a:p>
          <a:p>
            <a:r>
              <a:rPr lang="en-IN" sz="1400" i="0" u="none" strike="noStrike" baseline="0" dirty="0">
                <a:latin typeface="+mj-lt"/>
              </a:rPr>
              <a:t>Java™ </a:t>
            </a:r>
          </a:p>
          <a:p>
            <a:r>
              <a:rPr lang="en-IN" sz="1400" i="0" u="none" strike="noStrike" baseline="0" dirty="0">
                <a:latin typeface="+mj-lt"/>
              </a:rPr>
              <a:t>A Beginner’s Guide </a:t>
            </a:r>
          </a:p>
          <a:p>
            <a:pPr algn="l"/>
            <a:r>
              <a:rPr lang="en-IN" sz="1400" i="0" u="none" strike="noStrike" baseline="0" dirty="0">
                <a:latin typeface="+mj-lt"/>
              </a:rPr>
              <a:t>Sixth Edition ,</a:t>
            </a:r>
            <a:endParaRPr lang="en-IN" sz="1400" i="0" u="none" strike="noStrike" baseline="0" dirty="0">
              <a:solidFill>
                <a:srgbClr val="000000"/>
              </a:solidFill>
              <a:latin typeface="+mj-lt"/>
            </a:endParaRPr>
          </a:p>
          <a:p>
            <a:r>
              <a:rPr lang="en-IN" sz="1400" i="0" u="none" strike="noStrike" baseline="0" dirty="0">
                <a:latin typeface="+mj-lt"/>
              </a:rPr>
              <a:t>Herbert </a:t>
            </a:r>
            <a:r>
              <a:rPr lang="en-IN" sz="1400" i="0" u="none" strike="noStrike" baseline="0" dirty="0" err="1">
                <a:latin typeface="+mj-lt"/>
              </a:rPr>
              <a:t>Schildt</a:t>
            </a:r>
            <a:r>
              <a:rPr lang="en-IN" sz="1400" i="0" u="none" strike="noStrike" baseline="0" dirty="0">
                <a:latin typeface="+mj-lt"/>
              </a:rPr>
              <a:t> </a:t>
            </a:r>
            <a:endParaRPr lang="en-IN" sz="1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9627235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/>
          <p:cNvSpPr>
            <a:spLocks noGrp="1" noChangeArrowheads="1"/>
          </p:cNvSpPr>
          <p:nvPr>
            <p:ph type="title"/>
          </p:nvPr>
        </p:nvSpPr>
        <p:spPr>
          <a:xfrm>
            <a:off x="2676525" y="169068"/>
            <a:ext cx="7924800" cy="932657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Identifiers in java</a:t>
            </a:r>
          </a:p>
        </p:txBody>
      </p:sp>
      <p:sp>
        <p:nvSpPr>
          <p:cNvPr id="1239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95275" y="1294764"/>
            <a:ext cx="6196965" cy="5394167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In programming languages, identifiers are used for </a:t>
            </a:r>
            <a:r>
              <a:rPr lang="en-US" b="1" dirty="0"/>
              <a:t>identification purpose</a:t>
            </a:r>
            <a:r>
              <a:rPr lang="en-US" dirty="0"/>
              <a:t>. </a:t>
            </a:r>
          </a:p>
          <a:p>
            <a:r>
              <a:rPr lang="en-US" dirty="0"/>
              <a:t>In Java, an identifier can be a </a:t>
            </a:r>
            <a:r>
              <a:rPr lang="en-US" b="1" dirty="0"/>
              <a:t>class name, method name, variable name or a label.</a:t>
            </a:r>
          </a:p>
          <a:p>
            <a:r>
              <a:rPr lang="en-US" dirty="0"/>
              <a:t>For example :public class Test { public static void main(String[] args) { int a = 20; } 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Which of the following can be used in a Java program as identifiers? Check all of the identifiers that are legal.</a:t>
            </a:r>
          </a:p>
          <a:p>
            <a:pPr marL="0" indent="0">
              <a:buNone/>
            </a:pPr>
            <a:r>
              <a:rPr lang="en-US" dirty="0"/>
              <a:t>1. </a:t>
            </a:r>
            <a:r>
              <a:rPr lang="en-US" dirty="0" err="1"/>
              <a:t>sum_of_data</a:t>
            </a:r>
            <a:br>
              <a:rPr lang="en-US" dirty="0"/>
            </a:br>
            <a:r>
              <a:rPr lang="en-US" dirty="0"/>
              <a:t>2. </a:t>
            </a:r>
            <a:r>
              <a:rPr lang="en-US" dirty="0" err="1"/>
              <a:t>AnnualSalary</a:t>
            </a:r>
            <a:br>
              <a:rPr lang="en-US" dirty="0"/>
            </a:br>
            <a:r>
              <a:rPr lang="en-US" dirty="0"/>
              <a:t>3. _average</a:t>
            </a:r>
            <a:br>
              <a:rPr lang="en-US" dirty="0"/>
            </a:br>
            <a:r>
              <a:rPr lang="en-US" dirty="0"/>
              <a:t>4. 42isThesolution</a:t>
            </a:r>
            <a:br>
              <a:rPr lang="en-US" dirty="0"/>
            </a:br>
            <a:r>
              <a:rPr lang="en-US" dirty="0"/>
              <a:t>5. B4</a:t>
            </a:r>
            <a:br>
              <a:rPr lang="en-US" dirty="0"/>
            </a:br>
            <a:r>
              <a:rPr lang="en-US" dirty="0"/>
              <a:t>6. ABC</a:t>
            </a:r>
            <a:br>
              <a:rPr lang="en-US" dirty="0"/>
            </a:br>
            <a:r>
              <a:rPr lang="en-US" dirty="0"/>
              <a:t>7. for</a:t>
            </a:r>
            <a:br>
              <a:rPr lang="en-US" dirty="0"/>
            </a:br>
            <a:r>
              <a:rPr lang="en-US" dirty="0"/>
              <a:t>8. </a:t>
            </a:r>
            <a:r>
              <a:rPr lang="en-US" dirty="0" err="1"/>
              <a:t>println</a:t>
            </a:r>
            <a:br>
              <a:rPr lang="en-US" dirty="0"/>
            </a:br>
            <a:r>
              <a:rPr lang="en-US" dirty="0"/>
              <a:t>9. "hello"</a:t>
            </a:r>
            <a:br>
              <a:rPr lang="en-US" dirty="0"/>
            </a:br>
            <a:r>
              <a:rPr lang="en-US" dirty="0"/>
              <a:t>10. first-name    </a:t>
            </a:r>
          </a:p>
          <a:p>
            <a:pPr marL="0" indent="0">
              <a:buNone/>
            </a:pPr>
            <a:r>
              <a:rPr lang="en-US" dirty="0"/>
              <a:t>Answer:1 2 3 5 6 8</a:t>
            </a:r>
          </a:p>
        </p:txBody>
      </p:sp>
      <p:pic>
        <p:nvPicPr>
          <p:cNvPr id="5122" name="Picture 2" descr="What is an identifiers in Java With Examples { 2024 }">
            <a:extLst>
              <a:ext uri="{FF2B5EF4-FFF2-40B4-BE49-F238E27FC236}">
                <a16:creationId xmlns:a16="http://schemas.microsoft.com/office/drawing/2014/main" id="{0A1800AE-81A5-E4E1-6241-BAAE607FA1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8485" y="1803400"/>
            <a:ext cx="4910133" cy="278955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1972484631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/>
          <p:cNvSpPr>
            <a:spLocks noGrp="1" noChangeArrowheads="1"/>
          </p:cNvSpPr>
          <p:nvPr>
            <p:ph type="title"/>
          </p:nvPr>
        </p:nvSpPr>
        <p:spPr>
          <a:xfrm>
            <a:off x="2676525" y="169068"/>
            <a:ext cx="7924800" cy="932657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Lets Brief!</a:t>
            </a:r>
          </a:p>
        </p:txBody>
      </p:sp>
      <p:sp>
        <p:nvSpPr>
          <p:cNvPr id="1239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447800"/>
            <a:ext cx="12192000" cy="5410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1. What is null in Java.</a:t>
            </a:r>
          </a:p>
          <a:p>
            <a:pPr marL="0" indent="0">
              <a:buNone/>
            </a:pPr>
            <a:r>
              <a:rPr lang="en-US" dirty="0"/>
              <a:t>The null is not a keyword. null is a literal as true or false</a:t>
            </a:r>
          </a:p>
          <a:p>
            <a:pPr marL="0" indent="0">
              <a:buNone/>
            </a:pPr>
            <a:r>
              <a:rPr lang="en-US" b="1" dirty="0"/>
              <a:t>2. Can a digit form the first character of an identifier?</a:t>
            </a:r>
          </a:p>
          <a:p>
            <a:pPr marL="0" indent="0">
              <a:buNone/>
            </a:pPr>
            <a:r>
              <a:rPr lang="en-US" dirty="0"/>
              <a:t>No. Only characters are allowed. However, they may be used after the first character.</a:t>
            </a:r>
          </a:p>
          <a:p>
            <a:pPr marL="0" indent="0">
              <a:buNone/>
            </a:pPr>
            <a:r>
              <a:rPr lang="en-US" b="1" dirty="0"/>
              <a:t>3. Explain </a:t>
            </a:r>
            <a:r>
              <a:rPr lang="en-US" b="1" dirty="0" err="1"/>
              <a:t>var</a:t>
            </a:r>
            <a:r>
              <a:rPr lang="en-US" b="1" dirty="0"/>
              <a:t> keyword in Java.</a:t>
            </a:r>
          </a:p>
          <a:p>
            <a:pPr marL="0" indent="0">
              <a:buNone/>
            </a:pPr>
            <a:r>
              <a:rPr lang="en-US" dirty="0" err="1"/>
              <a:t>var</a:t>
            </a:r>
            <a:r>
              <a:rPr lang="en-US" dirty="0"/>
              <a:t> keyword is introduced in Java 10 to enhance the Java Language to extend type inference to declarations of local variables with initializers.</a:t>
            </a:r>
          </a:p>
          <a:p>
            <a:pPr marL="0" indent="0">
              <a:buNone/>
            </a:pPr>
            <a:r>
              <a:rPr lang="en-US" dirty="0" err="1"/>
              <a:t>var</a:t>
            </a:r>
            <a:r>
              <a:rPr lang="en-US" dirty="0"/>
              <a:t> map = new </a:t>
            </a:r>
            <a:r>
              <a:rPr lang="en-US" dirty="0" err="1"/>
              <a:t>HashMap</a:t>
            </a:r>
            <a:r>
              <a:rPr lang="en-US" dirty="0"/>
              <a:t>&lt;String, Integer&gt;();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2484631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/>
          <p:cNvSpPr>
            <a:spLocks noGrp="1" noChangeArrowheads="1"/>
          </p:cNvSpPr>
          <p:nvPr>
            <p:ph type="title"/>
          </p:nvPr>
        </p:nvSpPr>
        <p:spPr>
          <a:xfrm>
            <a:off x="1402080" y="169068"/>
            <a:ext cx="10058400" cy="932657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Difference between local, instance and static variable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CF1F031D-4E14-47B5-0771-93C3867A043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4362785"/>
              </p:ext>
            </p:extLst>
          </p:nvPr>
        </p:nvGraphicFramePr>
        <p:xfrm>
          <a:off x="4810694" y="2974022"/>
          <a:ext cx="6776720" cy="34499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098" name="Picture 2" descr="Variables in Java. What is variable? | by Harshata Choudaj | Medium">
            <a:extLst>
              <a:ext uri="{FF2B5EF4-FFF2-40B4-BE49-F238E27FC236}">
                <a16:creationId xmlns:a16="http://schemas.microsoft.com/office/drawing/2014/main" id="{0446504A-CBD5-D70D-80B3-679C63F30D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959" y="1260157"/>
            <a:ext cx="4369611" cy="23466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2484631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/>
          <p:cNvSpPr>
            <a:spLocks noGrp="1" noChangeArrowheads="1"/>
          </p:cNvSpPr>
          <p:nvPr>
            <p:ph type="title"/>
          </p:nvPr>
        </p:nvSpPr>
        <p:spPr>
          <a:xfrm>
            <a:off x="1402080" y="169068"/>
            <a:ext cx="10058400" cy="932657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Data Types</a:t>
            </a:r>
          </a:p>
        </p:txBody>
      </p:sp>
      <p:pic>
        <p:nvPicPr>
          <p:cNvPr id="4" name="Picture 2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12520" y="1400175"/>
            <a:ext cx="10332719" cy="474345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935405569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/>
          <p:cNvSpPr>
            <a:spLocks noGrp="1" noChangeArrowheads="1"/>
          </p:cNvSpPr>
          <p:nvPr>
            <p:ph type="title"/>
          </p:nvPr>
        </p:nvSpPr>
        <p:spPr>
          <a:xfrm>
            <a:off x="1402080" y="169068"/>
            <a:ext cx="10058400" cy="932657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Understanding of data type concepts</a:t>
            </a:r>
          </a:p>
        </p:txBody>
      </p:sp>
      <p:sp>
        <p:nvSpPr>
          <p:cNvPr id="1239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447800"/>
            <a:ext cx="12192000" cy="5410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What will be the result, if we try to compile and execute the following??</a:t>
            </a:r>
          </a:p>
          <a:p>
            <a:pPr marL="0" indent="0">
              <a:buNone/>
            </a:pPr>
            <a:r>
              <a:rPr lang="en-US" dirty="0"/>
              <a:t>code?</a:t>
            </a:r>
          </a:p>
          <a:p>
            <a:pPr marL="0" indent="0">
              <a:buNone/>
            </a:pPr>
            <a:r>
              <a:rPr lang="en-US" dirty="0"/>
              <a:t>class Test {</a:t>
            </a:r>
          </a:p>
          <a:p>
            <a:pPr marL="0" indent="0">
              <a:buNone/>
            </a:pPr>
            <a:r>
              <a:rPr lang="en-US" dirty="0"/>
              <a:t>public static void main(String [ ] </a:t>
            </a:r>
            <a:r>
              <a:rPr lang="en-US" dirty="0" err="1"/>
              <a:t>ar</a:t>
            </a:r>
            <a:r>
              <a:rPr lang="en-US" dirty="0"/>
              <a:t>) {</a:t>
            </a:r>
          </a:p>
          <a:p>
            <a:pPr marL="0" indent="0">
              <a:buNone/>
            </a:pPr>
            <a:r>
              <a:rPr lang="en-US" dirty="0"/>
              <a:t>byte b=128;</a:t>
            </a:r>
          </a:p>
          <a:p>
            <a:pPr marL="0" indent="0">
              <a:buNone/>
            </a:pPr>
            <a:r>
              <a:rPr lang="en-US" dirty="0" err="1"/>
              <a:t>System.out.println</a:t>
            </a:r>
            <a:r>
              <a:rPr lang="en-US" dirty="0"/>
              <a:t>(b);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35405569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/>
          <p:cNvSpPr>
            <a:spLocks noGrp="1" noChangeArrowheads="1"/>
          </p:cNvSpPr>
          <p:nvPr>
            <p:ph type="title"/>
          </p:nvPr>
        </p:nvSpPr>
        <p:spPr>
          <a:xfrm>
            <a:off x="1402080" y="169068"/>
            <a:ext cx="10058400" cy="932657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QUIZ</a:t>
            </a:r>
          </a:p>
        </p:txBody>
      </p:sp>
      <p:sp>
        <p:nvSpPr>
          <p:cNvPr id="1239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158240"/>
            <a:ext cx="12192000" cy="5410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1. Which of the following do not denote a primitive data value in Java? Select the two correct answers. </a:t>
            </a:r>
          </a:p>
          <a:p>
            <a:pPr marL="0" indent="0">
              <a:buNone/>
            </a:pPr>
            <a:r>
              <a:rPr lang="en-US" dirty="0"/>
              <a:t>(a) "t" </a:t>
            </a:r>
          </a:p>
          <a:p>
            <a:pPr marL="0" indent="0">
              <a:buNone/>
            </a:pPr>
            <a:r>
              <a:rPr lang="en-US" dirty="0"/>
              <a:t>(b) 'k‘</a:t>
            </a:r>
          </a:p>
          <a:p>
            <a:pPr marL="0" indent="0">
              <a:buNone/>
            </a:pPr>
            <a:r>
              <a:rPr lang="en-US" dirty="0"/>
              <a:t> (c) 50.5F</a:t>
            </a:r>
          </a:p>
          <a:p>
            <a:pPr marL="0" indent="0">
              <a:buNone/>
            </a:pPr>
            <a:r>
              <a:rPr lang="en-US" dirty="0"/>
              <a:t>(d) "hello" </a:t>
            </a:r>
          </a:p>
          <a:p>
            <a:pPr marL="0" indent="0">
              <a:buNone/>
            </a:pPr>
            <a:r>
              <a:rPr lang="en-US" dirty="0"/>
              <a:t>(e) false 2.5 </a:t>
            </a:r>
          </a:p>
        </p:txBody>
      </p:sp>
    </p:spTree>
    <p:extLst>
      <p:ext uri="{BB962C8B-B14F-4D97-AF65-F5344CB8AC3E}">
        <p14:creationId xmlns:p14="http://schemas.microsoft.com/office/powerpoint/2010/main" val="935405569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/>
          <p:cNvSpPr>
            <a:spLocks noGrp="1" noChangeArrowheads="1"/>
          </p:cNvSpPr>
          <p:nvPr>
            <p:ph type="title"/>
          </p:nvPr>
        </p:nvSpPr>
        <p:spPr>
          <a:xfrm>
            <a:off x="1402080" y="169068"/>
            <a:ext cx="10058400" cy="932657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QUIZ</a:t>
            </a:r>
          </a:p>
        </p:txBody>
      </p:sp>
      <p:sp>
        <p:nvSpPr>
          <p:cNvPr id="1239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158240"/>
            <a:ext cx="12192000" cy="5410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2. Which of the following primitive data types are not integer types? Select the three correct answers. </a:t>
            </a:r>
          </a:p>
          <a:p>
            <a:pPr marL="0" indent="0">
              <a:buNone/>
            </a:pPr>
            <a:r>
              <a:rPr lang="en-US" dirty="0"/>
              <a:t>(a) </a:t>
            </a:r>
            <a:r>
              <a:rPr lang="en-US" dirty="0" err="1"/>
              <a:t>boolean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(b) byte</a:t>
            </a:r>
          </a:p>
          <a:p>
            <a:pPr marL="0" indent="0">
              <a:buNone/>
            </a:pPr>
            <a:r>
              <a:rPr lang="en-US" dirty="0"/>
              <a:t>(c) float </a:t>
            </a:r>
          </a:p>
          <a:p>
            <a:pPr marL="0" indent="0">
              <a:buNone/>
            </a:pPr>
            <a:r>
              <a:rPr lang="en-US" dirty="0"/>
              <a:t>(d) short </a:t>
            </a:r>
          </a:p>
          <a:p>
            <a:pPr marL="0" indent="0">
              <a:buNone/>
            </a:pPr>
            <a:r>
              <a:rPr lang="en-US" dirty="0"/>
              <a:t>(e) double</a:t>
            </a:r>
          </a:p>
        </p:txBody>
      </p:sp>
    </p:spTree>
    <p:extLst>
      <p:ext uri="{BB962C8B-B14F-4D97-AF65-F5344CB8AC3E}">
        <p14:creationId xmlns:p14="http://schemas.microsoft.com/office/powerpoint/2010/main" val="298292724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2" name="Rectangle 4"/>
          <p:cNvSpPr>
            <a:spLocks noGrp="1" noChangeArrowheads="1"/>
          </p:cNvSpPr>
          <p:nvPr>
            <p:ph type="title"/>
          </p:nvPr>
        </p:nvSpPr>
        <p:spPr>
          <a:xfrm>
            <a:off x="1116330" y="524398"/>
            <a:ext cx="10515600" cy="776009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Summary: </a:t>
            </a:r>
            <a:endParaRPr lang="en-US" sz="2000" dirty="0"/>
          </a:p>
        </p:txBody>
      </p:sp>
      <p:sp>
        <p:nvSpPr>
          <p:cNvPr id="140594" name="Text Box 306"/>
          <p:cNvSpPr txBox="1">
            <a:spLocks noChangeArrowheads="1"/>
          </p:cNvSpPr>
          <p:nvPr/>
        </p:nvSpPr>
        <p:spPr bwMode="auto">
          <a:xfrm>
            <a:off x="665982" y="2141162"/>
            <a:ext cx="7575551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2800" dirty="0">
                <a:latin typeface="+mj-lt"/>
                <a:cs typeface="Times New Roman" panose="02020603050405020304" pitchFamily="18" charset="0"/>
              </a:rPr>
              <a:t>In this session, you were able to :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800" dirty="0">
                <a:latin typeface="+mj-lt"/>
                <a:cs typeface="Times New Roman" panose="02020603050405020304" pitchFamily="18" charset="0"/>
              </a:rPr>
              <a:t>Learn about Java API’S, its features</a:t>
            </a:r>
            <a:endParaRPr lang="en-IN" sz="2800" dirty="0">
              <a:latin typeface="+mj-lt"/>
              <a:cs typeface="Times New Roman" panose="02020603050405020304" pitchFamily="18" charset="0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en-US" sz="2800" dirty="0">
                <a:latin typeface="+mj-lt"/>
                <a:cs typeface="Times New Roman" panose="02020603050405020304" pitchFamily="18" charset="0"/>
              </a:rPr>
              <a:t>Understand Java keywords, identifiers.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800" dirty="0">
                <a:latin typeface="+mj-lt"/>
                <a:cs typeface="Times New Roman" panose="02020603050405020304" pitchFamily="18" charset="0"/>
              </a:rPr>
              <a:t>Various data types are also discussed</a:t>
            </a:r>
          </a:p>
        </p:txBody>
      </p:sp>
      <p:grpSp>
        <p:nvGrpSpPr>
          <p:cNvPr id="2" name="Group 308"/>
          <p:cNvGrpSpPr>
            <a:grpSpLocks/>
          </p:cNvGrpSpPr>
          <p:nvPr/>
        </p:nvGrpSpPr>
        <p:grpSpPr bwMode="auto">
          <a:xfrm>
            <a:off x="9858375" y="2028825"/>
            <a:ext cx="1900238" cy="1893887"/>
            <a:chOff x="1259" y="3082"/>
            <a:chExt cx="884" cy="884"/>
          </a:xfrm>
        </p:grpSpPr>
        <p:sp>
          <p:nvSpPr>
            <p:cNvPr id="140597" name="Freeform 309"/>
            <p:cNvSpPr>
              <a:spLocks/>
            </p:cNvSpPr>
            <p:nvPr/>
          </p:nvSpPr>
          <p:spPr bwMode="auto">
            <a:xfrm flipH="1">
              <a:off x="1681" y="3824"/>
              <a:ext cx="110" cy="107"/>
            </a:xfrm>
            <a:custGeom>
              <a:avLst/>
              <a:gdLst/>
              <a:ahLst/>
              <a:cxnLst>
                <a:cxn ang="0">
                  <a:pos x="80" y="107"/>
                </a:cxn>
                <a:cxn ang="0">
                  <a:pos x="89" y="104"/>
                </a:cxn>
                <a:cxn ang="0">
                  <a:pos x="99" y="96"/>
                </a:cxn>
                <a:cxn ang="0">
                  <a:pos x="105" y="91"/>
                </a:cxn>
                <a:cxn ang="0">
                  <a:pos x="110" y="80"/>
                </a:cxn>
                <a:cxn ang="0">
                  <a:pos x="56" y="18"/>
                </a:cxn>
                <a:cxn ang="0">
                  <a:pos x="51" y="16"/>
                </a:cxn>
                <a:cxn ang="0">
                  <a:pos x="29" y="5"/>
                </a:cxn>
                <a:cxn ang="0">
                  <a:pos x="13" y="0"/>
                </a:cxn>
                <a:cxn ang="0">
                  <a:pos x="0" y="10"/>
                </a:cxn>
                <a:cxn ang="0">
                  <a:pos x="80" y="107"/>
                </a:cxn>
              </a:cxnLst>
              <a:rect l="0" t="0" r="r" b="b"/>
              <a:pathLst>
                <a:path w="110" h="107">
                  <a:moveTo>
                    <a:pt x="80" y="107"/>
                  </a:moveTo>
                  <a:lnTo>
                    <a:pt x="89" y="104"/>
                  </a:lnTo>
                  <a:lnTo>
                    <a:pt x="99" y="96"/>
                  </a:lnTo>
                  <a:lnTo>
                    <a:pt x="105" y="91"/>
                  </a:lnTo>
                  <a:lnTo>
                    <a:pt x="110" y="80"/>
                  </a:lnTo>
                  <a:lnTo>
                    <a:pt x="56" y="18"/>
                  </a:lnTo>
                  <a:lnTo>
                    <a:pt x="51" y="16"/>
                  </a:lnTo>
                  <a:lnTo>
                    <a:pt x="29" y="5"/>
                  </a:lnTo>
                  <a:lnTo>
                    <a:pt x="13" y="0"/>
                  </a:lnTo>
                  <a:lnTo>
                    <a:pt x="0" y="10"/>
                  </a:lnTo>
                  <a:lnTo>
                    <a:pt x="80" y="10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0598" name="Freeform 310"/>
            <p:cNvSpPr>
              <a:spLocks/>
            </p:cNvSpPr>
            <p:nvPr/>
          </p:nvSpPr>
          <p:spPr bwMode="auto">
            <a:xfrm flipH="1">
              <a:off x="1786" y="3762"/>
              <a:ext cx="35" cy="88"/>
            </a:xfrm>
            <a:custGeom>
              <a:avLst/>
              <a:gdLst/>
              <a:ahLst/>
              <a:cxnLst>
                <a:cxn ang="0">
                  <a:pos x="24" y="88"/>
                </a:cxn>
                <a:cxn ang="0">
                  <a:pos x="29" y="88"/>
                </a:cxn>
                <a:cxn ang="0">
                  <a:pos x="32" y="88"/>
                </a:cxn>
                <a:cxn ang="0">
                  <a:pos x="32" y="86"/>
                </a:cxn>
                <a:cxn ang="0">
                  <a:pos x="35" y="83"/>
                </a:cxn>
                <a:cxn ang="0">
                  <a:pos x="35" y="64"/>
                </a:cxn>
                <a:cxn ang="0">
                  <a:pos x="29" y="40"/>
                </a:cxn>
                <a:cxn ang="0">
                  <a:pos x="13" y="16"/>
                </a:cxn>
                <a:cxn ang="0">
                  <a:pos x="0" y="0"/>
                </a:cxn>
                <a:cxn ang="0">
                  <a:pos x="2" y="13"/>
                </a:cxn>
                <a:cxn ang="0">
                  <a:pos x="8" y="43"/>
                </a:cxn>
                <a:cxn ang="0">
                  <a:pos x="16" y="75"/>
                </a:cxn>
                <a:cxn ang="0">
                  <a:pos x="24" y="88"/>
                </a:cxn>
              </a:cxnLst>
              <a:rect l="0" t="0" r="r" b="b"/>
              <a:pathLst>
                <a:path w="35" h="88">
                  <a:moveTo>
                    <a:pt x="24" y="88"/>
                  </a:moveTo>
                  <a:lnTo>
                    <a:pt x="29" y="88"/>
                  </a:lnTo>
                  <a:lnTo>
                    <a:pt x="32" y="88"/>
                  </a:lnTo>
                  <a:lnTo>
                    <a:pt x="32" y="86"/>
                  </a:lnTo>
                  <a:lnTo>
                    <a:pt x="35" y="83"/>
                  </a:lnTo>
                  <a:lnTo>
                    <a:pt x="35" y="64"/>
                  </a:lnTo>
                  <a:lnTo>
                    <a:pt x="29" y="40"/>
                  </a:lnTo>
                  <a:lnTo>
                    <a:pt x="13" y="16"/>
                  </a:lnTo>
                  <a:lnTo>
                    <a:pt x="0" y="0"/>
                  </a:lnTo>
                  <a:lnTo>
                    <a:pt x="2" y="13"/>
                  </a:lnTo>
                  <a:lnTo>
                    <a:pt x="8" y="43"/>
                  </a:lnTo>
                  <a:lnTo>
                    <a:pt x="16" y="75"/>
                  </a:lnTo>
                  <a:lnTo>
                    <a:pt x="24" y="8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0599" name="Freeform 311"/>
            <p:cNvSpPr>
              <a:spLocks/>
            </p:cNvSpPr>
            <p:nvPr/>
          </p:nvSpPr>
          <p:spPr bwMode="auto">
            <a:xfrm flipH="1">
              <a:off x="1587" y="3719"/>
              <a:ext cx="54" cy="29"/>
            </a:xfrm>
            <a:custGeom>
              <a:avLst/>
              <a:gdLst/>
              <a:ahLst/>
              <a:cxnLst>
                <a:cxn ang="0">
                  <a:pos x="54" y="19"/>
                </a:cxn>
                <a:cxn ang="0">
                  <a:pos x="48" y="13"/>
                </a:cxn>
                <a:cxn ang="0">
                  <a:pos x="43" y="11"/>
                </a:cxn>
                <a:cxn ang="0">
                  <a:pos x="40" y="5"/>
                </a:cxn>
                <a:cxn ang="0">
                  <a:pos x="32" y="2"/>
                </a:cxn>
                <a:cxn ang="0">
                  <a:pos x="21" y="0"/>
                </a:cxn>
                <a:cxn ang="0">
                  <a:pos x="13" y="0"/>
                </a:cxn>
                <a:cxn ang="0">
                  <a:pos x="5" y="0"/>
                </a:cxn>
                <a:cxn ang="0">
                  <a:pos x="0" y="2"/>
                </a:cxn>
                <a:cxn ang="0">
                  <a:pos x="27" y="29"/>
                </a:cxn>
                <a:cxn ang="0">
                  <a:pos x="32" y="27"/>
                </a:cxn>
                <a:cxn ang="0">
                  <a:pos x="40" y="21"/>
                </a:cxn>
                <a:cxn ang="0">
                  <a:pos x="45" y="19"/>
                </a:cxn>
                <a:cxn ang="0">
                  <a:pos x="54" y="19"/>
                </a:cxn>
              </a:cxnLst>
              <a:rect l="0" t="0" r="r" b="b"/>
              <a:pathLst>
                <a:path w="54" h="29">
                  <a:moveTo>
                    <a:pt x="54" y="19"/>
                  </a:moveTo>
                  <a:lnTo>
                    <a:pt x="48" y="13"/>
                  </a:lnTo>
                  <a:lnTo>
                    <a:pt x="43" y="11"/>
                  </a:lnTo>
                  <a:lnTo>
                    <a:pt x="40" y="5"/>
                  </a:lnTo>
                  <a:lnTo>
                    <a:pt x="32" y="2"/>
                  </a:lnTo>
                  <a:lnTo>
                    <a:pt x="21" y="0"/>
                  </a:lnTo>
                  <a:lnTo>
                    <a:pt x="13" y="0"/>
                  </a:lnTo>
                  <a:lnTo>
                    <a:pt x="5" y="0"/>
                  </a:lnTo>
                  <a:lnTo>
                    <a:pt x="0" y="2"/>
                  </a:lnTo>
                  <a:lnTo>
                    <a:pt x="27" y="29"/>
                  </a:lnTo>
                  <a:lnTo>
                    <a:pt x="32" y="27"/>
                  </a:lnTo>
                  <a:lnTo>
                    <a:pt x="40" y="21"/>
                  </a:lnTo>
                  <a:lnTo>
                    <a:pt x="45" y="19"/>
                  </a:lnTo>
                  <a:lnTo>
                    <a:pt x="54" y="19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0600" name="Freeform 312"/>
            <p:cNvSpPr>
              <a:spLocks/>
            </p:cNvSpPr>
            <p:nvPr/>
          </p:nvSpPr>
          <p:spPr bwMode="auto">
            <a:xfrm flipH="1">
              <a:off x="1259" y="3082"/>
              <a:ext cx="884" cy="884"/>
            </a:xfrm>
            <a:custGeom>
              <a:avLst/>
              <a:gdLst/>
              <a:ahLst/>
              <a:cxnLst>
                <a:cxn ang="0">
                  <a:pos x="441" y="408"/>
                </a:cxn>
                <a:cxn ang="0">
                  <a:pos x="403" y="392"/>
                </a:cxn>
                <a:cxn ang="0">
                  <a:pos x="355" y="355"/>
                </a:cxn>
                <a:cxn ang="0">
                  <a:pos x="320" y="333"/>
                </a:cxn>
                <a:cxn ang="0">
                  <a:pos x="285" y="242"/>
                </a:cxn>
                <a:cxn ang="0">
                  <a:pos x="271" y="212"/>
                </a:cxn>
                <a:cxn ang="0">
                  <a:pos x="261" y="159"/>
                </a:cxn>
                <a:cxn ang="0">
                  <a:pos x="261" y="137"/>
                </a:cxn>
                <a:cxn ang="0">
                  <a:pos x="177" y="102"/>
                </a:cxn>
                <a:cxn ang="0">
                  <a:pos x="215" y="86"/>
                </a:cxn>
                <a:cxn ang="0">
                  <a:pos x="279" y="62"/>
                </a:cxn>
                <a:cxn ang="0">
                  <a:pos x="339" y="40"/>
                </a:cxn>
                <a:cxn ang="0">
                  <a:pos x="390" y="27"/>
                </a:cxn>
                <a:cxn ang="0">
                  <a:pos x="591" y="83"/>
                </a:cxn>
                <a:cxn ang="0">
                  <a:pos x="572" y="97"/>
                </a:cxn>
                <a:cxn ang="0">
                  <a:pos x="583" y="212"/>
                </a:cxn>
                <a:cxn ang="0">
                  <a:pos x="583" y="236"/>
                </a:cxn>
                <a:cxn ang="0">
                  <a:pos x="556" y="234"/>
                </a:cxn>
                <a:cxn ang="0">
                  <a:pos x="508" y="161"/>
                </a:cxn>
                <a:cxn ang="0">
                  <a:pos x="508" y="210"/>
                </a:cxn>
                <a:cxn ang="0">
                  <a:pos x="521" y="236"/>
                </a:cxn>
                <a:cxn ang="0">
                  <a:pos x="511" y="269"/>
                </a:cxn>
                <a:cxn ang="0">
                  <a:pos x="500" y="304"/>
                </a:cxn>
                <a:cxn ang="0">
                  <a:pos x="476" y="339"/>
                </a:cxn>
                <a:cxn ang="0">
                  <a:pos x="441" y="344"/>
                </a:cxn>
                <a:cxn ang="0">
                  <a:pos x="446" y="360"/>
                </a:cxn>
                <a:cxn ang="0">
                  <a:pos x="468" y="376"/>
                </a:cxn>
                <a:cxn ang="0">
                  <a:pos x="508" y="411"/>
                </a:cxn>
                <a:cxn ang="0">
                  <a:pos x="545" y="433"/>
                </a:cxn>
                <a:cxn ang="0">
                  <a:pos x="564" y="438"/>
                </a:cxn>
                <a:cxn ang="0">
                  <a:pos x="615" y="446"/>
                </a:cxn>
                <a:cxn ang="0">
                  <a:pos x="666" y="511"/>
                </a:cxn>
                <a:cxn ang="0">
                  <a:pos x="707" y="578"/>
                </a:cxn>
                <a:cxn ang="0">
                  <a:pos x="782" y="669"/>
                </a:cxn>
                <a:cxn ang="0">
                  <a:pos x="814" y="747"/>
                </a:cxn>
                <a:cxn ang="0">
                  <a:pos x="777" y="846"/>
                </a:cxn>
                <a:cxn ang="0">
                  <a:pos x="884" y="884"/>
                </a:cxn>
                <a:cxn ang="0">
                  <a:pos x="86" y="884"/>
                </a:cxn>
                <a:cxn ang="0">
                  <a:pos x="89" y="578"/>
                </a:cxn>
                <a:cxn ang="0">
                  <a:pos x="124" y="451"/>
                </a:cxn>
                <a:cxn ang="0">
                  <a:pos x="191" y="438"/>
                </a:cxn>
                <a:cxn ang="0">
                  <a:pos x="242" y="416"/>
                </a:cxn>
                <a:cxn ang="0">
                  <a:pos x="296" y="360"/>
                </a:cxn>
                <a:cxn ang="0">
                  <a:pos x="309" y="336"/>
                </a:cxn>
                <a:cxn ang="0">
                  <a:pos x="371" y="408"/>
                </a:cxn>
                <a:cxn ang="0">
                  <a:pos x="427" y="484"/>
                </a:cxn>
                <a:cxn ang="0">
                  <a:pos x="519" y="661"/>
                </a:cxn>
                <a:cxn ang="0">
                  <a:pos x="500" y="532"/>
                </a:cxn>
                <a:cxn ang="0">
                  <a:pos x="457" y="390"/>
                </a:cxn>
              </a:cxnLst>
              <a:rect l="0" t="0" r="r" b="b"/>
              <a:pathLst>
                <a:path w="884" h="884">
                  <a:moveTo>
                    <a:pt x="441" y="368"/>
                  </a:moveTo>
                  <a:lnTo>
                    <a:pt x="441" y="382"/>
                  </a:lnTo>
                  <a:lnTo>
                    <a:pt x="441" y="395"/>
                  </a:lnTo>
                  <a:lnTo>
                    <a:pt x="441" y="408"/>
                  </a:lnTo>
                  <a:lnTo>
                    <a:pt x="435" y="422"/>
                  </a:lnTo>
                  <a:lnTo>
                    <a:pt x="425" y="411"/>
                  </a:lnTo>
                  <a:lnTo>
                    <a:pt x="414" y="400"/>
                  </a:lnTo>
                  <a:lnTo>
                    <a:pt x="403" y="392"/>
                  </a:lnTo>
                  <a:lnTo>
                    <a:pt x="392" y="382"/>
                  </a:lnTo>
                  <a:lnTo>
                    <a:pt x="379" y="373"/>
                  </a:lnTo>
                  <a:lnTo>
                    <a:pt x="368" y="363"/>
                  </a:lnTo>
                  <a:lnTo>
                    <a:pt x="355" y="355"/>
                  </a:lnTo>
                  <a:lnTo>
                    <a:pt x="341" y="349"/>
                  </a:lnTo>
                  <a:lnTo>
                    <a:pt x="336" y="344"/>
                  </a:lnTo>
                  <a:lnTo>
                    <a:pt x="328" y="339"/>
                  </a:lnTo>
                  <a:lnTo>
                    <a:pt x="320" y="333"/>
                  </a:lnTo>
                  <a:lnTo>
                    <a:pt x="314" y="328"/>
                  </a:lnTo>
                  <a:lnTo>
                    <a:pt x="314" y="296"/>
                  </a:lnTo>
                  <a:lnTo>
                    <a:pt x="301" y="266"/>
                  </a:lnTo>
                  <a:lnTo>
                    <a:pt x="285" y="242"/>
                  </a:lnTo>
                  <a:lnTo>
                    <a:pt x="271" y="215"/>
                  </a:lnTo>
                  <a:lnTo>
                    <a:pt x="271" y="215"/>
                  </a:lnTo>
                  <a:lnTo>
                    <a:pt x="271" y="212"/>
                  </a:lnTo>
                  <a:lnTo>
                    <a:pt x="271" y="212"/>
                  </a:lnTo>
                  <a:lnTo>
                    <a:pt x="271" y="212"/>
                  </a:lnTo>
                  <a:lnTo>
                    <a:pt x="261" y="196"/>
                  </a:lnTo>
                  <a:lnTo>
                    <a:pt x="261" y="177"/>
                  </a:lnTo>
                  <a:lnTo>
                    <a:pt x="261" y="159"/>
                  </a:lnTo>
                  <a:lnTo>
                    <a:pt x="263" y="140"/>
                  </a:lnTo>
                  <a:lnTo>
                    <a:pt x="263" y="140"/>
                  </a:lnTo>
                  <a:lnTo>
                    <a:pt x="263" y="137"/>
                  </a:lnTo>
                  <a:lnTo>
                    <a:pt x="261" y="137"/>
                  </a:lnTo>
                  <a:lnTo>
                    <a:pt x="261" y="134"/>
                  </a:lnTo>
                  <a:lnTo>
                    <a:pt x="180" y="107"/>
                  </a:lnTo>
                  <a:lnTo>
                    <a:pt x="177" y="105"/>
                  </a:lnTo>
                  <a:lnTo>
                    <a:pt x="177" y="102"/>
                  </a:lnTo>
                  <a:lnTo>
                    <a:pt x="177" y="102"/>
                  </a:lnTo>
                  <a:lnTo>
                    <a:pt x="180" y="99"/>
                  </a:lnTo>
                  <a:lnTo>
                    <a:pt x="196" y="94"/>
                  </a:lnTo>
                  <a:lnTo>
                    <a:pt x="215" y="86"/>
                  </a:lnTo>
                  <a:lnTo>
                    <a:pt x="231" y="81"/>
                  </a:lnTo>
                  <a:lnTo>
                    <a:pt x="247" y="75"/>
                  </a:lnTo>
                  <a:lnTo>
                    <a:pt x="263" y="70"/>
                  </a:lnTo>
                  <a:lnTo>
                    <a:pt x="279" y="62"/>
                  </a:lnTo>
                  <a:lnTo>
                    <a:pt x="296" y="56"/>
                  </a:lnTo>
                  <a:lnTo>
                    <a:pt x="312" y="51"/>
                  </a:lnTo>
                  <a:lnTo>
                    <a:pt x="325" y="46"/>
                  </a:lnTo>
                  <a:lnTo>
                    <a:pt x="339" y="40"/>
                  </a:lnTo>
                  <a:lnTo>
                    <a:pt x="352" y="35"/>
                  </a:lnTo>
                  <a:lnTo>
                    <a:pt x="365" y="30"/>
                  </a:lnTo>
                  <a:lnTo>
                    <a:pt x="376" y="27"/>
                  </a:lnTo>
                  <a:lnTo>
                    <a:pt x="390" y="27"/>
                  </a:lnTo>
                  <a:lnTo>
                    <a:pt x="400" y="27"/>
                  </a:lnTo>
                  <a:lnTo>
                    <a:pt x="414" y="32"/>
                  </a:lnTo>
                  <a:lnTo>
                    <a:pt x="591" y="83"/>
                  </a:lnTo>
                  <a:lnTo>
                    <a:pt x="591" y="83"/>
                  </a:lnTo>
                  <a:lnTo>
                    <a:pt x="591" y="86"/>
                  </a:lnTo>
                  <a:lnTo>
                    <a:pt x="591" y="86"/>
                  </a:lnTo>
                  <a:lnTo>
                    <a:pt x="591" y="89"/>
                  </a:lnTo>
                  <a:lnTo>
                    <a:pt x="572" y="97"/>
                  </a:lnTo>
                  <a:lnTo>
                    <a:pt x="575" y="126"/>
                  </a:lnTo>
                  <a:lnTo>
                    <a:pt x="578" y="153"/>
                  </a:lnTo>
                  <a:lnTo>
                    <a:pt x="580" y="183"/>
                  </a:lnTo>
                  <a:lnTo>
                    <a:pt x="583" y="212"/>
                  </a:lnTo>
                  <a:lnTo>
                    <a:pt x="583" y="220"/>
                  </a:lnTo>
                  <a:lnTo>
                    <a:pt x="583" y="226"/>
                  </a:lnTo>
                  <a:lnTo>
                    <a:pt x="583" y="231"/>
                  </a:lnTo>
                  <a:lnTo>
                    <a:pt x="583" y="236"/>
                  </a:lnTo>
                  <a:lnTo>
                    <a:pt x="578" y="236"/>
                  </a:lnTo>
                  <a:lnTo>
                    <a:pt x="570" y="236"/>
                  </a:lnTo>
                  <a:lnTo>
                    <a:pt x="559" y="236"/>
                  </a:lnTo>
                  <a:lnTo>
                    <a:pt x="556" y="234"/>
                  </a:lnTo>
                  <a:lnTo>
                    <a:pt x="543" y="110"/>
                  </a:lnTo>
                  <a:lnTo>
                    <a:pt x="502" y="124"/>
                  </a:lnTo>
                  <a:lnTo>
                    <a:pt x="502" y="142"/>
                  </a:lnTo>
                  <a:lnTo>
                    <a:pt x="508" y="161"/>
                  </a:lnTo>
                  <a:lnTo>
                    <a:pt x="508" y="183"/>
                  </a:lnTo>
                  <a:lnTo>
                    <a:pt x="502" y="199"/>
                  </a:lnTo>
                  <a:lnTo>
                    <a:pt x="502" y="204"/>
                  </a:lnTo>
                  <a:lnTo>
                    <a:pt x="508" y="210"/>
                  </a:lnTo>
                  <a:lnTo>
                    <a:pt x="511" y="215"/>
                  </a:lnTo>
                  <a:lnTo>
                    <a:pt x="513" y="220"/>
                  </a:lnTo>
                  <a:lnTo>
                    <a:pt x="519" y="228"/>
                  </a:lnTo>
                  <a:lnTo>
                    <a:pt x="521" y="236"/>
                  </a:lnTo>
                  <a:lnTo>
                    <a:pt x="524" y="247"/>
                  </a:lnTo>
                  <a:lnTo>
                    <a:pt x="521" y="255"/>
                  </a:lnTo>
                  <a:lnTo>
                    <a:pt x="511" y="261"/>
                  </a:lnTo>
                  <a:lnTo>
                    <a:pt x="511" y="269"/>
                  </a:lnTo>
                  <a:lnTo>
                    <a:pt x="508" y="277"/>
                  </a:lnTo>
                  <a:lnTo>
                    <a:pt x="502" y="282"/>
                  </a:lnTo>
                  <a:lnTo>
                    <a:pt x="502" y="290"/>
                  </a:lnTo>
                  <a:lnTo>
                    <a:pt x="500" y="304"/>
                  </a:lnTo>
                  <a:lnTo>
                    <a:pt x="500" y="314"/>
                  </a:lnTo>
                  <a:lnTo>
                    <a:pt x="494" y="325"/>
                  </a:lnTo>
                  <a:lnTo>
                    <a:pt x="486" y="336"/>
                  </a:lnTo>
                  <a:lnTo>
                    <a:pt x="476" y="339"/>
                  </a:lnTo>
                  <a:lnTo>
                    <a:pt x="468" y="341"/>
                  </a:lnTo>
                  <a:lnTo>
                    <a:pt x="457" y="344"/>
                  </a:lnTo>
                  <a:lnTo>
                    <a:pt x="443" y="344"/>
                  </a:lnTo>
                  <a:lnTo>
                    <a:pt x="441" y="344"/>
                  </a:lnTo>
                  <a:lnTo>
                    <a:pt x="441" y="349"/>
                  </a:lnTo>
                  <a:lnTo>
                    <a:pt x="441" y="352"/>
                  </a:lnTo>
                  <a:lnTo>
                    <a:pt x="441" y="357"/>
                  </a:lnTo>
                  <a:lnTo>
                    <a:pt x="446" y="360"/>
                  </a:lnTo>
                  <a:lnTo>
                    <a:pt x="451" y="360"/>
                  </a:lnTo>
                  <a:lnTo>
                    <a:pt x="454" y="363"/>
                  </a:lnTo>
                  <a:lnTo>
                    <a:pt x="459" y="365"/>
                  </a:lnTo>
                  <a:lnTo>
                    <a:pt x="468" y="376"/>
                  </a:lnTo>
                  <a:lnTo>
                    <a:pt x="476" y="387"/>
                  </a:lnTo>
                  <a:lnTo>
                    <a:pt x="484" y="395"/>
                  </a:lnTo>
                  <a:lnTo>
                    <a:pt x="494" y="403"/>
                  </a:lnTo>
                  <a:lnTo>
                    <a:pt x="508" y="411"/>
                  </a:lnTo>
                  <a:lnTo>
                    <a:pt x="519" y="419"/>
                  </a:lnTo>
                  <a:lnTo>
                    <a:pt x="529" y="425"/>
                  </a:lnTo>
                  <a:lnTo>
                    <a:pt x="543" y="433"/>
                  </a:lnTo>
                  <a:lnTo>
                    <a:pt x="545" y="433"/>
                  </a:lnTo>
                  <a:lnTo>
                    <a:pt x="551" y="435"/>
                  </a:lnTo>
                  <a:lnTo>
                    <a:pt x="556" y="438"/>
                  </a:lnTo>
                  <a:lnTo>
                    <a:pt x="559" y="438"/>
                  </a:lnTo>
                  <a:lnTo>
                    <a:pt x="564" y="438"/>
                  </a:lnTo>
                  <a:lnTo>
                    <a:pt x="578" y="438"/>
                  </a:lnTo>
                  <a:lnTo>
                    <a:pt x="588" y="438"/>
                  </a:lnTo>
                  <a:lnTo>
                    <a:pt x="594" y="441"/>
                  </a:lnTo>
                  <a:lnTo>
                    <a:pt x="615" y="446"/>
                  </a:lnTo>
                  <a:lnTo>
                    <a:pt x="631" y="462"/>
                  </a:lnTo>
                  <a:lnTo>
                    <a:pt x="645" y="481"/>
                  </a:lnTo>
                  <a:lnTo>
                    <a:pt x="658" y="500"/>
                  </a:lnTo>
                  <a:lnTo>
                    <a:pt x="666" y="511"/>
                  </a:lnTo>
                  <a:lnTo>
                    <a:pt x="677" y="521"/>
                  </a:lnTo>
                  <a:lnTo>
                    <a:pt x="685" y="532"/>
                  </a:lnTo>
                  <a:lnTo>
                    <a:pt x="693" y="543"/>
                  </a:lnTo>
                  <a:lnTo>
                    <a:pt x="707" y="578"/>
                  </a:lnTo>
                  <a:lnTo>
                    <a:pt x="723" y="607"/>
                  </a:lnTo>
                  <a:lnTo>
                    <a:pt x="742" y="631"/>
                  </a:lnTo>
                  <a:lnTo>
                    <a:pt x="768" y="658"/>
                  </a:lnTo>
                  <a:lnTo>
                    <a:pt x="782" y="669"/>
                  </a:lnTo>
                  <a:lnTo>
                    <a:pt x="795" y="682"/>
                  </a:lnTo>
                  <a:lnTo>
                    <a:pt x="806" y="696"/>
                  </a:lnTo>
                  <a:lnTo>
                    <a:pt x="814" y="717"/>
                  </a:lnTo>
                  <a:lnTo>
                    <a:pt x="814" y="747"/>
                  </a:lnTo>
                  <a:lnTo>
                    <a:pt x="811" y="774"/>
                  </a:lnTo>
                  <a:lnTo>
                    <a:pt x="803" y="803"/>
                  </a:lnTo>
                  <a:lnTo>
                    <a:pt x="787" y="830"/>
                  </a:lnTo>
                  <a:lnTo>
                    <a:pt x="777" y="846"/>
                  </a:lnTo>
                  <a:lnTo>
                    <a:pt x="760" y="860"/>
                  </a:lnTo>
                  <a:lnTo>
                    <a:pt x="747" y="871"/>
                  </a:lnTo>
                  <a:lnTo>
                    <a:pt x="731" y="881"/>
                  </a:lnTo>
                  <a:lnTo>
                    <a:pt x="884" y="884"/>
                  </a:lnTo>
                  <a:lnTo>
                    <a:pt x="884" y="0"/>
                  </a:lnTo>
                  <a:lnTo>
                    <a:pt x="0" y="0"/>
                  </a:lnTo>
                  <a:lnTo>
                    <a:pt x="0" y="884"/>
                  </a:lnTo>
                  <a:lnTo>
                    <a:pt x="86" y="884"/>
                  </a:lnTo>
                  <a:lnTo>
                    <a:pt x="81" y="806"/>
                  </a:lnTo>
                  <a:lnTo>
                    <a:pt x="81" y="731"/>
                  </a:lnTo>
                  <a:lnTo>
                    <a:pt x="81" y="656"/>
                  </a:lnTo>
                  <a:lnTo>
                    <a:pt x="89" y="578"/>
                  </a:lnTo>
                  <a:lnTo>
                    <a:pt x="89" y="554"/>
                  </a:lnTo>
                  <a:lnTo>
                    <a:pt x="94" y="516"/>
                  </a:lnTo>
                  <a:lnTo>
                    <a:pt x="102" y="478"/>
                  </a:lnTo>
                  <a:lnTo>
                    <a:pt x="124" y="451"/>
                  </a:lnTo>
                  <a:lnTo>
                    <a:pt x="148" y="443"/>
                  </a:lnTo>
                  <a:lnTo>
                    <a:pt x="167" y="441"/>
                  </a:lnTo>
                  <a:lnTo>
                    <a:pt x="177" y="441"/>
                  </a:lnTo>
                  <a:lnTo>
                    <a:pt x="191" y="438"/>
                  </a:lnTo>
                  <a:lnTo>
                    <a:pt x="204" y="433"/>
                  </a:lnTo>
                  <a:lnTo>
                    <a:pt x="218" y="427"/>
                  </a:lnTo>
                  <a:lnTo>
                    <a:pt x="231" y="422"/>
                  </a:lnTo>
                  <a:lnTo>
                    <a:pt x="242" y="416"/>
                  </a:lnTo>
                  <a:lnTo>
                    <a:pt x="253" y="408"/>
                  </a:lnTo>
                  <a:lnTo>
                    <a:pt x="269" y="392"/>
                  </a:lnTo>
                  <a:lnTo>
                    <a:pt x="282" y="376"/>
                  </a:lnTo>
                  <a:lnTo>
                    <a:pt x="296" y="360"/>
                  </a:lnTo>
                  <a:lnTo>
                    <a:pt x="304" y="341"/>
                  </a:lnTo>
                  <a:lnTo>
                    <a:pt x="306" y="339"/>
                  </a:lnTo>
                  <a:lnTo>
                    <a:pt x="309" y="336"/>
                  </a:lnTo>
                  <a:lnTo>
                    <a:pt x="309" y="336"/>
                  </a:lnTo>
                  <a:lnTo>
                    <a:pt x="312" y="336"/>
                  </a:lnTo>
                  <a:lnTo>
                    <a:pt x="336" y="360"/>
                  </a:lnTo>
                  <a:lnTo>
                    <a:pt x="355" y="382"/>
                  </a:lnTo>
                  <a:lnTo>
                    <a:pt x="371" y="408"/>
                  </a:lnTo>
                  <a:lnTo>
                    <a:pt x="390" y="435"/>
                  </a:lnTo>
                  <a:lnTo>
                    <a:pt x="403" y="449"/>
                  </a:lnTo>
                  <a:lnTo>
                    <a:pt x="414" y="465"/>
                  </a:lnTo>
                  <a:lnTo>
                    <a:pt x="427" y="484"/>
                  </a:lnTo>
                  <a:lnTo>
                    <a:pt x="438" y="502"/>
                  </a:lnTo>
                  <a:lnTo>
                    <a:pt x="519" y="661"/>
                  </a:lnTo>
                  <a:lnTo>
                    <a:pt x="519" y="661"/>
                  </a:lnTo>
                  <a:lnTo>
                    <a:pt x="519" y="661"/>
                  </a:lnTo>
                  <a:lnTo>
                    <a:pt x="519" y="661"/>
                  </a:lnTo>
                  <a:lnTo>
                    <a:pt x="519" y="661"/>
                  </a:lnTo>
                  <a:lnTo>
                    <a:pt x="511" y="596"/>
                  </a:lnTo>
                  <a:lnTo>
                    <a:pt x="500" y="532"/>
                  </a:lnTo>
                  <a:lnTo>
                    <a:pt x="481" y="468"/>
                  </a:lnTo>
                  <a:lnTo>
                    <a:pt x="465" y="411"/>
                  </a:lnTo>
                  <a:lnTo>
                    <a:pt x="462" y="406"/>
                  </a:lnTo>
                  <a:lnTo>
                    <a:pt x="457" y="390"/>
                  </a:lnTo>
                  <a:lnTo>
                    <a:pt x="449" y="373"/>
                  </a:lnTo>
                  <a:lnTo>
                    <a:pt x="441" y="36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0601" name="Freeform 313"/>
            <p:cNvSpPr>
              <a:spLocks/>
            </p:cNvSpPr>
            <p:nvPr/>
          </p:nvSpPr>
          <p:spPr bwMode="auto">
            <a:xfrm flipH="1">
              <a:off x="1517" y="3611"/>
              <a:ext cx="102" cy="78"/>
            </a:xfrm>
            <a:custGeom>
              <a:avLst/>
              <a:gdLst/>
              <a:ahLst/>
              <a:cxnLst>
                <a:cxn ang="0">
                  <a:pos x="102" y="78"/>
                </a:cxn>
                <a:cxn ang="0">
                  <a:pos x="30" y="0"/>
                </a:cxn>
                <a:cxn ang="0">
                  <a:pos x="21" y="0"/>
                </a:cxn>
                <a:cxn ang="0">
                  <a:pos x="8" y="6"/>
                </a:cxn>
                <a:cxn ang="0">
                  <a:pos x="3" y="14"/>
                </a:cxn>
                <a:cxn ang="0">
                  <a:pos x="0" y="25"/>
                </a:cxn>
                <a:cxn ang="0">
                  <a:pos x="43" y="78"/>
                </a:cxn>
                <a:cxn ang="0">
                  <a:pos x="56" y="73"/>
                </a:cxn>
                <a:cxn ang="0">
                  <a:pos x="75" y="70"/>
                </a:cxn>
                <a:cxn ang="0">
                  <a:pos x="89" y="73"/>
                </a:cxn>
                <a:cxn ang="0">
                  <a:pos x="102" y="78"/>
                </a:cxn>
              </a:cxnLst>
              <a:rect l="0" t="0" r="r" b="b"/>
              <a:pathLst>
                <a:path w="102" h="78">
                  <a:moveTo>
                    <a:pt x="102" y="78"/>
                  </a:moveTo>
                  <a:lnTo>
                    <a:pt x="30" y="0"/>
                  </a:lnTo>
                  <a:lnTo>
                    <a:pt x="21" y="0"/>
                  </a:lnTo>
                  <a:lnTo>
                    <a:pt x="8" y="6"/>
                  </a:lnTo>
                  <a:lnTo>
                    <a:pt x="3" y="14"/>
                  </a:lnTo>
                  <a:lnTo>
                    <a:pt x="0" y="25"/>
                  </a:lnTo>
                  <a:lnTo>
                    <a:pt x="43" y="78"/>
                  </a:lnTo>
                  <a:lnTo>
                    <a:pt x="56" y="73"/>
                  </a:lnTo>
                  <a:lnTo>
                    <a:pt x="75" y="70"/>
                  </a:lnTo>
                  <a:lnTo>
                    <a:pt x="89" y="73"/>
                  </a:lnTo>
                  <a:lnTo>
                    <a:pt x="102" y="7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29860464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2" name="Rectangle 4"/>
          <p:cNvSpPr>
            <a:spLocks noGrp="1" noChangeArrowheads="1"/>
          </p:cNvSpPr>
          <p:nvPr>
            <p:ph type="title"/>
          </p:nvPr>
        </p:nvSpPr>
        <p:spPr>
          <a:xfrm>
            <a:off x="1116330" y="524398"/>
            <a:ext cx="10515600" cy="776009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References: </a:t>
            </a:r>
            <a:endParaRPr lang="en-US" sz="2000" dirty="0"/>
          </a:p>
        </p:txBody>
      </p:sp>
      <p:sp>
        <p:nvSpPr>
          <p:cNvPr id="140594" name="Text Box 306"/>
          <p:cNvSpPr txBox="1">
            <a:spLocks noChangeArrowheads="1"/>
          </p:cNvSpPr>
          <p:nvPr/>
        </p:nvSpPr>
        <p:spPr bwMode="auto">
          <a:xfrm>
            <a:off x="848862" y="1175962"/>
            <a:ext cx="8485013" cy="56938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2800" dirty="0">
                <a:latin typeface="+mj-lt"/>
                <a:cs typeface="Times New Roman" panose="02020603050405020304" pitchFamily="18" charset="0"/>
              </a:rPr>
              <a:t>Books: </a:t>
            </a:r>
          </a:p>
          <a:p>
            <a:endParaRPr lang="en-IN" sz="2800" dirty="0">
              <a:latin typeface="+mj-lt"/>
            </a:endParaRPr>
          </a:p>
          <a:p>
            <a:r>
              <a:rPr lang="en-IN" sz="2800" dirty="0">
                <a:latin typeface="+mj-lt"/>
              </a:rPr>
              <a:t>1. </a:t>
            </a:r>
            <a:r>
              <a:rPr lang="en-IN" sz="2800" dirty="0" err="1">
                <a:latin typeface="+mj-lt"/>
              </a:rPr>
              <a:t>Balaguruswamy</a:t>
            </a:r>
            <a:r>
              <a:rPr lang="en-IN" sz="2800" dirty="0">
                <a:latin typeface="+mj-lt"/>
              </a:rPr>
              <a:t>, Java. </a:t>
            </a:r>
          </a:p>
          <a:p>
            <a:r>
              <a:rPr lang="en-IN" sz="2800" dirty="0">
                <a:latin typeface="+mj-lt"/>
              </a:rPr>
              <a:t>2. A Primer, </a:t>
            </a:r>
            <a:r>
              <a:rPr lang="en-IN" sz="2800" dirty="0" err="1">
                <a:latin typeface="+mj-lt"/>
              </a:rPr>
              <a:t>E.Balaguruswamy</a:t>
            </a:r>
            <a:r>
              <a:rPr lang="en-IN" sz="2800" dirty="0">
                <a:latin typeface="+mj-lt"/>
              </a:rPr>
              <a:t>, Programming with Java, Tata McGraw Hill Companies </a:t>
            </a:r>
          </a:p>
          <a:p>
            <a:r>
              <a:rPr lang="en-US" sz="2800" dirty="0">
                <a:latin typeface="+mj-lt"/>
              </a:rPr>
              <a:t>3. John P. Flynt Thomson, Java Programming. </a:t>
            </a:r>
          </a:p>
          <a:p>
            <a:endParaRPr lang="en-US" sz="2800" dirty="0">
              <a:latin typeface="+mj-lt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+mj-lt"/>
                <a:cs typeface="Times New Roman" panose="02020603050405020304" pitchFamily="18" charset="0"/>
              </a:rPr>
              <a:t>Video Lectures : </a:t>
            </a:r>
          </a:p>
          <a:p>
            <a:r>
              <a:rPr lang="en-US" sz="2800" dirty="0">
                <a:latin typeface="+mj-lt"/>
                <a:hlinkClick r:id="rId2"/>
              </a:rPr>
              <a:t>https://www.youtube.com/watch?v=0MFC_Vw9NxY</a:t>
            </a:r>
            <a:endParaRPr lang="en-US" sz="2800" dirty="0">
              <a:latin typeface="+mj-lt"/>
            </a:endParaRPr>
          </a:p>
          <a:p>
            <a:endParaRPr lang="en-IN" sz="2800" dirty="0">
              <a:latin typeface="+mj-lt"/>
              <a:cs typeface="Times New Roman" panose="02020603050405020304" pitchFamily="18" charset="0"/>
            </a:endParaRPr>
          </a:p>
          <a:p>
            <a:r>
              <a:rPr lang="en-IN" sz="2800" dirty="0">
                <a:latin typeface="+mj-lt"/>
                <a:cs typeface="Times New Roman" panose="02020603050405020304" pitchFamily="18" charset="0"/>
              </a:rPr>
              <a:t>E-book : </a:t>
            </a:r>
          </a:p>
          <a:p>
            <a:r>
              <a:rPr lang="en-IN" sz="2800" dirty="0">
                <a:latin typeface="+mj-lt"/>
                <a:hlinkClick r:id="rId3"/>
              </a:rPr>
              <a:t>https://www.learnjavaonline.org/</a:t>
            </a:r>
            <a:endParaRPr lang="en-US" sz="2800" dirty="0">
              <a:latin typeface="+mj-lt"/>
              <a:cs typeface="Times New Roman" panose="02020603050405020304" pitchFamily="18" charset="0"/>
            </a:endParaRPr>
          </a:p>
          <a:p>
            <a:endParaRPr lang="en-US" sz="2800" dirty="0">
              <a:latin typeface="+mj-lt"/>
              <a:cs typeface="Times New Roman" panose="02020603050405020304" pitchFamily="18" charset="0"/>
            </a:endParaRPr>
          </a:p>
        </p:txBody>
      </p:sp>
      <p:grpSp>
        <p:nvGrpSpPr>
          <p:cNvPr id="2" name="Group 308"/>
          <p:cNvGrpSpPr>
            <a:grpSpLocks/>
          </p:cNvGrpSpPr>
          <p:nvPr/>
        </p:nvGrpSpPr>
        <p:grpSpPr bwMode="auto">
          <a:xfrm>
            <a:off x="9858375" y="2028825"/>
            <a:ext cx="1900238" cy="1893887"/>
            <a:chOff x="1259" y="3082"/>
            <a:chExt cx="884" cy="884"/>
          </a:xfrm>
        </p:grpSpPr>
        <p:sp>
          <p:nvSpPr>
            <p:cNvPr id="140597" name="Freeform 309"/>
            <p:cNvSpPr>
              <a:spLocks/>
            </p:cNvSpPr>
            <p:nvPr/>
          </p:nvSpPr>
          <p:spPr bwMode="auto">
            <a:xfrm flipH="1">
              <a:off x="1681" y="3824"/>
              <a:ext cx="110" cy="107"/>
            </a:xfrm>
            <a:custGeom>
              <a:avLst/>
              <a:gdLst/>
              <a:ahLst/>
              <a:cxnLst>
                <a:cxn ang="0">
                  <a:pos x="80" y="107"/>
                </a:cxn>
                <a:cxn ang="0">
                  <a:pos x="89" y="104"/>
                </a:cxn>
                <a:cxn ang="0">
                  <a:pos x="99" y="96"/>
                </a:cxn>
                <a:cxn ang="0">
                  <a:pos x="105" y="91"/>
                </a:cxn>
                <a:cxn ang="0">
                  <a:pos x="110" y="80"/>
                </a:cxn>
                <a:cxn ang="0">
                  <a:pos x="56" y="18"/>
                </a:cxn>
                <a:cxn ang="0">
                  <a:pos x="51" y="16"/>
                </a:cxn>
                <a:cxn ang="0">
                  <a:pos x="29" y="5"/>
                </a:cxn>
                <a:cxn ang="0">
                  <a:pos x="13" y="0"/>
                </a:cxn>
                <a:cxn ang="0">
                  <a:pos x="0" y="10"/>
                </a:cxn>
                <a:cxn ang="0">
                  <a:pos x="80" y="107"/>
                </a:cxn>
              </a:cxnLst>
              <a:rect l="0" t="0" r="r" b="b"/>
              <a:pathLst>
                <a:path w="110" h="107">
                  <a:moveTo>
                    <a:pt x="80" y="107"/>
                  </a:moveTo>
                  <a:lnTo>
                    <a:pt x="89" y="104"/>
                  </a:lnTo>
                  <a:lnTo>
                    <a:pt x="99" y="96"/>
                  </a:lnTo>
                  <a:lnTo>
                    <a:pt x="105" y="91"/>
                  </a:lnTo>
                  <a:lnTo>
                    <a:pt x="110" y="80"/>
                  </a:lnTo>
                  <a:lnTo>
                    <a:pt x="56" y="18"/>
                  </a:lnTo>
                  <a:lnTo>
                    <a:pt x="51" y="16"/>
                  </a:lnTo>
                  <a:lnTo>
                    <a:pt x="29" y="5"/>
                  </a:lnTo>
                  <a:lnTo>
                    <a:pt x="13" y="0"/>
                  </a:lnTo>
                  <a:lnTo>
                    <a:pt x="0" y="10"/>
                  </a:lnTo>
                  <a:lnTo>
                    <a:pt x="80" y="10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0598" name="Freeform 310"/>
            <p:cNvSpPr>
              <a:spLocks/>
            </p:cNvSpPr>
            <p:nvPr/>
          </p:nvSpPr>
          <p:spPr bwMode="auto">
            <a:xfrm flipH="1">
              <a:off x="1786" y="3762"/>
              <a:ext cx="35" cy="88"/>
            </a:xfrm>
            <a:custGeom>
              <a:avLst/>
              <a:gdLst/>
              <a:ahLst/>
              <a:cxnLst>
                <a:cxn ang="0">
                  <a:pos x="24" y="88"/>
                </a:cxn>
                <a:cxn ang="0">
                  <a:pos x="29" y="88"/>
                </a:cxn>
                <a:cxn ang="0">
                  <a:pos x="32" y="88"/>
                </a:cxn>
                <a:cxn ang="0">
                  <a:pos x="32" y="86"/>
                </a:cxn>
                <a:cxn ang="0">
                  <a:pos x="35" y="83"/>
                </a:cxn>
                <a:cxn ang="0">
                  <a:pos x="35" y="64"/>
                </a:cxn>
                <a:cxn ang="0">
                  <a:pos x="29" y="40"/>
                </a:cxn>
                <a:cxn ang="0">
                  <a:pos x="13" y="16"/>
                </a:cxn>
                <a:cxn ang="0">
                  <a:pos x="0" y="0"/>
                </a:cxn>
                <a:cxn ang="0">
                  <a:pos x="2" y="13"/>
                </a:cxn>
                <a:cxn ang="0">
                  <a:pos x="8" y="43"/>
                </a:cxn>
                <a:cxn ang="0">
                  <a:pos x="16" y="75"/>
                </a:cxn>
                <a:cxn ang="0">
                  <a:pos x="24" y="88"/>
                </a:cxn>
              </a:cxnLst>
              <a:rect l="0" t="0" r="r" b="b"/>
              <a:pathLst>
                <a:path w="35" h="88">
                  <a:moveTo>
                    <a:pt x="24" y="88"/>
                  </a:moveTo>
                  <a:lnTo>
                    <a:pt x="29" y="88"/>
                  </a:lnTo>
                  <a:lnTo>
                    <a:pt x="32" y="88"/>
                  </a:lnTo>
                  <a:lnTo>
                    <a:pt x="32" y="86"/>
                  </a:lnTo>
                  <a:lnTo>
                    <a:pt x="35" y="83"/>
                  </a:lnTo>
                  <a:lnTo>
                    <a:pt x="35" y="64"/>
                  </a:lnTo>
                  <a:lnTo>
                    <a:pt x="29" y="40"/>
                  </a:lnTo>
                  <a:lnTo>
                    <a:pt x="13" y="16"/>
                  </a:lnTo>
                  <a:lnTo>
                    <a:pt x="0" y="0"/>
                  </a:lnTo>
                  <a:lnTo>
                    <a:pt x="2" y="13"/>
                  </a:lnTo>
                  <a:lnTo>
                    <a:pt x="8" y="43"/>
                  </a:lnTo>
                  <a:lnTo>
                    <a:pt x="16" y="75"/>
                  </a:lnTo>
                  <a:lnTo>
                    <a:pt x="24" y="8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0599" name="Freeform 311"/>
            <p:cNvSpPr>
              <a:spLocks/>
            </p:cNvSpPr>
            <p:nvPr/>
          </p:nvSpPr>
          <p:spPr bwMode="auto">
            <a:xfrm flipH="1">
              <a:off x="1587" y="3719"/>
              <a:ext cx="54" cy="29"/>
            </a:xfrm>
            <a:custGeom>
              <a:avLst/>
              <a:gdLst/>
              <a:ahLst/>
              <a:cxnLst>
                <a:cxn ang="0">
                  <a:pos x="54" y="19"/>
                </a:cxn>
                <a:cxn ang="0">
                  <a:pos x="48" y="13"/>
                </a:cxn>
                <a:cxn ang="0">
                  <a:pos x="43" y="11"/>
                </a:cxn>
                <a:cxn ang="0">
                  <a:pos x="40" y="5"/>
                </a:cxn>
                <a:cxn ang="0">
                  <a:pos x="32" y="2"/>
                </a:cxn>
                <a:cxn ang="0">
                  <a:pos x="21" y="0"/>
                </a:cxn>
                <a:cxn ang="0">
                  <a:pos x="13" y="0"/>
                </a:cxn>
                <a:cxn ang="0">
                  <a:pos x="5" y="0"/>
                </a:cxn>
                <a:cxn ang="0">
                  <a:pos x="0" y="2"/>
                </a:cxn>
                <a:cxn ang="0">
                  <a:pos x="27" y="29"/>
                </a:cxn>
                <a:cxn ang="0">
                  <a:pos x="32" y="27"/>
                </a:cxn>
                <a:cxn ang="0">
                  <a:pos x="40" y="21"/>
                </a:cxn>
                <a:cxn ang="0">
                  <a:pos x="45" y="19"/>
                </a:cxn>
                <a:cxn ang="0">
                  <a:pos x="54" y="19"/>
                </a:cxn>
              </a:cxnLst>
              <a:rect l="0" t="0" r="r" b="b"/>
              <a:pathLst>
                <a:path w="54" h="29">
                  <a:moveTo>
                    <a:pt x="54" y="19"/>
                  </a:moveTo>
                  <a:lnTo>
                    <a:pt x="48" y="13"/>
                  </a:lnTo>
                  <a:lnTo>
                    <a:pt x="43" y="11"/>
                  </a:lnTo>
                  <a:lnTo>
                    <a:pt x="40" y="5"/>
                  </a:lnTo>
                  <a:lnTo>
                    <a:pt x="32" y="2"/>
                  </a:lnTo>
                  <a:lnTo>
                    <a:pt x="21" y="0"/>
                  </a:lnTo>
                  <a:lnTo>
                    <a:pt x="13" y="0"/>
                  </a:lnTo>
                  <a:lnTo>
                    <a:pt x="5" y="0"/>
                  </a:lnTo>
                  <a:lnTo>
                    <a:pt x="0" y="2"/>
                  </a:lnTo>
                  <a:lnTo>
                    <a:pt x="27" y="29"/>
                  </a:lnTo>
                  <a:lnTo>
                    <a:pt x="32" y="27"/>
                  </a:lnTo>
                  <a:lnTo>
                    <a:pt x="40" y="21"/>
                  </a:lnTo>
                  <a:lnTo>
                    <a:pt x="45" y="19"/>
                  </a:lnTo>
                  <a:lnTo>
                    <a:pt x="54" y="19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0600" name="Freeform 312"/>
            <p:cNvSpPr>
              <a:spLocks/>
            </p:cNvSpPr>
            <p:nvPr/>
          </p:nvSpPr>
          <p:spPr bwMode="auto">
            <a:xfrm flipH="1">
              <a:off x="1259" y="3082"/>
              <a:ext cx="884" cy="884"/>
            </a:xfrm>
            <a:custGeom>
              <a:avLst/>
              <a:gdLst/>
              <a:ahLst/>
              <a:cxnLst>
                <a:cxn ang="0">
                  <a:pos x="441" y="408"/>
                </a:cxn>
                <a:cxn ang="0">
                  <a:pos x="403" y="392"/>
                </a:cxn>
                <a:cxn ang="0">
                  <a:pos x="355" y="355"/>
                </a:cxn>
                <a:cxn ang="0">
                  <a:pos x="320" y="333"/>
                </a:cxn>
                <a:cxn ang="0">
                  <a:pos x="285" y="242"/>
                </a:cxn>
                <a:cxn ang="0">
                  <a:pos x="271" y="212"/>
                </a:cxn>
                <a:cxn ang="0">
                  <a:pos x="261" y="159"/>
                </a:cxn>
                <a:cxn ang="0">
                  <a:pos x="261" y="137"/>
                </a:cxn>
                <a:cxn ang="0">
                  <a:pos x="177" y="102"/>
                </a:cxn>
                <a:cxn ang="0">
                  <a:pos x="215" y="86"/>
                </a:cxn>
                <a:cxn ang="0">
                  <a:pos x="279" y="62"/>
                </a:cxn>
                <a:cxn ang="0">
                  <a:pos x="339" y="40"/>
                </a:cxn>
                <a:cxn ang="0">
                  <a:pos x="390" y="27"/>
                </a:cxn>
                <a:cxn ang="0">
                  <a:pos x="591" y="83"/>
                </a:cxn>
                <a:cxn ang="0">
                  <a:pos x="572" y="97"/>
                </a:cxn>
                <a:cxn ang="0">
                  <a:pos x="583" y="212"/>
                </a:cxn>
                <a:cxn ang="0">
                  <a:pos x="583" y="236"/>
                </a:cxn>
                <a:cxn ang="0">
                  <a:pos x="556" y="234"/>
                </a:cxn>
                <a:cxn ang="0">
                  <a:pos x="508" y="161"/>
                </a:cxn>
                <a:cxn ang="0">
                  <a:pos x="508" y="210"/>
                </a:cxn>
                <a:cxn ang="0">
                  <a:pos x="521" y="236"/>
                </a:cxn>
                <a:cxn ang="0">
                  <a:pos x="511" y="269"/>
                </a:cxn>
                <a:cxn ang="0">
                  <a:pos x="500" y="304"/>
                </a:cxn>
                <a:cxn ang="0">
                  <a:pos x="476" y="339"/>
                </a:cxn>
                <a:cxn ang="0">
                  <a:pos x="441" y="344"/>
                </a:cxn>
                <a:cxn ang="0">
                  <a:pos x="446" y="360"/>
                </a:cxn>
                <a:cxn ang="0">
                  <a:pos x="468" y="376"/>
                </a:cxn>
                <a:cxn ang="0">
                  <a:pos x="508" y="411"/>
                </a:cxn>
                <a:cxn ang="0">
                  <a:pos x="545" y="433"/>
                </a:cxn>
                <a:cxn ang="0">
                  <a:pos x="564" y="438"/>
                </a:cxn>
                <a:cxn ang="0">
                  <a:pos x="615" y="446"/>
                </a:cxn>
                <a:cxn ang="0">
                  <a:pos x="666" y="511"/>
                </a:cxn>
                <a:cxn ang="0">
                  <a:pos x="707" y="578"/>
                </a:cxn>
                <a:cxn ang="0">
                  <a:pos x="782" y="669"/>
                </a:cxn>
                <a:cxn ang="0">
                  <a:pos x="814" y="747"/>
                </a:cxn>
                <a:cxn ang="0">
                  <a:pos x="777" y="846"/>
                </a:cxn>
                <a:cxn ang="0">
                  <a:pos x="884" y="884"/>
                </a:cxn>
                <a:cxn ang="0">
                  <a:pos x="86" y="884"/>
                </a:cxn>
                <a:cxn ang="0">
                  <a:pos x="89" y="578"/>
                </a:cxn>
                <a:cxn ang="0">
                  <a:pos x="124" y="451"/>
                </a:cxn>
                <a:cxn ang="0">
                  <a:pos x="191" y="438"/>
                </a:cxn>
                <a:cxn ang="0">
                  <a:pos x="242" y="416"/>
                </a:cxn>
                <a:cxn ang="0">
                  <a:pos x="296" y="360"/>
                </a:cxn>
                <a:cxn ang="0">
                  <a:pos x="309" y="336"/>
                </a:cxn>
                <a:cxn ang="0">
                  <a:pos x="371" y="408"/>
                </a:cxn>
                <a:cxn ang="0">
                  <a:pos x="427" y="484"/>
                </a:cxn>
                <a:cxn ang="0">
                  <a:pos x="519" y="661"/>
                </a:cxn>
                <a:cxn ang="0">
                  <a:pos x="500" y="532"/>
                </a:cxn>
                <a:cxn ang="0">
                  <a:pos x="457" y="390"/>
                </a:cxn>
              </a:cxnLst>
              <a:rect l="0" t="0" r="r" b="b"/>
              <a:pathLst>
                <a:path w="884" h="884">
                  <a:moveTo>
                    <a:pt x="441" y="368"/>
                  </a:moveTo>
                  <a:lnTo>
                    <a:pt x="441" y="382"/>
                  </a:lnTo>
                  <a:lnTo>
                    <a:pt x="441" y="395"/>
                  </a:lnTo>
                  <a:lnTo>
                    <a:pt x="441" y="408"/>
                  </a:lnTo>
                  <a:lnTo>
                    <a:pt x="435" y="422"/>
                  </a:lnTo>
                  <a:lnTo>
                    <a:pt x="425" y="411"/>
                  </a:lnTo>
                  <a:lnTo>
                    <a:pt x="414" y="400"/>
                  </a:lnTo>
                  <a:lnTo>
                    <a:pt x="403" y="392"/>
                  </a:lnTo>
                  <a:lnTo>
                    <a:pt x="392" y="382"/>
                  </a:lnTo>
                  <a:lnTo>
                    <a:pt x="379" y="373"/>
                  </a:lnTo>
                  <a:lnTo>
                    <a:pt x="368" y="363"/>
                  </a:lnTo>
                  <a:lnTo>
                    <a:pt x="355" y="355"/>
                  </a:lnTo>
                  <a:lnTo>
                    <a:pt x="341" y="349"/>
                  </a:lnTo>
                  <a:lnTo>
                    <a:pt x="336" y="344"/>
                  </a:lnTo>
                  <a:lnTo>
                    <a:pt x="328" y="339"/>
                  </a:lnTo>
                  <a:lnTo>
                    <a:pt x="320" y="333"/>
                  </a:lnTo>
                  <a:lnTo>
                    <a:pt x="314" y="328"/>
                  </a:lnTo>
                  <a:lnTo>
                    <a:pt x="314" y="296"/>
                  </a:lnTo>
                  <a:lnTo>
                    <a:pt x="301" y="266"/>
                  </a:lnTo>
                  <a:lnTo>
                    <a:pt x="285" y="242"/>
                  </a:lnTo>
                  <a:lnTo>
                    <a:pt x="271" y="215"/>
                  </a:lnTo>
                  <a:lnTo>
                    <a:pt x="271" y="215"/>
                  </a:lnTo>
                  <a:lnTo>
                    <a:pt x="271" y="212"/>
                  </a:lnTo>
                  <a:lnTo>
                    <a:pt x="271" y="212"/>
                  </a:lnTo>
                  <a:lnTo>
                    <a:pt x="271" y="212"/>
                  </a:lnTo>
                  <a:lnTo>
                    <a:pt x="261" y="196"/>
                  </a:lnTo>
                  <a:lnTo>
                    <a:pt x="261" y="177"/>
                  </a:lnTo>
                  <a:lnTo>
                    <a:pt x="261" y="159"/>
                  </a:lnTo>
                  <a:lnTo>
                    <a:pt x="263" y="140"/>
                  </a:lnTo>
                  <a:lnTo>
                    <a:pt x="263" y="140"/>
                  </a:lnTo>
                  <a:lnTo>
                    <a:pt x="263" y="137"/>
                  </a:lnTo>
                  <a:lnTo>
                    <a:pt x="261" y="137"/>
                  </a:lnTo>
                  <a:lnTo>
                    <a:pt x="261" y="134"/>
                  </a:lnTo>
                  <a:lnTo>
                    <a:pt x="180" y="107"/>
                  </a:lnTo>
                  <a:lnTo>
                    <a:pt x="177" y="105"/>
                  </a:lnTo>
                  <a:lnTo>
                    <a:pt x="177" y="102"/>
                  </a:lnTo>
                  <a:lnTo>
                    <a:pt x="177" y="102"/>
                  </a:lnTo>
                  <a:lnTo>
                    <a:pt x="180" y="99"/>
                  </a:lnTo>
                  <a:lnTo>
                    <a:pt x="196" y="94"/>
                  </a:lnTo>
                  <a:lnTo>
                    <a:pt x="215" y="86"/>
                  </a:lnTo>
                  <a:lnTo>
                    <a:pt x="231" y="81"/>
                  </a:lnTo>
                  <a:lnTo>
                    <a:pt x="247" y="75"/>
                  </a:lnTo>
                  <a:lnTo>
                    <a:pt x="263" y="70"/>
                  </a:lnTo>
                  <a:lnTo>
                    <a:pt x="279" y="62"/>
                  </a:lnTo>
                  <a:lnTo>
                    <a:pt x="296" y="56"/>
                  </a:lnTo>
                  <a:lnTo>
                    <a:pt x="312" y="51"/>
                  </a:lnTo>
                  <a:lnTo>
                    <a:pt x="325" y="46"/>
                  </a:lnTo>
                  <a:lnTo>
                    <a:pt x="339" y="40"/>
                  </a:lnTo>
                  <a:lnTo>
                    <a:pt x="352" y="35"/>
                  </a:lnTo>
                  <a:lnTo>
                    <a:pt x="365" y="30"/>
                  </a:lnTo>
                  <a:lnTo>
                    <a:pt x="376" y="27"/>
                  </a:lnTo>
                  <a:lnTo>
                    <a:pt x="390" y="27"/>
                  </a:lnTo>
                  <a:lnTo>
                    <a:pt x="400" y="27"/>
                  </a:lnTo>
                  <a:lnTo>
                    <a:pt x="414" y="32"/>
                  </a:lnTo>
                  <a:lnTo>
                    <a:pt x="591" y="83"/>
                  </a:lnTo>
                  <a:lnTo>
                    <a:pt x="591" y="83"/>
                  </a:lnTo>
                  <a:lnTo>
                    <a:pt x="591" y="86"/>
                  </a:lnTo>
                  <a:lnTo>
                    <a:pt x="591" y="86"/>
                  </a:lnTo>
                  <a:lnTo>
                    <a:pt x="591" y="89"/>
                  </a:lnTo>
                  <a:lnTo>
                    <a:pt x="572" y="97"/>
                  </a:lnTo>
                  <a:lnTo>
                    <a:pt x="575" y="126"/>
                  </a:lnTo>
                  <a:lnTo>
                    <a:pt x="578" y="153"/>
                  </a:lnTo>
                  <a:lnTo>
                    <a:pt x="580" y="183"/>
                  </a:lnTo>
                  <a:lnTo>
                    <a:pt x="583" y="212"/>
                  </a:lnTo>
                  <a:lnTo>
                    <a:pt x="583" y="220"/>
                  </a:lnTo>
                  <a:lnTo>
                    <a:pt x="583" y="226"/>
                  </a:lnTo>
                  <a:lnTo>
                    <a:pt x="583" y="231"/>
                  </a:lnTo>
                  <a:lnTo>
                    <a:pt x="583" y="236"/>
                  </a:lnTo>
                  <a:lnTo>
                    <a:pt x="578" y="236"/>
                  </a:lnTo>
                  <a:lnTo>
                    <a:pt x="570" y="236"/>
                  </a:lnTo>
                  <a:lnTo>
                    <a:pt x="559" y="236"/>
                  </a:lnTo>
                  <a:lnTo>
                    <a:pt x="556" y="234"/>
                  </a:lnTo>
                  <a:lnTo>
                    <a:pt x="543" y="110"/>
                  </a:lnTo>
                  <a:lnTo>
                    <a:pt x="502" y="124"/>
                  </a:lnTo>
                  <a:lnTo>
                    <a:pt x="502" y="142"/>
                  </a:lnTo>
                  <a:lnTo>
                    <a:pt x="508" y="161"/>
                  </a:lnTo>
                  <a:lnTo>
                    <a:pt x="508" y="183"/>
                  </a:lnTo>
                  <a:lnTo>
                    <a:pt x="502" y="199"/>
                  </a:lnTo>
                  <a:lnTo>
                    <a:pt x="502" y="204"/>
                  </a:lnTo>
                  <a:lnTo>
                    <a:pt x="508" y="210"/>
                  </a:lnTo>
                  <a:lnTo>
                    <a:pt x="511" y="215"/>
                  </a:lnTo>
                  <a:lnTo>
                    <a:pt x="513" y="220"/>
                  </a:lnTo>
                  <a:lnTo>
                    <a:pt x="519" y="228"/>
                  </a:lnTo>
                  <a:lnTo>
                    <a:pt x="521" y="236"/>
                  </a:lnTo>
                  <a:lnTo>
                    <a:pt x="524" y="247"/>
                  </a:lnTo>
                  <a:lnTo>
                    <a:pt x="521" y="255"/>
                  </a:lnTo>
                  <a:lnTo>
                    <a:pt x="511" y="261"/>
                  </a:lnTo>
                  <a:lnTo>
                    <a:pt x="511" y="269"/>
                  </a:lnTo>
                  <a:lnTo>
                    <a:pt x="508" y="277"/>
                  </a:lnTo>
                  <a:lnTo>
                    <a:pt x="502" y="282"/>
                  </a:lnTo>
                  <a:lnTo>
                    <a:pt x="502" y="290"/>
                  </a:lnTo>
                  <a:lnTo>
                    <a:pt x="500" y="304"/>
                  </a:lnTo>
                  <a:lnTo>
                    <a:pt x="500" y="314"/>
                  </a:lnTo>
                  <a:lnTo>
                    <a:pt x="494" y="325"/>
                  </a:lnTo>
                  <a:lnTo>
                    <a:pt x="486" y="336"/>
                  </a:lnTo>
                  <a:lnTo>
                    <a:pt x="476" y="339"/>
                  </a:lnTo>
                  <a:lnTo>
                    <a:pt x="468" y="341"/>
                  </a:lnTo>
                  <a:lnTo>
                    <a:pt x="457" y="344"/>
                  </a:lnTo>
                  <a:lnTo>
                    <a:pt x="443" y="344"/>
                  </a:lnTo>
                  <a:lnTo>
                    <a:pt x="441" y="344"/>
                  </a:lnTo>
                  <a:lnTo>
                    <a:pt x="441" y="349"/>
                  </a:lnTo>
                  <a:lnTo>
                    <a:pt x="441" y="352"/>
                  </a:lnTo>
                  <a:lnTo>
                    <a:pt x="441" y="357"/>
                  </a:lnTo>
                  <a:lnTo>
                    <a:pt x="446" y="360"/>
                  </a:lnTo>
                  <a:lnTo>
                    <a:pt x="451" y="360"/>
                  </a:lnTo>
                  <a:lnTo>
                    <a:pt x="454" y="363"/>
                  </a:lnTo>
                  <a:lnTo>
                    <a:pt x="459" y="365"/>
                  </a:lnTo>
                  <a:lnTo>
                    <a:pt x="468" y="376"/>
                  </a:lnTo>
                  <a:lnTo>
                    <a:pt x="476" y="387"/>
                  </a:lnTo>
                  <a:lnTo>
                    <a:pt x="484" y="395"/>
                  </a:lnTo>
                  <a:lnTo>
                    <a:pt x="494" y="403"/>
                  </a:lnTo>
                  <a:lnTo>
                    <a:pt x="508" y="411"/>
                  </a:lnTo>
                  <a:lnTo>
                    <a:pt x="519" y="419"/>
                  </a:lnTo>
                  <a:lnTo>
                    <a:pt x="529" y="425"/>
                  </a:lnTo>
                  <a:lnTo>
                    <a:pt x="543" y="433"/>
                  </a:lnTo>
                  <a:lnTo>
                    <a:pt x="545" y="433"/>
                  </a:lnTo>
                  <a:lnTo>
                    <a:pt x="551" y="435"/>
                  </a:lnTo>
                  <a:lnTo>
                    <a:pt x="556" y="438"/>
                  </a:lnTo>
                  <a:lnTo>
                    <a:pt x="559" y="438"/>
                  </a:lnTo>
                  <a:lnTo>
                    <a:pt x="564" y="438"/>
                  </a:lnTo>
                  <a:lnTo>
                    <a:pt x="578" y="438"/>
                  </a:lnTo>
                  <a:lnTo>
                    <a:pt x="588" y="438"/>
                  </a:lnTo>
                  <a:lnTo>
                    <a:pt x="594" y="441"/>
                  </a:lnTo>
                  <a:lnTo>
                    <a:pt x="615" y="446"/>
                  </a:lnTo>
                  <a:lnTo>
                    <a:pt x="631" y="462"/>
                  </a:lnTo>
                  <a:lnTo>
                    <a:pt x="645" y="481"/>
                  </a:lnTo>
                  <a:lnTo>
                    <a:pt x="658" y="500"/>
                  </a:lnTo>
                  <a:lnTo>
                    <a:pt x="666" y="511"/>
                  </a:lnTo>
                  <a:lnTo>
                    <a:pt x="677" y="521"/>
                  </a:lnTo>
                  <a:lnTo>
                    <a:pt x="685" y="532"/>
                  </a:lnTo>
                  <a:lnTo>
                    <a:pt x="693" y="543"/>
                  </a:lnTo>
                  <a:lnTo>
                    <a:pt x="707" y="578"/>
                  </a:lnTo>
                  <a:lnTo>
                    <a:pt x="723" y="607"/>
                  </a:lnTo>
                  <a:lnTo>
                    <a:pt x="742" y="631"/>
                  </a:lnTo>
                  <a:lnTo>
                    <a:pt x="768" y="658"/>
                  </a:lnTo>
                  <a:lnTo>
                    <a:pt x="782" y="669"/>
                  </a:lnTo>
                  <a:lnTo>
                    <a:pt x="795" y="682"/>
                  </a:lnTo>
                  <a:lnTo>
                    <a:pt x="806" y="696"/>
                  </a:lnTo>
                  <a:lnTo>
                    <a:pt x="814" y="717"/>
                  </a:lnTo>
                  <a:lnTo>
                    <a:pt x="814" y="747"/>
                  </a:lnTo>
                  <a:lnTo>
                    <a:pt x="811" y="774"/>
                  </a:lnTo>
                  <a:lnTo>
                    <a:pt x="803" y="803"/>
                  </a:lnTo>
                  <a:lnTo>
                    <a:pt x="787" y="830"/>
                  </a:lnTo>
                  <a:lnTo>
                    <a:pt x="777" y="846"/>
                  </a:lnTo>
                  <a:lnTo>
                    <a:pt x="760" y="860"/>
                  </a:lnTo>
                  <a:lnTo>
                    <a:pt x="747" y="871"/>
                  </a:lnTo>
                  <a:lnTo>
                    <a:pt x="731" y="881"/>
                  </a:lnTo>
                  <a:lnTo>
                    <a:pt x="884" y="884"/>
                  </a:lnTo>
                  <a:lnTo>
                    <a:pt x="884" y="0"/>
                  </a:lnTo>
                  <a:lnTo>
                    <a:pt x="0" y="0"/>
                  </a:lnTo>
                  <a:lnTo>
                    <a:pt x="0" y="884"/>
                  </a:lnTo>
                  <a:lnTo>
                    <a:pt x="86" y="884"/>
                  </a:lnTo>
                  <a:lnTo>
                    <a:pt x="81" y="806"/>
                  </a:lnTo>
                  <a:lnTo>
                    <a:pt x="81" y="731"/>
                  </a:lnTo>
                  <a:lnTo>
                    <a:pt x="81" y="656"/>
                  </a:lnTo>
                  <a:lnTo>
                    <a:pt x="89" y="578"/>
                  </a:lnTo>
                  <a:lnTo>
                    <a:pt x="89" y="554"/>
                  </a:lnTo>
                  <a:lnTo>
                    <a:pt x="94" y="516"/>
                  </a:lnTo>
                  <a:lnTo>
                    <a:pt x="102" y="478"/>
                  </a:lnTo>
                  <a:lnTo>
                    <a:pt x="124" y="451"/>
                  </a:lnTo>
                  <a:lnTo>
                    <a:pt x="148" y="443"/>
                  </a:lnTo>
                  <a:lnTo>
                    <a:pt x="167" y="441"/>
                  </a:lnTo>
                  <a:lnTo>
                    <a:pt x="177" y="441"/>
                  </a:lnTo>
                  <a:lnTo>
                    <a:pt x="191" y="438"/>
                  </a:lnTo>
                  <a:lnTo>
                    <a:pt x="204" y="433"/>
                  </a:lnTo>
                  <a:lnTo>
                    <a:pt x="218" y="427"/>
                  </a:lnTo>
                  <a:lnTo>
                    <a:pt x="231" y="422"/>
                  </a:lnTo>
                  <a:lnTo>
                    <a:pt x="242" y="416"/>
                  </a:lnTo>
                  <a:lnTo>
                    <a:pt x="253" y="408"/>
                  </a:lnTo>
                  <a:lnTo>
                    <a:pt x="269" y="392"/>
                  </a:lnTo>
                  <a:lnTo>
                    <a:pt x="282" y="376"/>
                  </a:lnTo>
                  <a:lnTo>
                    <a:pt x="296" y="360"/>
                  </a:lnTo>
                  <a:lnTo>
                    <a:pt x="304" y="341"/>
                  </a:lnTo>
                  <a:lnTo>
                    <a:pt x="306" y="339"/>
                  </a:lnTo>
                  <a:lnTo>
                    <a:pt x="309" y="336"/>
                  </a:lnTo>
                  <a:lnTo>
                    <a:pt x="309" y="336"/>
                  </a:lnTo>
                  <a:lnTo>
                    <a:pt x="312" y="336"/>
                  </a:lnTo>
                  <a:lnTo>
                    <a:pt x="336" y="360"/>
                  </a:lnTo>
                  <a:lnTo>
                    <a:pt x="355" y="382"/>
                  </a:lnTo>
                  <a:lnTo>
                    <a:pt x="371" y="408"/>
                  </a:lnTo>
                  <a:lnTo>
                    <a:pt x="390" y="435"/>
                  </a:lnTo>
                  <a:lnTo>
                    <a:pt x="403" y="449"/>
                  </a:lnTo>
                  <a:lnTo>
                    <a:pt x="414" y="465"/>
                  </a:lnTo>
                  <a:lnTo>
                    <a:pt x="427" y="484"/>
                  </a:lnTo>
                  <a:lnTo>
                    <a:pt x="438" y="502"/>
                  </a:lnTo>
                  <a:lnTo>
                    <a:pt x="519" y="661"/>
                  </a:lnTo>
                  <a:lnTo>
                    <a:pt x="519" y="661"/>
                  </a:lnTo>
                  <a:lnTo>
                    <a:pt x="519" y="661"/>
                  </a:lnTo>
                  <a:lnTo>
                    <a:pt x="519" y="661"/>
                  </a:lnTo>
                  <a:lnTo>
                    <a:pt x="519" y="661"/>
                  </a:lnTo>
                  <a:lnTo>
                    <a:pt x="511" y="596"/>
                  </a:lnTo>
                  <a:lnTo>
                    <a:pt x="500" y="532"/>
                  </a:lnTo>
                  <a:lnTo>
                    <a:pt x="481" y="468"/>
                  </a:lnTo>
                  <a:lnTo>
                    <a:pt x="465" y="411"/>
                  </a:lnTo>
                  <a:lnTo>
                    <a:pt x="462" y="406"/>
                  </a:lnTo>
                  <a:lnTo>
                    <a:pt x="457" y="390"/>
                  </a:lnTo>
                  <a:lnTo>
                    <a:pt x="449" y="373"/>
                  </a:lnTo>
                  <a:lnTo>
                    <a:pt x="441" y="36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0601" name="Freeform 313"/>
            <p:cNvSpPr>
              <a:spLocks/>
            </p:cNvSpPr>
            <p:nvPr/>
          </p:nvSpPr>
          <p:spPr bwMode="auto">
            <a:xfrm flipH="1">
              <a:off x="1517" y="3611"/>
              <a:ext cx="102" cy="78"/>
            </a:xfrm>
            <a:custGeom>
              <a:avLst/>
              <a:gdLst/>
              <a:ahLst/>
              <a:cxnLst>
                <a:cxn ang="0">
                  <a:pos x="102" y="78"/>
                </a:cxn>
                <a:cxn ang="0">
                  <a:pos x="30" y="0"/>
                </a:cxn>
                <a:cxn ang="0">
                  <a:pos x="21" y="0"/>
                </a:cxn>
                <a:cxn ang="0">
                  <a:pos x="8" y="6"/>
                </a:cxn>
                <a:cxn ang="0">
                  <a:pos x="3" y="14"/>
                </a:cxn>
                <a:cxn ang="0">
                  <a:pos x="0" y="25"/>
                </a:cxn>
                <a:cxn ang="0">
                  <a:pos x="43" y="78"/>
                </a:cxn>
                <a:cxn ang="0">
                  <a:pos x="56" y="73"/>
                </a:cxn>
                <a:cxn ang="0">
                  <a:pos x="75" y="70"/>
                </a:cxn>
                <a:cxn ang="0">
                  <a:pos x="89" y="73"/>
                </a:cxn>
                <a:cxn ang="0">
                  <a:pos x="102" y="78"/>
                </a:cxn>
              </a:cxnLst>
              <a:rect l="0" t="0" r="r" b="b"/>
              <a:pathLst>
                <a:path w="102" h="78">
                  <a:moveTo>
                    <a:pt x="102" y="78"/>
                  </a:moveTo>
                  <a:lnTo>
                    <a:pt x="30" y="0"/>
                  </a:lnTo>
                  <a:lnTo>
                    <a:pt x="21" y="0"/>
                  </a:lnTo>
                  <a:lnTo>
                    <a:pt x="8" y="6"/>
                  </a:lnTo>
                  <a:lnTo>
                    <a:pt x="3" y="14"/>
                  </a:lnTo>
                  <a:lnTo>
                    <a:pt x="0" y="25"/>
                  </a:lnTo>
                  <a:lnTo>
                    <a:pt x="43" y="78"/>
                  </a:lnTo>
                  <a:lnTo>
                    <a:pt x="56" y="73"/>
                  </a:lnTo>
                  <a:lnTo>
                    <a:pt x="75" y="70"/>
                  </a:lnTo>
                  <a:lnTo>
                    <a:pt x="89" y="73"/>
                  </a:lnTo>
                  <a:lnTo>
                    <a:pt x="102" y="7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80694302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C813A83-4CF3-4942-8C24-169E11C40466}"/>
              </a:ext>
            </a:extLst>
          </p:cNvPr>
          <p:cNvSpPr/>
          <p:nvPr/>
        </p:nvSpPr>
        <p:spPr>
          <a:xfrm>
            <a:off x="0" y="0"/>
            <a:ext cx="12192000" cy="4686918"/>
          </a:xfrm>
          <a:prstGeom prst="rect">
            <a:avLst/>
          </a:prstGeom>
          <a:solidFill>
            <a:schemeClr val="accent6">
              <a:lumMod val="50000"/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/>
              </a:rPr>
              <a:t> 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C6F3F28-25A8-4E20-83C7-12F88E7C28D0}"/>
              </a:ext>
            </a:extLst>
          </p:cNvPr>
          <p:cNvCxnSpPr>
            <a:cxnSpLocks/>
          </p:cNvCxnSpPr>
          <p:nvPr/>
        </p:nvCxnSpPr>
        <p:spPr>
          <a:xfrm>
            <a:off x="9347200" y="0"/>
            <a:ext cx="1828800" cy="18288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E1879BF-80CB-413D-9BC1-C05963A116D7}"/>
              </a:ext>
            </a:extLst>
          </p:cNvPr>
          <p:cNvCxnSpPr>
            <a:cxnSpLocks/>
          </p:cNvCxnSpPr>
          <p:nvPr/>
        </p:nvCxnSpPr>
        <p:spPr>
          <a:xfrm>
            <a:off x="10169128" y="0"/>
            <a:ext cx="663972" cy="66397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D354CBC-26FA-4C5C-B91C-AD6F2AE53BC2}"/>
              </a:ext>
            </a:extLst>
          </p:cNvPr>
          <p:cNvCxnSpPr>
            <a:cxnSpLocks/>
          </p:cNvCxnSpPr>
          <p:nvPr/>
        </p:nvCxnSpPr>
        <p:spPr>
          <a:xfrm>
            <a:off x="733426" y="6294597"/>
            <a:ext cx="558345" cy="55834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6F6E02B-7F30-40ED-9667-2C98864546BE}"/>
              </a:ext>
            </a:extLst>
          </p:cNvPr>
          <p:cNvCxnSpPr>
            <a:cxnSpLocks/>
          </p:cNvCxnSpPr>
          <p:nvPr/>
        </p:nvCxnSpPr>
        <p:spPr>
          <a:xfrm>
            <a:off x="390526" y="5129689"/>
            <a:ext cx="1728311" cy="1728311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1"/>
          <p:cNvSpPr txBox="1">
            <a:spLocks/>
          </p:cNvSpPr>
          <p:nvPr/>
        </p:nvSpPr>
        <p:spPr>
          <a:xfrm>
            <a:off x="1485902" y="2249080"/>
            <a:ext cx="10725148" cy="1231106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per" panose="02000506000000020004" pitchFamily="2" charset="0"/>
                <a:ea typeface="Segoe UI" panose="020B0502040204020203" pitchFamily="34" charset="0"/>
                <a:cs typeface="Segoe UI" panose="020B0502040204020203" pitchFamily="34" charset="0"/>
              </a:rPr>
              <a:t>THANK YOU</a:t>
            </a:r>
          </a:p>
        </p:txBody>
      </p:sp>
      <p:sp>
        <p:nvSpPr>
          <p:cNvPr id="22" name="Diamond 6">
            <a:extLst>
              <a:ext uri="{FF2B5EF4-FFF2-40B4-BE49-F238E27FC236}">
                <a16:creationId xmlns:a16="http://schemas.microsoft.com/office/drawing/2014/main" id="{AFBA4B1A-59E0-42F9-8062-FE9B4E00A99F}"/>
              </a:ext>
            </a:extLst>
          </p:cNvPr>
          <p:cNvSpPr/>
          <p:nvPr/>
        </p:nvSpPr>
        <p:spPr>
          <a:xfrm>
            <a:off x="2641599" y="1214279"/>
            <a:ext cx="2430463" cy="3225800"/>
          </a:xfrm>
          <a:custGeom>
            <a:avLst/>
            <a:gdLst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3225800 w 3225800"/>
              <a:gd name="connsiteY2" fmla="*/ 1612900 h 3225800"/>
              <a:gd name="connsiteX3" fmla="*/ 1612900 w 3225800"/>
              <a:gd name="connsiteY3" fmla="*/ 3225800 h 3225800"/>
              <a:gd name="connsiteX4" fmla="*/ 0 w 3225800"/>
              <a:gd name="connsiteY4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1612900 w 3225800"/>
              <a:gd name="connsiteY4" fmla="*/ 3225800 h 3225800"/>
              <a:gd name="connsiteX5" fmla="*/ 0 w 3225800"/>
              <a:gd name="connsiteY5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2430463 w 3225800"/>
              <a:gd name="connsiteY4" fmla="*/ 2413000 h 3225800"/>
              <a:gd name="connsiteX5" fmla="*/ 1612900 w 3225800"/>
              <a:gd name="connsiteY5" fmla="*/ 3225800 h 3225800"/>
              <a:gd name="connsiteX6" fmla="*/ 0 w 3225800"/>
              <a:gd name="connsiteY6" fmla="*/ 1612900 h 3225800"/>
              <a:gd name="connsiteX0" fmla="*/ 3225800 w 3317240"/>
              <a:gd name="connsiteY0" fmla="*/ 1612900 h 3225800"/>
              <a:gd name="connsiteX1" fmla="*/ 2430463 w 3317240"/>
              <a:gd name="connsiteY1" fmla="*/ 2413000 h 3225800"/>
              <a:gd name="connsiteX2" fmla="*/ 1612900 w 3317240"/>
              <a:gd name="connsiteY2" fmla="*/ 3225800 h 3225800"/>
              <a:gd name="connsiteX3" fmla="*/ 0 w 3317240"/>
              <a:gd name="connsiteY3" fmla="*/ 1612900 h 3225800"/>
              <a:gd name="connsiteX4" fmla="*/ 1612900 w 3317240"/>
              <a:gd name="connsiteY4" fmla="*/ 0 h 3225800"/>
              <a:gd name="connsiteX5" fmla="*/ 2430463 w 3317240"/>
              <a:gd name="connsiteY5" fmla="*/ 817563 h 3225800"/>
              <a:gd name="connsiteX6" fmla="*/ 3317240 w 3317240"/>
              <a:gd name="connsiteY6" fmla="*/ 1704340 h 3225800"/>
              <a:gd name="connsiteX0" fmla="*/ 2430463 w 3317240"/>
              <a:gd name="connsiteY0" fmla="*/ 2413000 h 3225800"/>
              <a:gd name="connsiteX1" fmla="*/ 1612900 w 3317240"/>
              <a:gd name="connsiteY1" fmla="*/ 3225800 h 3225800"/>
              <a:gd name="connsiteX2" fmla="*/ 0 w 3317240"/>
              <a:gd name="connsiteY2" fmla="*/ 1612900 h 3225800"/>
              <a:gd name="connsiteX3" fmla="*/ 1612900 w 3317240"/>
              <a:gd name="connsiteY3" fmla="*/ 0 h 3225800"/>
              <a:gd name="connsiteX4" fmla="*/ 2430463 w 3317240"/>
              <a:gd name="connsiteY4" fmla="*/ 817563 h 3225800"/>
              <a:gd name="connsiteX5" fmla="*/ 3317240 w 3317240"/>
              <a:gd name="connsiteY5" fmla="*/ 1704340 h 3225800"/>
              <a:gd name="connsiteX0" fmla="*/ 2430463 w 2430463"/>
              <a:gd name="connsiteY0" fmla="*/ 2413000 h 3225800"/>
              <a:gd name="connsiteX1" fmla="*/ 1612900 w 2430463"/>
              <a:gd name="connsiteY1" fmla="*/ 3225800 h 3225800"/>
              <a:gd name="connsiteX2" fmla="*/ 0 w 2430463"/>
              <a:gd name="connsiteY2" fmla="*/ 1612900 h 3225800"/>
              <a:gd name="connsiteX3" fmla="*/ 1612900 w 2430463"/>
              <a:gd name="connsiteY3" fmla="*/ 0 h 3225800"/>
              <a:gd name="connsiteX4" fmla="*/ 2430463 w 2430463"/>
              <a:gd name="connsiteY4" fmla="*/ 817563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</a:endParaRPr>
          </a:p>
        </p:txBody>
      </p:sp>
      <p:sp>
        <p:nvSpPr>
          <p:cNvPr id="23" name="Diamond 6">
            <a:extLst>
              <a:ext uri="{FF2B5EF4-FFF2-40B4-BE49-F238E27FC236}">
                <a16:creationId xmlns:a16="http://schemas.microsoft.com/office/drawing/2014/main" id="{4F0CA98B-3337-4AC3-8305-ED6C9C731FFB}"/>
              </a:ext>
            </a:extLst>
          </p:cNvPr>
          <p:cNvSpPr/>
          <p:nvPr/>
        </p:nvSpPr>
        <p:spPr>
          <a:xfrm>
            <a:off x="2898774" y="1214279"/>
            <a:ext cx="2430463" cy="3225800"/>
          </a:xfrm>
          <a:custGeom>
            <a:avLst/>
            <a:gdLst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3225800 w 3225800"/>
              <a:gd name="connsiteY2" fmla="*/ 1612900 h 3225800"/>
              <a:gd name="connsiteX3" fmla="*/ 1612900 w 3225800"/>
              <a:gd name="connsiteY3" fmla="*/ 3225800 h 3225800"/>
              <a:gd name="connsiteX4" fmla="*/ 0 w 3225800"/>
              <a:gd name="connsiteY4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1612900 w 3225800"/>
              <a:gd name="connsiteY4" fmla="*/ 3225800 h 3225800"/>
              <a:gd name="connsiteX5" fmla="*/ 0 w 3225800"/>
              <a:gd name="connsiteY5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2430463 w 3225800"/>
              <a:gd name="connsiteY4" fmla="*/ 2413000 h 3225800"/>
              <a:gd name="connsiteX5" fmla="*/ 1612900 w 3225800"/>
              <a:gd name="connsiteY5" fmla="*/ 3225800 h 3225800"/>
              <a:gd name="connsiteX6" fmla="*/ 0 w 3225800"/>
              <a:gd name="connsiteY6" fmla="*/ 1612900 h 3225800"/>
              <a:gd name="connsiteX0" fmla="*/ 3225800 w 3317240"/>
              <a:gd name="connsiteY0" fmla="*/ 1612900 h 3225800"/>
              <a:gd name="connsiteX1" fmla="*/ 2430463 w 3317240"/>
              <a:gd name="connsiteY1" fmla="*/ 2413000 h 3225800"/>
              <a:gd name="connsiteX2" fmla="*/ 1612900 w 3317240"/>
              <a:gd name="connsiteY2" fmla="*/ 3225800 h 3225800"/>
              <a:gd name="connsiteX3" fmla="*/ 0 w 3317240"/>
              <a:gd name="connsiteY3" fmla="*/ 1612900 h 3225800"/>
              <a:gd name="connsiteX4" fmla="*/ 1612900 w 3317240"/>
              <a:gd name="connsiteY4" fmla="*/ 0 h 3225800"/>
              <a:gd name="connsiteX5" fmla="*/ 2430463 w 3317240"/>
              <a:gd name="connsiteY5" fmla="*/ 817563 h 3225800"/>
              <a:gd name="connsiteX6" fmla="*/ 3317240 w 3317240"/>
              <a:gd name="connsiteY6" fmla="*/ 1704340 h 3225800"/>
              <a:gd name="connsiteX0" fmla="*/ 2430463 w 3317240"/>
              <a:gd name="connsiteY0" fmla="*/ 2413000 h 3225800"/>
              <a:gd name="connsiteX1" fmla="*/ 1612900 w 3317240"/>
              <a:gd name="connsiteY1" fmla="*/ 3225800 h 3225800"/>
              <a:gd name="connsiteX2" fmla="*/ 0 w 3317240"/>
              <a:gd name="connsiteY2" fmla="*/ 1612900 h 3225800"/>
              <a:gd name="connsiteX3" fmla="*/ 1612900 w 3317240"/>
              <a:gd name="connsiteY3" fmla="*/ 0 h 3225800"/>
              <a:gd name="connsiteX4" fmla="*/ 2430463 w 3317240"/>
              <a:gd name="connsiteY4" fmla="*/ 817563 h 3225800"/>
              <a:gd name="connsiteX5" fmla="*/ 3317240 w 3317240"/>
              <a:gd name="connsiteY5" fmla="*/ 1704340 h 3225800"/>
              <a:gd name="connsiteX0" fmla="*/ 2430463 w 2430463"/>
              <a:gd name="connsiteY0" fmla="*/ 2413000 h 3225800"/>
              <a:gd name="connsiteX1" fmla="*/ 1612900 w 2430463"/>
              <a:gd name="connsiteY1" fmla="*/ 3225800 h 3225800"/>
              <a:gd name="connsiteX2" fmla="*/ 0 w 2430463"/>
              <a:gd name="connsiteY2" fmla="*/ 1612900 h 3225800"/>
              <a:gd name="connsiteX3" fmla="*/ 1612900 w 2430463"/>
              <a:gd name="connsiteY3" fmla="*/ 0 h 3225800"/>
              <a:gd name="connsiteX4" fmla="*/ 2430463 w 2430463"/>
              <a:gd name="connsiteY4" fmla="*/ 817563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</a:endParaRPr>
          </a:p>
        </p:txBody>
      </p:sp>
      <p:grpSp>
        <p:nvGrpSpPr>
          <p:cNvPr id="29" name="Group 28"/>
          <p:cNvGrpSpPr/>
          <p:nvPr/>
        </p:nvGrpSpPr>
        <p:grpSpPr>
          <a:xfrm>
            <a:off x="222054" y="94089"/>
            <a:ext cx="410563" cy="1538089"/>
            <a:chOff x="83821" y="0"/>
            <a:chExt cx="219636" cy="903079"/>
          </a:xfrm>
        </p:grpSpPr>
        <p:sp>
          <p:nvSpPr>
            <p:cNvPr id="30" name="Rectangle 29"/>
            <p:cNvSpPr/>
            <p:nvPr/>
          </p:nvSpPr>
          <p:spPr>
            <a:xfrm>
              <a:off x="84026" y="0"/>
              <a:ext cx="219431" cy="210952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84262" y="408599"/>
              <a:ext cx="219194" cy="494480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83821" y="210952"/>
              <a:ext cx="217937" cy="2209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aphicFrame>
          <p:nvGraphicFramePr>
            <p:cNvPr id="33" name="Object 32">
              <a:extLst>
                <a:ext uri="{FF2B5EF4-FFF2-40B4-BE49-F238E27FC236}">
                  <a16:creationId xmlns:a16="http://schemas.microsoft.com/office/drawing/2014/main" id="{CAD0D7B8-E462-453C-B296-CA0154FA54A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46502234"/>
                </p:ext>
              </p:extLst>
            </p:nvPr>
          </p:nvGraphicFramePr>
          <p:xfrm>
            <a:off x="100850" y="246475"/>
            <a:ext cx="183878" cy="1834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orelDRAW" r:id="rId2" imgW="2169000" imgH="2169360" progId="">
                    <p:embed/>
                  </p:oleObj>
                </mc:Choice>
                <mc:Fallback>
                  <p:oleObj name="CorelDRAW" r:id="rId2" imgW="2169000" imgH="2169360" progId="">
                    <p:embed/>
                    <p:pic>
                      <p:nvPicPr>
                        <p:cNvPr id="0" name="Picture 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850" y="246475"/>
                          <a:ext cx="183878" cy="18342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656501266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ALLPPT-COLOR-A3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F4A4A"/>
      </a:accent1>
      <a:accent2>
        <a:srgbClr val="262626"/>
      </a:accent2>
      <a:accent3>
        <a:srgbClr val="EF4A4A"/>
      </a:accent3>
      <a:accent4>
        <a:srgbClr val="262626"/>
      </a:accent4>
      <a:accent5>
        <a:srgbClr val="EF4A4A"/>
      </a:accent5>
      <a:accent6>
        <a:srgbClr val="262626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smaple</Template>
  <TotalTime>586</TotalTime>
  <Words>1395</Words>
  <Application>Microsoft Office PowerPoint</Application>
  <PresentationFormat>Widescreen</PresentationFormat>
  <Paragraphs>182</Paragraphs>
  <Slides>22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2" baseType="lpstr">
      <vt:lpstr>Arial</vt:lpstr>
      <vt:lpstr>Calibri</vt:lpstr>
      <vt:lpstr>Calibri he</vt:lpstr>
      <vt:lpstr>Calibri Light</vt:lpstr>
      <vt:lpstr>Casper</vt:lpstr>
      <vt:lpstr>Raleway ExtraBold</vt:lpstr>
      <vt:lpstr>Times New Roman</vt:lpstr>
      <vt:lpstr>1_Office Theme</vt:lpstr>
      <vt:lpstr>Contents Slide Master</vt:lpstr>
      <vt:lpstr>CorelDRAW</vt:lpstr>
      <vt:lpstr>PowerPoint Presentation</vt:lpstr>
      <vt:lpstr>Lecture Objectives </vt:lpstr>
      <vt:lpstr> JAVA API</vt:lpstr>
      <vt:lpstr>Understanding of .class file concept</vt:lpstr>
      <vt:lpstr> Difference between  class, object, methods, and instance variables?</vt:lpstr>
      <vt:lpstr>Analyze the below program and answer</vt:lpstr>
      <vt:lpstr>Accessing numeric command line arguments</vt:lpstr>
      <vt:lpstr>Java Keywords</vt:lpstr>
      <vt:lpstr>PowerPoint Presentation</vt:lpstr>
      <vt:lpstr>Java Operators</vt:lpstr>
      <vt:lpstr>PowerPoint Presentation</vt:lpstr>
      <vt:lpstr>Can you identify the output for the below code?</vt:lpstr>
      <vt:lpstr>Identifiers in java</vt:lpstr>
      <vt:lpstr>Lets Brief!</vt:lpstr>
      <vt:lpstr>Difference between local, instance and static variable</vt:lpstr>
      <vt:lpstr>Data Types</vt:lpstr>
      <vt:lpstr>Understanding of data type concepts</vt:lpstr>
      <vt:lpstr>QUIZ</vt:lpstr>
      <vt:lpstr>QUIZ</vt:lpstr>
      <vt:lpstr>Summary: </vt:lpstr>
      <vt:lpstr>References: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Branding</dc:creator>
  <cp:lastModifiedBy>BHAVNEET KAUR</cp:lastModifiedBy>
  <cp:revision>146</cp:revision>
  <dcterms:created xsi:type="dcterms:W3CDTF">2019-01-09T10:33:58Z</dcterms:created>
  <dcterms:modified xsi:type="dcterms:W3CDTF">2024-12-17T05:13:13Z</dcterms:modified>
</cp:coreProperties>
</file>