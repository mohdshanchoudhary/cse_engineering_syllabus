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6"/>
  </p:notesMasterIdLst>
  <p:handoutMasterIdLst>
    <p:handoutMasterId r:id="rId27"/>
  </p:handoutMasterIdLst>
  <p:sldIdLst>
    <p:sldId id="287" r:id="rId3"/>
    <p:sldId id="399" r:id="rId4"/>
    <p:sldId id="281" r:id="rId5"/>
    <p:sldId id="416" r:id="rId6"/>
    <p:sldId id="412" r:id="rId7"/>
    <p:sldId id="414" r:id="rId8"/>
    <p:sldId id="415" r:id="rId9"/>
    <p:sldId id="401" r:id="rId10"/>
    <p:sldId id="400" r:id="rId11"/>
    <p:sldId id="261" r:id="rId12"/>
    <p:sldId id="413" r:id="rId13"/>
    <p:sldId id="402" r:id="rId14"/>
    <p:sldId id="403" r:id="rId15"/>
    <p:sldId id="404" r:id="rId16"/>
    <p:sldId id="405" r:id="rId17"/>
    <p:sldId id="406" r:id="rId18"/>
    <p:sldId id="407" r:id="rId19"/>
    <p:sldId id="411" r:id="rId20"/>
    <p:sldId id="398" r:id="rId21"/>
    <p:sldId id="410" r:id="rId22"/>
    <p:sldId id="408" r:id="rId23"/>
    <p:sldId id="409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  <a:srgbClr val="ED8137"/>
    <a:srgbClr val="BC8F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>
        <p:scale>
          <a:sx n="66" d="100"/>
          <a:sy n="66" d="100"/>
        </p:scale>
        <p:origin x="1267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hyperlink" Target="http://ecomputernotes.com/java/data-type-variable-and-array/explain-data-types-in-java" TargetMode="External"/><Relationship Id="rId1" Type="http://schemas.openxmlformats.org/officeDocument/2006/relationships/hyperlink" Target="http://ecomputernotes.com/java/what-is-java/what-is-java-explain-basic-features-of-java-language" TargetMode="External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hyperlink" Target="http://ecomputernotes.com/java/data-type-variable-and-array/explain-data-types-in-java" TargetMode="External"/><Relationship Id="rId1" Type="http://schemas.openxmlformats.org/officeDocument/2006/relationships/hyperlink" Target="http://ecomputernotes.com/java/what-is-java/what-is-java-explain-basic-features-of-java-languag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96E5B3-94FF-47FF-8479-EF9E7E6BDE10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9ADC53E-BB23-4B75-A3F6-6A23ED63E9E8}">
      <dgm:prSet custT="1"/>
      <dgm:spPr/>
      <dgm:t>
        <a:bodyPr/>
        <a:lstStyle/>
        <a:p>
          <a:r>
            <a:rPr lang="en-US" sz="2000" b="1" dirty="0"/>
            <a:t>Design and implement a Student Course Registration System in which:</a:t>
          </a:r>
        </a:p>
        <a:p>
          <a:r>
            <a:rPr lang="en-US" sz="2000" b="1" dirty="0"/>
            <a:t>Classes are organized </a:t>
          </a:r>
          <a:r>
            <a:rPr lang="en-US" sz="2000" b="1" dirty="0" err="1"/>
            <a:t>logically+Implicit</a:t>
          </a:r>
          <a:r>
            <a:rPr lang="en-US" sz="2000" b="1" dirty="0"/>
            <a:t> memory </a:t>
          </a:r>
          <a:r>
            <a:rPr lang="en-US" sz="2000" b="1" dirty="0" err="1"/>
            <a:t>management+Exception</a:t>
          </a:r>
          <a:r>
            <a:rPr lang="en-US" sz="2000" b="1" dirty="0"/>
            <a:t> </a:t>
          </a:r>
          <a:r>
            <a:rPr lang="en-US" sz="2000" b="1" dirty="0" err="1"/>
            <a:t>Handling+Multithreading</a:t>
          </a:r>
          <a:endParaRPr lang="en-US" sz="2000" b="1" dirty="0"/>
        </a:p>
        <a:p>
          <a:endParaRPr lang="en-US" sz="2000" b="1" dirty="0"/>
        </a:p>
        <a:p>
          <a:endParaRPr lang="en-IN" sz="2000" dirty="0"/>
        </a:p>
      </dgm:t>
    </dgm:pt>
    <dgm:pt modelId="{470F5163-0E37-4711-BD1E-2C97B5F994D5}" type="parTrans" cxnId="{CEFE8108-7E7A-43DA-9969-6BA34E13F41D}">
      <dgm:prSet/>
      <dgm:spPr/>
      <dgm:t>
        <a:bodyPr/>
        <a:lstStyle/>
        <a:p>
          <a:endParaRPr lang="en-IN"/>
        </a:p>
      </dgm:t>
    </dgm:pt>
    <dgm:pt modelId="{F5ABB3E1-9ECC-4287-82C0-486839B0C7E5}" type="sibTrans" cxnId="{CEFE8108-7E7A-43DA-9969-6BA34E13F41D}">
      <dgm:prSet/>
      <dgm:spPr/>
      <dgm:t>
        <a:bodyPr/>
        <a:lstStyle/>
        <a:p>
          <a:endParaRPr lang="en-IN"/>
        </a:p>
      </dgm:t>
    </dgm:pt>
    <dgm:pt modelId="{6D4A02E7-6C3C-4D0C-965A-57A774E8849A}" type="pres">
      <dgm:prSet presAssocID="{9596E5B3-94FF-47FF-8479-EF9E7E6BDE10}" presName="Name0" presStyleCnt="0">
        <dgm:presLayoutVars>
          <dgm:dir/>
          <dgm:resizeHandles val="exact"/>
        </dgm:presLayoutVars>
      </dgm:prSet>
      <dgm:spPr/>
    </dgm:pt>
    <dgm:pt modelId="{EE70A575-7613-4C69-A0AD-5F4F649DCBB2}" type="pres">
      <dgm:prSet presAssocID="{9596E5B3-94FF-47FF-8479-EF9E7E6BDE10}" presName="arrow" presStyleLbl="bgShp" presStyleIdx="0" presStyleCnt="1" custLinFactNeighborX="1449" custLinFactNeighborY="-42612"/>
      <dgm:spPr/>
    </dgm:pt>
    <dgm:pt modelId="{D17D23E5-2B6E-4FF0-B355-B369E76A5130}" type="pres">
      <dgm:prSet presAssocID="{9596E5B3-94FF-47FF-8479-EF9E7E6BDE10}" presName="points" presStyleCnt="0"/>
      <dgm:spPr/>
    </dgm:pt>
    <dgm:pt modelId="{3F1E7133-D6E8-4953-AED7-B5DB7CDBAA19}" type="pres">
      <dgm:prSet presAssocID="{39ADC53E-BB23-4B75-A3F6-6A23ED63E9E8}" presName="compositeA" presStyleCnt="0"/>
      <dgm:spPr/>
    </dgm:pt>
    <dgm:pt modelId="{A7D71693-7125-4FAE-848D-EE31848C60E1}" type="pres">
      <dgm:prSet presAssocID="{39ADC53E-BB23-4B75-A3F6-6A23ED63E9E8}" presName="textA" presStyleLbl="revTx" presStyleIdx="0" presStyleCnt="1" custLinFactNeighborY="-4956">
        <dgm:presLayoutVars>
          <dgm:bulletEnabled val="1"/>
        </dgm:presLayoutVars>
      </dgm:prSet>
      <dgm:spPr/>
    </dgm:pt>
    <dgm:pt modelId="{7709339A-C8EA-4DAF-B3BB-561910473BF5}" type="pres">
      <dgm:prSet presAssocID="{39ADC53E-BB23-4B75-A3F6-6A23ED63E9E8}" presName="circleA" presStyleLbl="node1" presStyleIdx="0" presStyleCnt="1" custLinFactY="-56439" custLinFactNeighborX="4670" custLinFactNeighborY="-100000"/>
      <dgm:spPr/>
    </dgm:pt>
    <dgm:pt modelId="{3C530AF4-8336-4191-8F45-CDB1CB90863D}" type="pres">
      <dgm:prSet presAssocID="{39ADC53E-BB23-4B75-A3F6-6A23ED63E9E8}" presName="spaceA" presStyleCnt="0"/>
      <dgm:spPr/>
    </dgm:pt>
  </dgm:ptLst>
  <dgm:cxnLst>
    <dgm:cxn modelId="{CEFE8108-7E7A-43DA-9969-6BA34E13F41D}" srcId="{9596E5B3-94FF-47FF-8479-EF9E7E6BDE10}" destId="{39ADC53E-BB23-4B75-A3F6-6A23ED63E9E8}" srcOrd="0" destOrd="0" parTransId="{470F5163-0E37-4711-BD1E-2C97B5F994D5}" sibTransId="{F5ABB3E1-9ECC-4287-82C0-486839B0C7E5}"/>
    <dgm:cxn modelId="{A0F6B3A1-3E26-4A41-A4FD-E6A97B259BB3}" type="presOf" srcId="{9596E5B3-94FF-47FF-8479-EF9E7E6BDE10}" destId="{6D4A02E7-6C3C-4D0C-965A-57A774E8849A}" srcOrd="0" destOrd="0" presId="urn:microsoft.com/office/officeart/2005/8/layout/hProcess11"/>
    <dgm:cxn modelId="{E5CF23AB-B3D9-4D6F-9798-E237A66B5E38}" type="presOf" srcId="{39ADC53E-BB23-4B75-A3F6-6A23ED63E9E8}" destId="{A7D71693-7125-4FAE-848D-EE31848C60E1}" srcOrd="0" destOrd="0" presId="urn:microsoft.com/office/officeart/2005/8/layout/hProcess11"/>
    <dgm:cxn modelId="{06890BAF-F673-4F0A-B1A3-94B3B12C5378}" type="presParOf" srcId="{6D4A02E7-6C3C-4D0C-965A-57A774E8849A}" destId="{EE70A575-7613-4C69-A0AD-5F4F649DCBB2}" srcOrd="0" destOrd="0" presId="urn:microsoft.com/office/officeart/2005/8/layout/hProcess11"/>
    <dgm:cxn modelId="{E87B4491-E131-432C-BBE7-006882457243}" type="presParOf" srcId="{6D4A02E7-6C3C-4D0C-965A-57A774E8849A}" destId="{D17D23E5-2B6E-4FF0-B355-B369E76A5130}" srcOrd="1" destOrd="0" presId="urn:microsoft.com/office/officeart/2005/8/layout/hProcess11"/>
    <dgm:cxn modelId="{64613834-83FD-4564-9F77-489252AD3351}" type="presParOf" srcId="{D17D23E5-2B6E-4FF0-B355-B369E76A5130}" destId="{3F1E7133-D6E8-4953-AED7-B5DB7CDBAA19}" srcOrd="0" destOrd="0" presId="urn:microsoft.com/office/officeart/2005/8/layout/hProcess11"/>
    <dgm:cxn modelId="{9F89DD4B-4A5C-4384-B523-1078862FB97A}" type="presParOf" srcId="{3F1E7133-D6E8-4953-AED7-B5DB7CDBAA19}" destId="{A7D71693-7125-4FAE-848D-EE31848C60E1}" srcOrd="0" destOrd="0" presId="urn:microsoft.com/office/officeart/2005/8/layout/hProcess11"/>
    <dgm:cxn modelId="{89BA5762-62DA-4226-8035-BA3CC96AD026}" type="presParOf" srcId="{3F1E7133-D6E8-4953-AED7-B5DB7CDBAA19}" destId="{7709339A-C8EA-4DAF-B3BB-561910473BF5}" srcOrd="1" destOrd="0" presId="urn:microsoft.com/office/officeart/2005/8/layout/hProcess11"/>
    <dgm:cxn modelId="{56EF9F4A-7C2E-46D6-A1F8-044E1C91C57F}" type="presParOf" srcId="{3F1E7133-D6E8-4953-AED7-B5DB7CDBAA19}" destId="{3C530AF4-8336-4191-8F45-CDB1CB90863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24D0EB-65DF-4A10-B8F3-863A99ABE341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EF9F4A8-4880-4F2E-85EC-60EDAF9B1D36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Google Sans"/>
            </a:rPr>
            <a:t>Follows Object Oriented model</a:t>
          </a:r>
          <a:endParaRPr lang="en-IN" dirty="0"/>
        </a:p>
      </dgm:t>
    </dgm:pt>
    <dgm:pt modelId="{996530BF-86CA-4090-8E4E-F6E1B57694FE}" type="parTrans" cxnId="{222E9598-89AD-4B78-B2BD-0CA23142F8EB}">
      <dgm:prSet/>
      <dgm:spPr/>
      <dgm:t>
        <a:bodyPr/>
        <a:lstStyle/>
        <a:p>
          <a:endParaRPr lang="en-IN"/>
        </a:p>
      </dgm:t>
    </dgm:pt>
    <dgm:pt modelId="{2BA285AC-3AE4-4836-AB5B-A0A3F1C475F1}" type="sibTrans" cxnId="{222E9598-89AD-4B78-B2BD-0CA23142F8EB}">
      <dgm:prSet/>
      <dgm:spPr/>
      <dgm:t>
        <a:bodyPr/>
        <a:lstStyle/>
        <a:p>
          <a:endParaRPr lang="en-IN"/>
        </a:p>
      </dgm:t>
    </dgm:pt>
    <dgm:pt modelId="{7F631F60-406A-4377-91BE-FC77A2D34EC7}">
      <dgm:prSet phldrT="[Text]"/>
      <dgm:spPr/>
      <dgm:t>
        <a:bodyPr/>
        <a:lstStyle/>
        <a:p>
          <a:r>
            <a:rPr lang="en-US" b="0" i="0" dirty="0">
              <a:solidFill>
                <a:schemeClr val="bg1"/>
              </a:solidFill>
              <a:effectLst/>
              <a:latin typeface="Google Sans"/>
            </a:rPr>
            <a:t>Platform independent(Write Once Run Anywhere)</a:t>
          </a:r>
          <a:endParaRPr lang="en-IN" dirty="0"/>
        </a:p>
      </dgm:t>
    </dgm:pt>
    <dgm:pt modelId="{FD560496-A85F-4E88-98BD-C3B49DCA2AD5}" type="parTrans" cxnId="{7494BF8D-900A-465F-AA13-A8EF174FD58E}">
      <dgm:prSet/>
      <dgm:spPr/>
      <dgm:t>
        <a:bodyPr/>
        <a:lstStyle/>
        <a:p>
          <a:endParaRPr lang="en-IN"/>
        </a:p>
      </dgm:t>
    </dgm:pt>
    <dgm:pt modelId="{210F34C1-421A-4CAE-BF50-254C42457F63}" type="sibTrans" cxnId="{7494BF8D-900A-465F-AA13-A8EF174FD58E}">
      <dgm:prSet/>
      <dgm:spPr/>
      <dgm:t>
        <a:bodyPr/>
        <a:lstStyle/>
        <a:p>
          <a:endParaRPr lang="en-IN"/>
        </a:p>
      </dgm:t>
    </dgm:pt>
    <dgm:pt modelId="{7C869C54-A8A1-4A3E-8E3F-EAFDBCE26CE8}">
      <dgm:prSet phldrT="[Text]" phldr="1"/>
      <dgm:spPr/>
      <dgm:t>
        <a:bodyPr/>
        <a:lstStyle/>
        <a:p>
          <a:endParaRPr lang="en-IN"/>
        </a:p>
      </dgm:t>
    </dgm:pt>
    <dgm:pt modelId="{456C6104-5DB6-45DD-8906-C201135805F3}" type="parTrans" cxnId="{D196DCC0-2899-468C-99C6-1D56041C038F}">
      <dgm:prSet/>
      <dgm:spPr/>
      <dgm:t>
        <a:bodyPr/>
        <a:lstStyle/>
        <a:p>
          <a:endParaRPr lang="en-IN"/>
        </a:p>
      </dgm:t>
    </dgm:pt>
    <dgm:pt modelId="{55B04E52-43A2-4EC6-90DE-438584B7905F}" type="sibTrans" cxnId="{D196DCC0-2899-468C-99C6-1D56041C038F}">
      <dgm:prSet/>
      <dgm:spPr/>
      <dgm:t>
        <a:bodyPr/>
        <a:lstStyle/>
        <a:p>
          <a:endParaRPr lang="en-IN"/>
        </a:p>
      </dgm:t>
    </dgm:pt>
    <dgm:pt modelId="{3603E24E-53FD-470A-B7E5-8D47B9E1E2FD}">
      <dgm:prSet/>
      <dgm:spPr/>
      <dgm:t>
        <a:bodyPr/>
        <a:lstStyle/>
        <a:p>
          <a:r>
            <a:rPr lang="en-US" dirty="0"/>
            <a:t>Programming language that is used to design applications for a variety of purposes</a:t>
          </a:r>
          <a:endParaRPr lang="en-US" b="0" i="0" dirty="0">
            <a:solidFill>
              <a:srgbClr val="001D35"/>
            </a:solidFill>
            <a:effectLst/>
            <a:latin typeface="Google Sans"/>
          </a:endParaRPr>
        </a:p>
      </dgm:t>
    </dgm:pt>
    <dgm:pt modelId="{0E93B247-C636-4100-94C8-D9169F02DC83}" type="parTrans" cxnId="{9928AAA5-2614-41DA-AC5E-BC8DD82DC212}">
      <dgm:prSet/>
      <dgm:spPr/>
      <dgm:t>
        <a:bodyPr/>
        <a:lstStyle/>
        <a:p>
          <a:endParaRPr lang="en-IN"/>
        </a:p>
      </dgm:t>
    </dgm:pt>
    <dgm:pt modelId="{1F355371-9FB3-4D94-B4ED-90B1FCC5C381}" type="sibTrans" cxnId="{9928AAA5-2614-41DA-AC5E-BC8DD82DC212}">
      <dgm:prSet/>
      <dgm:spPr/>
      <dgm:t>
        <a:bodyPr/>
        <a:lstStyle/>
        <a:p>
          <a:endParaRPr lang="en-IN"/>
        </a:p>
      </dgm:t>
    </dgm:pt>
    <dgm:pt modelId="{899C8635-8C28-4314-BA55-A68F29E50AF1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  <a:effectLst/>
              <a:latin typeface="Google Sans"/>
            </a:rPr>
            <a:t>JAVA</a:t>
          </a:r>
        </a:p>
      </dgm:t>
    </dgm:pt>
    <dgm:pt modelId="{CC14281E-0AF6-4C70-901E-68559BFCC608}" type="parTrans" cxnId="{62BC9C75-60D0-4007-BB8B-4AF6D573DD74}">
      <dgm:prSet/>
      <dgm:spPr/>
      <dgm:t>
        <a:bodyPr/>
        <a:lstStyle/>
        <a:p>
          <a:endParaRPr lang="en-IN"/>
        </a:p>
      </dgm:t>
    </dgm:pt>
    <dgm:pt modelId="{2F8D016A-ECDA-41D4-A409-4FCA76C2B3F2}" type="sibTrans" cxnId="{62BC9C75-60D0-4007-BB8B-4AF6D573DD74}">
      <dgm:prSet/>
      <dgm:spPr/>
      <dgm:t>
        <a:bodyPr/>
        <a:lstStyle/>
        <a:p>
          <a:endParaRPr lang="en-IN"/>
        </a:p>
      </dgm:t>
    </dgm:pt>
    <dgm:pt modelId="{505361C1-3075-485D-8E83-C794B4FAD94C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Google Sans"/>
            </a:rPr>
            <a:t>R</a:t>
          </a:r>
          <a:r>
            <a:rPr lang="en-US" b="0" i="0" dirty="0">
              <a:solidFill>
                <a:schemeClr val="bg1"/>
              </a:solidFill>
              <a:effectLst/>
              <a:latin typeface="Google Sans"/>
            </a:rPr>
            <a:t>uns on many devices worldwide</a:t>
          </a:r>
        </a:p>
      </dgm:t>
    </dgm:pt>
    <dgm:pt modelId="{CF384384-3DCB-4DA2-997C-CC4825DE6094}" type="sibTrans" cxnId="{B6A1CA26-360B-4EF8-A932-2E994178653A}">
      <dgm:prSet/>
      <dgm:spPr/>
      <dgm:t>
        <a:bodyPr/>
        <a:lstStyle/>
        <a:p>
          <a:endParaRPr lang="en-IN"/>
        </a:p>
      </dgm:t>
    </dgm:pt>
    <dgm:pt modelId="{118A4C56-3B09-44F8-8E05-4A01CBBDDDA2}" type="parTrans" cxnId="{B6A1CA26-360B-4EF8-A932-2E994178653A}">
      <dgm:prSet/>
      <dgm:spPr/>
      <dgm:t>
        <a:bodyPr/>
        <a:lstStyle/>
        <a:p>
          <a:endParaRPr lang="en-IN"/>
        </a:p>
      </dgm:t>
    </dgm:pt>
    <dgm:pt modelId="{1FD038AE-6F3B-47DA-983D-B14EBA5A127D}">
      <dgm:prSet/>
      <dgm:spPr/>
      <dgm:t>
        <a:bodyPr/>
        <a:lstStyle/>
        <a:p>
          <a:endParaRPr lang="en-IN"/>
        </a:p>
      </dgm:t>
    </dgm:pt>
    <dgm:pt modelId="{616D6ABD-2843-416F-9F65-2B153AE50B13}" type="parTrans" cxnId="{54FE3745-5B75-4FDA-9DB9-AC3243782B44}">
      <dgm:prSet/>
      <dgm:spPr/>
      <dgm:t>
        <a:bodyPr/>
        <a:lstStyle/>
        <a:p>
          <a:endParaRPr lang="en-IN"/>
        </a:p>
      </dgm:t>
    </dgm:pt>
    <dgm:pt modelId="{B1CF4CDB-743A-4292-A692-5D9A52418677}" type="sibTrans" cxnId="{54FE3745-5B75-4FDA-9DB9-AC3243782B44}">
      <dgm:prSet/>
      <dgm:spPr/>
      <dgm:t>
        <a:bodyPr/>
        <a:lstStyle/>
        <a:p>
          <a:endParaRPr lang="en-IN"/>
        </a:p>
      </dgm:t>
    </dgm:pt>
    <dgm:pt modelId="{26B8A717-C69A-4ED1-A996-D249F581DB5B}">
      <dgm:prSet/>
      <dgm:spPr/>
      <dgm:t>
        <a:bodyPr/>
        <a:lstStyle/>
        <a:p>
          <a:endParaRPr lang="en-IN"/>
        </a:p>
      </dgm:t>
    </dgm:pt>
    <dgm:pt modelId="{4E69374C-B970-4860-A1B0-E10D3A2C6CF5}" type="parTrans" cxnId="{AC88368B-EF94-425C-9F6B-1C124E6B9AAE}">
      <dgm:prSet/>
      <dgm:spPr/>
      <dgm:t>
        <a:bodyPr/>
        <a:lstStyle/>
        <a:p>
          <a:endParaRPr lang="en-IN"/>
        </a:p>
      </dgm:t>
    </dgm:pt>
    <dgm:pt modelId="{42835E54-DA2C-425D-B0D5-A9FBCBC3AE5C}" type="sibTrans" cxnId="{AC88368B-EF94-425C-9F6B-1C124E6B9AAE}">
      <dgm:prSet/>
      <dgm:spPr/>
      <dgm:t>
        <a:bodyPr/>
        <a:lstStyle/>
        <a:p>
          <a:endParaRPr lang="en-IN"/>
        </a:p>
      </dgm:t>
    </dgm:pt>
    <dgm:pt modelId="{DE3F4052-D25C-4234-8EE6-FE9729E1C2A0}">
      <dgm:prSet/>
      <dgm:spPr/>
      <dgm:t>
        <a:bodyPr/>
        <a:lstStyle/>
        <a:p>
          <a:endParaRPr lang="en-IN"/>
        </a:p>
      </dgm:t>
    </dgm:pt>
    <dgm:pt modelId="{69EC319E-E045-4CD3-BFC9-D7EA0EE94377}" type="parTrans" cxnId="{9AE53DBD-7541-4FDD-969E-0C0031F34AA2}">
      <dgm:prSet/>
      <dgm:spPr/>
      <dgm:t>
        <a:bodyPr/>
        <a:lstStyle/>
        <a:p>
          <a:endParaRPr lang="en-IN"/>
        </a:p>
      </dgm:t>
    </dgm:pt>
    <dgm:pt modelId="{30DA2589-0D81-4BBA-BDD6-2DA0DB9381F6}" type="sibTrans" cxnId="{9AE53DBD-7541-4FDD-969E-0C0031F34AA2}">
      <dgm:prSet/>
      <dgm:spPr/>
      <dgm:t>
        <a:bodyPr/>
        <a:lstStyle/>
        <a:p>
          <a:endParaRPr lang="en-IN"/>
        </a:p>
      </dgm:t>
    </dgm:pt>
    <dgm:pt modelId="{AC3D8A02-D5F0-4D0C-8A43-8EEC151CE3B3}">
      <dgm:prSet/>
      <dgm:spPr/>
      <dgm:t>
        <a:bodyPr/>
        <a:lstStyle/>
        <a:p>
          <a:endParaRPr lang="en-IN"/>
        </a:p>
      </dgm:t>
    </dgm:pt>
    <dgm:pt modelId="{49FC433E-C790-4DA8-84F9-898C014EDE00}" type="parTrans" cxnId="{81D23B84-DEDE-4B0D-A251-D07A02B4354B}">
      <dgm:prSet/>
      <dgm:spPr/>
      <dgm:t>
        <a:bodyPr/>
        <a:lstStyle/>
        <a:p>
          <a:endParaRPr lang="en-IN"/>
        </a:p>
      </dgm:t>
    </dgm:pt>
    <dgm:pt modelId="{2670B53C-C367-479C-9DE8-B5858F86D19A}" type="sibTrans" cxnId="{81D23B84-DEDE-4B0D-A251-D07A02B4354B}">
      <dgm:prSet/>
      <dgm:spPr/>
      <dgm:t>
        <a:bodyPr/>
        <a:lstStyle/>
        <a:p>
          <a:endParaRPr lang="en-IN"/>
        </a:p>
      </dgm:t>
    </dgm:pt>
    <dgm:pt modelId="{804DA02C-B295-4BC4-A098-7478B90D9ECF}" type="pres">
      <dgm:prSet presAssocID="{E224D0EB-65DF-4A10-B8F3-863A99ABE341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D60254B-C09B-4A28-8CAB-50F46D5EE4E9}" type="pres">
      <dgm:prSet presAssocID="{E224D0EB-65DF-4A10-B8F3-863A99ABE341}" presName="matrix" presStyleCnt="0"/>
      <dgm:spPr/>
    </dgm:pt>
    <dgm:pt modelId="{10B27EE6-5477-4811-9E3E-38EE42268A0A}" type="pres">
      <dgm:prSet presAssocID="{E224D0EB-65DF-4A10-B8F3-863A99ABE341}" presName="tile1" presStyleLbl="node1" presStyleIdx="0" presStyleCnt="4" custLinFactNeighborX="580" custLinFactNeighborY="-5783"/>
      <dgm:spPr/>
    </dgm:pt>
    <dgm:pt modelId="{92CD675A-C439-43F3-9522-2D5E3DAC76A6}" type="pres">
      <dgm:prSet presAssocID="{E224D0EB-65DF-4A10-B8F3-863A99ABE341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BB3F099-B611-4653-BB18-9B81C0F248C4}" type="pres">
      <dgm:prSet presAssocID="{E224D0EB-65DF-4A10-B8F3-863A99ABE341}" presName="tile2" presStyleLbl="node1" presStyleIdx="1" presStyleCnt="4"/>
      <dgm:spPr/>
    </dgm:pt>
    <dgm:pt modelId="{994F6D56-0235-41CD-8709-04939F0C7A79}" type="pres">
      <dgm:prSet presAssocID="{E224D0EB-65DF-4A10-B8F3-863A99ABE341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EFC26B0-6B64-48F6-843A-F1135E080EB2}" type="pres">
      <dgm:prSet presAssocID="{E224D0EB-65DF-4A10-B8F3-863A99ABE341}" presName="tile3" presStyleLbl="node1" presStyleIdx="2" presStyleCnt="4"/>
      <dgm:spPr/>
    </dgm:pt>
    <dgm:pt modelId="{C0A1F5D6-F325-4D30-980F-DBD9927290F8}" type="pres">
      <dgm:prSet presAssocID="{E224D0EB-65DF-4A10-B8F3-863A99ABE341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2FC3C31-587B-49D4-8574-2B873B815037}" type="pres">
      <dgm:prSet presAssocID="{E224D0EB-65DF-4A10-B8F3-863A99ABE341}" presName="tile4" presStyleLbl="node1" presStyleIdx="3" presStyleCnt="4" custScaleX="106594" custScaleY="102881" custLinFactNeighborX="-2174" custLinFactNeighborY="25027"/>
      <dgm:spPr/>
    </dgm:pt>
    <dgm:pt modelId="{F057C619-7EB2-40C2-B921-B974C7A1D7DB}" type="pres">
      <dgm:prSet presAssocID="{E224D0EB-65DF-4A10-B8F3-863A99ABE341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E21A3DBE-484C-46DD-94B1-A17E17FF3227}" type="pres">
      <dgm:prSet presAssocID="{E224D0EB-65DF-4A10-B8F3-863A99ABE341}" presName="centerTile" presStyleLbl="fgShp" presStyleIdx="0" presStyleCnt="1" custScaleX="66346" custScaleY="130639" custLinFactNeighborX="-2577" custLinFactNeighborY="6027">
        <dgm:presLayoutVars>
          <dgm:chMax val="0"/>
          <dgm:chPref val="0"/>
        </dgm:presLayoutVars>
      </dgm:prSet>
      <dgm:spPr/>
    </dgm:pt>
  </dgm:ptLst>
  <dgm:cxnLst>
    <dgm:cxn modelId="{5FD8BE07-8E72-4263-8EDC-0FEB6FBC8A9D}" type="presOf" srcId="{3603E24E-53FD-470A-B7E5-8D47B9E1E2FD}" destId="{994F6D56-0235-41CD-8709-04939F0C7A79}" srcOrd="1" destOrd="0" presId="urn:microsoft.com/office/officeart/2005/8/layout/matrix1"/>
    <dgm:cxn modelId="{FA48AF26-61E5-4BDC-8118-A384EDD89D82}" type="presOf" srcId="{7F631F60-406A-4377-91BE-FC77A2D34EC7}" destId="{62FC3C31-587B-49D4-8574-2B873B815037}" srcOrd="0" destOrd="0" presId="urn:microsoft.com/office/officeart/2005/8/layout/matrix1"/>
    <dgm:cxn modelId="{B6A1CA26-360B-4EF8-A932-2E994178653A}" srcId="{899C8635-8C28-4314-BA55-A68F29E50AF1}" destId="{505361C1-3075-485D-8E83-C794B4FAD94C}" srcOrd="0" destOrd="0" parTransId="{118A4C56-3B09-44F8-8E05-4A01CBBDDDA2}" sibTransId="{CF384384-3DCB-4DA2-997C-CC4825DE6094}"/>
    <dgm:cxn modelId="{A7A16734-5E12-496E-9B83-1C60DB8534DF}" type="presOf" srcId="{505361C1-3075-485D-8E83-C794B4FAD94C}" destId="{10B27EE6-5477-4811-9E3E-38EE42268A0A}" srcOrd="0" destOrd="0" presId="urn:microsoft.com/office/officeart/2005/8/layout/matrix1"/>
    <dgm:cxn modelId="{54FE3745-5B75-4FDA-9DB9-AC3243782B44}" srcId="{E224D0EB-65DF-4A10-B8F3-863A99ABE341}" destId="{1FD038AE-6F3B-47DA-983D-B14EBA5A127D}" srcOrd="4" destOrd="0" parTransId="{616D6ABD-2843-416F-9F65-2B153AE50B13}" sibTransId="{B1CF4CDB-743A-4292-A692-5D9A52418677}"/>
    <dgm:cxn modelId="{61BFC450-2064-44FC-A725-D0DF30FFA107}" type="presOf" srcId="{505361C1-3075-485D-8E83-C794B4FAD94C}" destId="{92CD675A-C439-43F3-9522-2D5E3DAC76A6}" srcOrd="1" destOrd="0" presId="urn:microsoft.com/office/officeart/2005/8/layout/matrix1"/>
    <dgm:cxn modelId="{62BC9C75-60D0-4007-BB8B-4AF6D573DD74}" srcId="{E224D0EB-65DF-4A10-B8F3-863A99ABE341}" destId="{899C8635-8C28-4314-BA55-A68F29E50AF1}" srcOrd="0" destOrd="0" parTransId="{CC14281E-0AF6-4C70-901E-68559BFCC608}" sibTransId="{2F8D016A-ECDA-41D4-A409-4FCA76C2B3F2}"/>
    <dgm:cxn modelId="{2D79317A-AA82-4514-90B3-FE56460CD972}" type="presOf" srcId="{7F631F60-406A-4377-91BE-FC77A2D34EC7}" destId="{F057C619-7EB2-40C2-B921-B974C7A1D7DB}" srcOrd="1" destOrd="0" presId="urn:microsoft.com/office/officeart/2005/8/layout/matrix1"/>
    <dgm:cxn modelId="{63EDBE7C-5D0B-4E2A-A341-7B29B7FA79F1}" type="presOf" srcId="{6EF9F4A8-4880-4F2E-85EC-60EDAF9B1D36}" destId="{C0A1F5D6-F325-4D30-980F-DBD9927290F8}" srcOrd="1" destOrd="0" presId="urn:microsoft.com/office/officeart/2005/8/layout/matrix1"/>
    <dgm:cxn modelId="{E949E882-BE79-4B32-AC2C-D0C55CAEB3D0}" type="presOf" srcId="{6EF9F4A8-4880-4F2E-85EC-60EDAF9B1D36}" destId="{3EFC26B0-6B64-48F6-843A-F1135E080EB2}" srcOrd="0" destOrd="0" presId="urn:microsoft.com/office/officeart/2005/8/layout/matrix1"/>
    <dgm:cxn modelId="{81D23B84-DEDE-4B0D-A251-D07A02B4354B}" srcId="{E224D0EB-65DF-4A10-B8F3-863A99ABE341}" destId="{AC3D8A02-D5F0-4D0C-8A43-8EEC151CE3B3}" srcOrd="1" destOrd="0" parTransId="{49FC433E-C790-4DA8-84F9-898C014EDE00}" sibTransId="{2670B53C-C367-479C-9DE8-B5858F86D19A}"/>
    <dgm:cxn modelId="{AC88368B-EF94-425C-9F6B-1C124E6B9AAE}" srcId="{E224D0EB-65DF-4A10-B8F3-863A99ABE341}" destId="{26B8A717-C69A-4ED1-A996-D249F581DB5B}" srcOrd="3" destOrd="0" parTransId="{4E69374C-B970-4860-A1B0-E10D3A2C6CF5}" sibTransId="{42835E54-DA2C-425D-B0D5-A9FBCBC3AE5C}"/>
    <dgm:cxn modelId="{7494BF8D-900A-465F-AA13-A8EF174FD58E}" srcId="{899C8635-8C28-4314-BA55-A68F29E50AF1}" destId="{7F631F60-406A-4377-91BE-FC77A2D34EC7}" srcOrd="3" destOrd="0" parTransId="{FD560496-A85F-4E88-98BD-C3B49DCA2AD5}" sibTransId="{210F34C1-421A-4CAE-BF50-254C42457F63}"/>
    <dgm:cxn modelId="{222E9598-89AD-4B78-B2BD-0CA23142F8EB}" srcId="{899C8635-8C28-4314-BA55-A68F29E50AF1}" destId="{6EF9F4A8-4880-4F2E-85EC-60EDAF9B1D36}" srcOrd="2" destOrd="0" parTransId="{996530BF-86CA-4090-8E4E-F6E1B57694FE}" sibTransId="{2BA285AC-3AE4-4836-AB5B-A0A3F1C475F1}"/>
    <dgm:cxn modelId="{0FF622A1-A952-4DB1-A225-A0465812A694}" type="presOf" srcId="{E224D0EB-65DF-4A10-B8F3-863A99ABE341}" destId="{804DA02C-B295-4BC4-A098-7478B90D9ECF}" srcOrd="0" destOrd="0" presId="urn:microsoft.com/office/officeart/2005/8/layout/matrix1"/>
    <dgm:cxn modelId="{9928AAA5-2614-41DA-AC5E-BC8DD82DC212}" srcId="{899C8635-8C28-4314-BA55-A68F29E50AF1}" destId="{3603E24E-53FD-470A-B7E5-8D47B9E1E2FD}" srcOrd="1" destOrd="0" parTransId="{0E93B247-C636-4100-94C8-D9169F02DC83}" sibTransId="{1F355371-9FB3-4D94-B4ED-90B1FCC5C381}"/>
    <dgm:cxn modelId="{9AE53DBD-7541-4FDD-969E-0C0031F34AA2}" srcId="{E224D0EB-65DF-4A10-B8F3-863A99ABE341}" destId="{DE3F4052-D25C-4234-8EE6-FE9729E1C2A0}" srcOrd="2" destOrd="0" parTransId="{69EC319E-E045-4CD3-BFC9-D7EA0EE94377}" sibTransId="{30DA2589-0D81-4BBA-BDD6-2DA0DB9381F6}"/>
    <dgm:cxn modelId="{D196DCC0-2899-468C-99C6-1D56041C038F}" srcId="{899C8635-8C28-4314-BA55-A68F29E50AF1}" destId="{7C869C54-A8A1-4A3E-8E3F-EAFDBCE26CE8}" srcOrd="4" destOrd="0" parTransId="{456C6104-5DB6-45DD-8906-C201135805F3}" sibTransId="{55B04E52-43A2-4EC6-90DE-438584B7905F}"/>
    <dgm:cxn modelId="{F9F055C1-6CC9-4785-A588-4BD544956B7E}" type="presOf" srcId="{3603E24E-53FD-470A-B7E5-8D47B9E1E2FD}" destId="{CBB3F099-B611-4653-BB18-9B81C0F248C4}" srcOrd="0" destOrd="0" presId="urn:microsoft.com/office/officeart/2005/8/layout/matrix1"/>
    <dgm:cxn modelId="{874B5BDE-37F2-4AC1-9B0C-F0D2793750AE}" type="presOf" srcId="{899C8635-8C28-4314-BA55-A68F29E50AF1}" destId="{E21A3DBE-484C-46DD-94B1-A17E17FF3227}" srcOrd="0" destOrd="0" presId="urn:microsoft.com/office/officeart/2005/8/layout/matrix1"/>
    <dgm:cxn modelId="{D44A6DB5-6876-43D9-931E-95A4E5E8B0A2}" type="presParOf" srcId="{804DA02C-B295-4BC4-A098-7478B90D9ECF}" destId="{4D60254B-C09B-4A28-8CAB-50F46D5EE4E9}" srcOrd="0" destOrd="0" presId="urn:microsoft.com/office/officeart/2005/8/layout/matrix1"/>
    <dgm:cxn modelId="{E93C920F-829A-4840-8B57-B9D04F90455F}" type="presParOf" srcId="{4D60254B-C09B-4A28-8CAB-50F46D5EE4E9}" destId="{10B27EE6-5477-4811-9E3E-38EE42268A0A}" srcOrd="0" destOrd="0" presId="urn:microsoft.com/office/officeart/2005/8/layout/matrix1"/>
    <dgm:cxn modelId="{533BF5AC-29CB-4A0B-8896-CC48398B8C02}" type="presParOf" srcId="{4D60254B-C09B-4A28-8CAB-50F46D5EE4E9}" destId="{92CD675A-C439-43F3-9522-2D5E3DAC76A6}" srcOrd="1" destOrd="0" presId="urn:microsoft.com/office/officeart/2005/8/layout/matrix1"/>
    <dgm:cxn modelId="{D05DDFF5-5CC4-4621-B394-F187A8163EEE}" type="presParOf" srcId="{4D60254B-C09B-4A28-8CAB-50F46D5EE4E9}" destId="{CBB3F099-B611-4653-BB18-9B81C0F248C4}" srcOrd="2" destOrd="0" presId="urn:microsoft.com/office/officeart/2005/8/layout/matrix1"/>
    <dgm:cxn modelId="{18347F71-3EF3-482E-B7CD-4D0E155D00BE}" type="presParOf" srcId="{4D60254B-C09B-4A28-8CAB-50F46D5EE4E9}" destId="{994F6D56-0235-41CD-8709-04939F0C7A79}" srcOrd="3" destOrd="0" presId="urn:microsoft.com/office/officeart/2005/8/layout/matrix1"/>
    <dgm:cxn modelId="{5889310B-493C-44B0-A8D0-441591EC0DF5}" type="presParOf" srcId="{4D60254B-C09B-4A28-8CAB-50F46D5EE4E9}" destId="{3EFC26B0-6B64-48F6-843A-F1135E080EB2}" srcOrd="4" destOrd="0" presId="urn:microsoft.com/office/officeart/2005/8/layout/matrix1"/>
    <dgm:cxn modelId="{0CF76A91-1D85-41BB-8416-1826627B5511}" type="presParOf" srcId="{4D60254B-C09B-4A28-8CAB-50F46D5EE4E9}" destId="{C0A1F5D6-F325-4D30-980F-DBD9927290F8}" srcOrd="5" destOrd="0" presId="urn:microsoft.com/office/officeart/2005/8/layout/matrix1"/>
    <dgm:cxn modelId="{85EA04CA-0800-4B9C-834D-640DD74BC6B0}" type="presParOf" srcId="{4D60254B-C09B-4A28-8CAB-50F46D5EE4E9}" destId="{62FC3C31-587B-49D4-8574-2B873B815037}" srcOrd="6" destOrd="0" presId="urn:microsoft.com/office/officeart/2005/8/layout/matrix1"/>
    <dgm:cxn modelId="{FDAD161E-490D-4CEF-968A-087C0C6A865E}" type="presParOf" srcId="{4D60254B-C09B-4A28-8CAB-50F46D5EE4E9}" destId="{F057C619-7EB2-40C2-B921-B974C7A1D7DB}" srcOrd="7" destOrd="0" presId="urn:microsoft.com/office/officeart/2005/8/layout/matrix1"/>
    <dgm:cxn modelId="{B374F6B6-BD17-4621-AE38-D2BC4462926F}" type="presParOf" srcId="{804DA02C-B295-4BC4-A098-7478B90D9ECF}" destId="{E21A3DBE-484C-46DD-94B1-A17E17FF3227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0D2641-6B42-4D2B-8C10-00A56B88E91D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42EF763-4604-4BC6-8678-16552EEBF272}">
      <dgm:prSet phldrT="[Text]"/>
      <dgm:spPr/>
      <dgm:t>
        <a:bodyPr/>
        <a:lstStyle/>
        <a:p>
          <a:r>
            <a:rPr lang="en-IN" dirty="0"/>
            <a:t>Java Applets</a:t>
          </a:r>
        </a:p>
      </dgm:t>
    </dgm:pt>
    <dgm:pt modelId="{DD351EB7-4723-40D8-A5C1-260CA2ADA0AC}" type="parTrans" cxnId="{555EE2BD-5DDD-4D7B-ADB3-69FD7402AA01}">
      <dgm:prSet/>
      <dgm:spPr/>
      <dgm:t>
        <a:bodyPr/>
        <a:lstStyle/>
        <a:p>
          <a:endParaRPr lang="en-IN"/>
        </a:p>
      </dgm:t>
    </dgm:pt>
    <dgm:pt modelId="{9794E23A-2CAC-457C-9B9D-2EE5CB025C13}" type="sibTrans" cxnId="{555EE2BD-5DDD-4D7B-ADB3-69FD7402AA01}">
      <dgm:prSet/>
      <dgm:spPr/>
      <dgm:t>
        <a:bodyPr/>
        <a:lstStyle/>
        <a:p>
          <a:endParaRPr lang="en-IN"/>
        </a:p>
      </dgm:t>
    </dgm:pt>
    <dgm:pt modelId="{DB5DAD5F-D938-4795-9CD0-741E7541ED96}">
      <dgm:prSet phldrT="[Text]" phldr="1"/>
      <dgm:spPr/>
      <dgm:t>
        <a:bodyPr/>
        <a:lstStyle/>
        <a:p>
          <a:endParaRPr lang="en-IN" dirty="0"/>
        </a:p>
      </dgm:t>
    </dgm:pt>
    <dgm:pt modelId="{F0E55CBC-34BD-4BF7-84EC-DACB41B9969F}" type="parTrans" cxnId="{2A02AF90-3DD0-4E3D-8DB8-9DD5FFE55BA2}">
      <dgm:prSet/>
      <dgm:spPr/>
      <dgm:t>
        <a:bodyPr/>
        <a:lstStyle/>
        <a:p>
          <a:endParaRPr lang="en-IN"/>
        </a:p>
      </dgm:t>
    </dgm:pt>
    <dgm:pt modelId="{3D507F5C-E293-4ABF-93A4-042FA07B010D}" type="sibTrans" cxnId="{2A02AF90-3DD0-4E3D-8DB8-9DD5FFE55BA2}">
      <dgm:prSet/>
      <dgm:spPr/>
      <dgm:t>
        <a:bodyPr/>
        <a:lstStyle/>
        <a:p>
          <a:endParaRPr lang="en-IN"/>
        </a:p>
      </dgm:t>
    </dgm:pt>
    <dgm:pt modelId="{01105D61-546C-4CF7-AFEE-1A1F5BD2903F}">
      <dgm:prSet phldrT="[Text]" phldr="1"/>
      <dgm:spPr/>
      <dgm:t>
        <a:bodyPr/>
        <a:lstStyle/>
        <a:p>
          <a:endParaRPr lang="en-IN"/>
        </a:p>
      </dgm:t>
    </dgm:pt>
    <dgm:pt modelId="{E9E745D9-4C23-4309-BB15-1F69A9E1FAE8}" type="parTrans" cxnId="{9B4D3593-9255-40B4-A95E-E23B262E3473}">
      <dgm:prSet/>
      <dgm:spPr/>
      <dgm:t>
        <a:bodyPr/>
        <a:lstStyle/>
        <a:p>
          <a:endParaRPr lang="en-IN"/>
        </a:p>
      </dgm:t>
    </dgm:pt>
    <dgm:pt modelId="{785C9B15-C755-4999-B33E-D79EDCE5310C}" type="sibTrans" cxnId="{9B4D3593-9255-40B4-A95E-E23B262E3473}">
      <dgm:prSet/>
      <dgm:spPr/>
      <dgm:t>
        <a:bodyPr/>
        <a:lstStyle/>
        <a:p>
          <a:endParaRPr lang="en-IN"/>
        </a:p>
      </dgm:t>
    </dgm:pt>
    <dgm:pt modelId="{58ED0475-7236-4106-BE6A-11963366DAEF}">
      <dgm:prSet phldrT="[Text]"/>
      <dgm:spPr/>
      <dgm:t>
        <a:bodyPr/>
        <a:lstStyle/>
        <a:p>
          <a:r>
            <a:rPr lang="en-IN" dirty="0"/>
            <a:t>Security</a:t>
          </a:r>
        </a:p>
      </dgm:t>
    </dgm:pt>
    <dgm:pt modelId="{BB21E005-1982-4834-AE03-991660DE457C}" type="parTrans" cxnId="{9C0B64C8-E76F-4E5F-BBA2-10EE62419B89}">
      <dgm:prSet/>
      <dgm:spPr/>
      <dgm:t>
        <a:bodyPr/>
        <a:lstStyle/>
        <a:p>
          <a:endParaRPr lang="en-IN"/>
        </a:p>
      </dgm:t>
    </dgm:pt>
    <dgm:pt modelId="{3B0E5F1E-1724-43E4-885D-688992BE1D08}" type="sibTrans" cxnId="{9C0B64C8-E76F-4E5F-BBA2-10EE62419B89}">
      <dgm:prSet/>
      <dgm:spPr/>
      <dgm:t>
        <a:bodyPr/>
        <a:lstStyle/>
        <a:p>
          <a:endParaRPr lang="en-IN"/>
        </a:p>
      </dgm:t>
    </dgm:pt>
    <dgm:pt modelId="{9C2CB12A-A05B-4E0B-9926-904D82A77B2C}">
      <dgm:prSet phldrT="[Text]" phldr="1"/>
      <dgm:spPr/>
      <dgm:t>
        <a:bodyPr/>
        <a:lstStyle/>
        <a:p>
          <a:endParaRPr lang="en-IN"/>
        </a:p>
      </dgm:t>
    </dgm:pt>
    <dgm:pt modelId="{F84FA7C8-8740-4052-8959-D6A6163A0E10}" type="parTrans" cxnId="{26A857BF-E58B-438F-8F3C-EB0969961405}">
      <dgm:prSet/>
      <dgm:spPr/>
      <dgm:t>
        <a:bodyPr/>
        <a:lstStyle/>
        <a:p>
          <a:endParaRPr lang="en-IN"/>
        </a:p>
      </dgm:t>
    </dgm:pt>
    <dgm:pt modelId="{91268227-3B66-4CAB-B317-4BF3B385B55C}" type="sibTrans" cxnId="{26A857BF-E58B-438F-8F3C-EB0969961405}">
      <dgm:prSet/>
      <dgm:spPr/>
      <dgm:t>
        <a:bodyPr/>
        <a:lstStyle/>
        <a:p>
          <a:endParaRPr lang="en-IN"/>
        </a:p>
      </dgm:t>
    </dgm:pt>
    <dgm:pt modelId="{CDE5082A-9346-4AB7-9CC7-46ED3AE72816}">
      <dgm:prSet phldrT="[Text]" phldr="1"/>
      <dgm:spPr/>
      <dgm:t>
        <a:bodyPr/>
        <a:lstStyle/>
        <a:p>
          <a:endParaRPr lang="en-IN"/>
        </a:p>
      </dgm:t>
    </dgm:pt>
    <dgm:pt modelId="{06F815AE-5517-4E49-8488-FEF5F16C9899}" type="parTrans" cxnId="{802616C7-7F62-43ED-9BF1-55333750CF82}">
      <dgm:prSet/>
      <dgm:spPr/>
      <dgm:t>
        <a:bodyPr/>
        <a:lstStyle/>
        <a:p>
          <a:endParaRPr lang="en-IN"/>
        </a:p>
      </dgm:t>
    </dgm:pt>
    <dgm:pt modelId="{A3CEBC7A-063F-4A2B-A239-77510D243B48}" type="sibTrans" cxnId="{802616C7-7F62-43ED-9BF1-55333750CF82}">
      <dgm:prSet/>
      <dgm:spPr/>
      <dgm:t>
        <a:bodyPr/>
        <a:lstStyle/>
        <a:p>
          <a:endParaRPr lang="en-IN"/>
        </a:p>
      </dgm:t>
    </dgm:pt>
    <dgm:pt modelId="{2A218946-FD0D-4581-A23F-C76F2B8EA51A}">
      <dgm:prSet phldrT="[Text]"/>
      <dgm:spPr/>
      <dgm:t>
        <a:bodyPr/>
        <a:lstStyle/>
        <a:p>
          <a:r>
            <a:rPr lang="en-IN" dirty="0"/>
            <a:t>Portability</a:t>
          </a:r>
        </a:p>
      </dgm:t>
    </dgm:pt>
    <dgm:pt modelId="{CBCE3C59-8516-40B9-A66A-B6474D515506}" type="parTrans" cxnId="{2C42F9B5-4752-4C3D-A89A-238C7EBF6F31}">
      <dgm:prSet/>
      <dgm:spPr/>
      <dgm:t>
        <a:bodyPr/>
        <a:lstStyle/>
        <a:p>
          <a:endParaRPr lang="en-IN"/>
        </a:p>
      </dgm:t>
    </dgm:pt>
    <dgm:pt modelId="{21109D6F-1ABF-45CC-BDFA-A076A551C84C}" type="sibTrans" cxnId="{2C42F9B5-4752-4C3D-A89A-238C7EBF6F31}">
      <dgm:prSet/>
      <dgm:spPr/>
      <dgm:t>
        <a:bodyPr/>
        <a:lstStyle/>
        <a:p>
          <a:endParaRPr lang="en-IN"/>
        </a:p>
      </dgm:t>
    </dgm:pt>
    <dgm:pt modelId="{9D23028C-08BB-4575-AA15-DC7D7FE0C6AC}">
      <dgm:prSet phldrT="[Text]" phldr="1"/>
      <dgm:spPr/>
      <dgm:t>
        <a:bodyPr/>
        <a:lstStyle/>
        <a:p>
          <a:endParaRPr lang="en-IN" dirty="0"/>
        </a:p>
      </dgm:t>
    </dgm:pt>
    <dgm:pt modelId="{536C3158-F22F-47F5-9F31-4A9FC9F3E257}" type="parTrans" cxnId="{0500B714-605F-4C80-8667-71551373C0AC}">
      <dgm:prSet/>
      <dgm:spPr/>
      <dgm:t>
        <a:bodyPr/>
        <a:lstStyle/>
        <a:p>
          <a:endParaRPr lang="en-IN"/>
        </a:p>
      </dgm:t>
    </dgm:pt>
    <dgm:pt modelId="{0FAFE94B-E630-4A15-92AD-C0D2EEBE3E71}" type="sibTrans" cxnId="{0500B714-605F-4C80-8667-71551373C0AC}">
      <dgm:prSet/>
      <dgm:spPr/>
      <dgm:t>
        <a:bodyPr/>
        <a:lstStyle/>
        <a:p>
          <a:endParaRPr lang="en-IN"/>
        </a:p>
      </dgm:t>
    </dgm:pt>
    <dgm:pt modelId="{937F25E6-CE84-4AE1-97CB-AADB5A82D684}">
      <dgm:prSet phldrT="[Text]" phldr="1"/>
      <dgm:spPr/>
      <dgm:t>
        <a:bodyPr/>
        <a:lstStyle/>
        <a:p>
          <a:endParaRPr lang="en-IN" dirty="0"/>
        </a:p>
      </dgm:t>
    </dgm:pt>
    <dgm:pt modelId="{C804F1B0-5348-44CA-9846-5A55EDFFA65B}" type="parTrans" cxnId="{951837B7-B5BD-4E02-9286-3EB3C55C3E77}">
      <dgm:prSet/>
      <dgm:spPr/>
      <dgm:t>
        <a:bodyPr/>
        <a:lstStyle/>
        <a:p>
          <a:endParaRPr lang="en-IN"/>
        </a:p>
      </dgm:t>
    </dgm:pt>
    <dgm:pt modelId="{82C9702C-5A26-46E1-9347-ACCCFDB2188D}" type="sibTrans" cxnId="{951837B7-B5BD-4E02-9286-3EB3C55C3E77}">
      <dgm:prSet/>
      <dgm:spPr/>
      <dgm:t>
        <a:bodyPr/>
        <a:lstStyle/>
        <a:p>
          <a:endParaRPr lang="en-IN"/>
        </a:p>
      </dgm:t>
    </dgm:pt>
    <dgm:pt modelId="{57078B47-BF22-4441-BAA9-13E590458ACD}">
      <dgm:prSet phldrT="[Text]"/>
      <dgm:spPr/>
      <dgm:t>
        <a:bodyPr/>
        <a:lstStyle/>
        <a:p>
          <a:r>
            <a:rPr lang="en-IN" dirty="0"/>
            <a:t>Bytecode</a:t>
          </a:r>
        </a:p>
      </dgm:t>
    </dgm:pt>
    <dgm:pt modelId="{6959AA2C-D43A-4759-9EAD-51F2CACA0972}" type="parTrans" cxnId="{67BF0B43-B16B-4076-94AD-3372B9BFA564}">
      <dgm:prSet/>
      <dgm:spPr/>
      <dgm:t>
        <a:bodyPr/>
        <a:lstStyle/>
        <a:p>
          <a:endParaRPr lang="en-IN"/>
        </a:p>
      </dgm:t>
    </dgm:pt>
    <dgm:pt modelId="{7DFF1629-9ACD-4485-A5FC-E5132E0A46F7}" type="sibTrans" cxnId="{67BF0B43-B16B-4076-94AD-3372B9BFA564}">
      <dgm:prSet/>
      <dgm:spPr/>
      <dgm:t>
        <a:bodyPr/>
        <a:lstStyle/>
        <a:p>
          <a:endParaRPr lang="en-IN"/>
        </a:p>
      </dgm:t>
    </dgm:pt>
    <dgm:pt modelId="{446B7C7B-929D-458A-A0D7-587AB357D2C5}" type="pres">
      <dgm:prSet presAssocID="{660D2641-6B42-4D2B-8C10-00A56B88E91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52B7C6C-B1E8-4601-8B17-907C90517F66}" type="pres">
      <dgm:prSet presAssocID="{942EF763-4604-4BC6-8678-16552EEBF272}" presName="circle1" presStyleLbl="node1" presStyleIdx="0" presStyleCnt="4"/>
      <dgm:spPr/>
    </dgm:pt>
    <dgm:pt modelId="{D263115B-9816-43AF-A8F3-24CC5F172B17}" type="pres">
      <dgm:prSet presAssocID="{942EF763-4604-4BC6-8678-16552EEBF272}" presName="space" presStyleCnt="0"/>
      <dgm:spPr/>
    </dgm:pt>
    <dgm:pt modelId="{718B3AA9-9600-4AD9-BB1D-4515531D039C}" type="pres">
      <dgm:prSet presAssocID="{942EF763-4604-4BC6-8678-16552EEBF272}" presName="rect1" presStyleLbl="alignAcc1" presStyleIdx="0" presStyleCnt="4"/>
      <dgm:spPr/>
    </dgm:pt>
    <dgm:pt modelId="{C1C04C44-6B2C-44AE-9259-853A4DDB26FD}" type="pres">
      <dgm:prSet presAssocID="{58ED0475-7236-4106-BE6A-11963366DAEF}" presName="vertSpace2" presStyleLbl="node1" presStyleIdx="0" presStyleCnt="4"/>
      <dgm:spPr/>
    </dgm:pt>
    <dgm:pt modelId="{464F80F4-E53A-42EF-8C61-BEA292A5822C}" type="pres">
      <dgm:prSet presAssocID="{58ED0475-7236-4106-BE6A-11963366DAEF}" presName="circle2" presStyleLbl="node1" presStyleIdx="1" presStyleCnt="4"/>
      <dgm:spPr/>
    </dgm:pt>
    <dgm:pt modelId="{2B9B8242-C409-433B-8BFC-83D04D74AA70}" type="pres">
      <dgm:prSet presAssocID="{58ED0475-7236-4106-BE6A-11963366DAEF}" presName="rect2" presStyleLbl="alignAcc1" presStyleIdx="1" presStyleCnt="4"/>
      <dgm:spPr/>
    </dgm:pt>
    <dgm:pt modelId="{0261D777-9430-4915-87CC-5993CAC040E5}" type="pres">
      <dgm:prSet presAssocID="{2A218946-FD0D-4581-A23F-C76F2B8EA51A}" presName="vertSpace3" presStyleLbl="node1" presStyleIdx="1" presStyleCnt="4"/>
      <dgm:spPr/>
    </dgm:pt>
    <dgm:pt modelId="{E3855955-787A-453C-B352-28410E7B0C11}" type="pres">
      <dgm:prSet presAssocID="{2A218946-FD0D-4581-A23F-C76F2B8EA51A}" presName="circle3" presStyleLbl="node1" presStyleIdx="2" presStyleCnt="4"/>
      <dgm:spPr/>
    </dgm:pt>
    <dgm:pt modelId="{B1B88674-FE26-4E5A-A2EA-F41AFD1644C6}" type="pres">
      <dgm:prSet presAssocID="{2A218946-FD0D-4581-A23F-C76F2B8EA51A}" presName="rect3" presStyleLbl="alignAcc1" presStyleIdx="2" presStyleCnt="4"/>
      <dgm:spPr/>
    </dgm:pt>
    <dgm:pt modelId="{E529EDB4-1908-4D0F-94D5-CFB243740578}" type="pres">
      <dgm:prSet presAssocID="{57078B47-BF22-4441-BAA9-13E590458ACD}" presName="vertSpace4" presStyleLbl="node1" presStyleIdx="2" presStyleCnt="4"/>
      <dgm:spPr/>
    </dgm:pt>
    <dgm:pt modelId="{4D4659D3-AFE1-4947-B33E-72FE860129EF}" type="pres">
      <dgm:prSet presAssocID="{57078B47-BF22-4441-BAA9-13E590458ACD}" presName="circle4" presStyleLbl="node1" presStyleIdx="3" presStyleCnt="4"/>
      <dgm:spPr/>
    </dgm:pt>
    <dgm:pt modelId="{389B6824-EF23-40A2-A707-385D1CED5197}" type="pres">
      <dgm:prSet presAssocID="{57078B47-BF22-4441-BAA9-13E590458ACD}" presName="rect4" presStyleLbl="alignAcc1" presStyleIdx="3" presStyleCnt="4"/>
      <dgm:spPr/>
    </dgm:pt>
    <dgm:pt modelId="{96432A0F-1CC7-4CE2-AC96-B0C1C995E0AA}" type="pres">
      <dgm:prSet presAssocID="{942EF763-4604-4BC6-8678-16552EEBF272}" presName="rect1ParTx" presStyleLbl="alignAcc1" presStyleIdx="3" presStyleCnt="4">
        <dgm:presLayoutVars>
          <dgm:chMax val="1"/>
          <dgm:bulletEnabled val="1"/>
        </dgm:presLayoutVars>
      </dgm:prSet>
      <dgm:spPr/>
    </dgm:pt>
    <dgm:pt modelId="{B2EB4744-4789-45E9-B44C-1100D8AE9AF6}" type="pres">
      <dgm:prSet presAssocID="{942EF763-4604-4BC6-8678-16552EEBF272}" presName="rect1ChTx" presStyleLbl="alignAcc1" presStyleIdx="3" presStyleCnt="4">
        <dgm:presLayoutVars>
          <dgm:bulletEnabled val="1"/>
        </dgm:presLayoutVars>
      </dgm:prSet>
      <dgm:spPr/>
    </dgm:pt>
    <dgm:pt modelId="{CEC690A7-524C-44D6-8487-30C2C3F54C66}" type="pres">
      <dgm:prSet presAssocID="{58ED0475-7236-4106-BE6A-11963366DAEF}" presName="rect2ParTx" presStyleLbl="alignAcc1" presStyleIdx="3" presStyleCnt="4">
        <dgm:presLayoutVars>
          <dgm:chMax val="1"/>
          <dgm:bulletEnabled val="1"/>
        </dgm:presLayoutVars>
      </dgm:prSet>
      <dgm:spPr/>
    </dgm:pt>
    <dgm:pt modelId="{DBB45B1E-956C-447C-9F02-08E67819B84A}" type="pres">
      <dgm:prSet presAssocID="{58ED0475-7236-4106-BE6A-11963366DAEF}" presName="rect2ChTx" presStyleLbl="alignAcc1" presStyleIdx="3" presStyleCnt="4">
        <dgm:presLayoutVars>
          <dgm:bulletEnabled val="1"/>
        </dgm:presLayoutVars>
      </dgm:prSet>
      <dgm:spPr/>
    </dgm:pt>
    <dgm:pt modelId="{42A19AF8-015D-48A3-92A6-BEB6C691F64E}" type="pres">
      <dgm:prSet presAssocID="{2A218946-FD0D-4581-A23F-C76F2B8EA51A}" presName="rect3ParTx" presStyleLbl="alignAcc1" presStyleIdx="3" presStyleCnt="4">
        <dgm:presLayoutVars>
          <dgm:chMax val="1"/>
          <dgm:bulletEnabled val="1"/>
        </dgm:presLayoutVars>
      </dgm:prSet>
      <dgm:spPr/>
    </dgm:pt>
    <dgm:pt modelId="{B926DD36-50AF-4736-9E47-7E27BEC41B5F}" type="pres">
      <dgm:prSet presAssocID="{2A218946-FD0D-4581-A23F-C76F2B8EA51A}" presName="rect3ChTx" presStyleLbl="alignAcc1" presStyleIdx="3" presStyleCnt="4">
        <dgm:presLayoutVars>
          <dgm:bulletEnabled val="1"/>
        </dgm:presLayoutVars>
      </dgm:prSet>
      <dgm:spPr/>
    </dgm:pt>
    <dgm:pt modelId="{9AC0FCD9-C8A2-43DA-AC50-9FFBDFA14D17}" type="pres">
      <dgm:prSet presAssocID="{57078B47-BF22-4441-BAA9-13E590458ACD}" presName="rect4ParTx" presStyleLbl="alignAcc1" presStyleIdx="3" presStyleCnt="4">
        <dgm:presLayoutVars>
          <dgm:chMax val="1"/>
          <dgm:bulletEnabled val="1"/>
        </dgm:presLayoutVars>
      </dgm:prSet>
      <dgm:spPr/>
    </dgm:pt>
    <dgm:pt modelId="{6A63DA18-DD54-4BEF-A68F-825182D66751}" type="pres">
      <dgm:prSet presAssocID="{57078B47-BF22-4441-BAA9-13E590458ACD}" presName="rect4ChTx" presStyleLbl="alignAcc1" presStyleIdx="3" presStyleCnt="4">
        <dgm:presLayoutVars>
          <dgm:bulletEnabled val="1"/>
        </dgm:presLayoutVars>
      </dgm:prSet>
      <dgm:spPr/>
    </dgm:pt>
  </dgm:ptLst>
  <dgm:cxnLst>
    <dgm:cxn modelId="{F076F60C-5F4F-4456-8592-A286493BDE89}" type="presOf" srcId="{01105D61-546C-4CF7-AFEE-1A1F5BD2903F}" destId="{B2EB4744-4789-45E9-B44C-1100D8AE9AF6}" srcOrd="0" destOrd="1" presId="urn:microsoft.com/office/officeart/2005/8/layout/target3"/>
    <dgm:cxn modelId="{2A9A540D-E85F-4593-B753-E54AE51C0EDF}" type="presOf" srcId="{2A218946-FD0D-4581-A23F-C76F2B8EA51A}" destId="{B1B88674-FE26-4E5A-A2EA-F41AFD1644C6}" srcOrd="0" destOrd="0" presId="urn:microsoft.com/office/officeart/2005/8/layout/target3"/>
    <dgm:cxn modelId="{0500B714-605F-4C80-8667-71551373C0AC}" srcId="{2A218946-FD0D-4581-A23F-C76F2B8EA51A}" destId="{9D23028C-08BB-4575-AA15-DC7D7FE0C6AC}" srcOrd="0" destOrd="0" parTransId="{536C3158-F22F-47F5-9F31-4A9FC9F3E257}" sibTransId="{0FAFE94B-E630-4A15-92AD-C0D2EEBE3E71}"/>
    <dgm:cxn modelId="{3961B021-81AD-4C83-B225-E2E73630039A}" type="presOf" srcId="{942EF763-4604-4BC6-8678-16552EEBF272}" destId="{96432A0F-1CC7-4CE2-AC96-B0C1C995E0AA}" srcOrd="1" destOrd="0" presId="urn:microsoft.com/office/officeart/2005/8/layout/target3"/>
    <dgm:cxn modelId="{8C254026-8D2C-4F7A-A52F-C42E8935679C}" type="presOf" srcId="{58ED0475-7236-4106-BE6A-11963366DAEF}" destId="{CEC690A7-524C-44D6-8487-30C2C3F54C66}" srcOrd="1" destOrd="0" presId="urn:microsoft.com/office/officeart/2005/8/layout/target3"/>
    <dgm:cxn modelId="{99723336-C594-4B71-93F6-E65DE5B9AA13}" type="presOf" srcId="{942EF763-4604-4BC6-8678-16552EEBF272}" destId="{718B3AA9-9600-4AD9-BB1D-4515531D039C}" srcOrd="0" destOrd="0" presId="urn:microsoft.com/office/officeart/2005/8/layout/target3"/>
    <dgm:cxn modelId="{67BF0B43-B16B-4076-94AD-3372B9BFA564}" srcId="{660D2641-6B42-4D2B-8C10-00A56B88E91D}" destId="{57078B47-BF22-4441-BAA9-13E590458ACD}" srcOrd="3" destOrd="0" parTransId="{6959AA2C-D43A-4759-9EAD-51F2CACA0972}" sibTransId="{7DFF1629-9ACD-4485-A5FC-E5132E0A46F7}"/>
    <dgm:cxn modelId="{3280096D-2FD7-47F2-8909-AFC536383A8A}" type="presOf" srcId="{660D2641-6B42-4D2B-8C10-00A56B88E91D}" destId="{446B7C7B-929D-458A-A0D7-587AB357D2C5}" srcOrd="0" destOrd="0" presId="urn:microsoft.com/office/officeart/2005/8/layout/target3"/>
    <dgm:cxn modelId="{FF9DBE73-489D-4155-A6DE-14D1E051EFB9}" type="presOf" srcId="{9D23028C-08BB-4575-AA15-DC7D7FE0C6AC}" destId="{B926DD36-50AF-4736-9E47-7E27BEC41B5F}" srcOrd="0" destOrd="0" presId="urn:microsoft.com/office/officeart/2005/8/layout/target3"/>
    <dgm:cxn modelId="{65BDAA58-31B6-4EBA-8AD1-40B1E1B95D61}" type="presOf" srcId="{57078B47-BF22-4441-BAA9-13E590458ACD}" destId="{389B6824-EF23-40A2-A707-385D1CED5197}" srcOrd="0" destOrd="0" presId="urn:microsoft.com/office/officeart/2005/8/layout/target3"/>
    <dgm:cxn modelId="{8BCAA885-CD7F-4767-BCAB-25D7610C38A2}" type="presOf" srcId="{9C2CB12A-A05B-4E0B-9926-904D82A77B2C}" destId="{DBB45B1E-956C-447C-9F02-08E67819B84A}" srcOrd="0" destOrd="0" presId="urn:microsoft.com/office/officeart/2005/8/layout/target3"/>
    <dgm:cxn modelId="{2A02AF90-3DD0-4E3D-8DB8-9DD5FFE55BA2}" srcId="{942EF763-4604-4BC6-8678-16552EEBF272}" destId="{DB5DAD5F-D938-4795-9CD0-741E7541ED96}" srcOrd="0" destOrd="0" parTransId="{F0E55CBC-34BD-4BF7-84EC-DACB41B9969F}" sibTransId="{3D507F5C-E293-4ABF-93A4-042FA07B010D}"/>
    <dgm:cxn modelId="{4D685B92-0B24-4996-B8AD-882E4A83493C}" type="presOf" srcId="{2A218946-FD0D-4581-A23F-C76F2B8EA51A}" destId="{42A19AF8-015D-48A3-92A6-BEB6C691F64E}" srcOrd="1" destOrd="0" presId="urn:microsoft.com/office/officeart/2005/8/layout/target3"/>
    <dgm:cxn modelId="{9B4D3593-9255-40B4-A95E-E23B262E3473}" srcId="{942EF763-4604-4BC6-8678-16552EEBF272}" destId="{01105D61-546C-4CF7-AFEE-1A1F5BD2903F}" srcOrd="1" destOrd="0" parTransId="{E9E745D9-4C23-4309-BB15-1F69A9E1FAE8}" sibTransId="{785C9B15-C755-4999-B33E-D79EDCE5310C}"/>
    <dgm:cxn modelId="{5983ED97-627D-4E1F-A222-3131AC16B56A}" type="presOf" srcId="{937F25E6-CE84-4AE1-97CB-AADB5A82D684}" destId="{B926DD36-50AF-4736-9E47-7E27BEC41B5F}" srcOrd="0" destOrd="1" presId="urn:microsoft.com/office/officeart/2005/8/layout/target3"/>
    <dgm:cxn modelId="{23DC26A4-605A-4356-AC52-513FA61ED593}" type="presOf" srcId="{CDE5082A-9346-4AB7-9CC7-46ED3AE72816}" destId="{DBB45B1E-956C-447C-9F02-08E67819B84A}" srcOrd="0" destOrd="1" presId="urn:microsoft.com/office/officeart/2005/8/layout/target3"/>
    <dgm:cxn modelId="{53D5A8AD-8BB7-40BB-891E-F1D38A7592F5}" type="presOf" srcId="{57078B47-BF22-4441-BAA9-13E590458ACD}" destId="{9AC0FCD9-C8A2-43DA-AC50-9FFBDFA14D17}" srcOrd="1" destOrd="0" presId="urn:microsoft.com/office/officeart/2005/8/layout/target3"/>
    <dgm:cxn modelId="{2C42F9B5-4752-4C3D-A89A-238C7EBF6F31}" srcId="{660D2641-6B42-4D2B-8C10-00A56B88E91D}" destId="{2A218946-FD0D-4581-A23F-C76F2B8EA51A}" srcOrd="2" destOrd="0" parTransId="{CBCE3C59-8516-40B9-A66A-B6474D515506}" sibTransId="{21109D6F-1ABF-45CC-BDFA-A076A551C84C}"/>
    <dgm:cxn modelId="{951837B7-B5BD-4E02-9286-3EB3C55C3E77}" srcId="{2A218946-FD0D-4581-A23F-C76F2B8EA51A}" destId="{937F25E6-CE84-4AE1-97CB-AADB5A82D684}" srcOrd="1" destOrd="0" parTransId="{C804F1B0-5348-44CA-9846-5A55EDFFA65B}" sibTransId="{82C9702C-5A26-46E1-9347-ACCCFDB2188D}"/>
    <dgm:cxn modelId="{555EE2BD-5DDD-4D7B-ADB3-69FD7402AA01}" srcId="{660D2641-6B42-4D2B-8C10-00A56B88E91D}" destId="{942EF763-4604-4BC6-8678-16552EEBF272}" srcOrd="0" destOrd="0" parTransId="{DD351EB7-4723-40D8-A5C1-260CA2ADA0AC}" sibTransId="{9794E23A-2CAC-457C-9B9D-2EE5CB025C13}"/>
    <dgm:cxn modelId="{26A857BF-E58B-438F-8F3C-EB0969961405}" srcId="{58ED0475-7236-4106-BE6A-11963366DAEF}" destId="{9C2CB12A-A05B-4E0B-9926-904D82A77B2C}" srcOrd="0" destOrd="0" parTransId="{F84FA7C8-8740-4052-8959-D6A6163A0E10}" sibTransId="{91268227-3B66-4CAB-B317-4BF3B385B55C}"/>
    <dgm:cxn modelId="{802616C7-7F62-43ED-9BF1-55333750CF82}" srcId="{58ED0475-7236-4106-BE6A-11963366DAEF}" destId="{CDE5082A-9346-4AB7-9CC7-46ED3AE72816}" srcOrd="1" destOrd="0" parTransId="{06F815AE-5517-4E49-8488-FEF5F16C9899}" sibTransId="{A3CEBC7A-063F-4A2B-A239-77510D243B48}"/>
    <dgm:cxn modelId="{9C0B64C8-E76F-4E5F-BBA2-10EE62419B89}" srcId="{660D2641-6B42-4D2B-8C10-00A56B88E91D}" destId="{58ED0475-7236-4106-BE6A-11963366DAEF}" srcOrd="1" destOrd="0" parTransId="{BB21E005-1982-4834-AE03-991660DE457C}" sibTransId="{3B0E5F1E-1724-43E4-885D-688992BE1D08}"/>
    <dgm:cxn modelId="{723DAFCE-C6EB-4368-82C8-D25E5F0CADD8}" type="presOf" srcId="{58ED0475-7236-4106-BE6A-11963366DAEF}" destId="{2B9B8242-C409-433B-8BFC-83D04D74AA70}" srcOrd="0" destOrd="0" presId="urn:microsoft.com/office/officeart/2005/8/layout/target3"/>
    <dgm:cxn modelId="{6613C5F6-21A1-46CA-9E86-EFACDAF64D7D}" type="presOf" srcId="{DB5DAD5F-D938-4795-9CD0-741E7541ED96}" destId="{B2EB4744-4789-45E9-B44C-1100D8AE9AF6}" srcOrd="0" destOrd="0" presId="urn:microsoft.com/office/officeart/2005/8/layout/target3"/>
    <dgm:cxn modelId="{B8DE198B-E2A3-4AF0-BD50-12A7B8571835}" type="presParOf" srcId="{446B7C7B-929D-458A-A0D7-587AB357D2C5}" destId="{152B7C6C-B1E8-4601-8B17-907C90517F66}" srcOrd="0" destOrd="0" presId="urn:microsoft.com/office/officeart/2005/8/layout/target3"/>
    <dgm:cxn modelId="{742B1422-C821-4B7C-BC2C-524D0C021CF3}" type="presParOf" srcId="{446B7C7B-929D-458A-A0D7-587AB357D2C5}" destId="{D263115B-9816-43AF-A8F3-24CC5F172B17}" srcOrd="1" destOrd="0" presId="urn:microsoft.com/office/officeart/2005/8/layout/target3"/>
    <dgm:cxn modelId="{13B41B0D-EB0B-4259-9869-1092C6E1D866}" type="presParOf" srcId="{446B7C7B-929D-458A-A0D7-587AB357D2C5}" destId="{718B3AA9-9600-4AD9-BB1D-4515531D039C}" srcOrd="2" destOrd="0" presId="urn:microsoft.com/office/officeart/2005/8/layout/target3"/>
    <dgm:cxn modelId="{C0B693CD-080E-48F3-806F-B036D1584F46}" type="presParOf" srcId="{446B7C7B-929D-458A-A0D7-587AB357D2C5}" destId="{C1C04C44-6B2C-44AE-9259-853A4DDB26FD}" srcOrd="3" destOrd="0" presId="urn:microsoft.com/office/officeart/2005/8/layout/target3"/>
    <dgm:cxn modelId="{074B6B6B-8939-4DB7-B89E-23F00AB776C5}" type="presParOf" srcId="{446B7C7B-929D-458A-A0D7-587AB357D2C5}" destId="{464F80F4-E53A-42EF-8C61-BEA292A5822C}" srcOrd="4" destOrd="0" presId="urn:microsoft.com/office/officeart/2005/8/layout/target3"/>
    <dgm:cxn modelId="{C45349B7-582B-4320-A1D0-5074B1716C0E}" type="presParOf" srcId="{446B7C7B-929D-458A-A0D7-587AB357D2C5}" destId="{2B9B8242-C409-433B-8BFC-83D04D74AA70}" srcOrd="5" destOrd="0" presId="urn:microsoft.com/office/officeart/2005/8/layout/target3"/>
    <dgm:cxn modelId="{FF131D51-8990-4E51-8478-005FCE9669D2}" type="presParOf" srcId="{446B7C7B-929D-458A-A0D7-587AB357D2C5}" destId="{0261D777-9430-4915-87CC-5993CAC040E5}" srcOrd="6" destOrd="0" presId="urn:microsoft.com/office/officeart/2005/8/layout/target3"/>
    <dgm:cxn modelId="{2FDB798B-861E-4C55-916D-E1AE2BDBEF59}" type="presParOf" srcId="{446B7C7B-929D-458A-A0D7-587AB357D2C5}" destId="{E3855955-787A-453C-B352-28410E7B0C11}" srcOrd="7" destOrd="0" presId="urn:microsoft.com/office/officeart/2005/8/layout/target3"/>
    <dgm:cxn modelId="{0B4BD65F-309B-4401-A9E9-5C9A4D59E353}" type="presParOf" srcId="{446B7C7B-929D-458A-A0D7-587AB357D2C5}" destId="{B1B88674-FE26-4E5A-A2EA-F41AFD1644C6}" srcOrd="8" destOrd="0" presId="urn:microsoft.com/office/officeart/2005/8/layout/target3"/>
    <dgm:cxn modelId="{134A6AA8-95CD-48B7-81A0-D8F6C42EFC0D}" type="presParOf" srcId="{446B7C7B-929D-458A-A0D7-587AB357D2C5}" destId="{E529EDB4-1908-4D0F-94D5-CFB243740578}" srcOrd="9" destOrd="0" presId="urn:microsoft.com/office/officeart/2005/8/layout/target3"/>
    <dgm:cxn modelId="{52E1932E-FC94-465D-8866-C69879640C81}" type="presParOf" srcId="{446B7C7B-929D-458A-A0D7-587AB357D2C5}" destId="{4D4659D3-AFE1-4947-B33E-72FE860129EF}" srcOrd="10" destOrd="0" presId="urn:microsoft.com/office/officeart/2005/8/layout/target3"/>
    <dgm:cxn modelId="{FB41F208-C752-4E62-8B20-004118D70AAD}" type="presParOf" srcId="{446B7C7B-929D-458A-A0D7-587AB357D2C5}" destId="{389B6824-EF23-40A2-A707-385D1CED5197}" srcOrd="11" destOrd="0" presId="urn:microsoft.com/office/officeart/2005/8/layout/target3"/>
    <dgm:cxn modelId="{03E84B38-626F-45CC-9896-6A6D604D4F93}" type="presParOf" srcId="{446B7C7B-929D-458A-A0D7-587AB357D2C5}" destId="{96432A0F-1CC7-4CE2-AC96-B0C1C995E0AA}" srcOrd="12" destOrd="0" presId="urn:microsoft.com/office/officeart/2005/8/layout/target3"/>
    <dgm:cxn modelId="{081F55EA-332A-4936-8293-3211DDAFF0AF}" type="presParOf" srcId="{446B7C7B-929D-458A-A0D7-587AB357D2C5}" destId="{B2EB4744-4789-45E9-B44C-1100D8AE9AF6}" srcOrd="13" destOrd="0" presId="urn:microsoft.com/office/officeart/2005/8/layout/target3"/>
    <dgm:cxn modelId="{AB66062D-31C6-449F-89C9-4D56B3A2E5BD}" type="presParOf" srcId="{446B7C7B-929D-458A-A0D7-587AB357D2C5}" destId="{CEC690A7-524C-44D6-8487-30C2C3F54C66}" srcOrd="14" destOrd="0" presId="urn:microsoft.com/office/officeart/2005/8/layout/target3"/>
    <dgm:cxn modelId="{31E84889-A370-4D90-83B1-A2A0AFBB4B22}" type="presParOf" srcId="{446B7C7B-929D-458A-A0D7-587AB357D2C5}" destId="{DBB45B1E-956C-447C-9F02-08E67819B84A}" srcOrd="15" destOrd="0" presId="urn:microsoft.com/office/officeart/2005/8/layout/target3"/>
    <dgm:cxn modelId="{5A6EF010-AEAF-441C-A421-B45689D9987C}" type="presParOf" srcId="{446B7C7B-929D-458A-A0D7-587AB357D2C5}" destId="{42A19AF8-015D-48A3-92A6-BEB6C691F64E}" srcOrd="16" destOrd="0" presId="urn:microsoft.com/office/officeart/2005/8/layout/target3"/>
    <dgm:cxn modelId="{4EDA0AD5-9B0D-42E8-8412-E2202FB73FB1}" type="presParOf" srcId="{446B7C7B-929D-458A-A0D7-587AB357D2C5}" destId="{B926DD36-50AF-4736-9E47-7E27BEC41B5F}" srcOrd="17" destOrd="0" presId="urn:microsoft.com/office/officeart/2005/8/layout/target3"/>
    <dgm:cxn modelId="{83D0D719-AB78-4414-A7C2-91B7D601FF02}" type="presParOf" srcId="{446B7C7B-929D-458A-A0D7-587AB357D2C5}" destId="{9AC0FCD9-C8A2-43DA-AC50-9FFBDFA14D17}" srcOrd="18" destOrd="0" presId="urn:microsoft.com/office/officeart/2005/8/layout/target3"/>
    <dgm:cxn modelId="{13A8EE82-3D27-4891-8C72-F675A4831161}" type="presParOf" srcId="{446B7C7B-929D-458A-A0D7-587AB357D2C5}" destId="{6A63DA18-DD54-4BEF-A68F-825182D66751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58F268-87AA-46F7-BAA7-6FC6B3E070A3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EC6926C-39AE-4F0C-A1AD-D34D4709BC2F}">
      <dgm:prSet phldrT="[Text]" custT="1"/>
      <dgm:spPr/>
      <dgm:t>
        <a:bodyPr/>
        <a:lstStyle/>
        <a:p>
          <a:r>
            <a:rPr lang="en-US" sz="1400" b="1" i="0" u="none" strike="noStrike" baseline="0" dirty="0">
              <a:solidFill>
                <a:schemeClr val="bg1"/>
              </a:solidFill>
              <a:latin typeface="Futura Std Medium"/>
            </a:rPr>
            <a:t>Secure</a:t>
          </a:r>
          <a:endParaRPr lang="en-IN" sz="1400" dirty="0">
            <a:solidFill>
              <a:schemeClr val="bg1"/>
            </a:solidFill>
          </a:endParaRPr>
        </a:p>
      </dgm:t>
    </dgm:pt>
    <dgm:pt modelId="{68FBCB7A-771E-445C-BB35-353037FF1F3E}" type="parTrans" cxnId="{64DA0B63-7311-4762-8753-A61B24FC837F}">
      <dgm:prSet/>
      <dgm:spPr/>
      <dgm:t>
        <a:bodyPr/>
        <a:lstStyle/>
        <a:p>
          <a:endParaRPr lang="en-IN"/>
        </a:p>
      </dgm:t>
    </dgm:pt>
    <dgm:pt modelId="{DF427EA2-FF9C-41EC-8E9C-533F7A8148B0}" type="sibTrans" cxnId="{64DA0B63-7311-4762-8753-A61B24FC837F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52C0CA26-070E-4BF2-B90B-E0F55693F358}">
      <dgm:prSet phldrT="[Text]" custT="1"/>
      <dgm:spPr/>
      <dgm:t>
        <a:bodyPr/>
        <a:lstStyle/>
        <a:p>
          <a:r>
            <a:rPr lang="en-US" sz="1400" b="1" i="0" u="none" strike="noStrike" baseline="0" dirty="0">
              <a:solidFill>
                <a:schemeClr val="bg1"/>
              </a:solidFill>
              <a:latin typeface="Futura Std Medium"/>
            </a:rPr>
            <a:t>Portable</a:t>
          </a:r>
          <a:endParaRPr lang="en-IN" sz="1400" dirty="0">
            <a:solidFill>
              <a:schemeClr val="bg1"/>
            </a:solidFill>
          </a:endParaRPr>
        </a:p>
      </dgm:t>
    </dgm:pt>
    <dgm:pt modelId="{0A2D4A82-F0C2-4230-A170-40469F9B0E45}" type="parTrans" cxnId="{ED663AEF-7716-43BB-8A2A-8BED9E9A89BE}">
      <dgm:prSet/>
      <dgm:spPr/>
      <dgm:t>
        <a:bodyPr/>
        <a:lstStyle/>
        <a:p>
          <a:endParaRPr lang="en-IN"/>
        </a:p>
      </dgm:t>
    </dgm:pt>
    <dgm:pt modelId="{02C2C636-FD31-4834-AD71-E0DA9CE79167}" type="sibTrans" cxnId="{ED663AEF-7716-43BB-8A2A-8BED9E9A89BE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6BE6C033-5C84-4F2C-8234-86D533CEE310}">
      <dgm:prSet phldrT="[Text]" custT="1"/>
      <dgm:spPr/>
      <dgm:t>
        <a:bodyPr/>
        <a:lstStyle/>
        <a:p>
          <a:r>
            <a:rPr lang="en-US" sz="1400" b="1" i="0" u="none" strike="noStrike" baseline="0" dirty="0">
              <a:solidFill>
                <a:schemeClr val="bg1"/>
              </a:solidFill>
              <a:latin typeface="Futura Std Medium"/>
            </a:rPr>
            <a:t>Architecture-neutral</a:t>
          </a:r>
          <a:endParaRPr lang="en-IN" sz="1400" dirty="0">
            <a:solidFill>
              <a:schemeClr val="bg1"/>
            </a:solidFill>
          </a:endParaRPr>
        </a:p>
      </dgm:t>
    </dgm:pt>
    <dgm:pt modelId="{86E82BD1-C566-4C99-B814-B8E82EBEF85D}" type="parTrans" cxnId="{49E1D230-C960-4CD6-A3F5-638ACE5721E9}">
      <dgm:prSet/>
      <dgm:spPr/>
      <dgm:t>
        <a:bodyPr/>
        <a:lstStyle/>
        <a:p>
          <a:endParaRPr lang="en-IN"/>
        </a:p>
      </dgm:t>
    </dgm:pt>
    <dgm:pt modelId="{A19D4E61-E1D2-4501-89C7-85444080174C}" type="sibTrans" cxnId="{49E1D230-C960-4CD6-A3F5-638ACE5721E9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F3B08C3E-0573-4DF7-B624-211FE1561CF8}">
      <dgm:prSet phldrT="[Text]" custT="1"/>
      <dgm:spPr/>
      <dgm:t>
        <a:bodyPr/>
        <a:lstStyle/>
        <a:p>
          <a:r>
            <a:rPr lang="en-US" sz="1400" b="1" i="0" u="none" strike="noStrike" baseline="0" dirty="0">
              <a:solidFill>
                <a:schemeClr val="bg1"/>
              </a:solidFill>
              <a:latin typeface="Futura Std Medium"/>
            </a:rPr>
            <a:t>Simple</a:t>
          </a:r>
          <a:endParaRPr lang="en-IN" sz="1400" dirty="0">
            <a:solidFill>
              <a:schemeClr val="bg1"/>
            </a:solidFill>
          </a:endParaRPr>
        </a:p>
      </dgm:t>
    </dgm:pt>
    <dgm:pt modelId="{67623E88-C14A-4383-8690-9B067987B068}" type="parTrans" cxnId="{5CF60F2B-D820-4456-8AD0-B2A5E683C63C}">
      <dgm:prSet/>
      <dgm:spPr/>
      <dgm:t>
        <a:bodyPr/>
        <a:lstStyle/>
        <a:p>
          <a:endParaRPr lang="en-IN"/>
        </a:p>
      </dgm:t>
    </dgm:pt>
    <dgm:pt modelId="{FAF0EFB0-EDF7-4BCD-9FCB-B20EFFF49286}" type="sibTrans" cxnId="{5CF60F2B-D820-4456-8AD0-B2A5E683C63C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EB4E2D2C-8788-40DD-8344-9CDD4D80F25A}">
      <dgm:prSet phldrT="[Text]" custT="1"/>
      <dgm:spPr/>
      <dgm:t>
        <a:bodyPr/>
        <a:lstStyle/>
        <a:p>
          <a:r>
            <a:rPr lang="en-US" sz="1400" b="1" i="0" u="none" strike="noStrike" baseline="0" dirty="0">
              <a:solidFill>
                <a:schemeClr val="bg1"/>
              </a:solidFill>
              <a:latin typeface="Futura Std Medium"/>
            </a:rPr>
            <a:t>Interpreted</a:t>
          </a:r>
          <a:endParaRPr lang="en-IN" sz="1400" dirty="0">
            <a:solidFill>
              <a:schemeClr val="bg1"/>
            </a:solidFill>
          </a:endParaRPr>
        </a:p>
      </dgm:t>
    </dgm:pt>
    <dgm:pt modelId="{7044A5B5-DDF7-4B85-BC07-C344B620B72C}" type="parTrans" cxnId="{FAE17116-E21A-42D5-9D90-767EE3ECDD08}">
      <dgm:prSet/>
      <dgm:spPr/>
      <dgm:t>
        <a:bodyPr/>
        <a:lstStyle/>
        <a:p>
          <a:endParaRPr lang="en-IN"/>
        </a:p>
      </dgm:t>
    </dgm:pt>
    <dgm:pt modelId="{2D8077F2-7978-44BE-9BE3-5E399D127BA1}" type="sibTrans" cxnId="{FAE17116-E21A-42D5-9D90-767EE3ECDD08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4212E06A-B29E-41B8-95F9-D696A96FD63B}">
      <dgm:prSet phldrT="[Text]" custT="1"/>
      <dgm:spPr/>
      <dgm:t>
        <a:bodyPr/>
        <a:lstStyle/>
        <a:p>
          <a:r>
            <a:rPr lang="en-US" sz="1400" b="1" i="0" u="none" strike="noStrike" baseline="0" dirty="0">
              <a:solidFill>
                <a:schemeClr val="bg1"/>
              </a:solidFill>
              <a:latin typeface="Futura Std Medium"/>
            </a:rPr>
            <a:t>Object-oriented</a:t>
          </a:r>
          <a:endParaRPr lang="en-IN" sz="1400" dirty="0">
            <a:solidFill>
              <a:schemeClr val="bg1"/>
            </a:solidFill>
          </a:endParaRPr>
        </a:p>
      </dgm:t>
    </dgm:pt>
    <dgm:pt modelId="{CA0F3A3D-2FED-457E-9862-C504CFC78150}" type="parTrans" cxnId="{728EC85D-D108-4101-82C7-CBB4FD06A86B}">
      <dgm:prSet/>
      <dgm:spPr/>
      <dgm:t>
        <a:bodyPr/>
        <a:lstStyle/>
        <a:p>
          <a:endParaRPr lang="en-IN"/>
        </a:p>
      </dgm:t>
    </dgm:pt>
    <dgm:pt modelId="{A1D20B6E-86CA-49D3-B940-D523CB1456C9}" type="sibTrans" cxnId="{728EC85D-D108-4101-82C7-CBB4FD06A86B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A7DE03D4-EF39-4532-AD73-4810E11AE3FA}">
      <dgm:prSet phldrT="[Text]" custT="1"/>
      <dgm:spPr/>
      <dgm:t>
        <a:bodyPr/>
        <a:lstStyle/>
        <a:p>
          <a:r>
            <a:rPr lang="en-US" sz="1400" b="1" i="0" u="none" strike="noStrike" baseline="0" dirty="0">
              <a:solidFill>
                <a:schemeClr val="bg1"/>
              </a:solidFill>
              <a:latin typeface="Futura Std Medium"/>
            </a:rPr>
            <a:t>Multithreaded</a:t>
          </a:r>
          <a:endParaRPr lang="en-IN" sz="1400" dirty="0">
            <a:solidFill>
              <a:schemeClr val="bg1"/>
            </a:solidFill>
          </a:endParaRPr>
        </a:p>
      </dgm:t>
    </dgm:pt>
    <dgm:pt modelId="{5E38F9B4-48E7-44F1-8543-7D0FE005BFA3}" type="parTrans" cxnId="{99056757-CAFE-416D-BA48-3F54C8AAAF93}">
      <dgm:prSet/>
      <dgm:spPr/>
      <dgm:t>
        <a:bodyPr/>
        <a:lstStyle/>
        <a:p>
          <a:endParaRPr lang="en-IN"/>
        </a:p>
      </dgm:t>
    </dgm:pt>
    <dgm:pt modelId="{799FA8DF-7C62-4D14-A049-C63F1AD3F3A8}" type="sibTrans" cxnId="{99056757-CAFE-416D-BA48-3F54C8AAAF93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6BFCE9B1-80A2-44A0-B8BC-835678AFD000}">
      <dgm:prSet/>
      <dgm:spPr/>
    </dgm:pt>
    <dgm:pt modelId="{C972CB25-524A-4E98-A1B1-DF2409B42DFD}" type="parTrans" cxnId="{F146E63E-FA5A-46B2-B7DC-5C2F0D665898}">
      <dgm:prSet/>
      <dgm:spPr/>
      <dgm:t>
        <a:bodyPr/>
        <a:lstStyle/>
        <a:p>
          <a:endParaRPr lang="en-IN"/>
        </a:p>
      </dgm:t>
    </dgm:pt>
    <dgm:pt modelId="{3BB0FFEA-C529-4A43-87E3-45E4A495A3E6}" type="sibTrans" cxnId="{F146E63E-FA5A-46B2-B7DC-5C2F0D665898}">
      <dgm:prSet/>
      <dgm:spPr/>
      <dgm:t>
        <a:bodyPr/>
        <a:lstStyle/>
        <a:p>
          <a:endParaRPr lang="en-IN"/>
        </a:p>
      </dgm:t>
    </dgm:pt>
    <dgm:pt modelId="{E613088B-583A-4756-996B-CC7AF99A7071}">
      <dgm:prSet phldrT="[Text]" custT="1"/>
      <dgm:spPr/>
      <dgm:t>
        <a:bodyPr/>
        <a:lstStyle/>
        <a:p>
          <a:r>
            <a:rPr lang="en-US" sz="1400" b="1" dirty="0">
              <a:solidFill>
                <a:schemeClr val="bg1"/>
              </a:solidFill>
            </a:rPr>
            <a:t>FEATURES</a:t>
          </a:r>
          <a:endParaRPr lang="en-IN" sz="1400" b="1" dirty="0">
            <a:solidFill>
              <a:schemeClr val="bg1"/>
            </a:solidFill>
          </a:endParaRPr>
        </a:p>
      </dgm:t>
    </dgm:pt>
    <dgm:pt modelId="{9771E3F8-7C74-4991-A977-E0DF68B1DE70}" type="sibTrans" cxnId="{CF8064F9-D6A4-41CB-905B-6E49D8AA1EE9}">
      <dgm:prSet/>
      <dgm:spPr/>
      <dgm:t>
        <a:bodyPr/>
        <a:lstStyle/>
        <a:p>
          <a:endParaRPr lang="en-IN"/>
        </a:p>
      </dgm:t>
    </dgm:pt>
    <dgm:pt modelId="{95566F73-7A2D-41FB-A510-62498003037E}" type="parTrans" cxnId="{CF8064F9-D6A4-41CB-905B-6E49D8AA1EE9}">
      <dgm:prSet/>
      <dgm:spPr/>
      <dgm:t>
        <a:bodyPr/>
        <a:lstStyle/>
        <a:p>
          <a:endParaRPr lang="en-IN"/>
        </a:p>
      </dgm:t>
    </dgm:pt>
    <dgm:pt modelId="{54508568-E857-40E1-B188-4BDD1C61D750}">
      <dgm:prSet/>
      <dgm:spPr/>
    </dgm:pt>
    <dgm:pt modelId="{2B0A11E8-8C53-4A09-976F-CDA7E0ACD719}" type="parTrans" cxnId="{A93048C3-1D3D-43B0-979E-FF00B99533F5}">
      <dgm:prSet/>
      <dgm:spPr/>
      <dgm:t>
        <a:bodyPr/>
        <a:lstStyle/>
        <a:p>
          <a:endParaRPr lang="en-IN"/>
        </a:p>
      </dgm:t>
    </dgm:pt>
    <dgm:pt modelId="{5CEB4B4F-890A-4FE1-AEEE-1CDF7DCF072C}" type="sibTrans" cxnId="{A93048C3-1D3D-43B0-979E-FF00B99533F5}">
      <dgm:prSet/>
      <dgm:spPr/>
      <dgm:t>
        <a:bodyPr/>
        <a:lstStyle/>
        <a:p>
          <a:endParaRPr lang="en-IN"/>
        </a:p>
      </dgm:t>
    </dgm:pt>
    <dgm:pt modelId="{41BA1F3D-0BF5-4C33-879F-17C89CBE54AD}">
      <dgm:prSet phldrT="[Text]" custT="1"/>
      <dgm:spPr/>
      <dgm:t>
        <a:bodyPr/>
        <a:lstStyle/>
        <a:p>
          <a:r>
            <a:rPr lang="en-IN" sz="1400" b="1" i="0" u="none" strike="noStrike" baseline="0" dirty="0">
              <a:solidFill>
                <a:schemeClr val="bg1"/>
              </a:solidFill>
              <a:latin typeface="Futura Std Medium"/>
            </a:rPr>
            <a:t>Dynamic</a:t>
          </a:r>
          <a:endParaRPr lang="en-IN" sz="1400" dirty="0">
            <a:solidFill>
              <a:schemeClr val="bg1"/>
            </a:solidFill>
          </a:endParaRPr>
        </a:p>
      </dgm:t>
    </dgm:pt>
    <dgm:pt modelId="{BF63776F-C127-4525-AC3D-B5726DF90041}" type="parTrans" cxnId="{EEF7838C-71C9-4136-8C9A-36D5412EF335}">
      <dgm:prSet/>
      <dgm:spPr/>
      <dgm:t>
        <a:bodyPr/>
        <a:lstStyle/>
        <a:p>
          <a:endParaRPr lang="en-IN"/>
        </a:p>
      </dgm:t>
    </dgm:pt>
    <dgm:pt modelId="{E4013143-0ECB-4A9E-8308-138E81260B24}" type="sibTrans" cxnId="{EEF7838C-71C9-4136-8C9A-36D5412EF335}">
      <dgm:prSet/>
      <dgm:spPr/>
      <dgm:t>
        <a:bodyPr/>
        <a:lstStyle/>
        <a:p>
          <a:endParaRPr lang="en-IN" sz="1400">
            <a:solidFill>
              <a:schemeClr val="bg1"/>
            </a:solidFill>
          </a:endParaRPr>
        </a:p>
      </dgm:t>
    </dgm:pt>
    <dgm:pt modelId="{F5452568-6D25-4B6F-A8BD-452E999C0667}" type="pres">
      <dgm:prSet presAssocID="{8F58F268-87AA-46F7-BAA7-6FC6B3E070A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F3DEAC1-9D0D-44C1-A35A-A6720E2E1121}" type="pres">
      <dgm:prSet presAssocID="{E613088B-583A-4756-996B-CC7AF99A7071}" presName="centerShape" presStyleLbl="node0" presStyleIdx="0" presStyleCnt="1" custLinFactNeighborX="1165" custLinFactNeighborY="0"/>
      <dgm:spPr/>
    </dgm:pt>
    <dgm:pt modelId="{25D4C2AD-38F0-4D3B-A7EB-24F0AA839798}" type="pres">
      <dgm:prSet presAssocID="{DEC6926C-39AE-4F0C-A1AD-D34D4709BC2F}" presName="node" presStyleLbl="node1" presStyleIdx="0" presStyleCnt="8">
        <dgm:presLayoutVars>
          <dgm:bulletEnabled val="1"/>
        </dgm:presLayoutVars>
      </dgm:prSet>
      <dgm:spPr/>
    </dgm:pt>
    <dgm:pt modelId="{29E9071E-8042-47B7-AF1F-FF565200E461}" type="pres">
      <dgm:prSet presAssocID="{DEC6926C-39AE-4F0C-A1AD-D34D4709BC2F}" presName="dummy" presStyleCnt="0"/>
      <dgm:spPr/>
    </dgm:pt>
    <dgm:pt modelId="{F485C401-BCF2-4E5C-A721-4F200A2D6EB3}" type="pres">
      <dgm:prSet presAssocID="{DF427EA2-FF9C-41EC-8E9C-533F7A8148B0}" presName="sibTrans" presStyleLbl="sibTrans2D1" presStyleIdx="0" presStyleCnt="8"/>
      <dgm:spPr/>
    </dgm:pt>
    <dgm:pt modelId="{4B47411B-2426-45CF-8244-ACDF08C3293D}" type="pres">
      <dgm:prSet presAssocID="{52C0CA26-070E-4BF2-B90B-E0F55693F358}" presName="node" presStyleLbl="node1" presStyleIdx="1" presStyleCnt="8">
        <dgm:presLayoutVars>
          <dgm:bulletEnabled val="1"/>
        </dgm:presLayoutVars>
      </dgm:prSet>
      <dgm:spPr/>
    </dgm:pt>
    <dgm:pt modelId="{DFC56F27-A208-49AE-B1D5-8E35C7014534}" type="pres">
      <dgm:prSet presAssocID="{52C0CA26-070E-4BF2-B90B-E0F55693F358}" presName="dummy" presStyleCnt="0"/>
      <dgm:spPr/>
    </dgm:pt>
    <dgm:pt modelId="{AE65EC08-C1DF-4FFA-A7BA-69E11CE1DCF7}" type="pres">
      <dgm:prSet presAssocID="{02C2C636-FD31-4834-AD71-E0DA9CE79167}" presName="sibTrans" presStyleLbl="sibTrans2D1" presStyleIdx="1" presStyleCnt="8"/>
      <dgm:spPr/>
    </dgm:pt>
    <dgm:pt modelId="{002F0405-A3A3-4804-A914-2CD8B39A4EE7}" type="pres">
      <dgm:prSet presAssocID="{6BE6C033-5C84-4F2C-8234-86D533CEE310}" presName="node" presStyleLbl="node1" presStyleIdx="2" presStyleCnt="8">
        <dgm:presLayoutVars>
          <dgm:bulletEnabled val="1"/>
        </dgm:presLayoutVars>
      </dgm:prSet>
      <dgm:spPr/>
    </dgm:pt>
    <dgm:pt modelId="{30EACA58-F1B1-44E3-B3D1-92971AD54206}" type="pres">
      <dgm:prSet presAssocID="{6BE6C033-5C84-4F2C-8234-86D533CEE310}" presName="dummy" presStyleCnt="0"/>
      <dgm:spPr/>
    </dgm:pt>
    <dgm:pt modelId="{FD9B254F-2085-441E-A051-819607CA8064}" type="pres">
      <dgm:prSet presAssocID="{A19D4E61-E1D2-4501-89C7-85444080174C}" presName="sibTrans" presStyleLbl="sibTrans2D1" presStyleIdx="2" presStyleCnt="8"/>
      <dgm:spPr/>
    </dgm:pt>
    <dgm:pt modelId="{23E553C3-DC4F-4C02-AC35-55E419F48FAC}" type="pres">
      <dgm:prSet presAssocID="{EB4E2D2C-8788-40DD-8344-9CDD4D80F25A}" presName="node" presStyleLbl="node1" presStyleIdx="3" presStyleCnt="8">
        <dgm:presLayoutVars>
          <dgm:bulletEnabled val="1"/>
        </dgm:presLayoutVars>
      </dgm:prSet>
      <dgm:spPr/>
    </dgm:pt>
    <dgm:pt modelId="{CDFA763E-4165-46E8-A6F1-1E026E40DBF4}" type="pres">
      <dgm:prSet presAssocID="{EB4E2D2C-8788-40DD-8344-9CDD4D80F25A}" presName="dummy" presStyleCnt="0"/>
      <dgm:spPr/>
    </dgm:pt>
    <dgm:pt modelId="{1B48F31D-42CC-47F3-90DA-9160E2E9E881}" type="pres">
      <dgm:prSet presAssocID="{2D8077F2-7978-44BE-9BE3-5E399D127BA1}" presName="sibTrans" presStyleLbl="sibTrans2D1" presStyleIdx="3" presStyleCnt="8"/>
      <dgm:spPr/>
    </dgm:pt>
    <dgm:pt modelId="{F0AFE4F6-2107-4399-9474-C25D3BD8CB98}" type="pres">
      <dgm:prSet presAssocID="{41BA1F3D-0BF5-4C33-879F-17C89CBE54AD}" presName="node" presStyleLbl="node1" presStyleIdx="4" presStyleCnt="8">
        <dgm:presLayoutVars>
          <dgm:bulletEnabled val="1"/>
        </dgm:presLayoutVars>
      </dgm:prSet>
      <dgm:spPr/>
    </dgm:pt>
    <dgm:pt modelId="{246D9D49-E65E-4FF7-82E1-8000EEB40DBC}" type="pres">
      <dgm:prSet presAssocID="{41BA1F3D-0BF5-4C33-879F-17C89CBE54AD}" presName="dummy" presStyleCnt="0"/>
      <dgm:spPr/>
    </dgm:pt>
    <dgm:pt modelId="{37611BF1-0485-4657-835A-1A7B65B0C317}" type="pres">
      <dgm:prSet presAssocID="{E4013143-0ECB-4A9E-8308-138E81260B24}" presName="sibTrans" presStyleLbl="sibTrans2D1" presStyleIdx="4" presStyleCnt="8"/>
      <dgm:spPr/>
    </dgm:pt>
    <dgm:pt modelId="{DE02885E-A8F0-4E2F-8F66-BCF414DC216F}" type="pres">
      <dgm:prSet presAssocID="{4212E06A-B29E-41B8-95F9-D696A96FD63B}" presName="node" presStyleLbl="node1" presStyleIdx="5" presStyleCnt="8">
        <dgm:presLayoutVars>
          <dgm:bulletEnabled val="1"/>
        </dgm:presLayoutVars>
      </dgm:prSet>
      <dgm:spPr/>
    </dgm:pt>
    <dgm:pt modelId="{4C8C747D-A23E-4EE6-B438-88C51A981EF5}" type="pres">
      <dgm:prSet presAssocID="{4212E06A-B29E-41B8-95F9-D696A96FD63B}" presName="dummy" presStyleCnt="0"/>
      <dgm:spPr/>
    </dgm:pt>
    <dgm:pt modelId="{7F5D82EF-929A-4525-AB7F-EC0A0E5E17DE}" type="pres">
      <dgm:prSet presAssocID="{A1D20B6E-86CA-49D3-B940-D523CB1456C9}" presName="sibTrans" presStyleLbl="sibTrans2D1" presStyleIdx="5" presStyleCnt="8"/>
      <dgm:spPr/>
    </dgm:pt>
    <dgm:pt modelId="{5BBAB1C8-70EA-466D-994C-7E979FC0EBA1}" type="pres">
      <dgm:prSet presAssocID="{A7DE03D4-EF39-4532-AD73-4810E11AE3FA}" presName="node" presStyleLbl="node1" presStyleIdx="6" presStyleCnt="8">
        <dgm:presLayoutVars>
          <dgm:bulletEnabled val="1"/>
        </dgm:presLayoutVars>
      </dgm:prSet>
      <dgm:spPr/>
    </dgm:pt>
    <dgm:pt modelId="{1AB65BAC-20D8-4FF5-B701-A1345C49B306}" type="pres">
      <dgm:prSet presAssocID="{A7DE03D4-EF39-4532-AD73-4810E11AE3FA}" presName="dummy" presStyleCnt="0"/>
      <dgm:spPr/>
    </dgm:pt>
    <dgm:pt modelId="{22248AFD-7D18-4DF5-A9AD-AC0918EBEB1B}" type="pres">
      <dgm:prSet presAssocID="{799FA8DF-7C62-4D14-A049-C63F1AD3F3A8}" presName="sibTrans" presStyleLbl="sibTrans2D1" presStyleIdx="6" presStyleCnt="8"/>
      <dgm:spPr/>
    </dgm:pt>
    <dgm:pt modelId="{45B7A897-6ACF-45EE-9E56-99B1D4D17513}" type="pres">
      <dgm:prSet presAssocID="{F3B08C3E-0573-4DF7-B624-211FE1561CF8}" presName="node" presStyleLbl="node1" presStyleIdx="7" presStyleCnt="8">
        <dgm:presLayoutVars>
          <dgm:bulletEnabled val="1"/>
        </dgm:presLayoutVars>
      </dgm:prSet>
      <dgm:spPr/>
    </dgm:pt>
    <dgm:pt modelId="{7C261530-B8FB-4F3D-B869-4D08EEE947A6}" type="pres">
      <dgm:prSet presAssocID="{F3B08C3E-0573-4DF7-B624-211FE1561CF8}" presName="dummy" presStyleCnt="0"/>
      <dgm:spPr/>
    </dgm:pt>
    <dgm:pt modelId="{C8C6EEB8-F11C-4717-9042-8B9E454C3D75}" type="pres">
      <dgm:prSet presAssocID="{FAF0EFB0-EDF7-4BCD-9FCB-B20EFFF49286}" presName="sibTrans" presStyleLbl="sibTrans2D1" presStyleIdx="7" presStyleCnt="8"/>
      <dgm:spPr/>
    </dgm:pt>
  </dgm:ptLst>
  <dgm:cxnLst>
    <dgm:cxn modelId="{99FA7206-FB06-4D04-B487-487B7AAD0265}" type="presOf" srcId="{A19D4E61-E1D2-4501-89C7-85444080174C}" destId="{FD9B254F-2085-441E-A051-819607CA8064}" srcOrd="0" destOrd="0" presId="urn:microsoft.com/office/officeart/2005/8/layout/radial6"/>
    <dgm:cxn modelId="{2F13F611-11AC-410D-BD0F-FB343F0B15A8}" type="presOf" srcId="{E4013143-0ECB-4A9E-8308-138E81260B24}" destId="{37611BF1-0485-4657-835A-1A7B65B0C317}" srcOrd="0" destOrd="0" presId="urn:microsoft.com/office/officeart/2005/8/layout/radial6"/>
    <dgm:cxn modelId="{FAE17116-E21A-42D5-9D90-767EE3ECDD08}" srcId="{E613088B-583A-4756-996B-CC7AF99A7071}" destId="{EB4E2D2C-8788-40DD-8344-9CDD4D80F25A}" srcOrd="3" destOrd="0" parTransId="{7044A5B5-DDF7-4B85-BC07-C344B620B72C}" sibTransId="{2D8077F2-7978-44BE-9BE3-5E399D127BA1}"/>
    <dgm:cxn modelId="{082C1624-8BA0-4C2F-9D52-5DCB0F209C56}" type="presOf" srcId="{41BA1F3D-0BF5-4C33-879F-17C89CBE54AD}" destId="{F0AFE4F6-2107-4399-9474-C25D3BD8CB98}" srcOrd="0" destOrd="0" presId="urn:microsoft.com/office/officeart/2005/8/layout/radial6"/>
    <dgm:cxn modelId="{03C11F24-D3A5-4405-9463-A25D105F672D}" type="presOf" srcId="{2D8077F2-7978-44BE-9BE3-5E399D127BA1}" destId="{1B48F31D-42CC-47F3-90DA-9160E2E9E881}" srcOrd="0" destOrd="0" presId="urn:microsoft.com/office/officeart/2005/8/layout/radial6"/>
    <dgm:cxn modelId="{5CF60F2B-D820-4456-8AD0-B2A5E683C63C}" srcId="{E613088B-583A-4756-996B-CC7AF99A7071}" destId="{F3B08C3E-0573-4DF7-B624-211FE1561CF8}" srcOrd="7" destOrd="0" parTransId="{67623E88-C14A-4383-8690-9B067987B068}" sibTransId="{FAF0EFB0-EDF7-4BCD-9FCB-B20EFFF49286}"/>
    <dgm:cxn modelId="{49E1D230-C960-4CD6-A3F5-638ACE5721E9}" srcId="{E613088B-583A-4756-996B-CC7AF99A7071}" destId="{6BE6C033-5C84-4F2C-8234-86D533CEE310}" srcOrd="2" destOrd="0" parTransId="{86E82BD1-C566-4C99-B814-B8E82EBEF85D}" sibTransId="{A19D4E61-E1D2-4501-89C7-85444080174C}"/>
    <dgm:cxn modelId="{F146E63E-FA5A-46B2-B7DC-5C2F0D665898}" srcId="{8F58F268-87AA-46F7-BAA7-6FC6B3E070A3}" destId="{6BFCE9B1-80A2-44A0-B8BC-835678AFD000}" srcOrd="2" destOrd="0" parTransId="{C972CB25-524A-4E98-A1B1-DF2409B42DFD}" sibTransId="{3BB0FFEA-C529-4A43-87E3-45E4A495A3E6}"/>
    <dgm:cxn modelId="{728EC85D-D108-4101-82C7-CBB4FD06A86B}" srcId="{E613088B-583A-4756-996B-CC7AF99A7071}" destId="{4212E06A-B29E-41B8-95F9-D696A96FD63B}" srcOrd="5" destOrd="0" parTransId="{CA0F3A3D-2FED-457E-9862-C504CFC78150}" sibTransId="{A1D20B6E-86CA-49D3-B940-D523CB1456C9}"/>
    <dgm:cxn modelId="{B3AD7141-DDCB-4992-AE9E-4D6CE8ECBC90}" type="presOf" srcId="{799FA8DF-7C62-4D14-A049-C63F1AD3F3A8}" destId="{22248AFD-7D18-4DF5-A9AD-AC0918EBEB1B}" srcOrd="0" destOrd="0" presId="urn:microsoft.com/office/officeart/2005/8/layout/radial6"/>
    <dgm:cxn modelId="{64DA0B63-7311-4762-8753-A61B24FC837F}" srcId="{E613088B-583A-4756-996B-CC7AF99A7071}" destId="{DEC6926C-39AE-4F0C-A1AD-D34D4709BC2F}" srcOrd="0" destOrd="0" parTransId="{68FBCB7A-771E-445C-BB35-353037FF1F3E}" sibTransId="{DF427EA2-FF9C-41EC-8E9C-533F7A8148B0}"/>
    <dgm:cxn modelId="{4D460764-2DA6-4AAC-A0AD-6C87BF69EA13}" type="presOf" srcId="{DEC6926C-39AE-4F0C-A1AD-D34D4709BC2F}" destId="{25D4C2AD-38F0-4D3B-A7EB-24F0AA839798}" srcOrd="0" destOrd="0" presId="urn:microsoft.com/office/officeart/2005/8/layout/radial6"/>
    <dgm:cxn modelId="{E35CC16F-B861-4A68-B515-EB76A20C85AC}" type="presOf" srcId="{FAF0EFB0-EDF7-4BCD-9FCB-B20EFFF49286}" destId="{C8C6EEB8-F11C-4717-9042-8B9E454C3D75}" srcOrd="0" destOrd="0" presId="urn:microsoft.com/office/officeart/2005/8/layout/radial6"/>
    <dgm:cxn modelId="{70471D52-DA08-42F9-84A1-6F375C3B3C12}" type="presOf" srcId="{4212E06A-B29E-41B8-95F9-D696A96FD63B}" destId="{DE02885E-A8F0-4E2F-8F66-BCF414DC216F}" srcOrd="0" destOrd="0" presId="urn:microsoft.com/office/officeart/2005/8/layout/radial6"/>
    <dgm:cxn modelId="{056E8855-CBBB-4056-A42E-D1974FED30C3}" type="presOf" srcId="{EB4E2D2C-8788-40DD-8344-9CDD4D80F25A}" destId="{23E553C3-DC4F-4C02-AC35-55E419F48FAC}" srcOrd="0" destOrd="0" presId="urn:microsoft.com/office/officeart/2005/8/layout/radial6"/>
    <dgm:cxn modelId="{99056757-CAFE-416D-BA48-3F54C8AAAF93}" srcId="{E613088B-583A-4756-996B-CC7AF99A7071}" destId="{A7DE03D4-EF39-4532-AD73-4810E11AE3FA}" srcOrd="6" destOrd="0" parTransId="{5E38F9B4-48E7-44F1-8543-7D0FE005BFA3}" sibTransId="{799FA8DF-7C62-4D14-A049-C63F1AD3F3A8}"/>
    <dgm:cxn modelId="{25968E7F-C700-417A-B20E-8844F87A54CE}" type="presOf" srcId="{8F58F268-87AA-46F7-BAA7-6FC6B3E070A3}" destId="{F5452568-6D25-4B6F-A8BD-452E999C0667}" srcOrd="0" destOrd="0" presId="urn:microsoft.com/office/officeart/2005/8/layout/radial6"/>
    <dgm:cxn modelId="{F5D0E988-BCE0-46DA-AB16-0EA8559A54DC}" type="presOf" srcId="{6BE6C033-5C84-4F2C-8234-86D533CEE310}" destId="{002F0405-A3A3-4804-A914-2CD8B39A4EE7}" srcOrd="0" destOrd="0" presId="urn:microsoft.com/office/officeart/2005/8/layout/radial6"/>
    <dgm:cxn modelId="{D0EECE8B-9EE3-458A-B0F2-01F724BB0FB9}" type="presOf" srcId="{A7DE03D4-EF39-4532-AD73-4810E11AE3FA}" destId="{5BBAB1C8-70EA-466D-994C-7E979FC0EBA1}" srcOrd="0" destOrd="0" presId="urn:microsoft.com/office/officeart/2005/8/layout/radial6"/>
    <dgm:cxn modelId="{35B7828C-053F-4445-AE8F-20E1C8D6217F}" type="presOf" srcId="{02C2C636-FD31-4834-AD71-E0DA9CE79167}" destId="{AE65EC08-C1DF-4FFA-A7BA-69E11CE1DCF7}" srcOrd="0" destOrd="0" presId="urn:microsoft.com/office/officeart/2005/8/layout/radial6"/>
    <dgm:cxn modelId="{EEF7838C-71C9-4136-8C9A-36D5412EF335}" srcId="{E613088B-583A-4756-996B-CC7AF99A7071}" destId="{41BA1F3D-0BF5-4C33-879F-17C89CBE54AD}" srcOrd="4" destOrd="0" parTransId="{BF63776F-C127-4525-AC3D-B5726DF90041}" sibTransId="{E4013143-0ECB-4A9E-8308-138E81260B24}"/>
    <dgm:cxn modelId="{F7F8EF99-465A-4CCB-A403-074DAB0A4081}" type="presOf" srcId="{A1D20B6E-86CA-49D3-B940-D523CB1456C9}" destId="{7F5D82EF-929A-4525-AB7F-EC0A0E5E17DE}" srcOrd="0" destOrd="0" presId="urn:microsoft.com/office/officeart/2005/8/layout/radial6"/>
    <dgm:cxn modelId="{B0DD8C9B-430F-402F-B484-E9CA778AA308}" type="presOf" srcId="{E613088B-583A-4756-996B-CC7AF99A7071}" destId="{9F3DEAC1-9D0D-44C1-A35A-A6720E2E1121}" srcOrd="0" destOrd="0" presId="urn:microsoft.com/office/officeart/2005/8/layout/radial6"/>
    <dgm:cxn modelId="{5EEF12BE-D86E-4070-BC5E-4C781E1F13C2}" type="presOf" srcId="{DF427EA2-FF9C-41EC-8E9C-533F7A8148B0}" destId="{F485C401-BCF2-4E5C-A721-4F200A2D6EB3}" srcOrd="0" destOrd="0" presId="urn:microsoft.com/office/officeart/2005/8/layout/radial6"/>
    <dgm:cxn modelId="{A93048C3-1D3D-43B0-979E-FF00B99533F5}" srcId="{8F58F268-87AA-46F7-BAA7-6FC6B3E070A3}" destId="{54508568-E857-40E1-B188-4BDD1C61D750}" srcOrd="1" destOrd="0" parTransId="{2B0A11E8-8C53-4A09-976F-CDA7E0ACD719}" sibTransId="{5CEB4B4F-890A-4FE1-AEEE-1CDF7DCF072C}"/>
    <dgm:cxn modelId="{FDDD86CC-7BD6-4BFD-BD61-AF4ACF4A0D03}" type="presOf" srcId="{52C0CA26-070E-4BF2-B90B-E0F55693F358}" destId="{4B47411B-2426-45CF-8244-ACDF08C3293D}" srcOrd="0" destOrd="0" presId="urn:microsoft.com/office/officeart/2005/8/layout/radial6"/>
    <dgm:cxn modelId="{ED663AEF-7716-43BB-8A2A-8BED9E9A89BE}" srcId="{E613088B-583A-4756-996B-CC7AF99A7071}" destId="{52C0CA26-070E-4BF2-B90B-E0F55693F358}" srcOrd="1" destOrd="0" parTransId="{0A2D4A82-F0C2-4230-A170-40469F9B0E45}" sibTransId="{02C2C636-FD31-4834-AD71-E0DA9CE79167}"/>
    <dgm:cxn modelId="{8E62E4F7-8167-417F-B8CF-891E74F0099D}" type="presOf" srcId="{F3B08C3E-0573-4DF7-B624-211FE1561CF8}" destId="{45B7A897-6ACF-45EE-9E56-99B1D4D17513}" srcOrd="0" destOrd="0" presId="urn:microsoft.com/office/officeart/2005/8/layout/radial6"/>
    <dgm:cxn modelId="{CF8064F9-D6A4-41CB-905B-6E49D8AA1EE9}" srcId="{8F58F268-87AA-46F7-BAA7-6FC6B3E070A3}" destId="{E613088B-583A-4756-996B-CC7AF99A7071}" srcOrd="0" destOrd="0" parTransId="{95566F73-7A2D-41FB-A510-62498003037E}" sibTransId="{9771E3F8-7C74-4991-A977-E0DF68B1DE70}"/>
    <dgm:cxn modelId="{DEE8CF54-644F-4F1F-88F3-AB9F5553F0EF}" type="presParOf" srcId="{F5452568-6D25-4B6F-A8BD-452E999C0667}" destId="{9F3DEAC1-9D0D-44C1-A35A-A6720E2E1121}" srcOrd="0" destOrd="0" presId="urn:microsoft.com/office/officeart/2005/8/layout/radial6"/>
    <dgm:cxn modelId="{8B05D21E-0B8C-461B-A395-77D157FA5727}" type="presParOf" srcId="{F5452568-6D25-4B6F-A8BD-452E999C0667}" destId="{25D4C2AD-38F0-4D3B-A7EB-24F0AA839798}" srcOrd="1" destOrd="0" presId="urn:microsoft.com/office/officeart/2005/8/layout/radial6"/>
    <dgm:cxn modelId="{F500F990-D485-45F9-8F64-E7972DA26393}" type="presParOf" srcId="{F5452568-6D25-4B6F-A8BD-452E999C0667}" destId="{29E9071E-8042-47B7-AF1F-FF565200E461}" srcOrd="2" destOrd="0" presId="urn:microsoft.com/office/officeart/2005/8/layout/radial6"/>
    <dgm:cxn modelId="{FCFA8836-DF61-4422-B603-548D49FAB184}" type="presParOf" srcId="{F5452568-6D25-4B6F-A8BD-452E999C0667}" destId="{F485C401-BCF2-4E5C-A721-4F200A2D6EB3}" srcOrd="3" destOrd="0" presId="urn:microsoft.com/office/officeart/2005/8/layout/radial6"/>
    <dgm:cxn modelId="{DFB67AF2-CC4C-4FB5-812E-1F7B3166D40F}" type="presParOf" srcId="{F5452568-6D25-4B6F-A8BD-452E999C0667}" destId="{4B47411B-2426-45CF-8244-ACDF08C3293D}" srcOrd="4" destOrd="0" presId="urn:microsoft.com/office/officeart/2005/8/layout/radial6"/>
    <dgm:cxn modelId="{EF5C6465-B75E-46D6-996C-65C958C50D35}" type="presParOf" srcId="{F5452568-6D25-4B6F-A8BD-452E999C0667}" destId="{DFC56F27-A208-49AE-B1D5-8E35C7014534}" srcOrd="5" destOrd="0" presId="urn:microsoft.com/office/officeart/2005/8/layout/radial6"/>
    <dgm:cxn modelId="{AC32C39B-C55D-41F9-B446-A6A22DB4615D}" type="presParOf" srcId="{F5452568-6D25-4B6F-A8BD-452E999C0667}" destId="{AE65EC08-C1DF-4FFA-A7BA-69E11CE1DCF7}" srcOrd="6" destOrd="0" presId="urn:microsoft.com/office/officeart/2005/8/layout/radial6"/>
    <dgm:cxn modelId="{94F3A81C-A45A-4980-B492-A3EF947DD638}" type="presParOf" srcId="{F5452568-6D25-4B6F-A8BD-452E999C0667}" destId="{002F0405-A3A3-4804-A914-2CD8B39A4EE7}" srcOrd="7" destOrd="0" presId="urn:microsoft.com/office/officeart/2005/8/layout/radial6"/>
    <dgm:cxn modelId="{62A9368F-6512-46CF-89DD-D1D59742B0D5}" type="presParOf" srcId="{F5452568-6D25-4B6F-A8BD-452E999C0667}" destId="{30EACA58-F1B1-44E3-B3D1-92971AD54206}" srcOrd="8" destOrd="0" presId="urn:microsoft.com/office/officeart/2005/8/layout/radial6"/>
    <dgm:cxn modelId="{A28EB69D-DC3C-4218-9CAB-89571606F067}" type="presParOf" srcId="{F5452568-6D25-4B6F-A8BD-452E999C0667}" destId="{FD9B254F-2085-441E-A051-819607CA8064}" srcOrd="9" destOrd="0" presId="urn:microsoft.com/office/officeart/2005/8/layout/radial6"/>
    <dgm:cxn modelId="{29FCF4A8-F205-4338-8E12-05B9C4FE44B9}" type="presParOf" srcId="{F5452568-6D25-4B6F-A8BD-452E999C0667}" destId="{23E553C3-DC4F-4C02-AC35-55E419F48FAC}" srcOrd="10" destOrd="0" presId="urn:microsoft.com/office/officeart/2005/8/layout/radial6"/>
    <dgm:cxn modelId="{827C62B9-8349-47A4-95A0-0A54AEF246FB}" type="presParOf" srcId="{F5452568-6D25-4B6F-A8BD-452E999C0667}" destId="{CDFA763E-4165-46E8-A6F1-1E026E40DBF4}" srcOrd="11" destOrd="0" presId="urn:microsoft.com/office/officeart/2005/8/layout/radial6"/>
    <dgm:cxn modelId="{A834685E-D885-40E6-B6D9-6C597EBD76A5}" type="presParOf" srcId="{F5452568-6D25-4B6F-A8BD-452E999C0667}" destId="{1B48F31D-42CC-47F3-90DA-9160E2E9E881}" srcOrd="12" destOrd="0" presId="urn:microsoft.com/office/officeart/2005/8/layout/radial6"/>
    <dgm:cxn modelId="{06E5EC5C-772A-4136-8034-85089755889E}" type="presParOf" srcId="{F5452568-6D25-4B6F-A8BD-452E999C0667}" destId="{F0AFE4F6-2107-4399-9474-C25D3BD8CB98}" srcOrd="13" destOrd="0" presId="urn:microsoft.com/office/officeart/2005/8/layout/radial6"/>
    <dgm:cxn modelId="{53F5A812-B687-4DD6-AA35-9286EFA549AE}" type="presParOf" srcId="{F5452568-6D25-4B6F-A8BD-452E999C0667}" destId="{246D9D49-E65E-4FF7-82E1-8000EEB40DBC}" srcOrd="14" destOrd="0" presId="urn:microsoft.com/office/officeart/2005/8/layout/radial6"/>
    <dgm:cxn modelId="{1A64DBA8-BFC9-4569-ADC9-CD015A1AA54E}" type="presParOf" srcId="{F5452568-6D25-4B6F-A8BD-452E999C0667}" destId="{37611BF1-0485-4657-835A-1A7B65B0C317}" srcOrd="15" destOrd="0" presId="urn:microsoft.com/office/officeart/2005/8/layout/radial6"/>
    <dgm:cxn modelId="{F36CAB1D-0679-4492-916F-7DE39B8E4017}" type="presParOf" srcId="{F5452568-6D25-4B6F-A8BD-452E999C0667}" destId="{DE02885E-A8F0-4E2F-8F66-BCF414DC216F}" srcOrd="16" destOrd="0" presId="urn:microsoft.com/office/officeart/2005/8/layout/radial6"/>
    <dgm:cxn modelId="{D255C1CF-5F21-40E6-ADC3-E91E6D082080}" type="presParOf" srcId="{F5452568-6D25-4B6F-A8BD-452E999C0667}" destId="{4C8C747D-A23E-4EE6-B438-88C51A981EF5}" srcOrd="17" destOrd="0" presId="urn:microsoft.com/office/officeart/2005/8/layout/radial6"/>
    <dgm:cxn modelId="{CCE2BE4A-8E4E-41D4-8A59-D2FF18FC4D38}" type="presParOf" srcId="{F5452568-6D25-4B6F-A8BD-452E999C0667}" destId="{7F5D82EF-929A-4525-AB7F-EC0A0E5E17DE}" srcOrd="18" destOrd="0" presId="urn:microsoft.com/office/officeart/2005/8/layout/radial6"/>
    <dgm:cxn modelId="{4469534B-B97E-44E0-B92B-868FDCA58C23}" type="presParOf" srcId="{F5452568-6D25-4B6F-A8BD-452E999C0667}" destId="{5BBAB1C8-70EA-466D-994C-7E979FC0EBA1}" srcOrd="19" destOrd="0" presId="urn:microsoft.com/office/officeart/2005/8/layout/radial6"/>
    <dgm:cxn modelId="{C04D4AA1-4C0B-4951-8440-6E60E87AF064}" type="presParOf" srcId="{F5452568-6D25-4B6F-A8BD-452E999C0667}" destId="{1AB65BAC-20D8-4FF5-B701-A1345C49B306}" srcOrd="20" destOrd="0" presId="urn:microsoft.com/office/officeart/2005/8/layout/radial6"/>
    <dgm:cxn modelId="{61DF3C49-0B92-4C8A-BE6B-D55B6CBD3190}" type="presParOf" srcId="{F5452568-6D25-4B6F-A8BD-452E999C0667}" destId="{22248AFD-7D18-4DF5-A9AD-AC0918EBEB1B}" srcOrd="21" destOrd="0" presId="urn:microsoft.com/office/officeart/2005/8/layout/radial6"/>
    <dgm:cxn modelId="{4C3BA6A7-CC5A-4A88-BA82-6DEED9D737E3}" type="presParOf" srcId="{F5452568-6D25-4B6F-A8BD-452E999C0667}" destId="{45B7A897-6ACF-45EE-9E56-99B1D4D17513}" srcOrd="22" destOrd="0" presId="urn:microsoft.com/office/officeart/2005/8/layout/radial6"/>
    <dgm:cxn modelId="{488C4F1F-D00B-4DBD-9CD8-18EE40147C83}" type="presParOf" srcId="{F5452568-6D25-4B6F-A8BD-452E999C0667}" destId="{7C261530-B8FB-4F3D-B869-4D08EEE947A6}" srcOrd="23" destOrd="0" presId="urn:microsoft.com/office/officeart/2005/8/layout/radial6"/>
    <dgm:cxn modelId="{FEC1B3B1-E0B8-4D13-8000-4BA8B66F7739}" type="presParOf" srcId="{F5452568-6D25-4B6F-A8BD-452E999C0667}" destId="{C8C6EEB8-F11C-4717-9042-8B9E454C3D75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DA22BE-013A-4722-BE55-033211683A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0245B3-C3E1-4406-A995-29FAE9869202}">
      <dgm:prSet custT="1"/>
      <dgm:spPr/>
      <dgm:t>
        <a:bodyPr/>
        <a:lstStyle/>
        <a:p>
          <a:r>
            <a:rPr lang="en-US" sz="1800" u="sng" dirty="0"/>
            <a:t>C Uses header Files but </a:t>
          </a:r>
          <a:r>
            <a:rPr lang="en-US" sz="1800" b="1" u="sng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java</a:t>
          </a:r>
          <a:r>
            <a:rPr lang="en-US" sz="1800" b="1" u="sng" dirty="0"/>
            <a:t> uses Packages</a:t>
          </a:r>
          <a:endParaRPr lang="en-IN" sz="1800" b="1" u="sng" dirty="0"/>
        </a:p>
      </dgm:t>
    </dgm:pt>
    <dgm:pt modelId="{4D85F594-5C4F-4E4B-BBAC-BC7EBF541434}" type="parTrans" cxnId="{EDBEE8AF-D304-49CA-8FAF-9DAFDF41B750}">
      <dgm:prSet/>
      <dgm:spPr/>
      <dgm:t>
        <a:bodyPr/>
        <a:lstStyle/>
        <a:p>
          <a:endParaRPr lang="en-IN"/>
        </a:p>
      </dgm:t>
    </dgm:pt>
    <dgm:pt modelId="{20F4AFA8-B75F-4341-A130-D2B891EC4C04}" type="sibTrans" cxnId="{EDBEE8AF-D304-49CA-8FAF-9DAFDF41B750}">
      <dgm:prSet/>
      <dgm:spPr/>
      <dgm:t>
        <a:bodyPr/>
        <a:lstStyle/>
        <a:p>
          <a:endParaRPr lang="en-IN"/>
        </a:p>
      </dgm:t>
    </dgm:pt>
    <dgm:pt modelId="{8A9CF44A-6B06-4E68-8FEA-3C3EC7A24652}">
      <dgm:prSet custT="1"/>
      <dgm:spPr/>
      <dgm:t>
        <a:bodyPr/>
        <a:lstStyle/>
        <a:p>
          <a:r>
            <a:rPr lang="en-US" sz="1800" u="sng" dirty="0"/>
            <a:t>C Uses Pointers but </a:t>
          </a:r>
          <a:r>
            <a:rPr lang="en-US" sz="1800" b="1" u="sng" dirty="0"/>
            <a:t>java doesn’t supports pointers </a:t>
          </a:r>
          <a:endParaRPr lang="en-IN" sz="1800" b="1" u="sng" dirty="0"/>
        </a:p>
      </dgm:t>
    </dgm:pt>
    <dgm:pt modelId="{617D0FA1-0282-489B-81D1-BB426F3280DF}" type="parTrans" cxnId="{522C0282-D95A-4D49-ABBB-21B1B5492474}">
      <dgm:prSet/>
      <dgm:spPr/>
      <dgm:t>
        <a:bodyPr/>
        <a:lstStyle/>
        <a:p>
          <a:endParaRPr lang="en-IN"/>
        </a:p>
      </dgm:t>
    </dgm:pt>
    <dgm:pt modelId="{CC602EA1-2053-4868-A0AE-5E2F8968A68C}" type="sibTrans" cxnId="{522C0282-D95A-4D49-ABBB-21B1B5492474}">
      <dgm:prSet/>
      <dgm:spPr/>
      <dgm:t>
        <a:bodyPr/>
        <a:lstStyle/>
        <a:p>
          <a:endParaRPr lang="en-IN"/>
        </a:p>
      </dgm:t>
    </dgm:pt>
    <dgm:pt modelId="{68545642-41C0-449B-AEB1-5434A65C06AC}">
      <dgm:prSet custT="1"/>
      <dgm:spPr/>
      <dgm:t>
        <a:bodyPr/>
        <a:lstStyle/>
        <a:p>
          <a:r>
            <a:rPr lang="en-US" sz="1800" u="sng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Java</a:t>
          </a:r>
          <a:r>
            <a:rPr lang="en-US" sz="1800" u="sng" dirty="0"/>
            <a:t> </a:t>
          </a:r>
          <a:r>
            <a:rPr lang="en-US" sz="1800" b="1" u="sng" dirty="0"/>
            <a:t>doesn’t supports storage classes like auto, external </a:t>
          </a:r>
          <a:r>
            <a:rPr lang="en-US" sz="1800" u="sng" dirty="0"/>
            <a:t>etc.</a:t>
          </a:r>
          <a:endParaRPr lang="en-IN" sz="1800" u="sng" dirty="0"/>
        </a:p>
      </dgm:t>
    </dgm:pt>
    <dgm:pt modelId="{A0F1DA6F-F758-442C-888B-64573ED7A9A4}" type="parTrans" cxnId="{3B7E08F4-A339-4709-86B2-C22E77112D03}">
      <dgm:prSet/>
      <dgm:spPr/>
      <dgm:t>
        <a:bodyPr/>
        <a:lstStyle/>
        <a:p>
          <a:endParaRPr lang="en-IN"/>
        </a:p>
      </dgm:t>
    </dgm:pt>
    <dgm:pt modelId="{653F710B-7371-42D6-8CB5-F49D8AB44304}" type="sibTrans" cxnId="{3B7E08F4-A339-4709-86B2-C22E77112D03}">
      <dgm:prSet/>
      <dgm:spPr/>
      <dgm:t>
        <a:bodyPr/>
        <a:lstStyle/>
        <a:p>
          <a:endParaRPr lang="en-IN"/>
        </a:p>
      </dgm:t>
    </dgm:pt>
    <dgm:pt modelId="{4A929E8C-AD82-4CDF-AC33-08795FE4FEA6}">
      <dgm:prSet custT="1"/>
      <dgm:spPr/>
      <dgm:t>
        <a:bodyPr/>
        <a:lstStyle/>
        <a:p>
          <a:r>
            <a:rPr lang="en-US" sz="1800" u="sng" dirty="0"/>
            <a:t>The Code of C Language is Converted into the Machine code after Compilation But in Java Code First Converted into the Bytes Codes then after it is converted into the Machine Code</a:t>
          </a:r>
          <a:endParaRPr lang="en-IN" sz="1800" u="sng" dirty="0"/>
        </a:p>
      </dgm:t>
    </dgm:pt>
    <dgm:pt modelId="{6012E2BB-77AD-4788-B221-900F56CB3345}" type="parTrans" cxnId="{443496EE-DA89-49BD-9B44-566E2DC6C7CB}">
      <dgm:prSet/>
      <dgm:spPr/>
      <dgm:t>
        <a:bodyPr/>
        <a:lstStyle/>
        <a:p>
          <a:endParaRPr lang="en-IN"/>
        </a:p>
      </dgm:t>
    </dgm:pt>
    <dgm:pt modelId="{55571F33-4DF6-45EF-B42E-8445F039939A}" type="sibTrans" cxnId="{443496EE-DA89-49BD-9B44-566E2DC6C7CB}">
      <dgm:prSet/>
      <dgm:spPr/>
      <dgm:t>
        <a:bodyPr/>
        <a:lstStyle/>
        <a:p>
          <a:endParaRPr lang="en-IN"/>
        </a:p>
      </dgm:t>
    </dgm:pt>
    <dgm:pt modelId="{4CC75E72-9339-477A-B870-661ED889D40F}">
      <dgm:prSet custT="1"/>
      <dgm:spPr/>
      <dgm:t>
        <a:bodyPr/>
        <a:lstStyle/>
        <a:p>
          <a:r>
            <a:rPr lang="en-US" sz="1800" u="sng" dirty="0"/>
            <a:t>C++ supports Operator Overloading but java </a:t>
          </a:r>
          <a:r>
            <a:rPr lang="en-US" sz="1800" b="1" u="sng" dirty="0"/>
            <a:t>doesn’t Supports Operator Overloading </a:t>
          </a:r>
          <a:endParaRPr lang="en-IN" sz="1800" b="1" u="sng" dirty="0"/>
        </a:p>
      </dgm:t>
    </dgm:pt>
    <dgm:pt modelId="{44E0D487-E5E7-4CED-8228-296237DEDD86}" type="parTrans" cxnId="{CF12B004-0E72-4F4E-8507-DF0D0ED8B5EE}">
      <dgm:prSet/>
      <dgm:spPr/>
      <dgm:t>
        <a:bodyPr/>
        <a:lstStyle/>
        <a:p>
          <a:endParaRPr lang="en-IN"/>
        </a:p>
      </dgm:t>
    </dgm:pt>
    <dgm:pt modelId="{DA074478-5127-4C21-9A96-CD6D3008F7E3}" type="sibTrans" cxnId="{CF12B004-0E72-4F4E-8507-DF0D0ED8B5EE}">
      <dgm:prSet/>
      <dgm:spPr/>
      <dgm:t>
        <a:bodyPr/>
        <a:lstStyle/>
        <a:p>
          <a:endParaRPr lang="en-IN"/>
        </a:p>
      </dgm:t>
    </dgm:pt>
    <dgm:pt modelId="{06595D81-5EBC-4C74-92E0-D99FF8EE4F67}">
      <dgm:prSet custT="1"/>
      <dgm:spPr/>
      <dgm:t>
        <a:bodyPr/>
        <a:lstStyle/>
        <a:p>
          <a:r>
            <a:rPr lang="en-US" sz="1800" u="sng" dirty="0"/>
            <a:t>In C++ Multiple Inheritance is Possible but in </a:t>
          </a:r>
          <a:r>
            <a:rPr lang="en-US" sz="1800" b="1" u="sng" dirty="0"/>
            <a:t>java the Concept  of Multiple Inheritances is Introduced in the Form of Interfaces </a:t>
          </a:r>
          <a:r>
            <a:rPr lang="en-US" sz="1800" u="sng" dirty="0"/>
            <a:t>.</a:t>
          </a:r>
          <a:endParaRPr lang="en-IN" sz="1800" u="sng" dirty="0"/>
        </a:p>
      </dgm:t>
    </dgm:pt>
    <dgm:pt modelId="{5DAE1D4E-7153-4A7C-B9A6-AB1080754BB2}" type="parTrans" cxnId="{4BA0A431-9089-4B11-89B9-B060D9E43606}">
      <dgm:prSet/>
      <dgm:spPr/>
      <dgm:t>
        <a:bodyPr/>
        <a:lstStyle/>
        <a:p>
          <a:endParaRPr lang="en-IN"/>
        </a:p>
      </dgm:t>
    </dgm:pt>
    <dgm:pt modelId="{42266E0C-D5E2-4BBF-95A5-B8219F38E093}" type="sibTrans" cxnId="{4BA0A431-9089-4B11-89B9-B060D9E43606}">
      <dgm:prSet/>
      <dgm:spPr/>
      <dgm:t>
        <a:bodyPr/>
        <a:lstStyle/>
        <a:p>
          <a:endParaRPr lang="en-IN"/>
        </a:p>
      </dgm:t>
    </dgm:pt>
    <dgm:pt modelId="{BC824A2B-33BB-4E18-B91B-945E32834019}">
      <dgm:prSet custT="1"/>
      <dgm:spPr/>
      <dgm:t>
        <a:bodyPr/>
        <a:lstStyle/>
        <a:p>
          <a:r>
            <a:rPr lang="en-US" sz="1800" u="sng" dirty="0"/>
            <a:t>Java Uses import statement for including the contents of screen instead of #include .</a:t>
          </a:r>
          <a:endParaRPr lang="en-IN" sz="1800" u="sng" dirty="0"/>
        </a:p>
      </dgm:t>
    </dgm:pt>
    <dgm:pt modelId="{2EFE7E78-509C-4DAB-A375-7B3930649EF7}" type="parTrans" cxnId="{663A0BC5-F075-43D0-BD44-F27C0B251F21}">
      <dgm:prSet/>
      <dgm:spPr/>
      <dgm:t>
        <a:bodyPr/>
        <a:lstStyle/>
        <a:p>
          <a:endParaRPr lang="en-IN"/>
        </a:p>
      </dgm:t>
    </dgm:pt>
    <dgm:pt modelId="{8DB76DF6-6BBC-43C5-95DB-5CD5830EBA6F}" type="sibTrans" cxnId="{663A0BC5-F075-43D0-BD44-F27C0B251F21}">
      <dgm:prSet/>
      <dgm:spPr/>
      <dgm:t>
        <a:bodyPr/>
        <a:lstStyle/>
        <a:p>
          <a:endParaRPr lang="en-IN"/>
        </a:p>
      </dgm:t>
    </dgm:pt>
    <dgm:pt modelId="{1D66EC54-08DB-4AA6-AF84-432001A0830F}">
      <dgm:prSet custT="1"/>
      <dgm:spPr/>
      <dgm:t>
        <a:bodyPr/>
        <a:lstStyle/>
        <a:p>
          <a:r>
            <a:rPr lang="en-US" sz="1800" u="sng" dirty="0"/>
            <a:t>Java Doesn’t uses </a:t>
          </a:r>
          <a:r>
            <a:rPr lang="en-US" sz="1800" b="1" u="sng" dirty="0" err="1"/>
            <a:t>goto</a:t>
          </a:r>
          <a:r>
            <a:rPr lang="en-US" sz="1800" u="sng" dirty="0"/>
            <a:t>.</a:t>
          </a:r>
          <a:endParaRPr lang="en-IN" sz="1800" u="sng" dirty="0"/>
        </a:p>
      </dgm:t>
    </dgm:pt>
    <dgm:pt modelId="{12038224-BFCA-4066-9464-106D01535FAC}" type="parTrans" cxnId="{EBE58AB5-5C46-4276-8F4E-C514392BEADF}">
      <dgm:prSet/>
      <dgm:spPr/>
      <dgm:t>
        <a:bodyPr/>
        <a:lstStyle/>
        <a:p>
          <a:endParaRPr lang="en-IN"/>
        </a:p>
      </dgm:t>
    </dgm:pt>
    <dgm:pt modelId="{FABA6A36-E7AE-4734-A5D3-27C0AE875C32}" type="sibTrans" cxnId="{EBE58AB5-5C46-4276-8F4E-C514392BEADF}">
      <dgm:prSet/>
      <dgm:spPr/>
      <dgm:t>
        <a:bodyPr/>
        <a:lstStyle/>
        <a:p>
          <a:endParaRPr lang="en-IN"/>
        </a:p>
      </dgm:t>
    </dgm:pt>
    <dgm:pt modelId="{4CB069BA-6030-4086-8985-C4204C61DA43}">
      <dgm:prSet custT="1"/>
      <dgm:spPr/>
      <dgm:t>
        <a:bodyPr/>
        <a:lstStyle/>
        <a:p>
          <a:r>
            <a:rPr lang="en-US" sz="1800" u="sng" dirty="0"/>
            <a:t>Java </a:t>
          </a:r>
          <a:r>
            <a:rPr lang="en-US" sz="1800" b="1" u="sng" dirty="0"/>
            <a:t>Doesn’t have Destructor</a:t>
          </a:r>
          <a:r>
            <a:rPr lang="en-US" sz="1800" u="sng" dirty="0"/>
            <a:t>.</a:t>
          </a:r>
          <a:endParaRPr lang="en-IN" sz="1800" u="sng" dirty="0"/>
        </a:p>
      </dgm:t>
    </dgm:pt>
    <dgm:pt modelId="{AC5E6B5F-F3D0-4F7D-A5ED-B0550C277D2C}" type="parTrans" cxnId="{CABC9A50-F621-41A9-8879-3C4EA4396948}">
      <dgm:prSet/>
      <dgm:spPr/>
      <dgm:t>
        <a:bodyPr/>
        <a:lstStyle/>
        <a:p>
          <a:endParaRPr lang="en-IN"/>
        </a:p>
      </dgm:t>
    </dgm:pt>
    <dgm:pt modelId="{A4A916F7-EF05-4F17-9FCD-EDB9D62CDFCB}" type="sibTrans" cxnId="{CABC9A50-F621-41A9-8879-3C4EA4396948}">
      <dgm:prSet/>
      <dgm:spPr/>
      <dgm:t>
        <a:bodyPr/>
        <a:lstStyle/>
        <a:p>
          <a:endParaRPr lang="en-IN"/>
        </a:p>
      </dgm:t>
    </dgm:pt>
    <dgm:pt modelId="{07F71762-F345-4CB8-A8FD-8F3A5F7C9E5B}">
      <dgm:prSet custT="1"/>
      <dgm:spPr/>
      <dgm:t>
        <a:bodyPr/>
        <a:lstStyle/>
        <a:p>
          <a:r>
            <a:rPr lang="en-US" sz="1800" u="sng" dirty="0"/>
            <a:t>Java Doesn’t have </a:t>
          </a:r>
          <a:r>
            <a:rPr lang="en-US" sz="1800" b="1" u="sng" dirty="0"/>
            <a:t>Structure Union , </a:t>
          </a:r>
          <a:r>
            <a:rPr lang="en-US" sz="1800" b="1" u="sng" dirty="0" err="1"/>
            <a:t>enum</a:t>
          </a:r>
          <a:r>
            <a:rPr lang="en-US" sz="1800" b="1" u="sng" dirty="0"/>
            <a:t> </a:t>
          </a:r>
          <a:r>
            <a:rPr lang="en-US" sz="1800" b="1" u="sng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type</a:t>
          </a:r>
          <a:r>
            <a:rPr lang="en-US" sz="1800" b="1" u="sng" dirty="0"/>
            <a:t>s</a:t>
          </a:r>
          <a:endParaRPr lang="en-IN" sz="1800" b="1" u="sng" dirty="0"/>
        </a:p>
      </dgm:t>
    </dgm:pt>
    <dgm:pt modelId="{427D4037-0CC0-4154-9E3B-2EA603AF0870}" type="parTrans" cxnId="{FF551845-44AD-46ED-A73F-359F9B12E82D}">
      <dgm:prSet/>
      <dgm:spPr/>
      <dgm:t>
        <a:bodyPr/>
        <a:lstStyle/>
        <a:p>
          <a:endParaRPr lang="en-IN"/>
        </a:p>
      </dgm:t>
    </dgm:pt>
    <dgm:pt modelId="{5C8847C3-D95C-4347-95C5-471BC3E65BBE}" type="sibTrans" cxnId="{FF551845-44AD-46ED-A73F-359F9B12E82D}">
      <dgm:prSet/>
      <dgm:spPr/>
      <dgm:t>
        <a:bodyPr/>
        <a:lstStyle/>
        <a:p>
          <a:endParaRPr lang="en-IN"/>
        </a:p>
      </dgm:t>
    </dgm:pt>
    <dgm:pt modelId="{FB05F89D-31C6-46DE-AC55-29944E8A4921}" type="pres">
      <dgm:prSet presAssocID="{D0DA22BE-013A-4722-BE55-033211683A6B}" presName="linear" presStyleCnt="0">
        <dgm:presLayoutVars>
          <dgm:animLvl val="lvl"/>
          <dgm:resizeHandles val="exact"/>
        </dgm:presLayoutVars>
      </dgm:prSet>
      <dgm:spPr/>
    </dgm:pt>
    <dgm:pt modelId="{2FF326FC-F928-4F36-B4FE-0404E294AA46}" type="pres">
      <dgm:prSet presAssocID="{270245B3-C3E1-4406-A995-29FAE9869202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D7CB5BE2-9487-4390-BF88-45A2F555FF36}" type="pres">
      <dgm:prSet presAssocID="{20F4AFA8-B75F-4341-A130-D2B891EC4C04}" presName="spacer" presStyleCnt="0"/>
      <dgm:spPr/>
    </dgm:pt>
    <dgm:pt modelId="{C7585A5E-D2D0-4CEA-BBEB-AB089A0440F0}" type="pres">
      <dgm:prSet presAssocID="{8A9CF44A-6B06-4E68-8FEA-3C3EC7A24652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B36EA7F9-9CA5-4B48-9ECB-470187C346B9}" type="pres">
      <dgm:prSet presAssocID="{CC602EA1-2053-4868-A0AE-5E2F8968A68C}" presName="spacer" presStyleCnt="0"/>
      <dgm:spPr/>
    </dgm:pt>
    <dgm:pt modelId="{1EC9B30E-4946-44AE-B473-2B65051A382A}" type="pres">
      <dgm:prSet presAssocID="{68545642-41C0-449B-AEB1-5434A65C06AC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D0B70569-E28F-4004-8674-C7209F81339A}" type="pres">
      <dgm:prSet presAssocID="{653F710B-7371-42D6-8CB5-F49D8AB44304}" presName="spacer" presStyleCnt="0"/>
      <dgm:spPr/>
    </dgm:pt>
    <dgm:pt modelId="{997D25D5-03F9-4D50-B71F-EFB9FB03E19B}" type="pres">
      <dgm:prSet presAssocID="{4A929E8C-AD82-4CDF-AC33-08795FE4FEA6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A9A6DD0C-D461-4B33-A020-48E2EF6FA006}" type="pres">
      <dgm:prSet presAssocID="{55571F33-4DF6-45EF-B42E-8445F039939A}" presName="spacer" presStyleCnt="0"/>
      <dgm:spPr/>
    </dgm:pt>
    <dgm:pt modelId="{CBC9B5C3-D4CA-4684-A094-30E9A469639A}" type="pres">
      <dgm:prSet presAssocID="{4CC75E72-9339-477A-B870-661ED889D40F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D98D5214-F8C1-4F6F-9867-1CA9B3776F32}" type="pres">
      <dgm:prSet presAssocID="{DA074478-5127-4C21-9A96-CD6D3008F7E3}" presName="spacer" presStyleCnt="0"/>
      <dgm:spPr/>
    </dgm:pt>
    <dgm:pt modelId="{0FAB637D-57E8-42F1-ABAE-0F7D0E53151F}" type="pres">
      <dgm:prSet presAssocID="{06595D81-5EBC-4C74-92E0-D99FF8EE4F67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E097C9A0-A693-447C-A823-7512CABD1267}" type="pres">
      <dgm:prSet presAssocID="{42266E0C-D5E2-4BBF-95A5-B8219F38E093}" presName="spacer" presStyleCnt="0"/>
      <dgm:spPr/>
    </dgm:pt>
    <dgm:pt modelId="{18BCE7B0-E832-4D4A-B947-C0E0FCE66534}" type="pres">
      <dgm:prSet presAssocID="{BC824A2B-33BB-4E18-B91B-945E32834019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30AD9912-D7D1-48FA-A67A-15AD33742AF6}" type="pres">
      <dgm:prSet presAssocID="{8DB76DF6-6BBC-43C5-95DB-5CD5830EBA6F}" presName="spacer" presStyleCnt="0"/>
      <dgm:spPr/>
    </dgm:pt>
    <dgm:pt modelId="{A5F0EE1A-5BB2-4922-A045-C7A052FF9C82}" type="pres">
      <dgm:prSet presAssocID="{1D66EC54-08DB-4AA6-AF84-432001A0830F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AB8392B2-84F0-4D27-842B-9180604415FA}" type="pres">
      <dgm:prSet presAssocID="{FABA6A36-E7AE-4734-A5D3-27C0AE875C32}" presName="spacer" presStyleCnt="0"/>
      <dgm:spPr/>
    </dgm:pt>
    <dgm:pt modelId="{1788FFFE-FF6E-485E-8E6D-004C5FD9BC65}" type="pres">
      <dgm:prSet presAssocID="{4CB069BA-6030-4086-8985-C4204C61DA43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A7A4D098-B89C-49DA-807F-0BDF9A090558}" type="pres">
      <dgm:prSet presAssocID="{A4A916F7-EF05-4F17-9FCD-EDB9D62CDFCB}" presName="spacer" presStyleCnt="0"/>
      <dgm:spPr/>
    </dgm:pt>
    <dgm:pt modelId="{415F0261-EF27-49B7-A00F-B52F10089FF0}" type="pres">
      <dgm:prSet presAssocID="{07F71762-F345-4CB8-A8FD-8F3A5F7C9E5B}" presName="parentText" presStyleLbl="node1" presStyleIdx="9" presStyleCnt="10" custLinFactY="-2842" custLinFactNeighborX="1035" custLinFactNeighborY="-100000">
        <dgm:presLayoutVars>
          <dgm:chMax val="0"/>
          <dgm:bulletEnabled val="1"/>
        </dgm:presLayoutVars>
      </dgm:prSet>
      <dgm:spPr/>
    </dgm:pt>
  </dgm:ptLst>
  <dgm:cxnLst>
    <dgm:cxn modelId="{CF12B004-0E72-4F4E-8507-DF0D0ED8B5EE}" srcId="{D0DA22BE-013A-4722-BE55-033211683A6B}" destId="{4CC75E72-9339-477A-B870-661ED889D40F}" srcOrd="4" destOrd="0" parTransId="{44E0D487-E5E7-4CED-8228-296237DEDD86}" sibTransId="{DA074478-5127-4C21-9A96-CD6D3008F7E3}"/>
    <dgm:cxn modelId="{8218E318-75A4-4580-9F92-DA2EA7299B02}" type="presOf" srcId="{06595D81-5EBC-4C74-92E0-D99FF8EE4F67}" destId="{0FAB637D-57E8-42F1-ABAE-0F7D0E53151F}" srcOrd="0" destOrd="0" presId="urn:microsoft.com/office/officeart/2005/8/layout/vList2"/>
    <dgm:cxn modelId="{8AFE351B-2AE2-4CBE-ADA1-A7655851AA99}" type="presOf" srcId="{4CC75E72-9339-477A-B870-661ED889D40F}" destId="{CBC9B5C3-D4CA-4684-A094-30E9A469639A}" srcOrd="0" destOrd="0" presId="urn:microsoft.com/office/officeart/2005/8/layout/vList2"/>
    <dgm:cxn modelId="{4BA0A431-9089-4B11-89B9-B060D9E43606}" srcId="{D0DA22BE-013A-4722-BE55-033211683A6B}" destId="{06595D81-5EBC-4C74-92E0-D99FF8EE4F67}" srcOrd="5" destOrd="0" parTransId="{5DAE1D4E-7153-4A7C-B9A6-AB1080754BB2}" sibTransId="{42266E0C-D5E2-4BBF-95A5-B8219F38E093}"/>
    <dgm:cxn modelId="{9F03995E-137A-48E9-A9A8-7779F137C18F}" type="presOf" srcId="{4CB069BA-6030-4086-8985-C4204C61DA43}" destId="{1788FFFE-FF6E-485E-8E6D-004C5FD9BC65}" srcOrd="0" destOrd="0" presId="urn:microsoft.com/office/officeart/2005/8/layout/vList2"/>
    <dgm:cxn modelId="{FF551845-44AD-46ED-A73F-359F9B12E82D}" srcId="{D0DA22BE-013A-4722-BE55-033211683A6B}" destId="{07F71762-F345-4CB8-A8FD-8F3A5F7C9E5B}" srcOrd="9" destOrd="0" parTransId="{427D4037-0CC0-4154-9E3B-2EA603AF0870}" sibTransId="{5C8847C3-D95C-4347-95C5-471BC3E65BBE}"/>
    <dgm:cxn modelId="{1305C268-086F-4C1A-B78C-DB6BFBB033E1}" type="presOf" srcId="{4A929E8C-AD82-4CDF-AC33-08795FE4FEA6}" destId="{997D25D5-03F9-4D50-B71F-EFB9FB03E19B}" srcOrd="0" destOrd="0" presId="urn:microsoft.com/office/officeart/2005/8/layout/vList2"/>
    <dgm:cxn modelId="{EEEC474B-2D6F-43BD-9CDA-55C3CA7C8F7E}" type="presOf" srcId="{BC824A2B-33BB-4E18-B91B-945E32834019}" destId="{18BCE7B0-E832-4D4A-B947-C0E0FCE66534}" srcOrd="0" destOrd="0" presId="urn:microsoft.com/office/officeart/2005/8/layout/vList2"/>
    <dgm:cxn modelId="{CABC9A50-F621-41A9-8879-3C4EA4396948}" srcId="{D0DA22BE-013A-4722-BE55-033211683A6B}" destId="{4CB069BA-6030-4086-8985-C4204C61DA43}" srcOrd="8" destOrd="0" parTransId="{AC5E6B5F-F3D0-4F7D-A5ED-B0550C277D2C}" sibTransId="{A4A916F7-EF05-4F17-9FCD-EDB9D62CDFCB}"/>
    <dgm:cxn modelId="{63D9E978-EE75-41D3-B1EF-7EFA6EE7B354}" type="presOf" srcId="{270245B3-C3E1-4406-A995-29FAE9869202}" destId="{2FF326FC-F928-4F36-B4FE-0404E294AA46}" srcOrd="0" destOrd="0" presId="urn:microsoft.com/office/officeart/2005/8/layout/vList2"/>
    <dgm:cxn modelId="{522C0282-D95A-4D49-ABBB-21B1B5492474}" srcId="{D0DA22BE-013A-4722-BE55-033211683A6B}" destId="{8A9CF44A-6B06-4E68-8FEA-3C3EC7A24652}" srcOrd="1" destOrd="0" parTransId="{617D0FA1-0282-489B-81D1-BB426F3280DF}" sibTransId="{CC602EA1-2053-4868-A0AE-5E2F8968A68C}"/>
    <dgm:cxn modelId="{E1EC108D-D675-4A94-A773-9495A1D5C69A}" type="presOf" srcId="{68545642-41C0-449B-AEB1-5434A65C06AC}" destId="{1EC9B30E-4946-44AE-B473-2B65051A382A}" srcOrd="0" destOrd="0" presId="urn:microsoft.com/office/officeart/2005/8/layout/vList2"/>
    <dgm:cxn modelId="{CAD67191-DB55-46B6-B859-695FEC398AA5}" type="presOf" srcId="{07F71762-F345-4CB8-A8FD-8F3A5F7C9E5B}" destId="{415F0261-EF27-49B7-A00F-B52F10089FF0}" srcOrd="0" destOrd="0" presId="urn:microsoft.com/office/officeart/2005/8/layout/vList2"/>
    <dgm:cxn modelId="{EDBEE8AF-D304-49CA-8FAF-9DAFDF41B750}" srcId="{D0DA22BE-013A-4722-BE55-033211683A6B}" destId="{270245B3-C3E1-4406-A995-29FAE9869202}" srcOrd="0" destOrd="0" parTransId="{4D85F594-5C4F-4E4B-BBAC-BC7EBF541434}" sibTransId="{20F4AFA8-B75F-4341-A130-D2B891EC4C04}"/>
    <dgm:cxn modelId="{EBE58AB5-5C46-4276-8F4E-C514392BEADF}" srcId="{D0DA22BE-013A-4722-BE55-033211683A6B}" destId="{1D66EC54-08DB-4AA6-AF84-432001A0830F}" srcOrd="7" destOrd="0" parTransId="{12038224-BFCA-4066-9464-106D01535FAC}" sibTransId="{FABA6A36-E7AE-4734-A5D3-27C0AE875C32}"/>
    <dgm:cxn modelId="{663A0BC5-F075-43D0-BD44-F27C0B251F21}" srcId="{D0DA22BE-013A-4722-BE55-033211683A6B}" destId="{BC824A2B-33BB-4E18-B91B-945E32834019}" srcOrd="6" destOrd="0" parTransId="{2EFE7E78-509C-4DAB-A375-7B3930649EF7}" sibTransId="{8DB76DF6-6BBC-43C5-95DB-5CD5830EBA6F}"/>
    <dgm:cxn modelId="{EFD8A1CF-557D-485C-B281-658ED5593275}" type="presOf" srcId="{8A9CF44A-6B06-4E68-8FEA-3C3EC7A24652}" destId="{C7585A5E-D2D0-4CEA-BBEB-AB089A0440F0}" srcOrd="0" destOrd="0" presId="urn:microsoft.com/office/officeart/2005/8/layout/vList2"/>
    <dgm:cxn modelId="{59B66EDE-E980-4189-8680-88339D404B47}" type="presOf" srcId="{D0DA22BE-013A-4722-BE55-033211683A6B}" destId="{FB05F89D-31C6-46DE-AC55-29944E8A4921}" srcOrd="0" destOrd="0" presId="urn:microsoft.com/office/officeart/2005/8/layout/vList2"/>
    <dgm:cxn modelId="{891D03E5-B6C3-4694-9DB8-12F3DA73A760}" type="presOf" srcId="{1D66EC54-08DB-4AA6-AF84-432001A0830F}" destId="{A5F0EE1A-5BB2-4922-A045-C7A052FF9C82}" srcOrd="0" destOrd="0" presId="urn:microsoft.com/office/officeart/2005/8/layout/vList2"/>
    <dgm:cxn modelId="{443496EE-DA89-49BD-9B44-566E2DC6C7CB}" srcId="{D0DA22BE-013A-4722-BE55-033211683A6B}" destId="{4A929E8C-AD82-4CDF-AC33-08795FE4FEA6}" srcOrd="3" destOrd="0" parTransId="{6012E2BB-77AD-4788-B221-900F56CB3345}" sibTransId="{55571F33-4DF6-45EF-B42E-8445F039939A}"/>
    <dgm:cxn modelId="{3B7E08F4-A339-4709-86B2-C22E77112D03}" srcId="{D0DA22BE-013A-4722-BE55-033211683A6B}" destId="{68545642-41C0-449B-AEB1-5434A65C06AC}" srcOrd="2" destOrd="0" parTransId="{A0F1DA6F-F758-442C-888B-64573ED7A9A4}" sibTransId="{653F710B-7371-42D6-8CB5-F49D8AB44304}"/>
    <dgm:cxn modelId="{27478A53-AFAC-462E-B632-8A9C635941F9}" type="presParOf" srcId="{FB05F89D-31C6-46DE-AC55-29944E8A4921}" destId="{2FF326FC-F928-4F36-B4FE-0404E294AA46}" srcOrd="0" destOrd="0" presId="urn:microsoft.com/office/officeart/2005/8/layout/vList2"/>
    <dgm:cxn modelId="{4FC10357-B3DD-47A3-B2D5-EBF6546FA1DD}" type="presParOf" srcId="{FB05F89D-31C6-46DE-AC55-29944E8A4921}" destId="{D7CB5BE2-9487-4390-BF88-45A2F555FF36}" srcOrd="1" destOrd="0" presId="urn:microsoft.com/office/officeart/2005/8/layout/vList2"/>
    <dgm:cxn modelId="{9C39D07A-9CCF-4147-9FFC-F45595E9CADA}" type="presParOf" srcId="{FB05F89D-31C6-46DE-AC55-29944E8A4921}" destId="{C7585A5E-D2D0-4CEA-BBEB-AB089A0440F0}" srcOrd="2" destOrd="0" presId="urn:microsoft.com/office/officeart/2005/8/layout/vList2"/>
    <dgm:cxn modelId="{50286D15-80E3-4C80-B1AB-50AFF8A2F670}" type="presParOf" srcId="{FB05F89D-31C6-46DE-AC55-29944E8A4921}" destId="{B36EA7F9-9CA5-4B48-9ECB-470187C346B9}" srcOrd="3" destOrd="0" presId="urn:microsoft.com/office/officeart/2005/8/layout/vList2"/>
    <dgm:cxn modelId="{2D5315DA-0D9D-40D3-9613-B63AF9BE480B}" type="presParOf" srcId="{FB05F89D-31C6-46DE-AC55-29944E8A4921}" destId="{1EC9B30E-4946-44AE-B473-2B65051A382A}" srcOrd="4" destOrd="0" presId="urn:microsoft.com/office/officeart/2005/8/layout/vList2"/>
    <dgm:cxn modelId="{66271F24-A337-44FD-ABFF-6EF2235AF519}" type="presParOf" srcId="{FB05F89D-31C6-46DE-AC55-29944E8A4921}" destId="{D0B70569-E28F-4004-8674-C7209F81339A}" srcOrd="5" destOrd="0" presId="urn:microsoft.com/office/officeart/2005/8/layout/vList2"/>
    <dgm:cxn modelId="{CA222076-5252-4DF9-A020-18F5DD825D07}" type="presParOf" srcId="{FB05F89D-31C6-46DE-AC55-29944E8A4921}" destId="{997D25D5-03F9-4D50-B71F-EFB9FB03E19B}" srcOrd="6" destOrd="0" presId="urn:microsoft.com/office/officeart/2005/8/layout/vList2"/>
    <dgm:cxn modelId="{CE049976-12C6-468C-A627-7A0862BF5F22}" type="presParOf" srcId="{FB05F89D-31C6-46DE-AC55-29944E8A4921}" destId="{A9A6DD0C-D461-4B33-A020-48E2EF6FA006}" srcOrd="7" destOrd="0" presId="urn:microsoft.com/office/officeart/2005/8/layout/vList2"/>
    <dgm:cxn modelId="{E9109DCA-0183-40B4-9C91-872D5C4AD8B8}" type="presParOf" srcId="{FB05F89D-31C6-46DE-AC55-29944E8A4921}" destId="{CBC9B5C3-D4CA-4684-A094-30E9A469639A}" srcOrd="8" destOrd="0" presId="urn:microsoft.com/office/officeart/2005/8/layout/vList2"/>
    <dgm:cxn modelId="{A49CA7DA-961D-4193-8DFC-DC940AD7918A}" type="presParOf" srcId="{FB05F89D-31C6-46DE-AC55-29944E8A4921}" destId="{D98D5214-F8C1-4F6F-9867-1CA9B3776F32}" srcOrd="9" destOrd="0" presId="urn:microsoft.com/office/officeart/2005/8/layout/vList2"/>
    <dgm:cxn modelId="{A5DD4B11-77D7-4705-95A9-F3BB97432CF4}" type="presParOf" srcId="{FB05F89D-31C6-46DE-AC55-29944E8A4921}" destId="{0FAB637D-57E8-42F1-ABAE-0F7D0E53151F}" srcOrd="10" destOrd="0" presId="urn:microsoft.com/office/officeart/2005/8/layout/vList2"/>
    <dgm:cxn modelId="{D7D7E61B-83E7-4A87-AD19-8D47583CE0BD}" type="presParOf" srcId="{FB05F89D-31C6-46DE-AC55-29944E8A4921}" destId="{E097C9A0-A693-447C-A823-7512CABD1267}" srcOrd="11" destOrd="0" presId="urn:microsoft.com/office/officeart/2005/8/layout/vList2"/>
    <dgm:cxn modelId="{77596D92-F939-412E-8625-1701E95EDA8D}" type="presParOf" srcId="{FB05F89D-31C6-46DE-AC55-29944E8A4921}" destId="{18BCE7B0-E832-4D4A-B947-C0E0FCE66534}" srcOrd="12" destOrd="0" presId="urn:microsoft.com/office/officeart/2005/8/layout/vList2"/>
    <dgm:cxn modelId="{DC792400-0D30-44CE-B90C-58F717A17118}" type="presParOf" srcId="{FB05F89D-31C6-46DE-AC55-29944E8A4921}" destId="{30AD9912-D7D1-48FA-A67A-15AD33742AF6}" srcOrd="13" destOrd="0" presId="urn:microsoft.com/office/officeart/2005/8/layout/vList2"/>
    <dgm:cxn modelId="{6764753F-104E-43C4-AF89-A2E73205588C}" type="presParOf" srcId="{FB05F89D-31C6-46DE-AC55-29944E8A4921}" destId="{A5F0EE1A-5BB2-4922-A045-C7A052FF9C82}" srcOrd="14" destOrd="0" presId="urn:microsoft.com/office/officeart/2005/8/layout/vList2"/>
    <dgm:cxn modelId="{A229D7CB-3CAB-4A37-AF10-ABB6C4DA6582}" type="presParOf" srcId="{FB05F89D-31C6-46DE-AC55-29944E8A4921}" destId="{AB8392B2-84F0-4D27-842B-9180604415FA}" srcOrd="15" destOrd="0" presId="urn:microsoft.com/office/officeart/2005/8/layout/vList2"/>
    <dgm:cxn modelId="{8F6D33BF-FA12-433E-88F2-F2780DDD4274}" type="presParOf" srcId="{FB05F89D-31C6-46DE-AC55-29944E8A4921}" destId="{1788FFFE-FF6E-485E-8E6D-004C5FD9BC65}" srcOrd="16" destOrd="0" presId="urn:microsoft.com/office/officeart/2005/8/layout/vList2"/>
    <dgm:cxn modelId="{F68C409E-08F4-4339-A91C-33C7DFF9DD27}" type="presParOf" srcId="{FB05F89D-31C6-46DE-AC55-29944E8A4921}" destId="{A7A4D098-B89C-49DA-807F-0BDF9A090558}" srcOrd="17" destOrd="0" presId="urn:microsoft.com/office/officeart/2005/8/layout/vList2"/>
    <dgm:cxn modelId="{8352474D-CCA8-4B58-BF11-15FC0ECED4FA}" type="presParOf" srcId="{FB05F89D-31C6-46DE-AC55-29944E8A4921}" destId="{415F0261-EF27-49B7-A00F-B52F10089FF0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0A575-7613-4C69-A0AD-5F4F649DCBB2}">
      <dsp:nvSpPr>
        <dsp:cNvPr id="0" name=""/>
        <dsp:cNvSpPr/>
      </dsp:nvSpPr>
      <dsp:spPr>
        <a:xfrm>
          <a:off x="0" y="651954"/>
          <a:ext cx="10515600" cy="201295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71693-7125-4FAE-848D-EE31848C60E1}">
      <dsp:nvSpPr>
        <dsp:cNvPr id="0" name=""/>
        <dsp:cNvSpPr/>
      </dsp:nvSpPr>
      <dsp:spPr>
        <a:xfrm>
          <a:off x="0" y="0"/>
          <a:ext cx="9464040" cy="2012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Design and implement a Student Course Registration System in which: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Classes are organized </a:t>
          </a:r>
          <a:r>
            <a:rPr lang="en-US" sz="2000" b="1" kern="1200" dirty="0" err="1"/>
            <a:t>logically+Implicit</a:t>
          </a:r>
          <a:r>
            <a:rPr lang="en-US" sz="2000" b="1" kern="1200" dirty="0"/>
            <a:t> memory </a:t>
          </a:r>
          <a:r>
            <a:rPr lang="en-US" sz="2000" b="1" kern="1200" dirty="0" err="1"/>
            <a:t>management+Exception</a:t>
          </a:r>
          <a:r>
            <a:rPr lang="en-US" sz="2000" b="1" kern="1200" dirty="0"/>
            <a:t> </a:t>
          </a:r>
          <a:r>
            <a:rPr lang="en-US" sz="2000" b="1" kern="1200" dirty="0" err="1"/>
            <a:t>Handling+Multithreading</a:t>
          </a:r>
          <a:endParaRPr lang="en-US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>
        <a:off x="0" y="0"/>
        <a:ext cx="9464040" cy="2012950"/>
      </dsp:txXfrm>
    </dsp:sp>
    <dsp:sp modelId="{7709339A-C8EA-4DAF-B3BB-561910473BF5}">
      <dsp:nvSpPr>
        <dsp:cNvPr id="0" name=""/>
        <dsp:cNvSpPr/>
      </dsp:nvSpPr>
      <dsp:spPr>
        <a:xfrm>
          <a:off x="4503902" y="1477309"/>
          <a:ext cx="503237" cy="5032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27EE6-5477-4811-9E3E-38EE42268A0A}">
      <dsp:nvSpPr>
        <dsp:cNvPr id="0" name=""/>
        <dsp:cNvSpPr/>
      </dsp:nvSpPr>
      <dsp:spPr>
        <a:xfrm rot="16200000">
          <a:off x="1484885" y="-1556735"/>
          <a:ext cx="2175669" cy="52578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bg1"/>
              </a:solidFill>
              <a:latin typeface="Google Sans"/>
            </a:rPr>
            <a:t>R</a:t>
          </a:r>
          <a:r>
            <a:rPr lang="en-US" sz="2900" b="0" i="0" kern="1200" dirty="0">
              <a:solidFill>
                <a:schemeClr val="bg1"/>
              </a:solidFill>
              <a:effectLst/>
              <a:latin typeface="Google Sans"/>
            </a:rPr>
            <a:t>uns on many devices worldwide</a:t>
          </a:r>
        </a:p>
      </dsp:txBody>
      <dsp:txXfrm rot="5400000">
        <a:off x="-56180" y="-15670"/>
        <a:ext cx="5257800" cy="1631751"/>
      </dsp:txXfrm>
    </dsp:sp>
    <dsp:sp modelId="{CBB3F099-B611-4653-BB18-9B81C0F248C4}">
      <dsp:nvSpPr>
        <dsp:cNvPr id="0" name=""/>
        <dsp:cNvSpPr/>
      </dsp:nvSpPr>
      <dsp:spPr>
        <a:xfrm>
          <a:off x="5171125" y="-15670"/>
          <a:ext cx="5257800" cy="217566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Programming language that is used to design applications for a variety of purposes</a:t>
          </a:r>
          <a:endParaRPr lang="en-US" sz="2900" b="0" i="0" kern="1200" dirty="0">
            <a:solidFill>
              <a:srgbClr val="001D35"/>
            </a:solidFill>
            <a:effectLst/>
            <a:latin typeface="Google Sans"/>
          </a:endParaRPr>
        </a:p>
      </dsp:txBody>
      <dsp:txXfrm>
        <a:off x="5171125" y="-15670"/>
        <a:ext cx="5257800" cy="1631751"/>
      </dsp:txXfrm>
    </dsp:sp>
    <dsp:sp modelId="{3EFC26B0-6B64-48F6-843A-F1135E080EB2}">
      <dsp:nvSpPr>
        <dsp:cNvPr id="0" name=""/>
        <dsp:cNvSpPr/>
      </dsp:nvSpPr>
      <dsp:spPr>
        <a:xfrm rot="10800000">
          <a:off x="-86674" y="2159998"/>
          <a:ext cx="5257800" cy="217566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bg1"/>
              </a:solidFill>
              <a:latin typeface="Google Sans"/>
            </a:rPr>
            <a:t>Follows Object Oriented model</a:t>
          </a:r>
          <a:endParaRPr lang="en-IN" sz="2900" kern="1200" dirty="0"/>
        </a:p>
      </dsp:txBody>
      <dsp:txXfrm rot="10800000">
        <a:off x="-86674" y="2703915"/>
        <a:ext cx="5257800" cy="1631751"/>
      </dsp:txXfrm>
    </dsp:sp>
    <dsp:sp modelId="{62FC3C31-587B-49D4-8574-2B873B815037}">
      <dsp:nvSpPr>
        <dsp:cNvPr id="0" name=""/>
        <dsp:cNvSpPr/>
      </dsp:nvSpPr>
      <dsp:spPr>
        <a:xfrm rot="5400000">
          <a:off x="6566545" y="445583"/>
          <a:ext cx="2238350" cy="560449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>
              <a:solidFill>
                <a:schemeClr val="bg1"/>
              </a:solidFill>
              <a:effectLst/>
              <a:latin typeface="Google Sans"/>
            </a:rPr>
            <a:t>Platform independent(Write Once Run Anywhere)</a:t>
          </a:r>
          <a:endParaRPr lang="en-IN" sz="2900" kern="1200" dirty="0"/>
        </a:p>
      </dsp:txBody>
      <dsp:txXfrm rot="-5400000">
        <a:off x="4883471" y="2688245"/>
        <a:ext cx="5604499" cy="1678762"/>
      </dsp:txXfrm>
    </dsp:sp>
    <dsp:sp modelId="{E21A3DBE-484C-46DD-94B1-A17E17FF3227}">
      <dsp:nvSpPr>
        <dsp:cNvPr id="0" name=""/>
        <dsp:cNvSpPr/>
      </dsp:nvSpPr>
      <dsp:spPr>
        <a:xfrm>
          <a:off x="4130001" y="1530664"/>
          <a:ext cx="2093003" cy="1421136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>
              <a:solidFill>
                <a:schemeClr val="bg1"/>
              </a:solidFill>
              <a:effectLst/>
              <a:latin typeface="Google Sans"/>
            </a:rPr>
            <a:t>JAVA</a:t>
          </a:r>
        </a:p>
      </dsp:txBody>
      <dsp:txXfrm>
        <a:off x="4199375" y="1600038"/>
        <a:ext cx="1954255" cy="12823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B7C6C-B1E8-4601-8B17-907C90517F66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B3AA9-9600-4AD9-BB1D-4515531D039C}">
      <dsp:nvSpPr>
        <dsp:cNvPr id="0" name=""/>
        <dsp:cNvSpPr/>
      </dsp:nvSpPr>
      <dsp:spPr>
        <a:xfrm>
          <a:off x="2175669" y="0"/>
          <a:ext cx="8339931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Java Applets</a:t>
          </a:r>
        </a:p>
      </dsp:txBody>
      <dsp:txXfrm>
        <a:off x="2175669" y="0"/>
        <a:ext cx="4169965" cy="924659"/>
      </dsp:txXfrm>
    </dsp:sp>
    <dsp:sp modelId="{464F80F4-E53A-42EF-8C61-BEA292A5822C}">
      <dsp:nvSpPr>
        <dsp:cNvPr id="0" name=""/>
        <dsp:cNvSpPr/>
      </dsp:nvSpPr>
      <dsp:spPr>
        <a:xfrm>
          <a:off x="571113" y="924659"/>
          <a:ext cx="3209111" cy="320911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B8242-C409-433B-8BFC-83D04D74AA70}">
      <dsp:nvSpPr>
        <dsp:cNvPr id="0" name=""/>
        <dsp:cNvSpPr/>
      </dsp:nvSpPr>
      <dsp:spPr>
        <a:xfrm>
          <a:off x="2175669" y="924659"/>
          <a:ext cx="8339931" cy="320911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Security</a:t>
          </a:r>
        </a:p>
      </dsp:txBody>
      <dsp:txXfrm>
        <a:off x="2175669" y="924659"/>
        <a:ext cx="4169965" cy="924659"/>
      </dsp:txXfrm>
    </dsp:sp>
    <dsp:sp modelId="{E3855955-787A-453C-B352-28410E7B0C11}">
      <dsp:nvSpPr>
        <dsp:cNvPr id="0" name=""/>
        <dsp:cNvSpPr/>
      </dsp:nvSpPr>
      <dsp:spPr>
        <a:xfrm>
          <a:off x="1142226" y="1849318"/>
          <a:ext cx="2066885" cy="206688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88674-FE26-4E5A-A2EA-F41AFD1644C6}">
      <dsp:nvSpPr>
        <dsp:cNvPr id="0" name=""/>
        <dsp:cNvSpPr/>
      </dsp:nvSpPr>
      <dsp:spPr>
        <a:xfrm>
          <a:off x="2175669" y="1849318"/>
          <a:ext cx="8339931" cy="20668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Portability</a:t>
          </a:r>
        </a:p>
      </dsp:txBody>
      <dsp:txXfrm>
        <a:off x="2175669" y="1849318"/>
        <a:ext cx="4169965" cy="924659"/>
      </dsp:txXfrm>
    </dsp:sp>
    <dsp:sp modelId="{4D4659D3-AFE1-4947-B33E-72FE860129EF}">
      <dsp:nvSpPr>
        <dsp:cNvPr id="0" name=""/>
        <dsp:cNvSpPr/>
      </dsp:nvSpPr>
      <dsp:spPr>
        <a:xfrm>
          <a:off x="1713339" y="2773977"/>
          <a:ext cx="924659" cy="92465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B6824-EF23-40A2-A707-385D1CED5197}">
      <dsp:nvSpPr>
        <dsp:cNvPr id="0" name=""/>
        <dsp:cNvSpPr/>
      </dsp:nvSpPr>
      <dsp:spPr>
        <a:xfrm>
          <a:off x="2175669" y="2773977"/>
          <a:ext cx="8339931" cy="92465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Bytecode</a:t>
          </a:r>
        </a:p>
      </dsp:txBody>
      <dsp:txXfrm>
        <a:off x="2175669" y="2773977"/>
        <a:ext cx="4169965" cy="924659"/>
      </dsp:txXfrm>
    </dsp:sp>
    <dsp:sp modelId="{B2EB4744-4789-45E9-B44C-1100D8AE9AF6}">
      <dsp:nvSpPr>
        <dsp:cNvPr id="0" name=""/>
        <dsp:cNvSpPr/>
      </dsp:nvSpPr>
      <dsp:spPr>
        <a:xfrm>
          <a:off x="6345634" y="0"/>
          <a:ext cx="4169965" cy="9246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400" kern="1200"/>
        </a:p>
      </dsp:txBody>
      <dsp:txXfrm>
        <a:off x="6345634" y="0"/>
        <a:ext cx="4169965" cy="924659"/>
      </dsp:txXfrm>
    </dsp:sp>
    <dsp:sp modelId="{DBB45B1E-956C-447C-9F02-08E67819B84A}">
      <dsp:nvSpPr>
        <dsp:cNvPr id="0" name=""/>
        <dsp:cNvSpPr/>
      </dsp:nvSpPr>
      <dsp:spPr>
        <a:xfrm>
          <a:off x="6345634" y="924659"/>
          <a:ext cx="4169965" cy="9246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400" kern="1200"/>
        </a:p>
      </dsp:txBody>
      <dsp:txXfrm>
        <a:off x="6345634" y="924659"/>
        <a:ext cx="4169965" cy="924659"/>
      </dsp:txXfrm>
    </dsp:sp>
    <dsp:sp modelId="{B926DD36-50AF-4736-9E47-7E27BEC41B5F}">
      <dsp:nvSpPr>
        <dsp:cNvPr id="0" name=""/>
        <dsp:cNvSpPr/>
      </dsp:nvSpPr>
      <dsp:spPr>
        <a:xfrm>
          <a:off x="6345634" y="1849318"/>
          <a:ext cx="4169965" cy="9246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400" kern="1200" dirty="0"/>
        </a:p>
      </dsp:txBody>
      <dsp:txXfrm>
        <a:off x="6345634" y="1849318"/>
        <a:ext cx="4169965" cy="9246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6EEB8-F11C-4717-9042-8B9E454C3D75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13500000"/>
            <a:gd name="adj2" fmla="val 1620000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48AFD-7D18-4DF5-A9AD-AC0918EBEB1B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10800000"/>
            <a:gd name="adj2" fmla="val 1350000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5D82EF-929A-4525-AB7F-EC0A0E5E17DE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8100000"/>
            <a:gd name="adj2" fmla="val 1080000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11BF1-0485-4657-835A-1A7B65B0C317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5400000"/>
            <a:gd name="adj2" fmla="val 810000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8F31D-42CC-47F3-90DA-9160E2E9E881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2700000"/>
            <a:gd name="adj2" fmla="val 540000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B254F-2085-441E-A051-819607CA8064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0"/>
            <a:gd name="adj2" fmla="val 270000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5EC08-C1DF-4FFA-A7BA-69E11CE1DCF7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18900000"/>
            <a:gd name="adj2" fmla="val 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5C401-BCF2-4E5C-A721-4F200A2D6EB3}">
      <dsp:nvSpPr>
        <dsp:cNvPr id="0" name=""/>
        <dsp:cNvSpPr/>
      </dsp:nvSpPr>
      <dsp:spPr>
        <a:xfrm>
          <a:off x="2164602" y="519529"/>
          <a:ext cx="4682715" cy="4682715"/>
        </a:xfrm>
        <a:prstGeom prst="blockArc">
          <a:avLst>
            <a:gd name="adj1" fmla="val 16200000"/>
            <a:gd name="adj2" fmla="val 18900000"/>
            <a:gd name="adj3" fmla="val 34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DEAC1-9D0D-44C1-A35A-A6720E2E1121}">
      <dsp:nvSpPr>
        <dsp:cNvPr id="0" name=""/>
        <dsp:cNvSpPr/>
      </dsp:nvSpPr>
      <dsp:spPr>
        <a:xfrm>
          <a:off x="3763115" y="2064423"/>
          <a:ext cx="1592927" cy="15929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FEATURES</a:t>
          </a:r>
          <a:endParaRPr lang="en-IN" sz="1400" b="1" kern="1200" dirty="0">
            <a:solidFill>
              <a:schemeClr val="bg1"/>
            </a:solidFill>
          </a:endParaRPr>
        </a:p>
      </dsp:txBody>
      <dsp:txXfrm>
        <a:off x="3996394" y="2297702"/>
        <a:ext cx="1126369" cy="1126369"/>
      </dsp:txXfrm>
    </dsp:sp>
    <dsp:sp modelId="{25D4C2AD-38F0-4D3B-A7EB-24F0AA839798}">
      <dsp:nvSpPr>
        <dsp:cNvPr id="0" name=""/>
        <dsp:cNvSpPr/>
      </dsp:nvSpPr>
      <dsp:spPr>
        <a:xfrm>
          <a:off x="3948435" y="2146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strike="noStrike" kern="1200" baseline="0" dirty="0">
              <a:solidFill>
                <a:schemeClr val="bg1"/>
              </a:solidFill>
              <a:latin typeface="Futura Std Medium"/>
            </a:rPr>
            <a:t>Secure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4111730" y="165441"/>
        <a:ext cx="788459" cy="788459"/>
      </dsp:txXfrm>
    </dsp:sp>
    <dsp:sp modelId="{4B47411B-2426-45CF-8244-ACDF08C3293D}">
      <dsp:nvSpPr>
        <dsp:cNvPr id="0" name=""/>
        <dsp:cNvSpPr/>
      </dsp:nvSpPr>
      <dsp:spPr>
        <a:xfrm>
          <a:off x="5575641" y="676156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strike="noStrike" kern="1200" baseline="0" dirty="0">
              <a:solidFill>
                <a:schemeClr val="bg1"/>
              </a:solidFill>
              <a:latin typeface="Futura Std Medium"/>
            </a:rPr>
            <a:t>Portable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5738936" y="839451"/>
        <a:ext cx="788459" cy="788459"/>
      </dsp:txXfrm>
    </dsp:sp>
    <dsp:sp modelId="{002F0405-A3A3-4804-A914-2CD8B39A4EE7}">
      <dsp:nvSpPr>
        <dsp:cNvPr id="0" name=""/>
        <dsp:cNvSpPr/>
      </dsp:nvSpPr>
      <dsp:spPr>
        <a:xfrm>
          <a:off x="6249652" y="2303362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strike="noStrike" kern="1200" baseline="0" dirty="0">
              <a:solidFill>
                <a:schemeClr val="bg1"/>
              </a:solidFill>
              <a:latin typeface="Futura Std Medium"/>
            </a:rPr>
            <a:t>Architecture-neutral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6412947" y="2466657"/>
        <a:ext cx="788459" cy="788459"/>
      </dsp:txXfrm>
    </dsp:sp>
    <dsp:sp modelId="{23E553C3-DC4F-4C02-AC35-55E419F48FAC}">
      <dsp:nvSpPr>
        <dsp:cNvPr id="0" name=""/>
        <dsp:cNvSpPr/>
      </dsp:nvSpPr>
      <dsp:spPr>
        <a:xfrm>
          <a:off x="5575641" y="3930567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strike="noStrike" kern="1200" baseline="0" dirty="0">
              <a:solidFill>
                <a:schemeClr val="bg1"/>
              </a:solidFill>
              <a:latin typeface="Futura Std Medium"/>
            </a:rPr>
            <a:t>Interpreted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5738936" y="4093862"/>
        <a:ext cx="788459" cy="788459"/>
      </dsp:txXfrm>
    </dsp:sp>
    <dsp:sp modelId="{F0AFE4F6-2107-4399-9474-C25D3BD8CB98}">
      <dsp:nvSpPr>
        <dsp:cNvPr id="0" name=""/>
        <dsp:cNvSpPr/>
      </dsp:nvSpPr>
      <dsp:spPr>
        <a:xfrm>
          <a:off x="3948435" y="4604578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none" strike="noStrike" kern="1200" baseline="0" dirty="0">
              <a:solidFill>
                <a:schemeClr val="bg1"/>
              </a:solidFill>
              <a:latin typeface="Futura Std Medium"/>
            </a:rPr>
            <a:t>Dynamic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4111730" y="4767873"/>
        <a:ext cx="788459" cy="788459"/>
      </dsp:txXfrm>
    </dsp:sp>
    <dsp:sp modelId="{DE02885E-A8F0-4E2F-8F66-BCF414DC216F}">
      <dsp:nvSpPr>
        <dsp:cNvPr id="0" name=""/>
        <dsp:cNvSpPr/>
      </dsp:nvSpPr>
      <dsp:spPr>
        <a:xfrm>
          <a:off x="2321230" y="3930567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strike="noStrike" kern="1200" baseline="0" dirty="0">
              <a:solidFill>
                <a:schemeClr val="bg1"/>
              </a:solidFill>
              <a:latin typeface="Futura Std Medium"/>
            </a:rPr>
            <a:t>Object-oriented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2484525" y="4093862"/>
        <a:ext cx="788459" cy="788459"/>
      </dsp:txXfrm>
    </dsp:sp>
    <dsp:sp modelId="{5BBAB1C8-70EA-466D-994C-7E979FC0EBA1}">
      <dsp:nvSpPr>
        <dsp:cNvPr id="0" name=""/>
        <dsp:cNvSpPr/>
      </dsp:nvSpPr>
      <dsp:spPr>
        <a:xfrm>
          <a:off x="1647219" y="2303362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strike="noStrike" kern="1200" baseline="0" dirty="0">
              <a:solidFill>
                <a:schemeClr val="bg1"/>
              </a:solidFill>
              <a:latin typeface="Futura Std Medium"/>
            </a:rPr>
            <a:t>Multithreaded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1810514" y="2466657"/>
        <a:ext cx="788459" cy="788459"/>
      </dsp:txXfrm>
    </dsp:sp>
    <dsp:sp modelId="{45B7A897-6ACF-45EE-9E56-99B1D4D17513}">
      <dsp:nvSpPr>
        <dsp:cNvPr id="0" name=""/>
        <dsp:cNvSpPr/>
      </dsp:nvSpPr>
      <dsp:spPr>
        <a:xfrm>
          <a:off x="2321230" y="676156"/>
          <a:ext cx="1115049" cy="11150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strike="noStrike" kern="1200" baseline="0" dirty="0">
              <a:solidFill>
                <a:schemeClr val="bg1"/>
              </a:solidFill>
              <a:latin typeface="Futura Std Medium"/>
            </a:rPr>
            <a:t>Simple</a:t>
          </a:r>
          <a:endParaRPr lang="en-IN" sz="1400" kern="1200" dirty="0">
            <a:solidFill>
              <a:schemeClr val="bg1"/>
            </a:solidFill>
          </a:endParaRPr>
        </a:p>
      </dsp:txBody>
      <dsp:txXfrm>
        <a:off x="2484525" y="839451"/>
        <a:ext cx="788459" cy="7884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326FC-F928-4F36-B4FE-0404E294AA46}">
      <dsp:nvSpPr>
        <dsp:cNvPr id="0" name=""/>
        <dsp:cNvSpPr/>
      </dsp:nvSpPr>
      <dsp:spPr>
        <a:xfrm>
          <a:off x="0" y="2188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C Uses header Files but </a:t>
          </a:r>
          <a:r>
            <a:rPr lang="en-US" sz="1800" b="1" u="sng" kern="120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java</a:t>
          </a:r>
          <a:r>
            <a:rPr lang="en-US" sz="1800" b="1" u="sng" kern="1200" dirty="0"/>
            <a:t> uses Packages</a:t>
          </a:r>
          <a:endParaRPr lang="en-IN" sz="1800" b="1" u="sng" kern="1200" dirty="0"/>
        </a:p>
      </dsp:txBody>
      <dsp:txXfrm>
        <a:off x="24986" y="27174"/>
        <a:ext cx="10745027" cy="461864"/>
      </dsp:txXfrm>
    </dsp:sp>
    <dsp:sp modelId="{C7585A5E-D2D0-4CEA-BBEB-AB089A0440F0}">
      <dsp:nvSpPr>
        <dsp:cNvPr id="0" name=""/>
        <dsp:cNvSpPr/>
      </dsp:nvSpPr>
      <dsp:spPr>
        <a:xfrm>
          <a:off x="0" y="524304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C Uses Pointers but </a:t>
          </a:r>
          <a:r>
            <a:rPr lang="en-US" sz="1800" b="1" u="sng" kern="1200" dirty="0"/>
            <a:t>java doesn’t supports pointers </a:t>
          </a:r>
          <a:endParaRPr lang="en-IN" sz="1800" b="1" u="sng" kern="1200" dirty="0"/>
        </a:p>
      </dsp:txBody>
      <dsp:txXfrm>
        <a:off x="24986" y="549290"/>
        <a:ext cx="10745027" cy="461864"/>
      </dsp:txXfrm>
    </dsp:sp>
    <dsp:sp modelId="{1EC9B30E-4946-44AE-B473-2B65051A382A}">
      <dsp:nvSpPr>
        <dsp:cNvPr id="0" name=""/>
        <dsp:cNvSpPr/>
      </dsp:nvSpPr>
      <dsp:spPr>
        <a:xfrm>
          <a:off x="0" y="1046420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Java</a:t>
          </a:r>
          <a:r>
            <a:rPr lang="en-US" sz="1800" u="sng" kern="1200" dirty="0"/>
            <a:t> </a:t>
          </a:r>
          <a:r>
            <a:rPr lang="en-US" sz="1800" b="1" u="sng" kern="1200" dirty="0"/>
            <a:t>doesn’t supports storage classes like auto, external </a:t>
          </a:r>
          <a:r>
            <a:rPr lang="en-US" sz="1800" u="sng" kern="1200" dirty="0"/>
            <a:t>etc.</a:t>
          </a:r>
          <a:endParaRPr lang="en-IN" sz="1800" u="sng" kern="1200" dirty="0"/>
        </a:p>
      </dsp:txBody>
      <dsp:txXfrm>
        <a:off x="24986" y="1071406"/>
        <a:ext cx="10745027" cy="461864"/>
      </dsp:txXfrm>
    </dsp:sp>
    <dsp:sp modelId="{997D25D5-03F9-4D50-B71F-EFB9FB03E19B}">
      <dsp:nvSpPr>
        <dsp:cNvPr id="0" name=""/>
        <dsp:cNvSpPr/>
      </dsp:nvSpPr>
      <dsp:spPr>
        <a:xfrm>
          <a:off x="0" y="1568535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The Code of C Language is Converted into the Machine code after Compilation But in Java Code First Converted into the Bytes Codes then after it is converted into the Machine Code</a:t>
          </a:r>
          <a:endParaRPr lang="en-IN" sz="1800" u="sng" kern="1200" dirty="0"/>
        </a:p>
      </dsp:txBody>
      <dsp:txXfrm>
        <a:off x="24986" y="1593521"/>
        <a:ext cx="10745027" cy="461864"/>
      </dsp:txXfrm>
    </dsp:sp>
    <dsp:sp modelId="{CBC9B5C3-D4CA-4684-A094-30E9A469639A}">
      <dsp:nvSpPr>
        <dsp:cNvPr id="0" name=""/>
        <dsp:cNvSpPr/>
      </dsp:nvSpPr>
      <dsp:spPr>
        <a:xfrm>
          <a:off x="0" y="2090651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C++ supports Operator Overloading but java </a:t>
          </a:r>
          <a:r>
            <a:rPr lang="en-US" sz="1800" b="1" u="sng" kern="1200" dirty="0"/>
            <a:t>doesn’t Supports Operator Overloading </a:t>
          </a:r>
          <a:endParaRPr lang="en-IN" sz="1800" b="1" u="sng" kern="1200" dirty="0"/>
        </a:p>
      </dsp:txBody>
      <dsp:txXfrm>
        <a:off x="24986" y="2115637"/>
        <a:ext cx="10745027" cy="461864"/>
      </dsp:txXfrm>
    </dsp:sp>
    <dsp:sp modelId="{0FAB637D-57E8-42F1-ABAE-0F7D0E53151F}">
      <dsp:nvSpPr>
        <dsp:cNvPr id="0" name=""/>
        <dsp:cNvSpPr/>
      </dsp:nvSpPr>
      <dsp:spPr>
        <a:xfrm>
          <a:off x="0" y="2612767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In C++ Multiple Inheritance is Possible but in </a:t>
          </a:r>
          <a:r>
            <a:rPr lang="en-US" sz="1800" b="1" u="sng" kern="1200" dirty="0"/>
            <a:t>java the Concept  of Multiple Inheritances is Introduced in the Form of Interfaces </a:t>
          </a:r>
          <a:r>
            <a:rPr lang="en-US" sz="1800" u="sng" kern="1200" dirty="0"/>
            <a:t>.</a:t>
          </a:r>
          <a:endParaRPr lang="en-IN" sz="1800" u="sng" kern="1200" dirty="0"/>
        </a:p>
      </dsp:txBody>
      <dsp:txXfrm>
        <a:off x="24986" y="2637753"/>
        <a:ext cx="10745027" cy="461864"/>
      </dsp:txXfrm>
    </dsp:sp>
    <dsp:sp modelId="{18BCE7B0-E832-4D4A-B947-C0E0FCE66534}">
      <dsp:nvSpPr>
        <dsp:cNvPr id="0" name=""/>
        <dsp:cNvSpPr/>
      </dsp:nvSpPr>
      <dsp:spPr>
        <a:xfrm>
          <a:off x="0" y="3134883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Java Uses import statement for including the contents of screen instead of #include .</a:t>
          </a:r>
          <a:endParaRPr lang="en-IN" sz="1800" u="sng" kern="1200" dirty="0"/>
        </a:p>
      </dsp:txBody>
      <dsp:txXfrm>
        <a:off x="24986" y="3159869"/>
        <a:ext cx="10745027" cy="461864"/>
      </dsp:txXfrm>
    </dsp:sp>
    <dsp:sp modelId="{A5F0EE1A-5BB2-4922-A045-C7A052FF9C82}">
      <dsp:nvSpPr>
        <dsp:cNvPr id="0" name=""/>
        <dsp:cNvSpPr/>
      </dsp:nvSpPr>
      <dsp:spPr>
        <a:xfrm>
          <a:off x="0" y="3656998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Java Doesn’t uses </a:t>
          </a:r>
          <a:r>
            <a:rPr lang="en-US" sz="1800" b="1" u="sng" kern="1200" dirty="0" err="1"/>
            <a:t>goto</a:t>
          </a:r>
          <a:r>
            <a:rPr lang="en-US" sz="1800" u="sng" kern="1200" dirty="0"/>
            <a:t>.</a:t>
          </a:r>
          <a:endParaRPr lang="en-IN" sz="1800" u="sng" kern="1200" dirty="0"/>
        </a:p>
      </dsp:txBody>
      <dsp:txXfrm>
        <a:off x="24986" y="3681984"/>
        <a:ext cx="10745027" cy="461864"/>
      </dsp:txXfrm>
    </dsp:sp>
    <dsp:sp modelId="{1788FFFE-FF6E-485E-8E6D-004C5FD9BC65}">
      <dsp:nvSpPr>
        <dsp:cNvPr id="0" name=""/>
        <dsp:cNvSpPr/>
      </dsp:nvSpPr>
      <dsp:spPr>
        <a:xfrm>
          <a:off x="0" y="4179114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Java </a:t>
          </a:r>
          <a:r>
            <a:rPr lang="en-US" sz="1800" b="1" u="sng" kern="1200" dirty="0"/>
            <a:t>Doesn’t have Destructor</a:t>
          </a:r>
          <a:r>
            <a:rPr lang="en-US" sz="1800" u="sng" kern="1200" dirty="0"/>
            <a:t>.</a:t>
          </a:r>
          <a:endParaRPr lang="en-IN" sz="1800" u="sng" kern="1200" dirty="0"/>
        </a:p>
      </dsp:txBody>
      <dsp:txXfrm>
        <a:off x="24986" y="4204100"/>
        <a:ext cx="10745027" cy="461864"/>
      </dsp:txXfrm>
    </dsp:sp>
    <dsp:sp modelId="{415F0261-EF27-49B7-A00F-B52F10089FF0}">
      <dsp:nvSpPr>
        <dsp:cNvPr id="0" name=""/>
        <dsp:cNvSpPr/>
      </dsp:nvSpPr>
      <dsp:spPr>
        <a:xfrm>
          <a:off x="0" y="4676404"/>
          <a:ext cx="10794999" cy="5118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Java Doesn’t have </a:t>
          </a:r>
          <a:r>
            <a:rPr lang="en-US" sz="1800" b="1" u="sng" kern="1200" dirty="0"/>
            <a:t>Structure Union , </a:t>
          </a:r>
          <a:r>
            <a:rPr lang="en-US" sz="1800" b="1" u="sng" kern="1200" dirty="0" err="1"/>
            <a:t>enum</a:t>
          </a:r>
          <a:r>
            <a:rPr lang="en-US" sz="1800" b="1" u="sng" kern="1200" dirty="0"/>
            <a:t> </a:t>
          </a:r>
          <a:r>
            <a:rPr lang="en-US" sz="1800" b="1" u="sng" kern="120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type</a:t>
          </a:r>
          <a:r>
            <a:rPr lang="en-US" sz="1800" b="1" u="sng" kern="1200" dirty="0"/>
            <a:t>s</a:t>
          </a:r>
          <a:endParaRPr lang="en-IN" sz="1800" b="1" u="sng" kern="1200" dirty="0"/>
        </a:p>
      </dsp:txBody>
      <dsp:txXfrm>
        <a:off x="24986" y="4701390"/>
        <a:ext cx="10745027" cy="461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3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606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8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1.xml"/><Relationship Id="rId7" Type="http://schemas.microsoft.com/office/2017/06/relationships/model3d" Target="../media/model3d1.glb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think-thinking-hand-reflect-622689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javaonline.org/" TargetMode="External"/><Relationship Id="rId2" Type="http://schemas.openxmlformats.org/officeDocument/2006/relationships/hyperlink" Target="https://www.youtube.com/watch?v=hBh_CC5y8-s&amp;t=32122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43367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530662" y="5128705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2908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41980" y="735788"/>
            <a:ext cx="8788843" cy="585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/>
            <a:endParaRPr lang="en-I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using Java</a:t>
            </a:r>
          </a:p>
          <a:p>
            <a:pPr algn="ctr"/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23CSP-202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3B967-41CC-4702-9A6A-3CAB326C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94" y="4269276"/>
            <a:ext cx="4868754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OF PRESENTATION: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Fundamentals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18366-CEC0-4982-12CC-E159175B772C}"/>
              </a:ext>
            </a:extLst>
          </p:cNvPr>
          <p:cNvSpPr txBox="1"/>
          <p:nvPr/>
        </p:nvSpPr>
        <p:spPr>
          <a:xfrm>
            <a:off x="9610395" y="4790596"/>
            <a:ext cx="2098844" cy="1186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Bhavneet Kaur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Subject Coordinator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9F2DDB-FBF8-AD2B-A295-52807677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783571-FF87-F351-5E28-37AAA76F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56" y="1904308"/>
            <a:ext cx="10515600" cy="43513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7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 fontScale="92500" lnSpcReduction="20000"/>
          </a:bodyPr>
          <a:lstStyle/>
          <a:p>
            <a:r>
              <a:rPr lang="en-IN" sz="1800" dirty="0"/>
              <a:t>CO1</a:t>
            </a:r>
            <a:endParaRPr lang="en-US" sz="1800" dirty="0"/>
          </a:p>
          <a:p>
            <a:r>
              <a:rPr lang="en-IN" sz="1800" dirty="0"/>
              <a:t>Recall and understand the various fundamental concepts of Object Oriented Programming Language.</a:t>
            </a:r>
            <a:endParaRPr lang="en-US" sz="1800" dirty="0"/>
          </a:p>
          <a:p>
            <a:r>
              <a:rPr lang="en-IN" sz="1800" dirty="0"/>
              <a:t>CO2</a:t>
            </a:r>
            <a:endParaRPr lang="en-US" sz="1800" dirty="0"/>
          </a:p>
          <a:p>
            <a:r>
              <a:rPr lang="en-IN" sz="1800" dirty="0"/>
              <a:t>Define and demonstrate the numerous paradigms of OOPs and exception handling in Java.</a:t>
            </a:r>
            <a:endParaRPr lang="en-US" sz="1800" dirty="0"/>
          </a:p>
          <a:p>
            <a:r>
              <a:rPr lang="en-IN" sz="1800" dirty="0"/>
              <a:t>CO3</a:t>
            </a:r>
            <a:endParaRPr lang="en-US" sz="1800" dirty="0"/>
          </a:p>
          <a:p>
            <a:r>
              <a:rPr lang="en-IN" sz="1800" dirty="0"/>
              <a:t>Illustrate and classify the java concepts such as </a:t>
            </a:r>
            <a:r>
              <a:rPr lang="en-IN" sz="1800" dirty="0" err="1"/>
              <a:t>IOStream</a:t>
            </a:r>
            <a:r>
              <a:rPr lang="en-IN" sz="1800" dirty="0"/>
              <a:t> and Multithreading.</a:t>
            </a:r>
            <a:endParaRPr lang="en-US" sz="1800" dirty="0"/>
          </a:p>
          <a:p>
            <a:r>
              <a:rPr lang="en-IN" sz="1800" dirty="0"/>
              <a:t>CO4</a:t>
            </a:r>
            <a:endParaRPr lang="en-US" sz="1800" dirty="0"/>
          </a:p>
          <a:p>
            <a:r>
              <a:rPr lang="en-IN" sz="1800" dirty="0"/>
              <a:t>Outline and apply the concept of GUI and JDBC.</a:t>
            </a:r>
            <a:endParaRPr lang="en-US" sz="1800" dirty="0"/>
          </a:p>
          <a:p>
            <a:r>
              <a:rPr lang="en-IN" sz="1800" dirty="0"/>
              <a:t>CO5</a:t>
            </a:r>
            <a:endParaRPr lang="en-US" sz="1800" dirty="0"/>
          </a:p>
          <a:p>
            <a:r>
              <a:rPr lang="en-IN" sz="1800" dirty="0"/>
              <a:t>Analyze and relate the various functionalities of Applet and Swings.</a:t>
            </a:r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/>
              <a:t>Course Outcomes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7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lecture, we will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 programming language , its features and evolution of Java and forces that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shaped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Architecture along with JVM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/>
              <a:t>Lecture Objectives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2E9E-4E6A-08D6-9632-F5039985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STATEMENT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6735C3-4912-20FB-C605-2705117BF5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176823"/>
              </p:ext>
            </p:extLst>
          </p:nvPr>
        </p:nvGraphicFramePr>
        <p:xfrm>
          <a:off x="838200" y="1825624"/>
          <a:ext cx="105156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34F2A-D46D-8F76-7EA3-A4CF5078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6D1BF-B4F8-60D8-F783-AD125AB3343F}"/>
              </a:ext>
            </a:extLst>
          </p:cNvPr>
          <p:cNvSpPr txBox="1"/>
          <p:nvPr/>
        </p:nvSpPr>
        <p:spPr>
          <a:xfrm>
            <a:off x="3160416" y="4841052"/>
            <a:ext cx="8433078" cy="4770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500" b="1" dirty="0"/>
              <a:t>Can you identify the language that can do all directly in a code</a:t>
            </a:r>
            <a:endParaRPr lang="en-IN" sz="2500" b="1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 descr="Caroler in Green Jacket">
                <a:extLst>
                  <a:ext uri="{FF2B5EF4-FFF2-40B4-BE49-F238E27FC236}">
                    <a16:creationId xmlns:a16="http://schemas.microsoft.com/office/drawing/2014/main" id="{1B414028-4B90-6214-5C95-5F3F76C045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1307958"/>
                  </p:ext>
                </p:extLst>
              </p:nvPr>
            </p:nvGraphicFramePr>
            <p:xfrm>
              <a:off x="1789704" y="3902113"/>
              <a:ext cx="1370712" cy="309082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370712" cy="3090822"/>
                    </a:xfrm>
                    <a:prstGeom prst="rect">
                      <a:avLst/>
                    </a:prstGeom>
                  </am3d:spPr>
                  <am3d:camera>
                    <am3d:pos x="0" y="0" z="554029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778404" d="1000000"/>
                    <am3d:preTrans dx="0" dy="-17997088" dz="-2997704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3655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 descr="Caroler in Green Jacket">
                <a:extLst>
                  <a:ext uri="{FF2B5EF4-FFF2-40B4-BE49-F238E27FC236}">
                    <a16:creationId xmlns:a16="http://schemas.microsoft.com/office/drawing/2014/main" id="{1B414028-4B90-6214-5C95-5F3F76C045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89704" y="3902113"/>
                <a:ext cx="1370712" cy="30908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639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What is Java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A43D4-8F30-4ED3-8C07-418DDDA9C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" y="1294131"/>
            <a:ext cx="1098423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9394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59D8-E08D-A8BB-B812-47271D78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Java?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4F2E-C522-4B8D-7795-7DEE8DC72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80" y="2417445"/>
            <a:ext cx="10515600" cy="237744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30AE5-EC1B-DBE0-471F-60E49EA3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C258BE6-E3BE-F011-3E38-24E3DB8AA2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973691"/>
              </p:ext>
            </p:extLst>
          </p:nvPr>
        </p:nvGraphicFramePr>
        <p:xfrm>
          <a:off x="695960" y="200501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37ECFF8-B4A6-D7DE-4901-E180E8010829}"/>
              </a:ext>
            </a:extLst>
          </p:cNvPr>
          <p:cNvSpPr txBox="1">
            <a:spLocks/>
          </p:cNvSpPr>
          <p:nvPr/>
        </p:nvSpPr>
        <p:spPr>
          <a:xfrm>
            <a:off x="861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5AE878-950C-FCC2-6E78-6F2E06E783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1595" y="3753390"/>
            <a:ext cx="877605" cy="11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9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B119-27E6-6A8B-FEED-6084DB17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JAVA?</a:t>
            </a:r>
            <a:endParaRPr lang="en-IN" b="1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E2DC319-86CB-583F-0FCA-6D33DE0742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9861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71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Evolution of Java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/>
          </a:bodyPr>
          <a:lstStyle/>
          <a:p>
            <a:r>
              <a:rPr lang="en-US" dirty="0"/>
              <a:t>James Gosling, Mike Sheridan, and Patrick Naughton initiated the Java language project in June 1991. The small team of sun engineers called Green Team</a:t>
            </a:r>
            <a:endParaRPr lang="en-IN" b="1" dirty="0"/>
          </a:p>
          <a:p>
            <a:r>
              <a:rPr lang="en-US" dirty="0"/>
              <a:t>The origin of Java can be traced back to the fall of 1992, and was</a:t>
            </a:r>
          </a:p>
          <a:p>
            <a:pPr marL="0" indent="0">
              <a:buNone/>
            </a:pPr>
            <a:r>
              <a:rPr lang="en-IN" dirty="0"/>
              <a:t>   initially called </a:t>
            </a:r>
            <a:r>
              <a:rPr lang="en-IN" b="1" dirty="0"/>
              <a:t>Oak</a:t>
            </a:r>
          </a:p>
          <a:p>
            <a:r>
              <a:rPr lang="en-US" dirty="0"/>
              <a:t>Oak was renamed as </a:t>
            </a:r>
            <a:r>
              <a:rPr lang="en-US" b="1" dirty="0"/>
              <a:t>Java </a:t>
            </a:r>
            <a:r>
              <a:rPr lang="en-US" dirty="0"/>
              <a:t>in </a:t>
            </a:r>
            <a:r>
              <a:rPr lang="en-US" b="1" dirty="0"/>
              <a:t>1995</a:t>
            </a:r>
          </a:p>
          <a:p>
            <a:r>
              <a:rPr lang="en-US" dirty="0"/>
              <a:t>Java was originally meant to be a </a:t>
            </a:r>
            <a:r>
              <a:rPr lang="en-US" b="1" dirty="0"/>
              <a:t>platform-neutral </a:t>
            </a:r>
          </a:p>
          <a:p>
            <a:pPr marL="0" indent="0">
              <a:buNone/>
            </a:pPr>
            <a:r>
              <a:rPr lang="en-US" b="1" dirty="0"/>
              <a:t>   language </a:t>
            </a:r>
            <a:r>
              <a:rPr lang="en-US" dirty="0"/>
              <a:t>for </a:t>
            </a:r>
            <a:r>
              <a:rPr lang="en-IN" dirty="0"/>
              <a:t>embedded software in devices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64ACD-194E-4BC8-8BB9-E3AAA0D7E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40" y="3701892"/>
            <a:ext cx="3566159" cy="267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338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9"/>
            <a:ext cx="79248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Features of java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/>
          <a:lstStyle/>
          <a:p>
            <a:pPr marL="0" indent="0" defTabSz="515938">
              <a:buNone/>
            </a:pPr>
            <a:r>
              <a:rPr lang="en-US" dirty="0"/>
              <a:t>	</a:t>
            </a:r>
            <a:endParaRPr lang="en-US" sz="20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C46909-819D-BFB5-D2C5-1F953574BE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6432360"/>
              </p:ext>
            </p:extLst>
          </p:nvPr>
        </p:nvGraphicFramePr>
        <p:xfrm>
          <a:off x="2031999" y="719666"/>
          <a:ext cx="9011921" cy="5721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1B8983B-1E49-90FF-7ADC-C3BE105087DF}"/>
              </a:ext>
            </a:extLst>
          </p:cNvPr>
          <p:cNvSpPr txBox="1"/>
          <p:nvPr/>
        </p:nvSpPr>
        <p:spPr>
          <a:xfrm>
            <a:off x="487680" y="1016913"/>
            <a:ext cx="60452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3200" b="0" i="0" u="none" strike="noStrike" baseline="0" dirty="0">
              <a:solidFill>
                <a:srgbClr val="000000"/>
              </a:solidFill>
              <a:latin typeface="Futura Std Medium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Futura Std Medium"/>
              </a:rPr>
              <a:t>		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Futura Std Medium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2277343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80646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Java versus C/C++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160FE20-36B3-A11E-C2C7-11AB5CD876D5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6739041"/>
              </p:ext>
            </p:extLst>
          </p:nvPr>
        </p:nvGraphicFramePr>
        <p:xfrm>
          <a:off x="838200" y="1406209"/>
          <a:ext cx="10795000" cy="521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6DB31-66E1-DB16-BE06-5F4D31F48B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707300" y="120570"/>
            <a:ext cx="2320399" cy="1638782"/>
          </a:xfrm>
          <a:prstGeom prst="rect">
            <a:avLst/>
          </a:prstGeom>
        </p:spPr>
      </p:pic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466130"/>
            <a:ext cx="79248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Why pointer concept is not use in java?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/>
          <a:lstStyle/>
          <a:p>
            <a:pPr marL="0" indent="0" defTabSz="515938">
              <a:buNone/>
            </a:pPr>
            <a:r>
              <a:rPr lang="en-US" dirty="0"/>
              <a:t>	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762000" y="1582341"/>
            <a:ext cx="1069848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Memory access via pointer arithmetic: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Java has a robust security model and disallows pointer arithmetic for the same reason.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It would be impossible for the Virtual Machine to ensure that code containing pointer arithmetic is safe without expensive runtime checks.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/>
              <a:t>Security: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By not allowing pointers, Java effectively provides another level of abstraction to the developer.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No pointer support make Java more secure because they point to memory location or used for memory management that loses the security as we use them directly.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26402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1910194" y="2028825"/>
            <a:ext cx="784444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ARCHITECTURE 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3074" name="Picture 2" descr="the JVM: Java Virtual Machine ...">
            <a:extLst>
              <a:ext uri="{FF2B5EF4-FFF2-40B4-BE49-F238E27FC236}">
                <a16:creationId xmlns:a16="http://schemas.microsoft.com/office/drawing/2014/main" id="{6F225DBB-F188-5B63-C115-CA0F03545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98" y="3245712"/>
            <a:ext cx="3218322" cy="326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765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JVM : JAVA VIRTUAL MACHINE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205799" y="5444173"/>
            <a:ext cx="653475" cy="508000"/>
            <a:chOff x="1517" y="3611"/>
            <a:chExt cx="304" cy="320"/>
          </a:xfrm>
        </p:grpSpPr>
        <p:sp>
          <p:nvSpPr>
            <p:cNvPr id="123909" name="Freeform 5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0" name="Freeform 6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1" name="Freeform 7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3" name="Freeform 9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78CA554-B70F-42B7-9873-A9C586B8B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30" y="1196339"/>
            <a:ext cx="10778490" cy="536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6803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8444" y="209708"/>
            <a:ext cx="8536305" cy="932657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JRE : JAVA RUNTIME ENVIRONMENT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205799" y="5444173"/>
            <a:ext cx="653475" cy="508000"/>
            <a:chOff x="1517" y="3611"/>
            <a:chExt cx="304" cy="320"/>
          </a:xfrm>
        </p:grpSpPr>
        <p:sp>
          <p:nvSpPr>
            <p:cNvPr id="123909" name="Freeform 5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0" name="Freeform 6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1" name="Freeform 7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3" name="Freeform 9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7377B1B-BD05-4D13-B58F-F35025AD9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290002"/>
            <a:ext cx="10400030" cy="511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5617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JDK: JAVA DEVELOPMENT KIT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205799" y="5444173"/>
            <a:ext cx="653475" cy="508000"/>
            <a:chOff x="1517" y="3611"/>
            <a:chExt cx="304" cy="320"/>
          </a:xfrm>
        </p:grpSpPr>
        <p:sp>
          <p:nvSpPr>
            <p:cNvPr id="123909" name="Freeform 5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0" name="Freeform 6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1" name="Freeform 7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3" name="Freeform 9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D0F7D1A-3D44-474F-BC93-64E74395B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10" y="1463040"/>
            <a:ext cx="10558900" cy="497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2478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PHASES OF JAVA PROGRAM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205799" y="5444173"/>
            <a:ext cx="653475" cy="508000"/>
            <a:chOff x="1517" y="3611"/>
            <a:chExt cx="304" cy="320"/>
          </a:xfrm>
        </p:grpSpPr>
        <p:sp>
          <p:nvSpPr>
            <p:cNvPr id="123909" name="Freeform 5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0" name="Freeform 6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1" name="Freeform 7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3" name="Freeform 9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C7594DD-B6AF-4D2F-8B17-D807C84D4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58" y="1637347"/>
            <a:ext cx="10591802" cy="467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575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PHASES OF JAVA PROGRAM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B2B21-4DE5-D2E2-4A05-D37BB33EB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50" y="1003676"/>
            <a:ext cx="12192000" cy="460464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CFA546-9AFF-76DF-66E3-7E43C11B6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" y="3596640"/>
            <a:ext cx="6645910" cy="2846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 Loader: Part of JVM that loads Byte Code.</a:t>
            </a:r>
          </a:p>
          <a:p>
            <a:r>
              <a:rPr lang="en-US" dirty="0"/>
              <a:t>Byte code verifier: Checks the validity of loaded byte code according to the defined rules.</a:t>
            </a:r>
          </a:p>
          <a:p>
            <a:r>
              <a:rPr lang="en-US" dirty="0"/>
              <a:t>Interpreter: Reads byte code stream and then executes the program.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99362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FIRST JAVA PROGRAM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205799" y="5444173"/>
            <a:ext cx="653475" cy="508000"/>
            <a:chOff x="1517" y="3611"/>
            <a:chExt cx="304" cy="320"/>
          </a:xfrm>
        </p:grpSpPr>
        <p:sp>
          <p:nvSpPr>
            <p:cNvPr id="123909" name="Freeform 5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0" name="Freeform 6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1" name="Freeform 7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913" name="Freeform 9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84CF237-E934-4B19-8240-E22C263E4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98" y="1290002"/>
            <a:ext cx="10624352" cy="537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9853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Questions based on JAVA architecture</a:t>
            </a:r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427531" y="2104533"/>
            <a:ext cx="7575551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Write the correct order of the Java program execution</a:t>
            </a:r>
          </a:p>
          <a:p>
            <a:r>
              <a:rPr lang="en-US" sz="2400" dirty="0">
                <a:latin typeface="+mj-lt"/>
              </a:rPr>
              <a:t>A. Class Loader</a:t>
            </a:r>
          </a:p>
          <a:p>
            <a:r>
              <a:rPr lang="en-US" sz="2400" dirty="0">
                <a:latin typeface="+mj-lt"/>
              </a:rPr>
              <a:t>B. Interpretation</a:t>
            </a:r>
          </a:p>
          <a:p>
            <a:r>
              <a:rPr lang="en-US" sz="2400" dirty="0">
                <a:latin typeface="+mj-lt"/>
              </a:rPr>
              <a:t>C. Compilation</a:t>
            </a:r>
          </a:p>
          <a:p>
            <a:r>
              <a:rPr lang="en-US" sz="2400" dirty="0">
                <a:latin typeface="+mj-lt"/>
              </a:rPr>
              <a:t>D. Byte Code Verification</a:t>
            </a:r>
          </a:p>
          <a:p>
            <a:r>
              <a:rPr lang="en-US" sz="2400" dirty="0">
                <a:latin typeface="+mj-lt"/>
              </a:rPr>
              <a:t>E. Java Source Code</a:t>
            </a:r>
          </a:p>
          <a:p>
            <a:r>
              <a:rPr lang="en-US" sz="2400" dirty="0">
                <a:latin typeface="+mj-lt"/>
              </a:rPr>
              <a:t>F. Execution</a:t>
            </a:r>
            <a:br>
              <a:rPr lang="en-US" sz="2400" dirty="0">
                <a:latin typeface="+mj-lt"/>
              </a:rPr>
            </a:br>
            <a:endParaRPr lang="en-US" sz="2400" dirty="0">
              <a:latin typeface="+mj-lt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QUIZ: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427531" y="2104533"/>
            <a:ext cx="757555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Which of the following is used to load a .class file?</a:t>
            </a:r>
          </a:p>
          <a:p>
            <a:r>
              <a:rPr lang="en-US" sz="2400" dirty="0">
                <a:latin typeface="+mj-lt"/>
              </a:rPr>
              <a:t>A. Class Loader</a:t>
            </a:r>
          </a:p>
          <a:p>
            <a:r>
              <a:rPr lang="en-US" sz="2400" dirty="0">
                <a:latin typeface="+mj-lt"/>
              </a:rPr>
              <a:t>B. Byte Code Verifier</a:t>
            </a:r>
          </a:p>
          <a:p>
            <a:r>
              <a:rPr lang="en-US" sz="2400" dirty="0">
                <a:latin typeface="+mj-lt"/>
              </a:rPr>
              <a:t>C. JIT Compiler</a:t>
            </a:r>
          </a:p>
          <a:p>
            <a:r>
              <a:rPr lang="en-US" sz="2400" dirty="0">
                <a:latin typeface="+mj-lt"/>
              </a:rPr>
              <a:t>D. Interpreter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5303012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Summary: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665982" y="2141162"/>
            <a:ext cx="757555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In this session, you were able to :</a:t>
            </a:r>
          </a:p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• Learn about Java , its features and evolution of Java and forces that </a:t>
            </a:r>
            <a:r>
              <a:rPr lang="en-IN" sz="2400" dirty="0">
                <a:latin typeface="+mj-lt"/>
                <a:cs typeface="Times New Roman" panose="02020603050405020304" pitchFamily="18" charset="0"/>
              </a:rPr>
              <a:t>shaped it</a:t>
            </a:r>
          </a:p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• Understand Java Architecture along with JVM</a:t>
            </a:r>
          </a:p>
          <a:p>
            <a:r>
              <a:rPr lang="en-IN" sz="2400" dirty="0">
                <a:latin typeface="+mj-lt"/>
                <a:cs typeface="Times New Roman" panose="02020603050405020304" pitchFamily="18" charset="0"/>
              </a:rPr>
              <a:t>Concepts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86046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References: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665982" y="2141162"/>
            <a:ext cx="7575551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Books: 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1. </a:t>
            </a:r>
            <a:r>
              <a:rPr lang="en-IN" dirty="0" err="1">
                <a:latin typeface="+mj-lt"/>
              </a:rPr>
              <a:t>Balaguruswamy</a:t>
            </a:r>
            <a:r>
              <a:rPr lang="en-IN" dirty="0">
                <a:latin typeface="+mj-lt"/>
              </a:rPr>
              <a:t>, </a:t>
            </a:r>
            <a:r>
              <a:rPr lang="en-IN" i="1" dirty="0">
                <a:latin typeface="+mj-lt"/>
              </a:rPr>
              <a:t>Java. 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2. A Primer, </a:t>
            </a:r>
            <a:r>
              <a:rPr lang="en-IN" dirty="0" err="1">
                <a:latin typeface="+mj-lt"/>
              </a:rPr>
              <a:t>E.Balaguruswamy</a:t>
            </a:r>
            <a:r>
              <a:rPr lang="en-IN" dirty="0">
                <a:latin typeface="+mj-lt"/>
              </a:rPr>
              <a:t>, </a:t>
            </a:r>
            <a:r>
              <a:rPr lang="en-IN" i="1" dirty="0">
                <a:latin typeface="+mj-lt"/>
              </a:rPr>
              <a:t>Programming with Java, </a:t>
            </a:r>
            <a:r>
              <a:rPr lang="en-IN" dirty="0">
                <a:latin typeface="+mj-lt"/>
              </a:rPr>
              <a:t>Tata McGraw Hill Companies </a:t>
            </a:r>
          </a:p>
          <a:p>
            <a:r>
              <a:rPr lang="en-US" dirty="0">
                <a:latin typeface="+mj-lt"/>
              </a:rPr>
              <a:t>3. John P. Flynt Thomson, </a:t>
            </a:r>
            <a:r>
              <a:rPr lang="en-US" i="1" dirty="0">
                <a:latin typeface="+mj-lt"/>
              </a:rPr>
              <a:t>Java Programming. </a:t>
            </a:r>
            <a:endParaRPr lang="en-US" dirty="0">
              <a:latin typeface="+mj-lt"/>
            </a:endParaRPr>
          </a:p>
          <a:p>
            <a:endParaRPr lang="en-US" sz="2400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Video Lectures : </a:t>
            </a:r>
          </a:p>
          <a:p>
            <a:r>
              <a:rPr lang="en-IN" sz="2400" dirty="0">
                <a:latin typeface="+mj-lt"/>
                <a:hlinkClick r:id="rId2"/>
              </a:rPr>
              <a:t>https://www.youtube.com/watch?v=hBh_CC5y8-s&amp;t=32122s</a:t>
            </a:r>
            <a:endParaRPr lang="en-IN" sz="2400" dirty="0">
              <a:latin typeface="+mj-lt"/>
            </a:endParaRPr>
          </a:p>
          <a:p>
            <a:endParaRPr lang="en-IN" sz="2400" dirty="0">
              <a:latin typeface="+mj-lt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+mj-lt"/>
                <a:cs typeface="Times New Roman" panose="02020603050405020304" pitchFamily="18" charset="0"/>
              </a:rPr>
              <a:t>E-book : </a:t>
            </a:r>
          </a:p>
          <a:p>
            <a:r>
              <a:rPr lang="en-IN" sz="2400" dirty="0">
                <a:latin typeface="+mj-lt"/>
                <a:hlinkClick r:id="rId3"/>
              </a:rPr>
              <a:t>https://www.learnjavaonline.org/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  <a:p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069430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-479" y="-29984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675</TotalTime>
  <Words>822</Words>
  <Application>Microsoft Office PowerPoint</Application>
  <PresentationFormat>Widescreen</PresentationFormat>
  <Paragraphs>137</Paragraphs>
  <Slides>23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Calibri</vt:lpstr>
      <vt:lpstr>Calibri Light</vt:lpstr>
      <vt:lpstr>Casper</vt:lpstr>
      <vt:lpstr>Futura Std Medium</vt:lpstr>
      <vt:lpstr>Google Sans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Course Outcomes </vt:lpstr>
      <vt:lpstr>Lecture Objectives </vt:lpstr>
      <vt:lpstr>PROBLEM STATEMENT</vt:lpstr>
      <vt:lpstr>What is Java</vt:lpstr>
      <vt:lpstr>What is Java?  </vt:lpstr>
      <vt:lpstr>Why JAVA?</vt:lpstr>
      <vt:lpstr>Evolution of Java</vt:lpstr>
      <vt:lpstr>Features of java</vt:lpstr>
      <vt:lpstr>Java versus C/C++</vt:lpstr>
      <vt:lpstr>Why pointer concept is not use in java?</vt:lpstr>
      <vt:lpstr>PowerPoint Presentation</vt:lpstr>
      <vt:lpstr>JVM : JAVA VIRTUAL MACHINE</vt:lpstr>
      <vt:lpstr>JRE : JAVA RUNTIME ENVIRONMENT</vt:lpstr>
      <vt:lpstr>JDK: JAVA DEVELOPMENT KIT</vt:lpstr>
      <vt:lpstr>PHASES OF JAVA PROGRAM </vt:lpstr>
      <vt:lpstr>PHASES OF JAVA PROGRAM </vt:lpstr>
      <vt:lpstr>FIRST JAVA PROGRAM </vt:lpstr>
      <vt:lpstr>Questions based on JAVA architecture</vt:lpstr>
      <vt:lpstr>QUIZ: </vt:lpstr>
      <vt:lpstr>Summary: </vt:lpstr>
      <vt:lpstr>References: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BHAVNEET KAUR</cp:lastModifiedBy>
  <cp:revision>119</cp:revision>
  <dcterms:created xsi:type="dcterms:W3CDTF">2019-01-09T10:33:58Z</dcterms:created>
  <dcterms:modified xsi:type="dcterms:W3CDTF">2024-12-17T06:34:02Z</dcterms:modified>
</cp:coreProperties>
</file>