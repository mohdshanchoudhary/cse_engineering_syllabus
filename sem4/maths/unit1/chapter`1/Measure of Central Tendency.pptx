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7" r:id="rId1"/>
    <p:sldMasterId id="2147483741" r:id="rId2"/>
  </p:sldMasterIdLst>
  <p:notesMasterIdLst>
    <p:notesMasterId r:id="rId23"/>
  </p:notesMasterIdLst>
  <p:handoutMasterIdLst>
    <p:handoutMasterId r:id="rId24"/>
  </p:handoutMasterIdLst>
  <p:sldIdLst>
    <p:sldId id="662" r:id="rId3"/>
    <p:sldId id="663" r:id="rId4"/>
    <p:sldId id="664" r:id="rId5"/>
    <p:sldId id="665" r:id="rId6"/>
    <p:sldId id="257" r:id="rId7"/>
    <p:sldId id="675" r:id="rId8"/>
    <p:sldId id="669" r:id="rId9"/>
    <p:sldId id="676" r:id="rId10"/>
    <p:sldId id="677" r:id="rId11"/>
    <p:sldId id="670" r:id="rId12"/>
    <p:sldId id="678" r:id="rId13"/>
    <p:sldId id="671" r:id="rId14"/>
    <p:sldId id="672" r:id="rId15"/>
    <p:sldId id="673" r:id="rId16"/>
    <p:sldId id="674" r:id="rId17"/>
    <p:sldId id="679" r:id="rId18"/>
    <p:sldId id="680" r:id="rId19"/>
    <p:sldId id="681" r:id="rId20"/>
    <p:sldId id="682" r:id="rId21"/>
    <p:sldId id="668"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47" autoAdjust="0"/>
    <p:restoredTop sz="93922" autoAdjust="0"/>
  </p:normalViewPr>
  <p:slideViewPr>
    <p:cSldViewPr snapToGrid="0">
      <p:cViewPr varScale="1">
        <p:scale>
          <a:sx n="52" d="100"/>
          <a:sy n="52" d="100"/>
        </p:scale>
        <p:origin x="82" y="514"/>
      </p:cViewPr>
      <p:guideLst/>
    </p:cSldViewPr>
  </p:slideViewPr>
  <p:outlineViewPr>
    <p:cViewPr>
      <p:scale>
        <a:sx n="33" d="100"/>
        <a:sy n="33" d="100"/>
      </p:scale>
      <p:origin x="0" y="-97452"/>
    </p:cViewPr>
  </p:outlineViewPr>
  <p:notesTextViewPr>
    <p:cViewPr>
      <p:scale>
        <a:sx n="1" d="1"/>
        <a:sy n="1" d="1"/>
      </p:scale>
      <p:origin x="0" y="0"/>
    </p:cViewPr>
  </p:notesTextViewPr>
  <p:notesViewPr>
    <p:cSldViewPr snapToGrid="0">
      <p:cViewPr varScale="1">
        <p:scale>
          <a:sx n="52" d="100"/>
          <a:sy n="52" d="100"/>
        </p:scale>
        <p:origin x="294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ena Sharma" userId="62c86d104d15e078" providerId="LiveId" clId="{F4567730-CF1C-49AC-91DE-FDB6A537FCD1}"/>
    <pc:docChg chg="undo custSel addSld delSld modSld">
      <pc:chgData name="Heena Sharma" userId="62c86d104d15e078" providerId="LiveId" clId="{F4567730-CF1C-49AC-91DE-FDB6A537FCD1}" dt="2024-12-17T10:32:51.890" v="5737" actId="2696"/>
      <pc:docMkLst>
        <pc:docMk/>
      </pc:docMkLst>
      <pc:sldChg chg="modSp mod">
        <pc:chgData name="Heena Sharma" userId="62c86d104d15e078" providerId="LiveId" clId="{F4567730-CF1C-49AC-91DE-FDB6A537FCD1}" dt="2024-12-16T08:35:37.743" v="1028" actId="5793"/>
        <pc:sldMkLst>
          <pc:docMk/>
          <pc:sldMk cId="2854741177" sldId="257"/>
        </pc:sldMkLst>
        <pc:spChg chg="mod">
          <ac:chgData name="Heena Sharma" userId="62c86d104d15e078" providerId="LiveId" clId="{F4567730-CF1C-49AC-91DE-FDB6A537FCD1}" dt="2024-12-16T08:32:44.405" v="611" actId="20577"/>
          <ac:spMkLst>
            <pc:docMk/>
            <pc:sldMk cId="2854741177" sldId="257"/>
            <ac:spMk id="2" creationId="{B9750E7C-41CC-4D1C-BB81-7714C2FF27DB}"/>
          </ac:spMkLst>
        </pc:spChg>
        <pc:spChg chg="mod">
          <ac:chgData name="Heena Sharma" userId="62c86d104d15e078" providerId="LiveId" clId="{F4567730-CF1C-49AC-91DE-FDB6A537FCD1}" dt="2024-12-16T08:35:37.743" v="1028" actId="5793"/>
          <ac:spMkLst>
            <pc:docMk/>
            <pc:sldMk cId="2854741177" sldId="257"/>
            <ac:spMk id="3" creationId="{04128A12-6969-43D5-A979-3A35910A7FDD}"/>
          </ac:spMkLst>
        </pc:spChg>
      </pc:sldChg>
      <pc:sldChg chg="delSp modSp mod">
        <pc:chgData name="Heena Sharma" userId="62c86d104d15e078" providerId="LiveId" clId="{F4567730-CF1C-49AC-91DE-FDB6A537FCD1}" dt="2024-12-16T08:32:20.243" v="583" actId="1035"/>
        <pc:sldMkLst>
          <pc:docMk/>
          <pc:sldMk cId="371773017" sldId="665"/>
        </pc:sldMkLst>
        <pc:spChg chg="mod">
          <ac:chgData name="Heena Sharma" userId="62c86d104d15e078" providerId="LiveId" clId="{F4567730-CF1C-49AC-91DE-FDB6A537FCD1}" dt="2024-12-16T08:32:20.243" v="583" actId="1035"/>
          <ac:spMkLst>
            <pc:docMk/>
            <pc:sldMk cId="371773017" sldId="665"/>
            <ac:spMk id="6" creationId="{00000000-0000-0000-0000-000000000000}"/>
          </ac:spMkLst>
        </pc:spChg>
        <pc:spChg chg="del">
          <ac:chgData name="Heena Sharma" userId="62c86d104d15e078" providerId="LiveId" clId="{F4567730-CF1C-49AC-91DE-FDB6A537FCD1}" dt="2024-12-16T08:27:54.150" v="42" actId="478"/>
          <ac:spMkLst>
            <pc:docMk/>
            <pc:sldMk cId="371773017" sldId="665"/>
            <ac:spMk id="7" creationId="{00000000-0000-0000-0000-000000000000}"/>
          </ac:spMkLst>
        </pc:spChg>
        <pc:spChg chg="mod">
          <ac:chgData name="Heena Sharma" userId="62c86d104d15e078" providerId="LiveId" clId="{F4567730-CF1C-49AC-91DE-FDB6A537FCD1}" dt="2024-12-16T08:27:48.640" v="41" actId="403"/>
          <ac:spMkLst>
            <pc:docMk/>
            <pc:sldMk cId="371773017" sldId="665"/>
            <ac:spMk id="9" creationId="{00000000-0000-0000-0000-000000000000}"/>
          </ac:spMkLst>
        </pc:spChg>
      </pc:sldChg>
      <pc:sldChg chg="delSp modSp del mod">
        <pc:chgData name="Heena Sharma" userId="62c86d104d15e078" providerId="LiveId" clId="{F4567730-CF1C-49AC-91DE-FDB6A537FCD1}" dt="2024-12-17T10:32:47.074" v="5736" actId="2696"/>
        <pc:sldMkLst>
          <pc:docMk/>
          <pc:sldMk cId="3167901213" sldId="666"/>
        </pc:sldMkLst>
        <pc:graphicFrameChg chg="del modGraphic">
          <ac:chgData name="Heena Sharma" userId="62c86d104d15e078" providerId="LiveId" clId="{F4567730-CF1C-49AC-91DE-FDB6A537FCD1}" dt="2024-12-16T08:53:14.084" v="2107" actId="478"/>
          <ac:graphicFrameMkLst>
            <pc:docMk/>
            <pc:sldMk cId="3167901213" sldId="666"/>
            <ac:graphicFrameMk id="3" creationId="{4DD6F950-093B-122F-D11F-0935096BA584}"/>
          </ac:graphicFrameMkLst>
        </pc:graphicFrameChg>
      </pc:sldChg>
      <pc:sldChg chg="delSp del">
        <pc:chgData name="Heena Sharma" userId="62c86d104d15e078" providerId="LiveId" clId="{F4567730-CF1C-49AC-91DE-FDB6A537FCD1}" dt="2024-12-17T10:32:51.890" v="5737" actId="2696"/>
        <pc:sldMkLst>
          <pc:docMk/>
          <pc:sldMk cId="2292020777" sldId="667"/>
        </pc:sldMkLst>
        <pc:picChg chg="del">
          <ac:chgData name="Heena Sharma" userId="62c86d104d15e078" providerId="LiveId" clId="{F4567730-CF1C-49AC-91DE-FDB6A537FCD1}" dt="2024-12-16T08:53:16.828" v="2108" actId="478"/>
          <ac:picMkLst>
            <pc:docMk/>
            <pc:sldMk cId="2292020777" sldId="667"/>
            <ac:picMk id="1026" creationId="{00000000-0000-0000-0000-000000000000}"/>
          </ac:picMkLst>
        </pc:picChg>
      </pc:sldChg>
      <pc:sldChg chg="addSp delSp modSp mod">
        <pc:chgData name="Heena Sharma" userId="62c86d104d15e078" providerId="LiveId" clId="{F4567730-CF1C-49AC-91DE-FDB6A537FCD1}" dt="2024-12-16T08:45:04.538" v="1832" actId="27636"/>
        <pc:sldMkLst>
          <pc:docMk/>
          <pc:sldMk cId="239812170" sldId="669"/>
        </pc:sldMkLst>
        <pc:spChg chg="mod">
          <ac:chgData name="Heena Sharma" userId="62c86d104d15e078" providerId="LiveId" clId="{F4567730-CF1C-49AC-91DE-FDB6A537FCD1}" dt="2024-12-16T08:39:03.297" v="1319" actId="20577"/>
          <ac:spMkLst>
            <pc:docMk/>
            <pc:sldMk cId="239812170" sldId="669"/>
            <ac:spMk id="2" creationId="{B9750E7C-41CC-4D1C-BB81-7714C2FF27DB}"/>
          </ac:spMkLst>
        </pc:spChg>
        <pc:spChg chg="del mod">
          <ac:chgData name="Heena Sharma" userId="62c86d104d15e078" providerId="LiveId" clId="{F4567730-CF1C-49AC-91DE-FDB6A537FCD1}" dt="2024-12-16T08:44:58.278" v="1828" actId="478"/>
          <ac:spMkLst>
            <pc:docMk/>
            <pc:sldMk cId="239812170" sldId="669"/>
            <ac:spMk id="3" creationId="{04128A12-6969-43D5-A979-3A35910A7FDD}"/>
          </ac:spMkLst>
        </pc:spChg>
        <pc:spChg chg="del">
          <ac:chgData name="Heena Sharma" userId="62c86d104d15e078" providerId="LiveId" clId="{F4567730-CF1C-49AC-91DE-FDB6A537FCD1}" dt="2024-12-16T08:38:55.406" v="1304" actId="478"/>
          <ac:spMkLst>
            <pc:docMk/>
            <pc:sldMk cId="239812170" sldId="669"/>
            <ac:spMk id="11" creationId="{11725F4A-AD2A-7B78-9298-459602AF71D3}"/>
          </ac:spMkLst>
        </pc:spChg>
        <pc:spChg chg="add mod">
          <ac:chgData name="Heena Sharma" userId="62c86d104d15e078" providerId="LiveId" clId="{F4567730-CF1C-49AC-91DE-FDB6A537FCD1}" dt="2024-12-16T08:45:04.538" v="1832" actId="27636"/>
          <ac:spMkLst>
            <pc:docMk/>
            <pc:sldMk cId="239812170" sldId="669"/>
            <ac:spMk id="12" creationId="{A0DB3F44-6AE8-E224-D613-DC4C3F479347}"/>
          </ac:spMkLst>
        </pc:spChg>
      </pc:sldChg>
      <pc:sldChg chg="addSp delSp modSp add del mod">
        <pc:chgData name="Heena Sharma" userId="62c86d104d15e078" providerId="LiveId" clId="{F4567730-CF1C-49AC-91DE-FDB6A537FCD1}" dt="2024-12-17T09:42:01.800" v="2464" actId="2696"/>
        <pc:sldMkLst>
          <pc:docMk/>
          <pc:sldMk cId="37086850" sldId="670"/>
        </pc:sldMkLst>
        <pc:spChg chg="mod">
          <ac:chgData name="Heena Sharma" userId="62c86d104d15e078" providerId="LiveId" clId="{F4567730-CF1C-49AC-91DE-FDB6A537FCD1}" dt="2024-12-17T09:38:43.617" v="2136" actId="20577"/>
          <ac:spMkLst>
            <pc:docMk/>
            <pc:sldMk cId="37086850" sldId="670"/>
            <ac:spMk id="2" creationId="{B9750E7C-41CC-4D1C-BB81-7714C2FF27DB}"/>
          </ac:spMkLst>
        </pc:spChg>
        <pc:spChg chg="del mod">
          <ac:chgData name="Heena Sharma" userId="62c86d104d15e078" providerId="LiveId" clId="{F4567730-CF1C-49AC-91DE-FDB6A537FCD1}" dt="2024-12-16T08:52:43.808" v="2100" actId="478"/>
          <ac:spMkLst>
            <pc:docMk/>
            <pc:sldMk cId="37086850" sldId="670"/>
            <ac:spMk id="3" creationId="{04128A12-6969-43D5-A979-3A35910A7FDD}"/>
          </ac:spMkLst>
        </pc:spChg>
        <pc:spChg chg="del">
          <ac:chgData name="Heena Sharma" userId="62c86d104d15e078" providerId="LiveId" clId="{F4567730-CF1C-49AC-91DE-FDB6A537FCD1}" dt="2024-12-17T09:38:11.357" v="2110" actId="478"/>
          <ac:spMkLst>
            <pc:docMk/>
            <pc:sldMk cId="37086850" sldId="670"/>
            <ac:spMk id="11" creationId="{11725F4A-AD2A-7B78-9298-459602AF71D3}"/>
          </ac:spMkLst>
        </pc:spChg>
        <pc:spChg chg="add del mod">
          <ac:chgData name="Heena Sharma" userId="62c86d104d15e078" providerId="LiveId" clId="{F4567730-CF1C-49AC-91DE-FDB6A537FCD1}" dt="2024-12-17T09:38:10.149" v="2109" actId="478"/>
          <ac:spMkLst>
            <pc:docMk/>
            <pc:sldMk cId="37086850" sldId="670"/>
            <ac:spMk id="12" creationId="{7C39DD99-B908-F0B9-AD5A-F0C001092F27}"/>
          </ac:spMkLst>
        </pc:spChg>
        <pc:spChg chg="add mod">
          <ac:chgData name="Heena Sharma" userId="62c86d104d15e078" providerId="LiveId" clId="{F4567730-CF1C-49AC-91DE-FDB6A537FCD1}" dt="2024-12-17T09:41:50.342" v="2462" actId="20577"/>
          <ac:spMkLst>
            <pc:docMk/>
            <pc:sldMk cId="37086850" sldId="670"/>
            <ac:spMk id="13" creationId="{E79E412A-FCE5-8165-D4BE-D8E66CEB5BA9}"/>
          </ac:spMkLst>
        </pc:spChg>
      </pc:sldChg>
      <pc:sldChg chg="modSp mod">
        <pc:chgData name="Heena Sharma" userId="62c86d104d15e078" providerId="LiveId" clId="{F4567730-CF1C-49AC-91DE-FDB6A537FCD1}" dt="2024-12-17T09:46:24.075" v="3259" actId="113"/>
        <pc:sldMkLst>
          <pc:docMk/>
          <pc:sldMk cId="2155790400" sldId="671"/>
        </pc:sldMkLst>
        <pc:spChg chg="mod">
          <ac:chgData name="Heena Sharma" userId="62c86d104d15e078" providerId="LiveId" clId="{F4567730-CF1C-49AC-91DE-FDB6A537FCD1}" dt="2024-12-17T09:43:51.506" v="2787" actId="20577"/>
          <ac:spMkLst>
            <pc:docMk/>
            <pc:sldMk cId="2155790400" sldId="671"/>
            <ac:spMk id="2" creationId="{B9750E7C-41CC-4D1C-BB81-7714C2FF27DB}"/>
          </ac:spMkLst>
        </pc:spChg>
        <pc:spChg chg="mod">
          <ac:chgData name="Heena Sharma" userId="62c86d104d15e078" providerId="LiveId" clId="{F4567730-CF1C-49AC-91DE-FDB6A537FCD1}" dt="2024-12-17T09:46:24.075" v="3259" actId="113"/>
          <ac:spMkLst>
            <pc:docMk/>
            <pc:sldMk cId="2155790400" sldId="671"/>
            <ac:spMk id="3" creationId="{04128A12-6969-43D5-A979-3A35910A7FDD}"/>
          </ac:spMkLst>
        </pc:spChg>
      </pc:sldChg>
      <pc:sldChg chg="addSp delSp modSp mod">
        <pc:chgData name="Heena Sharma" userId="62c86d104d15e078" providerId="LiveId" clId="{F4567730-CF1C-49AC-91DE-FDB6A537FCD1}" dt="2024-12-17T09:53:56.480" v="3775" actId="2710"/>
        <pc:sldMkLst>
          <pc:docMk/>
          <pc:sldMk cId="1703565890" sldId="672"/>
        </pc:sldMkLst>
        <pc:spChg chg="mod">
          <ac:chgData name="Heena Sharma" userId="62c86d104d15e078" providerId="LiveId" clId="{F4567730-CF1C-49AC-91DE-FDB6A537FCD1}" dt="2024-12-17T09:47:21.601" v="3329" actId="14100"/>
          <ac:spMkLst>
            <pc:docMk/>
            <pc:sldMk cId="1703565890" sldId="672"/>
            <ac:spMk id="2" creationId="{B9750E7C-41CC-4D1C-BB81-7714C2FF27DB}"/>
          </ac:spMkLst>
        </pc:spChg>
        <pc:spChg chg="del mod">
          <ac:chgData name="Heena Sharma" userId="62c86d104d15e078" providerId="LiveId" clId="{F4567730-CF1C-49AC-91DE-FDB6A537FCD1}" dt="2024-12-17T09:51:02.187" v="3559" actId="478"/>
          <ac:spMkLst>
            <pc:docMk/>
            <pc:sldMk cId="1703565890" sldId="672"/>
            <ac:spMk id="3" creationId="{04128A12-6969-43D5-A979-3A35910A7FDD}"/>
          </ac:spMkLst>
        </pc:spChg>
        <pc:spChg chg="add mod">
          <ac:chgData name="Heena Sharma" userId="62c86d104d15e078" providerId="LiveId" clId="{F4567730-CF1C-49AC-91DE-FDB6A537FCD1}" dt="2024-12-17T09:53:56.480" v="3775" actId="2710"/>
          <ac:spMkLst>
            <pc:docMk/>
            <pc:sldMk cId="1703565890" sldId="672"/>
            <ac:spMk id="11" creationId="{FC72746E-544F-97CF-9B9F-81C30BC6EB7E}"/>
          </ac:spMkLst>
        </pc:spChg>
      </pc:sldChg>
      <pc:sldChg chg="addSp delSp modSp mod">
        <pc:chgData name="Heena Sharma" userId="62c86d104d15e078" providerId="LiveId" clId="{F4567730-CF1C-49AC-91DE-FDB6A537FCD1}" dt="2024-12-17T09:53:39.788" v="3773" actId="122"/>
        <pc:sldMkLst>
          <pc:docMk/>
          <pc:sldMk cId="1578764613" sldId="673"/>
        </pc:sldMkLst>
        <pc:spChg chg="mod">
          <ac:chgData name="Heena Sharma" userId="62c86d104d15e078" providerId="LiveId" clId="{F4567730-CF1C-49AC-91DE-FDB6A537FCD1}" dt="2024-12-17T09:50:27.546" v="3551" actId="14100"/>
          <ac:spMkLst>
            <pc:docMk/>
            <pc:sldMk cId="1578764613" sldId="673"/>
            <ac:spMk id="2" creationId="{B9750E7C-41CC-4D1C-BB81-7714C2FF27DB}"/>
          </ac:spMkLst>
        </pc:spChg>
        <pc:spChg chg="del mod">
          <ac:chgData name="Heena Sharma" userId="62c86d104d15e078" providerId="LiveId" clId="{F4567730-CF1C-49AC-91DE-FDB6A537FCD1}" dt="2024-12-17T09:51:52.986" v="3596" actId="478"/>
          <ac:spMkLst>
            <pc:docMk/>
            <pc:sldMk cId="1578764613" sldId="673"/>
            <ac:spMk id="3" creationId="{04128A12-6969-43D5-A979-3A35910A7FDD}"/>
          </ac:spMkLst>
        </pc:spChg>
        <pc:spChg chg="add mod">
          <ac:chgData name="Heena Sharma" userId="62c86d104d15e078" providerId="LiveId" clId="{F4567730-CF1C-49AC-91DE-FDB6A537FCD1}" dt="2024-12-17T09:53:39.788" v="3773" actId="122"/>
          <ac:spMkLst>
            <pc:docMk/>
            <pc:sldMk cId="1578764613" sldId="673"/>
            <ac:spMk id="11" creationId="{4C723DD9-2682-91FB-E706-1EA5516E9C61}"/>
          </ac:spMkLst>
        </pc:spChg>
      </pc:sldChg>
      <pc:sldChg chg="addSp delSp modSp mod">
        <pc:chgData name="Heena Sharma" userId="62c86d104d15e078" providerId="LiveId" clId="{F4567730-CF1C-49AC-91DE-FDB6A537FCD1}" dt="2024-12-17T09:56:49.280" v="4157" actId="20577"/>
        <pc:sldMkLst>
          <pc:docMk/>
          <pc:sldMk cId="2284727555" sldId="674"/>
        </pc:sldMkLst>
        <pc:spChg chg="mod">
          <ac:chgData name="Heena Sharma" userId="62c86d104d15e078" providerId="LiveId" clId="{F4567730-CF1C-49AC-91DE-FDB6A537FCD1}" dt="2024-12-17T09:54:23.612" v="3795" actId="20577"/>
          <ac:spMkLst>
            <pc:docMk/>
            <pc:sldMk cId="2284727555" sldId="674"/>
            <ac:spMk id="2" creationId="{B9750E7C-41CC-4D1C-BB81-7714C2FF27DB}"/>
          </ac:spMkLst>
        </pc:spChg>
        <pc:spChg chg="del mod">
          <ac:chgData name="Heena Sharma" userId="62c86d104d15e078" providerId="LiveId" clId="{F4567730-CF1C-49AC-91DE-FDB6A537FCD1}" dt="2024-12-17T09:54:45.899" v="3844" actId="478"/>
          <ac:spMkLst>
            <pc:docMk/>
            <pc:sldMk cId="2284727555" sldId="674"/>
            <ac:spMk id="3" creationId="{04128A12-6969-43D5-A979-3A35910A7FDD}"/>
          </ac:spMkLst>
        </pc:spChg>
        <pc:spChg chg="add mod">
          <ac:chgData name="Heena Sharma" userId="62c86d104d15e078" providerId="LiveId" clId="{F4567730-CF1C-49AC-91DE-FDB6A537FCD1}" dt="2024-12-17T09:56:49.280" v="4157" actId="20577"/>
          <ac:spMkLst>
            <pc:docMk/>
            <pc:sldMk cId="2284727555" sldId="674"/>
            <ac:spMk id="11" creationId="{10A1F011-CC4B-1AE7-9AD4-D15077CB881D}"/>
          </ac:spMkLst>
        </pc:spChg>
      </pc:sldChg>
      <pc:sldChg chg="modSp add mod">
        <pc:chgData name="Heena Sharma" userId="62c86d104d15e078" providerId="LiveId" clId="{F4567730-CF1C-49AC-91DE-FDB6A537FCD1}" dt="2024-12-16T08:38:42.883" v="1303" actId="6549"/>
        <pc:sldMkLst>
          <pc:docMk/>
          <pc:sldMk cId="2326708223" sldId="675"/>
        </pc:sldMkLst>
        <pc:spChg chg="mod">
          <ac:chgData name="Heena Sharma" userId="62c86d104d15e078" providerId="LiveId" clId="{F4567730-CF1C-49AC-91DE-FDB6A537FCD1}" dt="2024-12-16T08:36:04.210" v="1039" actId="20577"/>
          <ac:spMkLst>
            <pc:docMk/>
            <pc:sldMk cId="2326708223" sldId="675"/>
            <ac:spMk id="2" creationId="{B9750E7C-41CC-4D1C-BB81-7714C2FF27DB}"/>
          </ac:spMkLst>
        </pc:spChg>
        <pc:spChg chg="mod">
          <ac:chgData name="Heena Sharma" userId="62c86d104d15e078" providerId="LiveId" clId="{F4567730-CF1C-49AC-91DE-FDB6A537FCD1}" dt="2024-12-16T08:38:42.883" v="1303" actId="6549"/>
          <ac:spMkLst>
            <pc:docMk/>
            <pc:sldMk cId="2326708223" sldId="675"/>
            <ac:spMk id="3" creationId="{04128A12-6969-43D5-A979-3A35910A7FDD}"/>
          </ac:spMkLst>
        </pc:spChg>
      </pc:sldChg>
      <pc:sldChg chg="modSp add mod">
        <pc:chgData name="Heena Sharma" userId="62c86d104d15e078" providerId="LiveId" clId="{F4567730-CF1C-49AC-91DE-FDB6A537FCD1}" dt="2024-12-16T08:48:56.670" v="2047" actId="1036"/>
        <pc:sldMkLst>
          <pc:docMk/>
          <pc:sldMk cId="3104098382" sldId="676"/>
        </pc:sldMkLst>
        <pc:spChg chg="mod">
          <ac:chgData name="Heena Sharma" userId="62c86d104d15e078" providerId="LiveId" clId="{F4567730-CF1C-49AC-91DE-FDB6A537FCD1}" dt="2024-12-16T08:45:46.417" v="1880" actId="1036"/>
          <ac:spMkLst>
            <pc:docMk/>
            <pc:sldMk cId="3104098382" sldId="676"/>
            <ac:spMk id="2" creationId="{B9750E7C-41CC-4D1C-BB81-7714C2FF27DB}"/>
          </ac:spMkLst>
        </pc:spChg>
        <pc:spChg chg="mod">
          <ac:chgData name="Heena Sharma" userId="62c86d104d15e078" providerId="LiveId" clId="{F4567730-CF1C-49AC-91DE-FDB6A537FCD1}" dt="2024-12-16T08:48:56.670" v="2047" actId="1036"/>
          <ac:spMkLst>
            <pc:docMk/>
            <pc:sldMk cId="3104098382" sldId="676"/>
            <ac:spMk id="12" creationId="{A0DB3F44-6AE8-E224-D613-DC4C3F479347}"/>
          </ac:spMkLst>
        </pc:spChg>
      </pc:sldChg>
      <pc:sldChg chg="modSp add mod">
        <pc:chgData name="Heena Sharma" userId="62c86d104d15e078" providerId="LiveId" clId="{F4567730-CF1C-49AC-91DE-FDB6A537FCD1}" dt="2024-12-16T08:52:32.004" v="2098" actId="20577"/>
        <pc:sldMkLst>
          <pc:docMk/>
          <pc:sldMk cId="3187826831" sldId="677"/>
        </pc:sldMkLst>
        <pc:spChg chg="mod">
          <ac:chgData name="Heena Sharma" userId="62c86d104d15e078" providerId="LiveId" clId="{F4567730-CF1C-49AC-91DE-FDB6A537FCD1}" dt="2024-12-16T08:50:44.684" v="2056" actId="20577"/>
          <ac:spMkLst>
            <pc:docMk/>
            <pc:sldMk cId="3187826831" sldId="677"/>
            <ac:spMk id="2" creationId="{B9750E7C-41CC-4D1C-BB81-7714C2FF27DB}"/>
          </ac:spMkLst>
        </pc:spChg>
        <pc:spChg chg="mod">
          <ac:chgData name="Heena Sharma" userId="62c86d104d15e078" providerId="LiveId" clId="{F4567730-CF1C-49AC-91DE-FDB6A537FCD1}" dt="2024-12-16T08:52:32.004" v="2098" actId="20577"/>
          <ac:spMkLst>
            <pc:docMk/>
            <pc:sldMk cId="3187826831" sldId="677"/>
            <ac:spMk id="12" creationId="{A0DB3F44-6AE8-E224-D613-DC4C3F479347}"/>
          </ac:spMkLst>
        </pc:spChg>
      </pc:sldChg>
      <pc:sldChg chg="modSp add mod">
        <pc:chgData name="Heena Sharma" userId="62c86d104d15e078" providerId="LiveId" clId="{F4567730-CF1C-49AC-91DE-FDB6A537FCD1}" dt="2024-12-17T09:43:41.143" v="2781" actId="20577"/>
        <pc:sldMkLst>
          <pc:docMk/>
          <pc:sldMk cId="2448649388" sldId="678"/>
        </pc:sldMkLst>
        <pc:spChg chg="mod">
          <ac:chgData name="Heena Sharma" userId="62c86d104d15e078" providerId="LiveId" clId="{F4567730-CF1C-49AC-91DE-FDB6A537FCD1}" dt="2024-12-17T09:42:13.770" v="2470" actId="20577"/>
          <ac:spMkLst>
            <pc:docMk/>
            <pc:sldMk cId="2448649388" sldId="678"/>
            <ac:spMk id="2" creationId="{B9750E7C-41CC-4D1C-BB81-7714C2FF27DB}"/>
          </ac:spMkLst>
        </pc:spChg>
        <pc:spChg chg="mod">
          <ac:chgData name="Heena Sharma" userId="62c86d104d15e078" providerId="LiveId" clId="{F4567730-CF1C-49AC-91DE-FDB6A537FCD1}" dt="2024-12-17T09:43:41.143" v="2781" actId="20577"/>
          <ac:spMkLst>
            <pc:docMk/>
            <pc:sldMk cId="2448649388" sldId="678"/>
            <ac:spMk id="13" creationId="{E79E412A-FCE5-8165-D4BE-D8E66CEB5BA9}"/>
          </ac:spMkLst>
        </pc:spChg>
      </pc:sldChg>
      <pc:sldChg chg="modSp add mod">
        <pc:chgData name="Heena Sharma" userId="62c86d104d15e078" providerId="LiveId" clId="{F4567730-CF1C-49AC-91DE-FDB6A537FCD1}" dt="2024-12-17T09:59:17.026" v="4416" actId="255"/>
        <pc:sldMkLst>
          <pc:docMk/>
          <pc:sldMk cId="2422031865" sldId="679"/>
        </pc:sldMkLst>
        <pc:spChg chg="mod">
          <ac:chgData name="Heena Sharma" userId="62c86d104d15e078" providerId="LiveId" clId="{F4567730-CF1C-49AC-91DE-FDB6A537FCD1}" dt="2024-12-17T09:57:35.317" v="4163" actId="20577"/>
          <ac:spMkLst>
            <pc:docMk/>
            <pc:sldMk cId="2422031865" sldId="679"/>
            <ac:spMk id="2" creationId="{B9750E7C-41CC-4D1C-BB81-7714C2FF27DB}"/>
          </ac:spMkLst>
        </pc:spChg>
        <pc:spChg chg="mod">
          <ac:chgData name="Heena Sharma" userId="62c86d104d15e078" providerId="LiveId" clId="{F4567730-CF1C-49AC-91DE-FDB6A537FCD1}" dt="2024-12-17T09:59:17.026" v="4416" actId="255"/>
          <ac:spMkLst>
            <pc:docMk/>
            <pc:sldMk cId="2422031865" sldId="679"/>
            <ac:spMk id="11" creationId="{10A1F011-CC4B-1AE7-9AD4-D15077CB881D}"/>
          </ac:spMkLst>
        </pc:spChg>
      </pc:sldChg>
      <pc:sldChg chg="modSp add del mod">
        <pc:chgData name="Heena Sharma" userId="62c86d104d15e078" providerId="LiveId" clId="{F4567730-CF1C-49AC-91DE-FDB6A537FCD1}" dt="2024-12-17T10:06:22.089" v="5128" actId="2696"/>
        <pc:sldMkLst>
          <pc:docMk/>
          <pc:sldMk cId="2754326288" sldId="680"/>
        </pc:sldMkLst>
        <pc:spChg chg="mod">
          <ac:chgData name="Heena Sharma" userId="62c86d104d15e078" providerId="LiveId" clId="{F4567730-CF1C-49AC-91DE-FDB6A537FCD1}" dt="2024-12-17T10:01:56.502" v="4699" actId="14100"/>
          <ac:spMkLst>
            <pc:docMk/>
            <pc:sldMk cId="2754326288" sldId="680"/>
            <ac:spMk id="2" creationId="{B9750E7C-41CC-4D1C-BB81-7714C2FF27DB}"/>
          </ac:spMkLst>
        </pc:spChg>
        <pc:spChg chg="mod">
          <ac:chgData name="Heena Sharma" userId="62c86d104d15e078" providerId="LiveId" clId="{F4567730-CF1C-49AC-91DE-FDB6A537FCD1}" dt="2024-12-17T10:05:59.612" v="5126" actId="20577"/>
          <ac:spMkLst>
            <pc:docMk/>
            <pc:sldMk cId="2754326288" sldId="680"/>
            <ac:spMk id="11" creationId="{10A1F011-CC4B-1AE7-9AD4-D15077CB881D}"/>
          </ac:spMkLst>
        </pc:spChg>
      </pc:sldChg>
      <pc:sldChg chg="modSp add mod">
        <pc:chgData name="Heena Sharma" userId="62c86d104d15e078" providerId="LiveId" clId="{F4567730-CF1C-49AC-91DE-FDB6A537FCD1}" dt="2024-12-17T10:16:08.548" v="5439" actId="5793"/>
        <pc:sldMkLst>
          <pc:docMk/>
          <pc:sldMk cId="1282544466" sldId="681"/>
        </pc:sldMkLst>
        <pc:spChg chg="mod">
          <ac:chgData name="Heena Sharma" userId="62c86d104d15e078" providerId="LiveId" clId="{F4567730-CF1C-49AC-91DE-FDB6A537FCD1}" dt="2024-12-17T10:06:40.762" v="5146" actId="20577"/>
          <ac:spMkLst>
            <pc:docMk/>
            <pc:sldMk cId="1282544466" sldId="681"/>
            <ac:spMk id="2" creationId="{B9750E7C-41CC-4D1C-BB81-7714C2FF27DB}"/>
          </ac:spMkLst>
        </pc:spChg>
        <pc:spChg chg="mod">
          <ac:chgData name="Heena Sharma" userId="62c86d104d15e078" providerId="LiveId" clId="{F4567730-CF1C-49AC-91DE-FDB6A537FCD1}" dt="2024-12-17T10:16:08.548" v="5439" actId="5793"/>
          <ac:spMkLst>
            <pc:docMk/>
            <pc:sldMk cId="1282544466" sldId="681"/>
            <ac:spMk id="11" creationId="{10A1F011-CC4B-1AE7-9AD4-D15077CB881D}"/>
          </ac:spMkLst>
        </pc:spChg>
      </pc:sldChg>
      <pc:sldChg chg="modSp add mod">
        <pc:chgData name="Heena Sharma" userId="62c86d104d15e078" providerId="LiveId" clId="{F4567730-CF1C-49AC-91DE-FDB6A537FCD1}" dt="2024-12-17T10:32:33.153" v="5735" actId="1036"/>
        <pc:sldMkLst>
          <pc:docMk/>
          <pc:sldMk cId="1105757346" sldId="682"/>
        </pc:sldMkLst>
        <pc:spChg chg="mod">
          <ac:chgData name="Heena Sharma" userId="62c86d104d15e078" providerId="LiveId" clId="{F4567730-CF1C-49AC-91DE-FDB6A537FCD1}" dt="2024-12-17T10:32:33.153" v="5735" actId="1036"/>
          <ac:spMkLst>
            <pc:docMk/>
            <pc:sldMk cId="1105757346" sldId="682"/>
            <ac:spMk id="2" creationId="{B9750E7C-41CC-4D1C-BB81-7714C2FF27DB}"/>
          </ac:spMkLst>
        </pc:spChg>
        <pc:spChg chg="mod">
          <ac:chgData name="Heena Sharma" userId="62c86d104d15e078" providerId="LiveId" clId="{F4567730-CF1C-49AC-91DE-FDB6A537FCD1}" dt="2024-12-17T10:32:25.503" v="5708" actId="1036"/>
          <ac:spMkLst>
            <pc:docMk/>
            <pc:sldMk cId="1105757346" sldId="682"/>
            <ac:spMk id="11" creationId="{10A1F011-CC4B-1AE7-9AD4-D15077CB881D}"/>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C805FB2-EF3E-4210-87F1-57F8CE6481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AFF554AD-B5F4-4FEF-96F5-28CD50CEB05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7C78983-CC47-4F3F-A6B7-AEFDE2CDA9A3}" type="datetimeFigureOut">
              <a:rPr lang="en-US" smtClean="0"/>
              <a:t>12/16/2024</a:t>
            </a:fld>
            <a:endParaRPr lang="en-US"/>
          </a:p>
        </p:txBody>
      </p:sp>
      <p:sp>
        <p:nvSpPr>
          <p:cNvPr id="4" name="Footer Placeholder 3">
            <a:extLst>
              <a:ext uri="{FF2B5EF4-FFF2-40B4-BE49-F238E27FC236}">
                <a16:creationId xmlns:a16="http://schemas.microsoft.com/office/drawing/2014/main" id="{387AF080-6D6A-452B-9163-F97DC3A478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86DC612-1238-461C-9F9B-BD1171D7DF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D365888-1F24-4234-A756-C189EC23D43E}" type="slidenum">
              <a:rPr lang="en-US" smtClean="0"/>
              <a:t>‹#›</a:t>
            </a:fld>
            <a:endParaRPr lang="en-US"/>
          </a:p>
        </p:txBody>
      </p:sp>
    </p:spTree>
    <p:extLst>
      <p:ext uri="{BB962C8B-B14F-4D97-AF65-F5344CB8AC3E}">
        <p14:creationId xmlns:p14="http://schemas.microsoft.com/office/powerpoint/2010/main" val="40692965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7E2C9C-23BE-43AC-9B60-0CBA78034A4C}" type="datetimeFigureOut">
              <a:rPr lang="en-US" smtClean="0"/>
              <a:t>12/16/2024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1D835A-221B-4EB8-9871-0C56F7430662}" type="slidenum">
              <a:rPr lang="en-US" smtClean="0"/>
              <a:t>‹#›</a:t>
            </a:fld>
            <a:endParaRPr lang="en-US"/>
          </a:p>
        </p:txBody>
      </p:sp>
    </p:spTree>
    <p:extLst>
      <p:ext uri="{BB962C8B-B14F-4D97-AF65-F5344CB8AC3E}">
        <p14:creationId xmlns:p14="http://schemas.microsoft.com/office/powerpoint/2010/main" val="86907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91D835A-221B-4EB8-9871-0C56F7430662}" type="slidenum">
              <a:rPr lang="en-US" smtClean="0"/>
              <a:t>3</a:t>
            </a:fld>
            <a:endParaRPr lang="en-US"/>
          </a:p>
        </p:txBody>
      </p:sp>
    </p:spTree>
    <p:extLst>
      <p:ext uri="{BB962C8B-B14F-4D97-AF65-F5344CB8AC3E}">
        <p14:creationId xmlns:p14="http://schemas.microsoft.com/office/powerpoint/2010/main" val="197177875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F1BB325B-DFED-47F9-A904-259EEF642FB6}"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a:t>Dr. J.S. Batth, Asst. Prof., AIT-CSE, Chandigarh University</a:t>
            </a:r>
            <a:endParaRPr lang="en-US" dirty="0"/>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pic>
        <p:nvPicPr>
          <p:cNvPr id="7" name="Picture 6">
            <a:extLst>
              <a:ext uri="{FF2B5EF4-FFF2-40B4-BE49-F238E27FC236}">
                <a16:creationId xmlns:a16="http://schemas.microsoft.com/office/drawing/2014/main" id="{53D0DC85-1C62-4255-A510-48D2188EA4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147373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9CF93D-8C61-442B-B485-F4D8474918A0}" type="datetime1">
              <a:rPr lang="en-US" smtClean="0"/>
              <a:t>12/16/2024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
        <p:nvSpPr>
          <p:cNvPr id="7" name="Footer Placeholder 4">
            <a:extLst>
              <a:ext uri="{FF2B5EF4-FFF2-40B4-BE49-F238E27FC236}">
                <a16:creationId xmlns:a16="http://schemas.microsoft.com/office/drawing/2014/main" id="{52281D22-2779-40F1-B72E-8F2D8B334065}"/>
              </a:ext>
            </a:extLst>
          </p:cNvPr>
          <p:cNvSpPr txBox="1">
            <a:spLocks/>
          </p:cNvSpPr>
          <p:nvPr userDrawn="1"/>
        </p:nvSpPr>
        <p:spPr>
          <a:xfrm>
            <a:off x="4191000" y="6397910"/>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Gaurav Srivastav[E9988] ©                             </a:t>
            </a:r>
          </a:p>
          <a:p>
            <a:r>
              <a:rPr lang="en-US" dirty="0"/>
              <a:t>APEX Institute of Technology</a:t>
            </a:r>
          </a:p>
          <a:p>
            <a:endParaRPr lang="en-US" dirty="0"/>
          </a:p>
        </p:txBody>
      </p:sp>
    </p:spTree>
    <p:extLst>
      <p:ext uri="{BB962C8B-B14F-4D97-AF65-F5344CB8AC3E}">
        <p14:creationId xmlns:p14="http://schemas.microsoft.com/office/powerpoint/2010/main" val="2727452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B8DCC3F-9F68-46C0-8EF8-0B10E758F4E4}" type="datetime1">
              <a:rPr lang="en-US" smtClean="0"/>
              <a:t>12/16/2024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40286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DF4112FE-19CB-4BD8-86D4-137DAE921136}" type="datetime1">
              <a:rPr lang="en-US" smtClean="0"/>
              <a:t>12/16/2024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41568079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F5A72-103E-4E7C-A361-EAE8990A863A}" type="datetime1">
              <a:rPr lang="en-US" smtClean="0"/>
              <a:t>12/16/2024</a:t>
            </a:fld>
            <a:endParaRPr lang="en-US"/>
          </a:p>
        </p:txBody>
      </p:sp>
      <p:sp>
        <p:nvSpPr>
          <p:cNvPr id="8" name="Footer Placeholder 7"/>
          <p:cNvSpPr>
            <a:spLocks noGrp="1"/>
          </p:cNvSpPr>
          <p:nvPr>
            <p:ph type="ftr" sz="quarter" idx="11"/>
          </p:nvPr>
        </p:nvSpPr>
        <p:spPr/>
        <p:txBody>
          <a:bodyPr/>
          <a:lstStyle/>
          <a:p>
            <a:r>
              <a:rPr lang="en-US"/>
              <a:t>Dr. J.S. Batth, Asst. Prof., AIT-CSE, Chandigarh University</a:t>
            </a:r>
          </a:p>
        </p:txBody>
      </p:sp>
      <p:sp>
        <p:nvSpPr>
          <p:cNvPr id="9" name="Slide Number Placeholder 8"/>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9622725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19443E-70F3-429A-B264-A1BD965FEB18}" type="datetime1">
              <a:rPr lang="en-US" smtClean="0"/>
              <a:t>12/16/2024</a:t>
            </a:fld>
            <a:endParaRPr lang="en-US"/>
          </a:p>
        </p:txBody>
      </p:sp>
      <p:sp>
        <p:nvSpPr>
          <p:cNvPr id="4" name="Footer Placeholder 3"/>
          <p:cNvSpPr>
            <a:spLocks noGrp="1"/>
          </p:cNvSpPr>
          <p:nvPr>
            <p:ph type="ftr" sz="quarter" idx="11"/>
          </p:nvPr>
        </p:nvSpPr>
        <p:spPr/>
        <p:txBody>
          <a:bodyPr/>
          <a:lstStyle/>
          <a:p>
            <a:r>
              <a:rPr lang="en-US"/>
              <a:t>Dr. J.S. Batth, Asst. Prof., AIT-CSE, Chandigarh University</a:t>
            </a:r>
          </a:p>
        </p:txBody>
      </p:sp>
      <p:sp>
        <p:nvSpPr>
          <p:cNvPr id="5" name="Slide Number Placeholder 4"/>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756436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489073-2FCE-4868-A5ED-8B9252ABD3BE}" type="datetime1">
              <a:rPr lang="en-US" smtClean="0"/>
              <a:t>12/16/2024</a:t>
            </a:fld>
            <a:endParaRPr lang="en-US"/>
          </a:p>
        </p:txBody>
      </p:sp>
      <p:sp>
        <p:nvSpPr>
          <p:cNvPr id="3" name="Footer Placeholder 2"/>
          <p:cNvSpPr>
            <a:spLocks noGrp="1"/>
          </p:cNvSpPr>
          <p:nvPr>
            <p:ph type="ftr" sz="quarter" idx="11"/>
          </p:nvPr>
        </p:nvSpPr>
        <p:spPr/>
        <p:txBody>
          <a:bodyPr/>
          <a:lstStyle/>
          <a:p>
            <a:r>
              <a:rPr lang="en-US"/>
              <a:t>Dr. J.S. Batth, Asst. Prof., AIT-CSE, Chandigarh University</a:t>
            </a:r>
          </a:p>
        </p:txBody>
      </p:sp>
      <p:sp>
        <p:nvSpPr>
          <p:cNvPr id="4" name="Slide Number Placeholder 3"/>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5255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1F2B95A-1A77-4FC2-A89F-CE92B281980C}" type="datetime1">
              <a:rPr lang="en-US" smtClean="0"/>
              <a:t>12/16/2024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13095669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75BEA05-7A3A-4745-8C66-FC9D3C58CAC2}" type="datetime1">
              <a:rPr lang="en-US" smtClean="0"/>
              <a:t>12/16/2024</a:t>
            </a:fld>
            <a:endParaRPr lang="en-US"/>
          </a:p>
        </p:txBody>
      </p:sp>
      <p:sp>
        <p:nvSpPr>
          <p:cNvPr id="6" name="Footer Placeholder 5"/>
          <p:cNvSpPr>
            <a:spLocks noGrp="1"/>
          </p:cNvSpPr>
          <p:nvPr>
            <p:ph type="ftr" sz="quarter" idx="11"/>
          </p:nvPr>
        </p:nvSpPr>
        <p:spPr/>
        <p:txBody>
          <a:bodyPr/>
          <a:lstStyle/>
          <a:p>
            <a:r>
              <a:rPr lang="en-US"/>
              <a:t>Dr. J.S. Batth, Asst. Prof., AIT-CSE, Chandigarh University</a:t>
            </a:r>
          </a:p>
        </p:txBody>
      </p:sp>
      <p:sp>
        <p:nvSpPr>
          <p:cNvPr id="7" name="Slide Number Placeholder 6"/>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288083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19AF4-EA1C-4628-A05C-8D7372678114}" type="datetime1">
              <a:rPr lang="en-US" smtClean="0"/>
              <a:t>12/16/2024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33970531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490566-2CD0-4B8D-B6C7-D4740F954A97}" type="datetime1">
              <a:rPr lang="en-US" smtClean="0"/>
              <a:t>12/16/2024</a:t>
            </a:fld>
            <a:endParaRPr lang="en-US"/>
          </a:p>
        </p:txBody>
      </p:sp>
      <p:sp>
        <p:nvSpPr>
          <p:cNvPr id="5" name="Footer Placeholder 4"/>
          <p:cNvSpPr>
            <a:spLocks noGrp="1"/>
          </p:cNvSpPr>
          <p:nvPr>
            <p:ph type="ftr" sz="quarter" idx="11"/>
          </p:nvPr>
        </p:nvSpPr>
        <p:spPr/>
        <p:txBody>
          <a:bodyPr/>
          <a:lstStyle/>
          <a:p>
            <a:r>
              <a:rPr lang="en-US"/>
              <a:t>Dr. J.S. Batth, Asst. Prof., AIT-CSE,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a:t>
            </a:fld>
            <a:endParaRPr lang="en-US"/>
          </a:p>
        </p:txBody>
      </p:sp>
    </p:spTree>
    <p:extLst>
      <p:ext uri="{BB962C8B-B14F-4D97-AF65-F5344CB8AC3E}">
        <p14:creationId xmlns:p14="http://schemas.microsoft.com/office/powerpoint/2010/main" val="2518306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Титульный слайд">
    <p:spTree>
      <p:nvGrpSpPr>
        <p:cNvPr id="1" name=""/>
        <p:cNvGrpSpPr/>
        <p:nvPr/>
      </p:nvGrpSpPr>
      <p:grpSpPr>
        <a:xfrm>
          <a:off x="0" y="0"/>
          <a:ext cx="0" cy="0"/>
          <a:chOff x="0" y="0"/>
          <a:chExt cx="0" cy="0"/>
        </a:xfrm>
      </p:grpSpPr>
      <p:sp>
        <p:nvSpPr>
          <p:cNvPr id="3" name="Прямоугольник 1"/>
          <p:cNvSpPr/>
          <p:nvPr/>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1" fmla="*/ 19050 w 12211050"/>
              <a:gd name="connsiteY0-2" fmla="*/ 0 h 4133850"/>
              <a:gd name="connsiteX1-3" fmla="*/ 12211050 w 12211050"/>
              <a:gd name="connsiteY1-4" fmla="*/ 0 h 4133850"/>
              <a:gd name="connsiteX2-5" fmla="*/ 12211050 w 12211050"/>
              <a:gd name="connsiteY2-6" fmla="*/ 4133850 h 4133850"/>
              <a:gd name="connsiteX3-7" fmla="*/ 0 w 12211050"/>
              <a:gd name="connsiteY3-8" fmla="*/ 3219450 h 4133850"/>
              <a:gd name="connsiteX4-9" fmla="*/ 19050 w 12211050"/>
              <a:gd name="connsiteY4-10" fmla="*/ 0 h 4133850"/>
              <a:gd name="connsiteX0-11" fmla="*/ 19050 w 12211050"/>
              <a:gd name="connsiteY0-12" fmla="*/ 0 h 4438650"/>
              <a:gd name="connsiteX1-13" fmla="*/ 12211050 w 12211050"/>
              <a:gd name="connsiteY1-14" fmla="*/ 0 h 4438650"/>
              <a:gd name="connsiteX2-15" fmla="*/ 12211050 w 12211050"/>
              <a:gd name="connsiteY2-16" fmla="*/ 4438650 h 4438650"/>
              <a:gd name="connsiteX3-17" fmla="*/ 0 w 12211050"/>
              <a:gd name="connsiteY3-18" fmla="*/ 3219450 h 4438650"/>
              <a:gd name="connsiteX4-19" fmla="*/ 19050 w 12211050"/>
              <a:gd name="connsiteY4-20" fmla="*/ 0 h 443865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r>
              <a:rPr lang="en-US" noProof="0"/>
              <a:t>Click icon to add picture</a:t>
            </a:r>
            <a:endParaRPr lang="ru-RU" noProof="0" dirty="0"/>
          </a:p>
        </p:txBody>
      </p:sp>
    </p:spTree>
    <p:extLst>
      <p:ext uri="{BB962C8B-B14F-4D97-AF65-F5344CB8AC3E}">
        <p14:creationId xmlns:p14="http://schemas.microsoft.com/office/powerpoint/2010/main" val="22491467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Agenda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84056323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4362790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1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079315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2_Basic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5" name="Rectangle 4"/>
          <p:cNvSpPr/>
          <p:nvPr/>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31028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3" name="Isosceles Triangle 2"/>
          <p:cNvSpPr/>
          <p:nvPr/>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2" name="Isosceles Triangle 11"/>
          <p:cNvSpPr/>
          <p:nvPr/>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3" name="Isosceles Triangle 12"/>
          <p:cNvSpPr/>
          <p:nvPr/>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4" name="Isosceles Triangle 13"/>
          <p:cNvSpPr/>
          <p:nvPr/>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white"/>
              </a:solidFill>
            </a:endParaRPr>
          </a:p>
        </p:txBody>
      </p:sp>
      <p:sp>
        <p:nvSpPr>
          <p:cNvPr id="15" name="Rectangle 14"/>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531262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Images and Contents Layout">
    <p:spTree>
      <p:nvGrpSpPr>
        <p:cNvPr id="1" name=""/>
        <p:cNvGrpSpPr/>
        <p:nvPr/>
      </p:nvGrpSpPr>
      <p:grpSpPr>
        <a:xfrm>
          <a:off x="0" y="0"/>
          <a:ext cx="0" cy="0"/>
          <a:chOff x="0" y="0"/>
          <a:chExt cx="0" cy="0"/>
        </a:xfrm>
      </p:grpSpPr>
      <p:sp>
        <p:nvSpPr>
          <p:cNvPr id="2" name="Rectangle 1"/>
          <p:cNvSpPr/>
          <p:nvPr/>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383887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8356572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1395016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sp>
        <p:nvSpPr>
          <p:cNvPr id="2" name="Rectangle 1"/>
          <p:cNvSpPr/>
          <p:nvPr/>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2" name="Rectangle 11"/>
          <p:cNvSpPr/>
          <p:nvPr/>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083293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277512784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그림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8" name="Rectangle 7"/>
          <p:cNvSpPr/>
          <p:nvPr/>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11015572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anose="020B0604020202020204"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5" b="0" baseline="0">
                <a:solidFill>
                  <a:schemeClr val="tx1">
                    <a:lumMod val="75000"/>
                    <a:lumOff val="25000"/>
                  </a:schemeClr>
                </a:solidFill>
                <a:latin typeface="+mn-lt"/>
                <a:cs typeface="Arial" panose="020B0604020202020204"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
        <p:nvSpPr>
          <p:cNvPr id="16" name="Rectangle 15"/>
          <p:cNvSpPr/>
          <p:nvPr/>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5938448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anose="020B0604020202020204" pitchFamily="34" charset="0"/>
              </a:defRPr>
            </a:lvl1pPr>
            <a:lvl2pPr marL="609600" indent="0">
              <a:buNone/>
              <a:defRPr sz="3735"/>
            </a:lvl2pPr>
            <a:lvl3pPr marL="1219200" indent="0">
              <a:buNone/>
              <a:defRPr sz="3200"/>
            </a:lvl3pPr>
            <a:lvl4pPr marL="1828800" indent="0">
              <a:buNone/>
              <a:defRPr sz="2665"/>
            </a:lvl4pPr>
            <a:lvl5pPr marL="2438400" indent="0">
              <a:buNone/>
              <a:defRPr sz="2665"/>
            </a:lvl5pPr>
            <a:lvl6pPr marL="3048000" indent="0">
              <a:buNone/>
              <a:defRPr sz="2665"/>
            </a:lvl6pPr>
            <a:lvl7pPr marL="3657600" indent="0">
              <a:buNone/>
              <a:defRPr sz="2665"/>
            </a:lvl7pPr>
            <a:lvl8pPr marL="4267200" indent="0">
              <a:buNone/>
              <a:defRPr sz="2665"/>
            </a:lvl8pPr>
            <a:lvl9pPr marL="4876800" indent="0">
              <a:buNone/>
              <a:defRPr sz="2665"/>
            </a:lvl9pPr>
          </a:lstStyle>
          <a:p>
            <a:r>
              <a:rPr lang="en-US" altLang="ko-KR" dirty="0"/>
              <a:t>Your Picture Here</a:t>
            </a:r>
            <a:endParaRPr lang="ko-KR" altLang="en-US" dirty="0"/>
          </a:p>
        </p:txBody>
      </p:sp>
    </p:spTree>
    <p:extLst>
      <p:ext uri="{BB962C8B-B14F-4D97-AF65-F5344CB8AC3E}">
        <p14:creationId xmlns:p14="http://schemas.microsoft.com/office/powerpoint/2010/main" val="120635665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anose="020B0604020202020204" pitchFamily="34" charset="0"/>
              </a:defRPr>
            </a:lvl1pPr>
          </a:lstStyle>
          <a:p>
            <a:pPr lvl="0"/>
            <a:r>
              <a:rPr lang="en-US" altLang="ko-KR" dirty="0"/>
              <a:t>ICON SETS LAYOUT</a:t>
            </a:r>
          </a:p>
        </p:txBody>
      </p:sp>
      <p:grpSp>
        <p:nvGrpSpPr>
          <p:cNvPr id="5" name="Group 4"/>
          <p:cNvGrpSpPr/>
          <p:nvPr/>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4153506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E1DDDE-810D-4CD5-86D3-733AE9450C48}" type="datetime1">
              <a:rPr lang="en-US" smtClean="0"/>
              <a:t>12/16/2024</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Dr. J.S. Batth, Asst. Prof., AIT-CSE, Chandigarh University</a:t>
            </a:r>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A1B0FB-D917-4C8C-928F-313BD683BF39}" type="slidenum">
              <a:rPr lang="en-US" smtClean="0"/>
              <a:pPr/>
              <a:t>‹#›</a:t>
            </a:fld>
            <a:endParaRPr lang="en-US"/>
          </a:p>
        </p:txBody>
      </p:sp>
      <p:pic>
        <p:nvPicPr>
          <p:cNvPr id="7" name="Picture 6">
            <a:extLst>
              <a:ext uri="{FF2B5EF4-FFF2-40B4-BE49-F238E27FC236}">
                <a16:creationId xmlns:a16="http://schemas.microsoft.com/office/drawing/2014/main" id="{28F03116-CB8E-4D02-84FD-384EC06A9018}"/>
              </a:ext>
            </a:extLst>
          </p:cNvPr>
          <p:cNvPicPr>
            <a:picLocks noChangeAspect="1"/>
          </p:cNvPicPr>
          <p:nvPr userDrawn="1"/>
        </p:nvPicPr>
        <p:blipFill>
          <a:blip r:embed="rId15">
            <a:extLst>
              <a:ext uri="{28A0092B-C50C-407E-A947-70E740481C1C}">
                <a14:useLocalDpi xmlns:a14="http://schemas.microsoft.com/office/drawing/2010/main" val="0"/>
              </a:ext>
            </a:extLst>
          </a:blip>
          <a:stretch>
            <a:fillRect/>
          </a:stretch>
        </p:blipFill>
        <p:spPr>
          <a:xfrm>
            <a:off x="11039314" y="0"/>
            <a:ext cx="1152686" cy="1933845"/>
          </a:xfrm>
          <a:prstGeom prst="rect">
            <a:avLst/>
          </a:prstGeom>
        </p:spPr>
      </p:pic>
    </p:spTree>
    <p:extLst>
      <p:ext uri="{BB962C8B-B14F-4D97-AF65-F5344CB8AC3E}">
        <p14:creationId xmlns:p14="http://schemas.microsoft.com/office/powerpoint/2010/main" val="2948191717"/>
      </p:ext>
    </p:extLst>
  </p:cSld>
  <p:clrMap bg1="lt1" tx1="dk1" bg2="lt2" tx2="dk2" accent1="accent1" accent2="accent2" accent3="accent3" accent4="accent4" accent5="accent5" accent6="accent6" hlink="hlink" folHlink="folHlink"/>
  <p:sldLayoutIdLst>
    <p:sldLayoutId id="2147483728" r:id="rId1"/>
    <p:sldLayoutId id="2147483729" r:id="rId2"/>
    <p:sldLayoutId id="2147483730" r:id="rId3"/>
    <p:sldLayoutId id="2147483731" r:id="rId4"/>
    <p:sldLayoutId id="2147483732" r:id="rId5"/>
    <p:sldLayoutId id="2147483733" r:id="rId6"/>
    <p:sldLayoutId id="2147483734" r:id="rId7"/>
    <p:sldLayoutId id="2147483735" r:id="rId8"/>
    <p:sldLayoutId id="2147483736" r:id="rId9"/>
    <p:sldLayoutId id="2147483737" r:id="rId10"/>
    <p:sldLayoutId id="2147483738" r:id="rId11"/>
    <p:sldLayoutId id="2147483739" r:id="rId1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898983"/>
      </p:ext>
    </p:extLst>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hf hdr="0"/>
  <p:txStyles>
    <p:titleStyle>
      <a:lvl1pPr algn="ctr" defTabSz="1219200" rtl="0" eaLnBrk="1" latinLnBrk="1" hangingPunct="1">
        <a:spcBef>
          <a:spcPct val="0"/>
        </a:spcBef>
        <a:buNone/>
        <a:defRPr sz="5865" kern="1200">
          <a:solidFill>
            <a:schemeClr val="tx1"/>
          </a:solidFill>
          <a:latin typeface="+mj-lt"/>
          <a:ea typeface="+mj-ea"/>
          <a:cs typeface="+mj-cs"/>
        </a:defRPr>
      </a:lvl1pPr>
    </p:titleStyle>
    <p:bodyStyle>
      <a:lvl1pPr marL="457200" indent="-457200" algn="l" defTabSz="1219200" rtl="0" eaLnBrk="1" latinLnBrk="1" hangingPunct="1">
        <a:spcBef>
          <a:spcPct val="20000"/>
        </a:spcBef>
        <a:buFont typeface="Arial" panose="020B0604020202020204" pitchFamily="34" charset="0"/>
        <a:buChar char="•"/>
        <a:defRPr sz="4265" kern="1200">
          <a:solidFill>
            <a:schemeClr val="tx1"/>
          </a:solidFill>
          <a:latin typeface="+mn-lt"/>
          <a:ea typeface="+mn-ea"/>
          <a:cs typeface="+mn-cs"/>
        </a:defRPr>
      </a:lvl1pPr>
      <a:lvl2pPr marL="990600" indent="-381000" algn="l" defTabSz="1219200" rtl="0" eaLnBrk="1" latinLnBrk="1" hangingPunct="1">
        <a:spcBef>
          <a:spcPct val="20000"/>
        </a:spcBef>
        <a:buFont typeface="Arial" panose="020B0604020202020204" pitchFamily="34" charset="0"/>
        <a:buChar char="–"/>
        <a:defRPr sz="3735" kern="1200">
          <a:solidFill>
            <a:schemeClr val="tx1"/>
          </a:solidFill>
          <a:latin typeface="+mn-lt"/>
          <a:ea typeface="+mn-ea"/>
          <a:cs typeface="+mn-cs"/>
        </a:defRPr>
      </a:lvl2pPr>
      <a:lvl3pPr marL="1524000" indent="-304800" algn="l" defTabSz="1219200" rtl="0" eaLnBrk="1" latinLnBrk="1"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3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4pPr>
      <a:lvl5pPr marL="27432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5pPr>
      <a:lvl6pPr marL="33528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6pPr>
      <a:lvl7pPr marL="39624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7pPr>
      <a:lvl8pPr marL="45720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8pPr>
      <a:lvl9pPr marL="5181600" indent="-304800" algn="l" defTabSz="1219200" rtl="0" eaLnBrk="1" latinLnBrk="1" hangingPunct="1">
        <a:spcBef>
          <a:spcPct val="20000"/>
        </a:spcBef>
        <a:buFont typeface="Arial" panose="020B0604020202020204" pitchFamily="34" charset="0"/>
        <a:buChar char="•"/>
        <a:defRPr sz="2665" kern="1200">
          <a:solidFill>
            <a:schemeClr val="tx1"/>
          </a:solidFill>
          <a:latin typeface="+mn-lt"/>
          <a:ea typeface="+mn-ea"/>
          <a:cs typeface="+mn-cs"/>
        </a:defRPr>
      </a:lvl9pPr>
    </p:bodyStyle>
    <p:otherStyle>
      <a:defPPr>
        <a:defRPr lang="ko-KR"/>
      </a:defPPr>
      <a:lvl1pPr marL="0" algn="l" defTabSz="1219200" rtl="0" eaLnBrk="1" latinLnBrk="1" hangingPunct="1">
        <a:defRPr sz="2400" kern="1200">
          <a:solidFill>
            <a:schemeClr val="tx1"/>
          </a:solidFill>
          <a:latin typeface="+mn-lt"/>
          <a:ea typeface="+mn-ea"/>
          <a:cs typeface="+mn-cs"/>
        </a:defRPr>
      </a:lvl1pPr>
      <a:lvl2pPr marL="609600" algn="l" defTabSz="1219200" rtl="0" eaLnBrk="1" latinLnBrk="1" hangingPunct="1">
        <a:defRPr sz="2400" kern="1200">
          <a:solidFill>
            <a:schemeClr val="tx1"/>
          </a:solidFill>
          <a:latin typeface="+mn-lt"/>
          <a:ea typeface="+mn-ea"/>
          <a:cs typeface="+mn-cs"/>
        </a:defRPr>
      </a:lvl2pPr>
      <a:lvl3pPr marL="1219200" algn="l" defTabSz="1219200" rtl="0" eaLnBrk="1" latinLnBrk="1" hangingPunct="1">
        <a:defRPr sz="2400" kern="1200">
          <a:solidFill>
            <a:schemeClr val="tx1"/>
          </a:solidFill>
          <a:latin typeface="+mn-lt"/>
          <a:ea typeface="+mn-ea"/>
          <a:cs typeface="+mn-cs"/>
        </a:defRPr>
      </a:lvl3pPr>
      <a:lvl4pPr marL="1828800" algn="l" defTabSz="1219200" rtl="0" eaLnBrk="1" latinLnBrk="1" hangingPunct="1">
        <a:defRPr sz="2400" kern="1200">
          <a:solidFill>
            <a:schemeClr val="tx1"/>
          </a:solidFill>
          <a:latin typeface="+mn-lt"/>
          <a:ea typeface="+mn-ea"/>
          <a:cs typeface="+mn-cs"/>
        </a:defRPr>
      </a:lvl4pPr>
      <a:lvl5pPr marL="2438400" algn="l" defTabSz="1219200" rtl="0" eaLnBrk="1" latinLnBrk="1" hangingPunct="1">
        <a:defRPr sz="2400" kern="1200">
          <a:solidFill>
            <a:schemeClr val="tx1"/>
          </a:solidFill>
          <a:latin typeface="+mn-lt"/>
          <a:ea typeface="+mn-ea"/>
          <a:cs typeface="+mn-cs"/>
        </a:defRPr>
      </a:lvl5pPr>
      <a:lvl6pPr marL="3048000" algn="l" defTabSz="1219200" rtl="0" eaLnBrk="1" latinLnBrk="1" hangingPunct="1">
        <a:defRPr sz="2400" kern="1200">
          <a:solidFill>
            <a:schemeClr val="tx1"/>
          </a:solidFill>
          <a:latin typeface="+mn-lt"/>
          <a:ea typeface="+mn-ea"/>
          <a:cs typeface="+mn-cs"/>
        </a:defRPr>
      </a:lvl6pPr>
      <a:lvl7pPr marL="3657600" algn="l" defTabSz="1219200" rtl="0" eaLnBrk="1" latinLnBrk="1" hangingPunct="1">
        <a:defRPr sz="2400" kern="1200">
          <a:solidFill>
            <a:schemeClr val="tx1"/>
          </a:solidFill>
          <a:latin typeface="+mn-lt"/>
          <a:ea typeface="+mn-ea"/>
          <a:cs typeface="+mn-cs"/>
        </a:defRPr>
      </a:lvl7pPr>
      <a:lvl8pPr marL="4267200" algn="l" defTabSz="1219200" rtl="0" eaLnBrk="1" latinLnBrk="1" hangingPunct="1">
        <a:defRPr sz="2400" kern="1200">
          <a:solidFill>
            <a:schemeClr val="tx1"/>
          </a:solidFill>
          <a:latin typeface="+mn-lt"/>
          <a:ea typeface="+mn-ea"/>
          <a:cs typeface="+mn-cs"/>
        </a:defRPr>
      </a:lvl8pPr>
      <a:lvl9pPr marL="4876800" algn="l" defTabSz="121920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Google Shape;93;p1"/>
          <p:cNvSpPr/>
          <p:nvPr/>
        </p:nvSpPr>
        <p:spPr>
          <a:xfrm>
            <a:off x="501445" y="4837797"/>
            <a:ext cx="10958052" cy="1518553"/>
          </a:xfrm>
          <a:prstGeom prst="rect">
            <a:avLst/>
          </a:prstGeom>
          <a:solidFill>
            <a:schemeClr val="lt1"/>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3" name="Subtitle 2"/>
          <p:cNvSpPr>
            <a:spLocks noGrp="1"/>
          </p:cNvSpPr>
          <p:nvPr>
            <p:ph type="subTitle" idx="1"/>
          </p:nvPr>
        </p:nvSpPr>
        <p:spPr>
          <a:xfrm>
            <a:off x="562662" y="4891470"/>
            <a:ext cx="4156822" cy="1236591"/>
          </a:xfrm>
        </p:spPr>
        <p:txBody>
          <a:bodyPr>
            <a:noAutofit/>
          </a:bodyPr>
          <a:lstStyle/>
          <a:p>
            <a:pPr algn="l"/>
            <a:r>
              <a:rPr lang="en-US" sz="1800" b="1" dirty="0">
                <a:latin typeface="Times New Roman" panose="02020603050405020304" pitchFamily="18" charset="0"/>
                <a:cs typeface="Times New Roman" panose="02020603050405020304" pitchFamily="18" charset="0"/>
              </a:rPr>
              <a:t>DR. HEENA SHARMA</a:t>
            </a:r>
          </a:p>
          <a:p>
            <a:pPr algn="l"/>
            <a:r>
              <a:rPr lang="en-US" sz="1400" b="1" dirty="0">
                <a:latin typeface="Times New Roman" panose="02020603050405020304" pitchFamily="18" charset="0"/>
                <a:cs typeface="Times New Roman" panose="02020603050405020304" pitchFamily="18" charset="0"/>
              </a:rPr>
              <a:t>E6398</a:t>
            </a:r>
          </a:p>
          <a:p>
            <a:pPr algn="l"/>
            <a:r>
              <a:rPr lang="en-US" sz="1400" b="1" dirty="0">
                <a:latin typeface="Times New Roman" panose="02020603050405020304" pitchFamily="18" charset="0"/>
                <a:cs typeface="Times New Roman" panose="02020603050405020304" pitchFamily="18" charset="0"/>
              </a:rPr>
              <a:t>ASSISTANT PROFESSOR</a:t>
            </a:r>
          </a:p>
          <a:p>
            <a:pPr algn="l"/>
            <a:r>
              <a:rPr lang="en-US" sz="1400" b="1" dirty="0">
                <a:latin typeface="Times New Roman" panose="02020603050405020304" pitchFamily="18" charset="0"/>
                <a:cs typeface="Times New Roman" panose="02020603050405020304" pitchFamily="18" charset="0"/>
              </a:rPr>
              <a:t>CSE </a:t>
            </a:r>
          </a:p>
        </p:txBody>
      </p:sp>
      <p:sp>
        <p:nvSpPr>
          <p:cNvPr id="7" name="Google Shape;100;p1"/>
          <p:cNvSpPr/>
          <p:nvPr/>
        </p:nvSpPr>
        <p:spPr>
          <a:xfrm flipH="1">
            <a:off x="9344623" y="4901508"/>
            <a:ext cx="2466377" cy="1712909"/>
          </a:xfrm>
          <a:prstGeom prst="rtTriangle">
            <a:avLst/>
          </a:prstGeom>
          <a:solidFill>
            <a:srgbClr val="C00000"/>
          </a:solidFill>
          <a:ln>
            <a:noFill/>
          </a:ln>
        </p:spPr>
        <p:txBody>
          <a:bodyPr spcFirstLastPara="1" lIns="75585" tIns="37782" rIns="75585" bIns="37782" anchor="ctr"/>
          <a:lstStyle/>
          <a:p>
            <a:pPr algn="ctr">
              <a:defRPr/>
            </a:pPr>
            <a:endParaRPr sz="1488">
              <a:solidFill>
                <a:schemeClr val="lt1"/>
              </a:solidFill>
              <a:latin typeface="Calibri"/>
              <a:ea typeface="Calibri"/>
              <a:cs typeface="Calibri"/>
              <a:sym typeface="Calibri"/>
            </a:endParaRPr>
          </a:p>
        </p:txBody>
      </p:sp>
      <p:sp>
        <p:nvSpPr>
          <p:cNvPr id="6" name="Google Shape;101;p1"/>
          <p:cNvSpPr txBox="1"/>
          <p:nvPr/>
        </p:nvSpPr>
        <p:spPr>
          <a:xfrm>
            <a:off x="7158646" y="5490468"/>
            <a:ext cx="4075113" cy="534988"/>
          </a:xfrm>
          <a:prstGeom prst="rect">
            <a:avLst/>
          </a:prstGeom>
          <a:noFill/>
          <a:ln>
            <a:noFill/>
          </a:ln>
        </p:spPr>
        <p:txBody>
          <a:bodyPr spcFirstLastPara="1" lIns="75585" tIns="37782" rIns="75585" bIns="37782">
            <a:spAutoFit/>
          </a:bodyPr>
          <a:lstStyle/>
          <a:p>
            <a:pPr>
              <a:defRPr/>
            </a:pPr>
            <a:r>
              <a:rPr lang="en-US" sz="1653" b="1" dirty="0">
                <a:solidFill>
                  <a:srgbClr val="595959"/>
                </a:solidFill>
                <a:latin typeface="Arial"/>
                <a:ea typeface="Arial"/>
                <a:cs typeface="Arial"/>
                <a:sym typeface="Arial"/>
              </a:rPr>
              <a:t>DISCOVER . </a:t>
            </a:r>
            <a:r>
              <a:rPr lang="en-US" sz="1653" b="1" dirty="0">
                <a:solidFill>
                  <a:srgbClr val="C00000"/>
                </a:solidFill>
                <a:latin typeface="Arial"/>
                <a:ea typeface="Arial"/>
                <a:cs typeface="Arial"/>
                <a:sym typeface="Arial"/>
              </a:rPr>
              <a:t>LEARN</a:t>
            </a:r>
            <a:r>
              <a:rPr lang="en-US" sz="1653" b="1" dirty="0">
                <a:solidFill>
                  <a:srgbClr val="595959"/>
                </a:solidFill>
                <a:latin typeface="Arial"/>
                <a:ea typeface="Arial"/>
                <a:cs typeface="Arial"/>
                <a:sym typeface="Arial"/>
              </a:rPr>
              <a:t> . EMPOWER</a:t>
            </a:r>
            <a:endParaRPr sz="992" b="1" dirty="0">
              <a:solidFill>
                <a:srgbClr val="000000"/>
              </a:solidFill>
              <a:latin typeface="Arial"/>
              <a:ea typeface="Arial"/>
              <a:cs typeface="Arial"/>
              <a:sym typeface="Arial"/>
            </a:endParaRPr>
          </a:p>
          <a:p>
            <a:pPr>
              <a:defRPr/>
            </a:pPr>
            <a:endParaRPr sz="1323" b="1" dirty="0">
              <a:solidFill>
                <a:schemeClr val="dk1"/>
              </a:solidFill>
              <a:latin typeface="Arial"/>
              <a:ea typeface="Arial"/>
              <a:cs typeface="Arial"/>
              <a:sym typeface="Arial"/>
            </a:endParaRPr>
          </a:p>
        </p:txBody>
      </p:sp>
      <p:sp>
        <p:nvSpPr>
          <p:cNvPr id="9" name="Google Shape;94;p1"/>
          <p:cNvSpPr/>
          <p:nvPr/>
        </p:nvSpPr>
        <p:spPr>
          <a:xfrm>
            <a:off x="1826198" y="5901986"/>
            <a:ext cx="45719" cy="613881"/>
          </a:xfrm>
          <a:prstGeom prst="rect">
            <a:avLst/>
          </a:prstGeom>
          <a:solidFill>
            <a:srgbClr val="C00000"/>
          </a:solidFill>
          <a:ln>
            <a:noFill/>
          </a:ln>
        </p:spPr>
        <p:txBody>
          <a:bodyPr spcFirstLastPara="1" wrap="square" lIns="91425" tIns="45700" rIns="91425" bIns="45700" anchor="ctr" anchorCtr="0">
            <a:noAutofit/>
          </a:bodyPr>
          <a:lstStyle/>
          <a:p>
            <a:pPr algn="ctr"/>
            <a:endParaRPr>
              <a:solidFill>
                <a:schemeClr val="lt1"/>
              </a:solidFill>
              <a:latin typeface="Calibri"/>
              <a:ea typeface="Calibri"/>
              <a:cs typeface="Calibri"/>
              <a:sym typeface="Calibri"/>
            </a:endParaRPr>
          </a:p>
        </p:txBody>
      </p:sp>
      <p:sp>
        <p:nvSpPr>
          <p:cNvPr id="11" name="Google Shape;103;p1"/>
          <p:cNvSpPr txBox="1"/>
          <p:nvPr/>
        </p:nvSpPr>
        <p:spPr>
          <a:xfrm>
            <a:off x="910729" y="953782"/>
            <a:ext cx="9722858" cy="2862282"/>
          </a:xfrm>
          <a:prstGeom prst="rect">
            <a:avLst/>
          </a:prstGeom>
          <a:noFill/>
          <a:ln>
            <a:noFill/>
          </a:ln>
        </p:spPr>
        <p:txBody>
          <a:bodyPr spcFirstLastPara="1" wrap="square" lIns="91425" tIns="45700" rIns="91425" bIns="45700" anchor="t" anchorCtr="0">
            <a:spAutoFit/>
          </a:bodyPr>
          <a:lstStyle/>
          <a:p>
            <a:pPr algn="ctr"/>
            <a:endParaRPr lang="en-US" sz="6000" b="1" dirty="0">
              <a:solidFill>
                <a:srgbClr val="FF0000"/>
              </a:solidFill>
              <a:latin typeface="Times New Roman" panose="02020603050405020304" pitchFamily="18" charset="0"/>
              <a:ea typeface="Arial"/>
              <a:cs typeface="Times New Roman" panose="02020603050405020304" pitchFamily="18" charset="0"/>
              <a:sym typeface="Arial"/>
            </a:endParaRPr>
          </a:p>
          <a:p>
            <a:pPr algn="ctr"/>
            <a:r>
              <a:rPr lang="en-US" sz="6000" b="1" dirty="0">
                <a:solidFill>
                  <a:srgbClr val="FF0000"/>
                </a:solidFill>
                <a:latin typeface="Times New Roman" panose="02020603050405020304" pitchFamily="18" charset="0"/>
                <a:ea typeface="Arial"/>
                <a:cs typeface="Times New Roman" panose="02020603050405020304" pitchFamily="18" charset="0"/>
                <a:sym typeface="Arial"/>
              </a:rPr>
              <a:t>Measure of Central Tendency</a:t>
            </a:r>
            <a:endParaRPr sz="6000" b="1" dirty="0">
              <a:solidFill>
                <a:srgbClr val="FF0000"/>
              </a:solidFill>
              <a:latin typeface="Times New Roman" panose="02020603050405020304" pitchFamily="18" charset="0"/>
              <a:ea typeface="Arial"/>
              <a:cs typeface="Times New Roman" panose="02020603050405020304" pitchFamily="18" charset="0"/>
              <a:sym typeface="Arial"/>
            </a:endParaRPr>
          </a:p>
        </p:txBody>
      </p:sp>
      <p:sp>
        <p:nvSpPr>
          <p:cNvPr id="2" name="Date Placeholder 1"/>
          <p:cNvSpPr>
            <a:spLocks noGrp="1"/>
          </p:cNvSpPr>
          <p:nvPr>
            <p:ph type="dt" sz="half" idx="10"/>
          </p:nvPr>
        </p:nvSpPr>
        <p:spPr/>
        <p:txBody>
          <a:bodyPr/>
          <a:lstStyle/>
          <a:p>
            <a:fld id="{DE06E73B-DFE1-4737-82D1-9EC3E866492B}" type="datetime1">
              <a:rPr lang="en-US" smtClean="0"/>
              <a:t>12/16/2024</a:t>
            </a:fld>
            <a:endParaRPr lang="en-US" dirty="0"/>
          </a:p>
        </p:txBody>
      </p:sp>
      <p:sp>
        <p:nvSpPr>
          <p:cNvPr id="10" name="Footer Placeholder 9"/>
          <p:cNvSpPr>
            <a:spLocks noGrp="1"/>
          </p:cNvSpPr>
          <p:nvPr>
            <p:ph type="ftr" sz="quarter" idx="11"/>
          </p:nvPr>
        </p:nvSpPr>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FA84A37A-AFC2-4A01-80A1-FC20F2C0D5BB}" type="slidenum">
              <a:rPr lang="en-US" smtClean="0"/>
              <a:pPr/>
              <a:t>1</a:t>
            </a:fld>
            <a:endParaRPr lang="en-US" dirty="0"/>
          </a:p>
        </p:txBody>
      </p:sp>
      <p:pic>
        <p:nvPicPr>
          <p:cNvPr id="13" name="Pictur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899940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5" name="Content Placeholder 2"/>
          <p:cNvSpPr>
            <a:spLocks noGrp="1"/>
          </p:cNvSpPr>
          <p:nvPr>
            <p:ph idx="1"/>
          </p:nvPr>
        </p:nvSpPr>
        <p:spPr bwMode="auto">
          <a:xfrm>
            <a:off x="268941" y="1035425"/>
            <a:ext cx="11510683" cy="4458999"/>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80" tIns="34290" rIns="68580" bIns="34290" numCol="1" rtlCol="0" anchor="t" anchorCtr="0" compatLnSpc="1">
            <a:noAutofit/>
          </a:bodyPr>
          <a:lstStyle/>
          <a:p>
            <a:pPr algn="just">
              <a:lnSpc>
                <a:spcPct val="150000"/>
              </a:lnSpc>
            </a:pPr>
            <a:r>
              <a:rPr lang="en-GB" altLang="en-US" sz="2600" dirty="0">
                <a:latin typeface="Times New Roman" panose="02020603050405020304" pitchFamily="18" charset="0"/>
                <a:cs typeface="Times New Roman" panose="02020603050405020304" pitchFamily="18" charset="0"/>
              </a:rPr>
              <a:t>Measure of Central tendency are also usually called as the averages.</a:t>
            </a:r>
          </a:p>
          <a:p>
            <a:pPr algn="just">
              <a:lnSpc>
                <a:spcPct val="150000"/>
              </a:lnSpc>
            </a:pPr>
            <a:r>
              <a:rPr lang="en-GB" altLang="en-US" sz="2600" dirty="0">
                <a:latin typeface="Times New Roman" panose="02020603050405020304" pitchFamily="18" charset="0"/>
                <a:cs typeface="Times New Roman" panose="02020603050405020304" pitchFamily="18" charset="0"/>
              </a:rPr>
              <a:t>They give us an idea about the concentration of the values in the central part of the distribution.</a:t>
            </a:r>
          </a:p>
          <a:p>
            <a:pPr algn="just">
              <a:lnSpc>
                <a:spcPct val="150000"/>
              </a:lnSpc>
            </a:pPr>
            <a:r>
              <a:rPr lang="en-GB" altLang="en-US" sz="2600" dirty="0">
                <a:latin typeface="Times New Roman" panose="02020603050405020304" pitchFamily="18" charset="0"/>
                <a:cs typeface="Times New Roman" panose="02020603050405020304" pitchFamily="18" charset="0"/>
              </a:rPr>
              <a:t>The following are the five measures of central tendency that are in common use:</a:t>
            </a:r>
          </a:p>
          <a:p>
            <a:pPr marL="571500" indent="-571500" algn="just">
              <a:lnSpc>
                <a:spcPct val="150000"/>
              </a:lnSpc>
              <a:buAutoNum type="romanLcParenBoth"/>
            </a:pPr>
            <a:r>
              <a:rPr lang="en-GB" altLang="en-US" sz="2600" dirty="0">
                <a:latin typeface="Times New Roman" panose="02020603050405020304" pitchFamily="18" charset="0"/>
                <a:cs typeface="Times New Roman" panose="02020603050405020304" pitchFamily="18" charset="0"/>
              </a:rPr>
              <a:t>Arithmetic Mean              (ii) Median                          (iii) Mode   </a:t>
            </a:r>
          </a:p>
          <a:p>
            <a:pPr marL="0" indent="0" algn="just">
              <a:lnSpc>
                <a:spcPct val="150000"/>
              </a:lnSpc>
              <a:buNone/>
            </a:pPr>
            <a:r>
              <a:rPr lang="en-GB" altLang="en-US" sz="2600" dirty="0">
                <a:latin typeface="Times New Roman" panose="02020603050405020304" pitchFamily="18" charset="0"/>
                <a:cs typeface="Times New Roman" panose="02020603050405020304" pitchFamily="18" charset="0"/>
              </a:rPr>
              <a:t>(iv) Geometric Mean               (v) Harmonic Mean              (vi) Weighted Mean</a:t>
            </a:r>
          </a:p>
        </p:txBody>
      </p:sp>
      <p:sp>
        <p:nvSpPr>
          <p:cNvPr id="2" name="Date Placeholder 1"/>
          <p:cNvSpPr>
            <a:spLocks noGrp="1"/>
          </p:cNvSpPr>
          <p:nvPr>
            <p:ph type="dt" sz="half" idx="10"/>
          </p:nvPr>
        </p:nvSpPr>
        <p:spPr/>
        <p:txBody>
          <a:bodyPr/>
          <a:lstStyle/>
          <a:p>
            <a:fld id="{3E677EF3-2C46-480E-8EDB-977BFADDC919}" type="datetime1">
              <a:rPr lang="en-US" smtClean="0"/>
              <a:t>12/16/2024</a:t>
            </a:fld>
            <a:endParaRPr lang="en-US" dirty="0"/>
          </a:p>
        </p:txBody>
      </p:sp>
      <p:sp>
        <p:nvSpPr>
          <p:cNvPr id="3" name="Footer Placeholder 2"/>
          <p:cNvSpPr>
            <a:spLocks noGrp="1"/>
          </p:cNvSpPr>
          <p:nvPr>
            <p:ph type="ftr" sz="quarter" idx="11"/>
          </p:nvPr>
        </p:nvSpPr>
        <p:spPr/>
        <p:txBody>
          <a:bodyPr/>
          <a:lstStyle/>
          <a:p>
            <a:r>
              <a:rPr lang="en-US" dirty="0"/>
              <a:t>Dr. Heena Sharma, Asst. Prof., CSE, Chandigarh University</a:t>
            </a:r>
          </a:p>
        </p:txBody>
      </p:sp>
      <p:sp>
        <p:nvSpPr>
          <p:cNvPr id="4" name="Slide Number Placeholder 3"/>
          <p:cNvSpPr>
            <a:spLocks noGrp="1"/>
          </p:cNvSpPr>
          <p:nvPr>
            <p:ph type="sldNum" sz="quarter" idx="12"/>
          </p:nvPr>
        </p:nvSpPr>
        <p:spPr/>
        <p:txBody>
          <a:bodyPr/>
          <a:lstStyle/>
          <a:p>
            <a:fld id="{EBFB1032-EA64-7144-B003-9BCC9D94B503}" type="slidenum">
              <a:rPr lang="en-US" smtClean="0"/>
              <a:t>2</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1811112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71EB6E80-EE68-4000-96D8-C09964ACCAB5}" type="datetime1">
              <a:rPr lang="en-US" smtClean="0"/>
              <a:t>12/16/2024</a:t>
            </a:fld>
            <a:endParaRPr lang="en-US" dirty="0"/>
          </a:p>
        </p:txBody>
      </p:sp>
      <p:sp>
        <p:nvSpPr>
          <p:cNvPr id="9" name="Footer Placeholder 8"/>
          <p:cNvSpPr>
            <a:spLocks noGrp="1"/>
          </p:cNvSpPr>
          <p:nvPr>
            <p:ph type="ftr" sz="quarter" idx="11"/>
          </p:nvPr>
        </p:nvSpPr>
        <p:spPr/>
        <p:txBody>
          <a:bodyPr/>
          <a:lstStyle/>
          <a:p>
            <a:r>
              <a:rPr lang="en-US" dirty="0"/>
              <a:t>Dr. Heena Sharma, Asst. Prof., CSE, Chandigarh University</a:t>
            </a:r>
          </a:p>
        </p:txBody>
      </p:sp>
      <p:sp>
        <p:nvSpPr>
          <p:cNvPr id="13" name="Slide Number Placeholder 12"/>
          <p:cNvSpPr>
            <a:spLocks noGrp="1"/>
          </p:cNvSpPr>
          <p:nvPr>
            <p:ph type="sldNum" sz="quarter" idx="12"/>
          </p:nvPr>
        </p:nvSpPr>
        <p:spPr/>
        <p:txBody>
          <a:bodyPr/>
          <a:lstStyle/>
          <a:p>
            <a:fld id="{FA84A37A-AFC2-4A01-80A1-FC20F2C0D5BB}" type="slidenum">
              <a:rPr lang="en-US" smtClean="0"/>
              <a:pPr/>
              <a:t>3</a:t>
            </a:fld>
            <a:endParaRPr lang="en-US" dirty="0"/>
          </a:p>
        </p:txBody>
      </p:sp>
      <p:pic>
        <p:nvPicPr>
          <p:cNvPr id="11" name="Picture 10"/>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5" name="Picture 14" descr="National Board of Accreditation - Wikipedia"/>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pic>
        <p:nvPicPr>
          <p:cNvPr id="3" name="Picture 2">
            <a:extLst>
              <a:ext uri="{FF2B5EF4-FFF2-40B4-BE49-F238E27FC236}">
                <a16:creationId xmlns:a16="http://schemas.microsoft.com/office/drawing/2014/main" id="{0EDF9C10-DAED-EF69-F64F-D7ABFF3A19F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31900" y="952500"/>
            <a:ext cx="9043619" cy="4976252"/>
          </a:xfrm>
          <a:prstGeom prst="rect">
            <a:avLst/>
          </a:prstGeom>
        </p:spPr>
      </p:pic>
      <p:sp>
        <p:nvSpPr>
          <p:cNvPr id="4" name="Rectangle 3">
            <a:extLst>
              <a:ext uri="{FF2B5EF4-FFF2-40B4-BE49-F238E27FC236}">
                <a16:creationId xmlns:a16="http://schemas.microsoft.com/office/drawing/2014/main" id="{1524B042-3EB3-3835-4F32-4512FED86C51}"/>
              </a:ext>
            </a:extLst>
          </p:cNvPr>
          <p:cNvSpPr/>
          <p:nvPr/>
        </p:nvSpPr>
        <p:spPr>
          <a:xfrm>
            <a:off x="1397000" y="1079500"/>
            <a:ext cx="4965700" cy="6350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2500" b="1" dirty="0">
                <a:solidFill>
                  <a:srgbClr val="FF0000"/>
                </a:solidFill>
                <a:latin typeface="Times New Roman" panose="02020603050405020304" pitchFamily="18" charset="0"/>
                <a:cs typeface="Times New Roman" panose="02020603050405020304" pitchFamily="18" charset="0"/>
              </a:rPr>
              <a:t>Measure of Central Tendency</a:t>
            </a:r>
            <a:endParaRPr lang="en-IN" sz="25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2004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Rectangle 5"/>
          <p:cNvSpPr/>
          <p:nvPr/>
        </p:nvSpPr>
        <p:spPr>
          <a:xfrm>
            <a:off x="381913" y="936873"/>
            <a:ext cx="11549531" cy="5421933"/>
          </a:xfrm>
          <a:prstGeom prst="rect">
            <a:avLst/>
          </a:prstGeom>
        </p:spPr>
        <p:txBody>
          <a:bodyPr wrap="square">
            <a:spAutoFit/>
          </a:bodyPr>
          <a:lstStyle/>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Measure of central tendency are statistical measures which describe the position of a distribution.</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They are also called statistics of location, and are the complement of statistics of dispersion, which provide information concerning the variance or distribution of observations. </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In the univariate context, the mean, median and mode are the most commonly used measures of central tendency.</a:t>
            </a:r>
          </a:p>
          <a:p>
            <a:pPr marL="457200" indent="-457200">
              <a:lnSpc>
                <a:spcPct val="15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Computable values on a distribution that discuss the behaviour of the center of a distribution.</a:t>
            </a:r>
          </a:p>
        </p:txBody>
      </p:sp>
      <p:sp>
        <p:nvSpPr>
          <p:cNvPr id="9" name="Title 8"/>
          <p:cNvSpPr>
            <a:spLocks noGrp="1"/>
          </p:cNvSpPr>
          <p:nvPr>
            <p:ph type="title"/>
          </p:nvPr>
        </p:nvSpPr>
        <p:spPr>
          <a:xfrm>
            <a:off x="838200" y="401509"/>
            <a:ext cx="9458148" cy="646331"/>
          </a:xfrm>
          <a:prstGeom prst="rect">
            <a:avLst/>
          </a:prstGeom>
        </p:spPr>
        <p:txBody>
          <a:bodyPr wrap="square">
            <a:spAutoFit/>
          </a:bodyPr>
          <a:lstStyle/>
          <a:p>
            <a:r>
              <a:rPr lang="en-US" sz="4000" b="1" dirty="0">
                <a:solidFill>
                  <a:srgbClr val="C00000"/>
                </a:solidFill>
                <a:latin typeface="Times New Roman" panose="02020603050405020304" pitchFamily="18" charset="0"/>
                <a:cs typeface="Times New Roman" panose="02020603050405020304" pitchFamily="18" charset="0"/>
              </a:rPr>
              <a:t>Introduction</a:t>
            </a:r>
            <a:endParaRPr lang="en-US" sz="3300" b="1" dirty="0">
              <a:solidFill>
                <a:srgbClr val="C00000"/>
              </a:solidFill>
              <a:latin typeface="Times New Roman" panose="02020603050405020304" pitchFamily="18" charset="0"/>
              <a:cs typeface="Times New Roman" panose="02020603050405020304" pitchFamily="18" charset="0"/>
            </a:endParaRPr>
          </a:p>
        </p:txBody>
      </p:sp>
      <p:sp>
        <p:nvSpPr>
          <p:cNvPr id="10" name="Date Placeholder 9"/>
          <p:cNvSpPr>
            <a:spLocks noGrp="1"/>
          </p:cNvSpPr>
          <p:nvPr>
            <p:ph type="dt" sz="half" idx="10"/>
          </p:nvPr>
        </p:nvSpPr>
        <p:spPr/>
        <p:txBody>
          <a:bodyPr/>
          <a:lstStyle/>
          <a:p>
            <a:fld id="{CE3EB930-5C9E-40EA-934B-7FCB33AEC890}" type="datetime1">
              <a:rPr lang="en-US" smtClean="0"/>
              <a:t>12/16/2024</a:t>
            </a:fld>
            <a:endParaRPr lang="en-US" dirty="0"/>
          </a:p>
        </p:txBody>
      </p:sp>
      <p:sp>
        <p:nvSpPr>
          <p:cNvPr id="11" name="Footer Placeholder 10"/>
          <p:cNvSpPr>
            <a:spLocks noGrp="1"/>
          </p:cNvSpPr>
          <p:nvPr>
            <p:ph type="ftr" sz="quarter" idx="11"/>
          </p:nvPr>
        </p:nvSpPr>
        <p:spPr>
          <a:xfrm>
            <a:off x="3948545" y="6231225"/>
            <a:ext cx="4114800" cy="365125"/>
          </a:xfrm>
        </p:spPr>
        <p:txBody>
          <a:bodyPr/>
          <a:lstStyle/>
          <a:p>
            <a:r>
              <a:rPr lang="en-US" dirty="0"/>
              <a:t>Dr. Heena Sharma, Asst. Prof., CSE, Chandigarh University</a:t>
            </a:r>
          </a:p>
        </p:txBody>
      </p:sp>
      <p:sp>
        <p:nvSpPr>
          <p:cNvPr id="12" name="Slide Number Placeholder 11"/>
          <p:cNvSpPr>
            <a:spLocks noGrp="1"/>
          </p:cNvSpPr>
          <p:nvPr>
            <p:ph type="sldNum" sz="quarter" idx="12"/>
          </p:nvPr>
        </p:nvSpPr>
        <p:spPr/>
        <p:txBody>
          <a:bodyPr/>
          <a:lstStyle/>
          <a:p>
            <a:fld id="{EBFB1032-EA64-7144-B003-9BCC9D94B503}" type="slidenum">
              <a:rPr lang="en-US" smtClean="0"/>
              <a:t>4</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13" name="Picture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14" name="Picture 13"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3717730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Measure of Central Tendency</a:t>
            </a: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838200" y="1627638"/>
            <a:ext cx="10515600" cy="4351338"/>
          </a:xfrm>
        </p:spPr>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The value or the figure which represents the whole series is neither the lowest value in the series nor the highest it lies somewhere between these two extremes.</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The average represents all the measurements made on a group, and gives a concise description of the group as a whole.</a:t>
            </a:r>
          </a:p>
          <a:p>
            <a:pPr marL="457200" indent="-457200">
              <a:lnSpc>
                <a:spcPct val="150000"/>
              </a:lnSpc>
              <a:buFont typeface="+mj-lt"/>
              <a:buAutoNum type="arabicPeriod"/>
            </a:pPr>
            <a:r>
              <a:rPr lang="en-US" sz="2400" dirty="0">
                <a:latin typeface="Times New Roman" panose="02020603050405020304" pitchFamily="18" charset="0"/>
                <a:cs typeface="Times New Roman" panose="02020603050405020304" pitchFamily="18" charset="0"/>
              </a:rPr>
              <a:t>When two are more groups are measured, the central tendency provides the basis of comparison between them.</a:t>
            </a:r>
          </a:p>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8547411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C00000"/>
                </a:solidFill>
                <a:latin typeface="Times New Roman" panose="02020603050405020304" pitchFamily="18" charset="0"/>
                <a:cs typeface="Times New Roman" panose="02020603050405020304" pitchFamily="18" charset="0"/>
              </a:rPr>
              <a:t>Definition</a:t>
            </a: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838200" y="1627638"/>
            <a:ext cx="10515600" cy="4351338"/>
          </a:xfrm>
        </p:spPr>
        <p:txBody>
          <a:bodyPr>
            <a:noAutofit/>
          </a:bodyPr>
          <a:lstStyle/>
          <a:p>
            <a:pPr marL="0" indent="0" algn="just">
              <a:lnSpc>
                <a:spcPct val="250000"/>
              </a:lnSpc>
              <a:buNone/>
            </a:pPr>
            <a:r>
              <a:rPr lang="en-US" sz="2400" b="1" dirty="0">
                <a:latin typeface="Times New Roman" panose="02020603050405020304" pitchFamily="18" charset="0"/>
                <a:cs typeface="Times New Roman" panose="02020603050405020304" pitchFamily="18" charset="0"/>
              </a:rPr>
              <a:t>Simpson and Kafka defined it as “</a:t>
            </a:r>
            <a:r>
              <a:rPr lang="en-US" sz="2400" dirty="0">
                <a:latin typeface="Times New Roman" panose="02020603050405020304" pitchFamily="18" charset="0"/>
                <a:cs typeface="Times New Roman" panose="02020603050405020304" pitchFamily="18" charset="0"/>
              </a:rPr>
              <a:t>A measure of central tendency is a typical value around which other figures congregate</a:t>
            </a:r>
            <a:r>
              <a:rPr lang="en-US" sz="2400" b="1" dirty="0">
                <a:latin typeface="Times New Roman" panose="02020603050405020304" pitchFamily="18" charset="0"/>
                <a:cs typeface="Times New Roman" panose="02020603050405020304" pitchFamily="18" charset="0"/>
              </a:rPr>
              <a:t>”.</a:t>
            </a:r>
          </a:p>
          <a:p>
            <a:pPr marL="0" indent="0" algn="just">
              <a:lnSpc>
                <a:spcPct val="250000"/>
              </a:lnSpc>
              <a:buNone/>
            </a:pPr>
            <a:r>
              <a:rPr lang="en-US" sz="2400" b="1" dirty="0">
                <a:latin typeface="Times New Roman" panose="02020603050405020304" pitchFamily="18" charset="0"/>
                <a:cs typeface="Times New Roman" panose="02020603050405020304" pitchFamily="18" charset="0"/>
              </a:rPr>
              <a:t>Waugh </a:t>
            </a:r>
            <a:r>
              <a:rPr lang="en-US" sz="2400" dirty="0">
                <a:latin typeface="Times New Roman" panose="02020603050405020304" pitchFamily="18" charset="0"/>
                <a:cs typeface="Times New Roman" panose="02020603050405020304" pitchFamily="18" charset="0"/>
              </a:rPr>
              <a:t>has expressed “An average stand for the whole group of which it forms a part yet represents the whole”</a:t>
            </a:r>
            <a:endParaRPr lang="en-US" sz="2400" b="1" dirty="0">
              <a:latin typeface="Times New Roman" panose="02020603050405020304" pitchFamily="18" charset="0"/>
              <a:cs typeface="Times New Roman" panose="02020603050405020304" pitchFamily="18" charset="0"/>
            </a:endParaRPr>
          </a:p>
          <a:p>
            <a:pPr marL="0" indent="0">
              <a:lnSpc>
                <a:spcPct val="150000"/>
              </a:lnSpc>
              <a:buNone/>
            </a:pPr>
            <a:r>
              <a:rPr lang="en-US" sz="2400" dirty="0">
                <a:latin typeface="Times New Roman" panose="02020603050405020304" pitchFamily="18" charset="0"/>
                <a:cs typeface="Times New Roman" panose="02020603050405020304" pitchFamily="18" charset="0"/>
              </a:rPr>
              <a:t> </a:t>
            </a:r>
          </a:p>
          <a:p>
            <a:pPr>
              <a:lnSpc>
                <a:spcPct val="150000"/>
              </a:lnSpc>
            </a:pPr>
            <a:endParaRPr lang="en-US" sz="24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3267082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Arithmetic Mean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838200" y="1465406"/>
                <a:ext cx="10515600" cy="4711557"/>
              </a:xfrm>
            </p:spPr>
            <p:txBody>
              <a:bodyPr>
                <a:normAutofit fontScale="85000" lnSpcReduction="10000"/>
              </a:bodyPr>
              <a:lstStyle/>
              <a:p>
                <a:pPr marL="0" indent="0" algn="just">
                  <a:lnSpc>
                    <a:spcPct val="200000"/>
                  </a:lnSpc>
                  <a:buNone/>
                </a:pPr>
                <a:r>
                  <a:rPr lang="en-US" sz="2800" b="1" dirty="0">
                    <a:latin typeface="Times New Roman" panose="02020603050405020304" pitchFamily="18" charset="0"/>
                    <a:cs typeface="Times New Roman" panose="02020603050405020304" pitchFamily="18" charset="0"/>
                  </a:rPr>
                  <a:t>It </a:t>
                </a:r>
                <a:r>
                  <a:rPr lang="en-US" sz="2800" dirty="0">
                    <a:latin typeface="Times New Roman" panose="02020603050405020304" pitchFamily="18" charset="0"/>
                    <a:cs typeface="Times New Roman" panose="02020603050405020304" pitchFamily="18" charset="0"/>
                  </a:rPr>
                  <a:t>is a mathematical average and it is the most popular measures of central tendency. It is frequently referred to as ‘Mean’ it is obtained by dividing sum of the values of all observations in a series </a:t>
                </a:r>
                <a14:m>
                  <m:oMath xmlns:m="http://schemas.openxmlformats.org/officeDocument/2006/math">
                    <m:d>
                      <m:dPr>
                        <m:ctrlPr>
                          <a:rPr lang="en-US" sz="2800" i="1" dirty="0" smtClean="0">
                            <a:latin typeface="Cambria Math" panose="02040503050406030204" pitchFamily="18" charset="0"/>
                            <a:cs typeface="Times New Roman" panose="02020603050405020304" pitchFamily="18" charset="0"/>
                          </a:rPr>
                        </m:ctrlPr>
                      </m:dPr>
                      <m:e>
                        <m:r>
                          <a:rPr lang="en-US" sz="2800" i="1" dirty="0" smtClean="0">
                            <a:latin typeface="Cambria Math" panose="02040503050406030204" pitchFamily="18" charset="0"/>
                            <a:cs typeface="Times New Roman" panose="02020603050405020304" pitchFamily="18" charset="0"/>
                          </a:rPr>
                          <m:t>∑</m:t>
                        </m:r>
                        <m:r>
                          <a:rPr lang="en-US" sz="2800" i="1" dirty="0" smtClean="0">
                            <a:latin typeface="Cambria Math" panose="02040503050406030204" pitchFamily="18" charset="0"/>
                            <a:cs typeface="Times New Roman" panose="02020603050405020304" pitchFamily="18" charset="0"/>
                          </a:rPr>
                          <m:t>𝑋</m:t>
                        </m:r>
                      </m:e>
                    </m:d>
                  </m:oMath>
                </a14:m>
                <a:r>
                  <a:rPr lang="en-US" sz="2800" dirty="0">
                    <a:latin typeface="Times New Roman" panose="02020603050405020304" pitchFamily="18" charset="0"/>
                    <a:cs typeface="Times New Roman" panose="02020603050405020304" pitchFamily="18" charset="0"/>
                  </a:rPr>
                  <a:t> by the number of items (N) constituting the series.</a:t>
                </a:r>
              </a:p>
              <a:p>
                <a:pPr marL="0" indent="0" algn="just">
                  <a:lnSpc>
                    <a:spcPct val="200000"/>
                  </a:lnSpc>
                  <a:buNone/>
                </a:pPr>
                <a:r>
                  <a:rPr lang="en-US" sz="2800" dirty="0">
                    <a:latin typeface="Times New Roman" panose="02020603050405020304" pitchFamily="18" charset="0"/>
                    <a:cs typeface="Times New Roman" panose="02020603050405020304" pitchFamily="18" charset="0"/>
                  </a:rPr>
                  <a:t>Thus, mean of a set of numbers X1, X2, X3, …, </a:t>
                </a:r>
                <a:r>
                  <a:rPr lang="en-US" sz="2800" dirty="0" err="1">
                    <a:latin typeface="Times New Roman" panose="02020603050405020304" pitchFamily="18" charset="0"/>
                    <a:cs typeface="Times New Roman" panose="02020603050405020304" pitchFamily="18" charset="0"/>
                  </a:rPr>
                  <a:t>Xn</a:t>
                </a:r>
                <a:r>
                  <a:rPr lang="en-US" sz="2800" dirty="0">
                    <a:latin typeface="Times New Roman" panose="02020603050405020304" pitchFamily="18" charset="0"/>
                    <a:cs typeface="Times New Roman" panose="02020603050405020304" pitchFamily="18" charset="0"/>
                  </a:rPr>
                  <a:t> denoted bye </a:t>
                </a:r>
                <a14:m>
                  <m:oMath xmlns:m="http://schemas.openxmlformats.org/officeDocument/2006/math">
                    <m:acc>
                      <m:accPr>
                        <m:chr m:val="̅"/>
                        <m:ctrlPr>
                          <a:rPr lang="en-US" sz="2800" b="1" i="1" dirty="0" smtClean="0">
                            <a:latin typeface="Cambria Math" panose="02040503050406030204" pitchFamily="18" charset="0"/>
                            <a:cs typeface="Times New Roman" panose="02020603050405020304" pitchFamily="18" charset="0"/>
                          </a:rPr>
                        </m:ctrlPr>
                      </m:accPr>
                      <m:e>
                        <m:r>
                          <a:rPr lang="en-IN" sz="2800" b="1" i="1" dirty="0" smtClean="0">
                            <a:latin typeface="Cambria Math" panose="02040503050406030204" pitchFamily="18" charset="0"/>
                            <a:cs typeface="Times New Roman" panose="02020603050405020304" pitchFamily="18" charset="0"/>
                          </a:rPr>
                          <m:t>𝒙</m:t>
                        </m:r>
                      </m:e>
                    </m:acc>
                    <m:r>
                      <a:rPr lang="en-US" sz="2800" i="1" dirty="0" smtClean="0">
                        <a:latin typeface="Cambria Math" panose="02040503050406030204" pitchFamily="18" charset="0"/>
                        <a:cs typeface="Times New Roman" panose="02020603050405020304" pitchFamily="18" charset="0"/>
                      </a:rPr>
                      <m:t> </m:t>
                    </m:r>
                  </m:oMath>
                </a14:m>
                <a:r>
                  <a:rPr lang="en-US" sz="2800" dirty="0">
                    <a:latin typeface="Times New Roman" panose="02020603050405020304" pitchFamily="18" charset="0"/>
                    <a:cs typeface="Times New Roman" panose="02020603050405020304" pitchFamily="18" charset="0"/>
                  </a:rPr>
                  <a:t>and is defined as </a:t>
                </a:r>
              </a:p>
              <a:p>
                <a:pPr marL="0" indent="0" algn="just">
                  <a:lnSpc>
                    <a:spcPct val="200000"/>
                  </a:lnSpc>
                  <a:buNone/>
                </a:pPr>
                <a14:m>
                  <m:oMathPara xmlns:m="http://schemas.openxmlformats.org/officeDocument/2006/math">
                    <m:oMathParaPr>
                      <m:jc m:val="centerGroup"/>
                    </m:oMathParaPr>
                    <m:oMath xmlns:m="http://schemas.openxmlformats.org/officeDocument/2006/math">
                      <m:r>
                        <a:rPr lang="en-IN" sz="2800" b="0" i="1" smtClean="0">
                          <a:latin typeface="Cambria Math" panose="02040503050406030204" pitchFamily="18" charset="0"/>
                          <a:cs typeface="Times New Roman" panose="02020603050405020304" pitchFamily="18" charset="0"/>
                        </a:rPr>
                        <m:t>𝑀𝑒𝑎𝑛</m:t>
                      </m:r>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𝑠𝑢𝑚</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𝑜𝑓</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𝑡h𝑒</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𝑖𝑡𝑒𝑚𝑠</m:t>
                          </m:r>
                        </m:num>
                        <m:den>
                          <m:r>
                            <a:rPr lang="en-IN" sz="2800" b="0" i="1" smtClean="0">
                              <a:latin typeface="Cambria Math" panose="02040503050406030204" pitchFamily="18" charset="0"/>
                              <a:cs typeface="Times New Roman" panose="02020603050405020304" pitchFamily="18" charset="0"/>
                            </a:rPr>
                            <m:t>𝑁𝑢𝑚𝑏𝑒𝑟</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𝑜𝑓</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𝑡h𝑒</m:t>
                          </m:r>
                          <m:r>
                            <a:rPr lang="en-IN" sz="2800" b="0" i="1" smtClean="0">
                              <a:latin typeface="Cambria Math" panose="02040503050406030204" pitchFamily="18" charset="0"/>
                              <a:cs typeface="Times New Roman" panose="02020603050405020304" pitchFamily="18" charset="0"/>
                            </a:rPr>
                            <m:t> </m:t>
                          </m:r>
                          <m:r>
                            <a:rPr lang="en-IN" sz="2800" b="0" i="1" smtClean="0">
                              <a:latin typeface="Cambria Math" panose="02040503050406030204" pitchFamily="18" charset="0"/>
                              <a:cs typeface="Times New Roman" panose="02020603050405020304" pitchFamily="18" charset="0"/>
                            </a:rPr>
                            <m:t>𝑖𝑡𝑒𝑚𝑠</m:t>
                          </m:r>
                        </m:den>
                      </m:f>
                      <m:r>
                        <a:rPr lang="en-IN" sz="2800" b="0" i="1" smtClean="0">
                          <a:latin typeface="Cambria Math" panose="02040503050406030204" pitchFamily="18" charset="0"/>
                          <a:cs typeface="Times New Roman" panose="02020603050405020304" pitchFamily="18" charset="0"/>
                        </a:rPr>
                        <m:t>=</m:t>
                      </m:r>
                      <m:f>
                        <m:fPr>
                          <m:ctrlPr>
                            <a:rPr lang="en-IN" sz="2800" b="0" i="1" smtClean="0">
                              <a:latin typeface="Cambria Math" panose="02040503050406030204" pitchFamily="18" charset="0"/>
                              <a:cs typeface="Times New Roman" panose="02020603050405020304" pitchFamily="18" charset="0"/>
                            </a:rPr>
                          </m:ctrlPr>
                        </m:fPr>
                        <m:num>
                          <m:r>
                            <a:rPr lang="en-IN" sz="2800" b="0" i="1" smtClean="0">
                              <a:latin typeface="Cambria Math" panose="02040503050406030204" pitchFamily="18" charset="0"/>
                              <a:cs typeface="Times New Roman" panose="02020603050405020304" pitchFamily="18" charset="0"/>
                            </a:rPr>
                            <m:t>∑</m:t>
                          </m:r>
                          <m:r>
                            <a:rPr lang="en-IN" sz="2800" b="0" i="1" smtClean="0">
                              <a:latin typeface="Cambria Math" panose="02040503050406030204" pitchFamily="18" charset="0"/>
                              <a:cs typeface="Times New Roman" panose="02020603050405020304" pitchFamily="18" charset="0"/>
                            </a:rPr>
                            <m:t>𝑋</m:t>
                          </m:r>
                        </m:num>
                        <m:den>
                          <m:r>
                            <a:rPr lang="en-IN" sz="2800" b="0" i="1" smtClean="0">
                              <a:latin typeface="Cambria Math" panose="02040503050406030204" pitchFamily="18" charset="0"/>
                              <a:cs typeface="Times New Roman" panose="02020603050405020304" pitchFamily="18" charset="0"/>
                            </a:rPr>
                            <m:t>𝑁</m:t>
                          </m:r>
                        </m:den>
                      </m:f>
                    </m:oMath>
                  </m:oMathPara>
                </a14:m>
                <a:endParaRPr lang="en-IN" dirty="0"/>
              </a:p>
            </p:txBody>
          </p:sp>
        </mc:Choice>
        <mc:Fallback>
          <p:sp>
            <p:nvSpPr>
              <p:cNvPr id="12" name="Content Placeholder 11">
                <a:extLst>
                  <a:ext uri="{FF2B5EF4-FFF2-40B4-BE49-F238E27FC236}">
                    <a16:creationId xmlns:a16="http://schemas.microsoft.com/office/drawing/2014/main" id="{A0DB3F44-6AE8-E224-D613-DC4C3F479347}"/>
                  </a:ext>
                </a:extLst>
              </p:cNvPr>
              <p:cNvSpPr>
                <a:spLocks noGrp="1" noRot="1" noChangeAspect="1" noMove="1" noResize="1" noEditPoints="1" noAdjustHandles="1" noChangeArrowheads="1" noChangeShapeType="1" noTextEdit="1"/>
              </p:cNvSpPr>
              <p:nvPr>
                <p:ph idx="1"/>
              </p:nvPr>
            </p:nvSpPr>
            <p:spPr>
              <a:xfrm>
                <a:off x="838200" y="1465406"/>
                <a:ext cx="10515600" cy="4711557"/>
              </a:xfrm>
              <a:blipFill>
                <a:blip r:embed="rId5"/>
                <a:stretch>
                  <a:fillRect l="-928" r="-870"/>
                </a:stretch>
              </a:blipFill>
            </p:spPr>
            <p:txBody>
              <a:bodyPr/>
              <a:lstStyle/>
              <a:p>
                <a:r>
                  <a:rPr lang="en-IN">
                    <a:noFill/>
                  </a:rPr>
                  <a:t> </a:t>
                </a:r>
              </a:p>
            </p:txBody>
          </p:sp>
        </mc:Fallback>
      </mc:AlternateContent>
    </p:spTree>
    <p:extLst>
      <p:ext uri="{BB962C8B-B14F-4D97-AF65-F5344CB8AC3E}">
        <p14:creationId xmlns:p14="http://schemas.microsoft.com/office/powerpoint/2010/main" val="2398121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Arithmetic Mean Calculated Methods: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838200" y="1716122"/>
                <a:ext cx="10515600" cy="4711557"/>
              </a:xfrm>
            </p:spPr>
            <p:txBody>
              <a:bodyPr>
                <a:normAutofit/>
              </a:bodyPr>
              <a:lstStyle/>
              <a:p>
                <a:pPr algn="just">
                  <a:lnSpc>
                    <a:spcPct val="100000"/>
                  </a:lnSpc>
                </a:pPr>
                <a:r>
                  <a:rPr lang="en-IN" sz="2400" b="0" dirty="0">
                    <a:latin typeface="Times New Roman" panose="02020603050405020304" pitchFamily="18" charset="0"/>
                    <a:cs typeface="Times New Roman" panose="02020603050405020304" pitchFamily="18" charset="0"/>
                  </a:rPr>
                  <a:t>Direct Method:</a:t>
                </a:r>
                <a14:m>
                  <m:oMath xmlns:m="http://schemas.openxmlformats.org/officeDocument/2006/math">
                    <m:r>
                      <a:rPr lang="en-IN" sz="2400" b="0" i="0" smtClean="0">
                        <a:latin typeface="Cambria Math" panose="02040503050406030204" pitchFamily="18" charset="0"/>
                        <a:cs typeface="Times New Roman" panose="02020603050405020304" pitchFamily="18" charset="0"/>
                      </a:rPr>
                      <m:t> </m:t>
                    </m:r>
                  </m:oMath>
                </a14:m>
                <a:endParaRPr lang="en-IN" sz="2400" b="0" i="0" dirty="0">
                  <a:latin typeface="Times New Roman" panose="02020603050405020304" pitchFamily="18" charset="0"/>
                  <a:cs typeface="Times New Roman" panose="02020603050405020304" pitchFamily="18" charset="0"/>
                </a:endParaRPr>
              </a:p>
              <a:p>
                <a:pPr marL="0" indent="0" algn="just">
                  <a:lnSpc>
                    <a:spcPct val="100000"/>
                  </a:lnSpc>
                  <a:buNone/>
                </a:pPr>
                <a14:m>
                  <m:oMathPara xmlns:m="http://schemas.openxmlformats.org/officeDocument/2006/math">
                    <m:oMathParaPr>
                      <m:jc m:val="centerGroup"/>
                    </m:oMathParaPr>
                    <m:oMath xmlns:m="http://schemas.openxmlformats.org/officeDocument/2006/math">
                      <m:acc>
                        <m:accPr>
                          <m:chr m:val="̅"/>
                          <m:ctrlPr>
                            <a:rPr lang="en-IN" sz="2400" b="0" i="1" smtClean="0">
                              <a:latin typeface="Cambria Math" panose="02040503050406030204" pitchFamily="18" charset="0"/>
                              <a:cs typeface="Times New Roman" panose="02020603050405020304" pitchFamily="18" charset="0"/>
                            </a:rPr>
                          </m:ctrlPr>
                        </m:accPr>
                        <m:e>
                          <m:r>
                            <a:rPr lang="en-IN" sz="2400" b="0" i="1" smtClean="0">
                              <a:latin typeface="Cambria Math" panose="02040503050406030204" pitchFamily="18" charset="0"/>
                              <a:cs typeface="Times New Roman" panose="02020603050405020304" pitchFamily="18" charset="0"/>
                            </a:rPr>
                            <m:t>𝑋</m:t>
                          </m:r>
                        </m:e>
                      </m:acc>
                      <m:r>
                        <a:rPr lang="en-IN" sz="2400" b="0" i="1" smtClean="0">
                          <a:latin typeface="Cambria Math" panose="02040503050406030204" pitchFamily="18" charset="0"/>
                          <a:cs typeface="Times New Roman" panose="02020603050405020304" pitchFamily="18" charset="0"/>
                        </a:rPr>
                        <m:t>=</m:t>
                      </m:r>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𝑓𝑥</m:t>
                          </m:r>
                        </m:num>
                        <m:den>
                          <m:r>
                            <a:rPr lang="en-IN" sz="2400" b="0" i="1" smtClean="0">
                              <a:latin typeface="Cambria Math" panose="02040503050406030204" pitchFamily="18" charset="0"/>
                              <a:cs typeface="Times New Roman" panose="02020603050405020304" pitchFamily="18" charset="0"/>
                            </a:rPr>
                            <m:t>𝑁</m:t>
                          </m:r>
                        </m:den>
                      </m:f>
                    </m:oMath>
                  </m:oMathPara>
                </a14:m>
                <a:endParaRPr lang="en-IN" sz="2400" dirty="0">
                  <a:latin typeface="Times New Roman" panose="02020603050405020304" pitchFamily="18" charset="0"/>
                  <a:cs typeface="Times New Roman" panose="02020603050405020304" pitchFamily="18" charset="0"/>
                </a:endParaRPr>
              </a:p>
              <a:p>
                <a:pPr algn="just">
                  <a:lnSpc>
                    <a:spcPct val="100000"/>
                  </a:lnSpc>
                </a:pPr>
                <a:r>
                  <a:rPr lang="en-IN" sz="2400" dirty="0">
                    <a:latin typeface="Times New Roman" panose="02020603050405020304" pitchFamily="18" charset="0"/>
                    <a:cs typeface="Times New Roman" panose="02020603050405020304" pitchFamily="18" charset="0"/>
                  </a:rPr>
                  <a:t>Short cut Method: </a:t>
                </a:r>
              </a:p>
              <a:p>
                <a:pPr marL="0" indent="0" algn="just">
                  <a:lnSpc>
                    <a:spcPct val="100000"/>
                  </a:lnSpc>
                  <a:buNone/>
                </a:pPr>
                <a14:m>
                  <m:oMathPara xmlns:m="http://schemas.openxmlformats.org/officeDocument/2006/math">
                    <m:oMathParaPr>
                      <m:jc m:val="centerGroup"/>
                    </m:oMathParaPr>
                    <m:oMath xmlns:m="http://schemas.openxmlformats.org/officeDocument/2006/math">
                      <m:acc>
                        <m:accPr>
                          <m:chr m:val="̅"/>
                          <m:ctrlPr>
                            <a:rPr lang="en-IN" sz="2400" b="0" i="1" smtClean="0">
                              <a:latin typeface="Cambria Math" panose="02040503050406030204" pitchFamily="18" charset="0"/>
                              <a:cs typeface="Times New Roman" panose="02020603050405020304" pitchFamily="18" charset="0"/>
                            </a:rPr>
                          </m:ctrlPr>
                        </m:accPr>
                        <m:e>
                          <m:r>
                            <a:rPr lang="en-IN" sz="2400" b="0" i="1" smtClean="0">
                              <a:latin typeface="Cambria Math" panose="02040503050406030204" pitchFamily="18" charset="0"/>
                              <a:cs typeface="Times New Roman" panose="02020603050405020304" pitchFamily="18" charset="0"/>
                            </a:rPr>
                            <m:t>𝑋</m:t>
                          </m:r>
                        </m:e>
                      </m:acc>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𝐴</m:t>
                      </m:r>
                      <m:r>
                        <a:rPr lang="en-IN" sz="2400" b="0" i="1" smtClean="0">
                          <a:latin typeface="Cambria Math" panose="02040503050406030204" pitchFamily="18" charset="0"/>
                          <a:cs typeface="Times New Roman" panose="02020603050405020304" pitchFamily="18" charset="0"/>
                        </a:rPr>
                        <m:t>+</m:t>
                      </m:r>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𝑓𝑑</m:t>
                          </m:r>
                        </m:num>
                        <m:den>
                          <m:r>
                            <a:rPr lang="en-IN" sz="2400" b="0" i="1" smtClean="0">
                              <a:latin typeface="Cambria Math" panose="02040503050406030204" pitchFamily="18" charset="0"/>
                              <a:cs typeface="Times New Roman" panose="02020603050405020304" pitchFamily="18" charset="0"/>
                            </a:rPr>
                            <m:t>𝑁</m:t>
                          </m:r>
                        </m:den>
                      </m:f>
                    </m:oMath>
                  </m:oMathPara>
                </a14:m>
                <a:endParaRPr lang="en-IN" sz="2400" dirty="0">
                  <a:latin typeface="Times New Roman" panose="02020603050405020304" pitchFamily="18" charset="0"/>
                  <a:cs typeface="Times New Roman" panose="02020603050405020304" pitchFamily="18" charset="0"/>
                </a:endParaRPr>
              </a:p>
              <a:p>
                <a:pPr algn="just">
                  <a:lnSpc>
                    <a:spcPct val="100000"/>
                  </a:lnSpc>
                </a:pPr>
                <a:r>
                  <a:rPr lang="en-IN" sz="2400" dirty="0">
                    <a:latin typeface="Times New Roman" panose="02020603050405020304" pitchFamily="18" charset="0"/>
                    <a:cs typeface="Times New Roman" panose="02020603050405020304" pitchFamily="18" charset="0"/>
                  </a:rPr>
                  <a:t>Step deviation Method:</a:t>
                </a:r>
              </a:p>
              <a:p>
                <a:pPr marL="0" indent="0" algn="just">
                  <a:lnSpc>
                    <a:spcPct val="100000"/>
                  </a:lnSpc>
                  <a:buNone/>
                </a:pPr>
                <a14:m>
                  <m:oMathPara xmlns:m="http://schemas.openxmlformats.org/officeDocument/2006/math">
                    <m:oMathParaPr>
                      <m:jc m:val="centerGroup"/>
                    </m:oMathParaPr>
                    <m:oMath xmlns:m="http://schemas.openxmlformats.org/officeDocument/2006/math">
                      <m:acc>
                        <m:accPr>
                          <m:chr m:val="̅"/>
                          <m:ctrlPr>
                            <a:rPr lang="en-IN" sz="2400" b="0" i="1" smtClean="0">
                              <a:latin typeface="Cambria Math" panose="02040503050406030204" pitchFamily="18" charset="0"/>
                              <a:cs typeface="Times New Roman" panose="02020603050405020304" pitchFamily="18" charset="0"/>
                            </a:rPr>
                          </m:ctrlPr>
                        </m:accPr>
                        <m:e>
                          <m:r>
                            <a:rPr lang="en-IN" sz="2400" b="0" i="1" smtClean="0">
                              <a:latin typeface="Cambria Math" panose="02040503050406030204" pitchFamily="18" charset="0"/>
                              <a:cs typeface="Times New Roman" panose="02020603050405020304" pitchFamily="18" charset="0"/>
                            </a:rPr>
                            <m:t>𝑋</m:t>
                          </m:r>
                        </m:e>
                      </m:acc>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𝐴</m:t>
                      </m:r>
                      <m:r>
                        <a:rPr lang="en-IN" sz="2400" b="0" i="1" smtClean="0">
                          <a:latin typeface="Cambria Math" panose="02040503050406030204" pitchFamily="18" charset="0"/>
                          <a:cs typeface="Times New Roman" panose="02020603050405020304" pitchFamily="18" charset="0"/>
                        </a:rPr>
                        <m:t>+</m:t>
                      </m:r>
                      <m:f>
                        <m:fPr>
                          <m:ctrlPr>
                            <a:rPr lang="en-IN" sz="2400" b="0" i="1" smtClean="0">
                              <a:latin typeface="Cambria Math" panose="02040503050406030204" pitchFamily="18" charset="0"/>
                              <a:cs typeface="Times New Roman" panose="02020603050405020304" pitchFamily="18" charset="0"/>
                            </a:rPr>
                          </m:ctrlPr>
                        </m:fPr>
                        <m:num>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𝑓𝑑</m:t>
                          </m:r>
                        </m:num>
                        <m:den>
                          <m:r>
                            <a:rPr lang="en-IN" sz="2400" b="0" i="1" smtClean="0">
                              <a:latin typeface="Cambria Math" panose="02040503050406030204" pitchFamily="18" charset="0"/>
                              <a:cs typeface="Times New Roman" panose="02020603050405020304" pitchFamily="18" charset="0"/>
                            </a:rPr>
                            <m:t>𝑁</m:t>
                          </m:r>
                        </m:den>
                      </m:f>
                      <m:r>
                        <a:rPr lang="en-IN" sz="2400" b="0" i="1" smtClean="0">
                          <a:latin typeface="Cambria Math" panose="02040503050406030204" pitchFamily="18" charset="0"/>
                          <a:cs typeface="Times New Roman" panose="02020603050405020304" pitchFamily="18" charset="0"/>
                        </a:rPr>
                        <m:t>×</m:t>
                      </m:r>
                      <m:r>
                        <a:rPr lang="en-IN" sz="2400" b="0" i="1" smtClean="0">
                          <a:latin typeface="Cambria Math" panose="02040503050406030204" pitchFamily="18" charset="0"/>
                          <a:cs typeface="Times New Roman" panose="02020603050405020304" pitchFamily="18" charset="0"/>
                        </a:rPr>
                        <m:t>𝑖</m:t>
                      </m:r>
                    </m:oMath>
                  </m:oMathPara>
                </a14:m>
                <a:endParaRPr lang="en-IN" sz="2400" dirty="0">
                  <a:latin typeface="Times New Roman" panose="02020603050405020304" pitchFamily="18" charset="0"/>
                  <a:cs typeface="Times New Roman" panose="02020603050405020304" pitchFamily="18" charset="0"/>
                </a:endParaRPr>
              </a:p>
              <a:p>
                <a:pPr marL="0" indent="0" algn="just">
                  <a:lnSpc>
                    <a:spcPct val="100000"/>
                  </a:lnSpc>
                  <a:buNone/>
                </a:pPr>
                <a:endParaRPr lang="en-IN" dirty="0"/>
              </a:p>
            </p:txBody>
          </p:sp>
        </mc:Choice>
        <mc:Fallback>
          <p:sp>
            <p:nvSpPr>
              <p:cNvPr id="12" name="Content Placeholder 11">
                <a:extLst>
                  <a:ext uri="{FF2B5EF4-FFF2-40B4-BE49-F238E27FC236}">
                    <a16:creationId xmlns:a16="http://schemas.microsoft.com/office/drawing/2014/main" id="{A0DB3F44-6AE8-E224-D613-DC4C3F479347}"/>
                  </a:ext>
                </a:extLst>
              </p:cNvPr>
              <p:cNvSpPr>
                <a:spLocks noGrp="1" noRot="1" noChangeAspect="1" noMove="1" noResize="1" noEditPoints="1" noAdjustHandles="1" noChangeArrowheads="1" noChangeShapeType="1" noTextEdit="1"/>
              </p:cNvSpPr>
              <p:nvPr>
                <p:ph idx="1"/>
              </p:nvPr>
            </p:nvSpPr>
            <p:spPr>
              <a:xfrm>
                <a:off x="838200" y="1716122"/>
                <a:ext cx="10515600" cy="4711557"/>
              </a:xfrm>
              <a:blipFill>
                <a:blip r:embed="rId5"/>
                <a:stretch>
                  <a:fillRect l="-812" t="-1036"/>
                </a:stretch>
              </a:blipFill>
            </p:spPr>
            <p:txBody>
              <a:bodyPr/>
              <a:lstStyle/>
              <a:p>
                <a:r>
                  <a:rPr lang="en-IN">
                    <a:noFill/>
                  </a:rPr>
                  <a:t> </a:t>
                </a:r>
              </a:p>
            </p:txBody>
          </p:sp>
        </mc:Fallback>
      </mc:AlternateContent>
    </p:spTree>
    <p:extLst>
      <p:ext uri="{BB962C8B-B14F-4D97-AF65-F5344CB8AC3E}">
        <p14:creationId xmlns:p14="http://schemas.microsoft.com/office/powerpoint/2010/main" val="31040983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785021" y="346315"/>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Example:</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2" name="Content Placeholder 11">
                <a:extLst>
                  <a:ext uri="{FF2B5EF4-FFF2-40B4-BE49-F238E27FC236}">
                    <a16:creationId xmlns:a16="http://schemas.microsoft.com/office/drawing/2014/main" id="{A0DB3F44-6AE8-E224-D613-DC4C3F479347}"/>
                  </a:ext>
                </a:extLst>
              </p:cNvPr>
              <p:cNvSpPr>
                <a:spLocks noGrp="1"/>
              </p:cNvSpPr>
              <p:nvPr>
                <p:ph idx="1"/>
              </p:nvPr>
            </p:nvSpPr>
            <p:spPr>
              <a:xfrm>
                <a:off x="838200" y="1716122"/>
                <a:ext cx="10515600" cy="4711557"/>
              </a:xfrm>
            </p:spPr>
            <p:txBody>
              <a:bodyPr>
                <a:normAutofit lnSpcReduction="10000"/>
              </a:bodyPr>
              <a:lstStyle/>
              <a:p>
                <a:pPr marL="0" indent="0" algn="just">
                  <a:lnSpc>
                    <a:spcPct val="150000"/>
                  </a:lnSpc>
                  <a:buNone/>
                </a:pPr>
                <a:r>
                  <a:rPr lang="en-US" altLang="en-US" sz="3200" dirty="0">
                    <a:latin typeface="Times New Roman" panose="02020603050405020304" pitchFamily="18" charset="0"/>
                    <a:cs typeface="Times New Roman" panose="02020603050405020304" pitchFamily="18" charset="0"/>
                  </a:rPr>
                  <a:t>Calculate the mean of the following data:</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1, 5, 4, 3, 2</a:t>
                </a:r>
              </a:p>
              <a:p>
                <a:pPr marL="0" indent="0">
                  <a:lnSpc>
                    <a:spcPct val="150000"/>
                  </a:lnSpc>
                  <a:buNone/>
                </a:pPr>
                <a:r>
                  <a:rPr lang="en-US" altLang="en-US" sz="3200" dirty="0">
                    <a:latin typeface="Times New Roman" panose="02020603050405020304" pitchFamily="18" charset="0"/>
                    <a:cs typeface="Times New Roman" panose="02020603050405020304" pitchFamily="18" charset="0"/>
                  </a:rPr>
                  <a:t>Sum the scores (</a:t>
                </a:r>
                <a:r>
                  <a:rPr lang="en-US" altLang="en-US" sz="3200"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3200" dirty="0">
                    <a:latin typeface="Times New Roman" panose="02020603050405020304" pitchFamily="18" charset="0"/>
                    <a:cs typeface="Times New Roman" panose="02020603050405020304" pitchFamily="18" charset="0"/>
                  </a:rPr>
                  <a:t>: 1 + 5 + 4 + 3 + 2 = 15</a:t>
                </a:r>
              </a:p>
              <a:p>
                <a:pPr marL="0" indent="0">
                  <a:lnSpc>
                    <a:spcPct val="150000"/>
                  </a:lnSpc>
                  <a:buNone/>
                </a:pPr>
                <a:r>
                  <a:rPr lang="en-US" altLang="en-US" sz="3200" dirty="0">
                    <a:latin typeface="Times New Roman" panose="02020603050405020304" pitchFamily="18" charset="0"/>
                    <a:cs typeface="Times New Roman" panose="02020603050405020304" pitchFamily="18" charset="0"/>
                  </a:rPr>
                  <a:t>Divide the sum (</a:t>
                </a:r>
                <a:r>
                  <a:rPr lang="en-US" altLang="en-US" sz="3200" dirty="0">
                    <a:latin typeface="Times New Roman" panose="02020603050405020304" pitchFamily="18" charset="0"/>
                    <a:cs typeface="Times New Roman" panose="02020603050405020304" pitchFamily="18" charset="0"/>
                    <a:sym typeface="Symbol" panose="05050102010706020507" pitchFamily="18" charset="2"/>
                  </a:rPr>
                  <a:t>X</a:t>
                </a:r>
                <a:r>
                  <a:rPr lang="en-US" altLang="en-US" sz="3200" dirty="0">
                    <a:latin typeface="Times New Roman" panose="02020603050405020304" pitchFamily="18" charset="0"/>
                    <a:cs typeface="Times New Roman" panose="02020603050405020304" pitchFamily="18" charset="0"/>
                  </a:rPr>
                  <a:t> = 15) by the number of scores (N = 5):</a:t>
                </a:r>
                <a:br>
                  <a:rPr lang="en-US" altLang="en-US" sz="3200" dirty="0">
                    <a:latin typeface="Times New Roman" panose="02020603050405020304" pitchFamily="18" charset="0"/>
                    <a:cs typeface="Times New Roman" panose="02020603050405020304" pitchFamily="18" charset="0"/>
                  </a:rPr>
                </a:br>
                <a:r>
                  <a:rPr lang="en-US" altLang="en-US" sz="3200" dirty="0">
                    <a:latin typeface="Times New Roman" panose="02020603050405020304" pitchFamily="18" charset="0"/>
                    <a:cs typeface="Times New Roman" panose="02020603050405020304" pitchFamily="18" charset="0"/>
                  </a:rPr>
                  <a:t>15 / 5 = 3</a:t>
                </a:r>
              </a:p>
              <a:p>
                <a:pPr marL="0" indent="0">
                  <a:lnSpc>
                    <a:spcPct val="150000"/>
                  </a:lnSpc>
                  <a:buNone/>
                </a:pPr>
                <a:r>
                  <a:rPr lang="en-US" altLang="en-US" sz="3200" dirty="0">
                    <a:latin typeface="Times New Roman" panose="02020603050405020304" pitchFamily="18" charset="0"/>
                    <a:cs typeface="Times New Roman" panose="02020603050405020304" pitchFamily="18" charset="0"/>
                  </a:rPr>
                  <a:t>Mean = </a:t>
                </a:r>
                <a14:m>
                  <m:oMath xmlns:m="http://schemas.openxmlformats.org/officeDocument/2006/math">
                    <m:r>
                      <a:rPr lang="en-IN" sz="3200" b="0" i="1" smtClean="0">
                        <a:latin typeface="Cambria Math" panose="02040503050406030204" pitchFamily="18" charset="0"/>
                        <a:cs typeface="Times New Roman" panose="02020603050405020304" pitchFamily="18" charset="0"/>
                      </a:rPr>
                      <m:t>∑</m:t>
                    </m:r>
                    <m:r>
                      <a:rPr lang="en-IN" sz="3200" b="0" i="1" smtClean="0">
                        <a:latin typeface="Cambria Math" panose="02040503050406030204" pitchFamily="18" charset="0"/>
                        <a:cs typeface="Times New Roman" panose="02020603050405020304" pitchFamily="18" charset="0"/>
                      </a:rPr>
                      <m:t>𝑋</m:t>
                    </m:r>
                  </m:oMath>
                </a14:m>
                <a:r>
                  <a:rPr lang="en-US" altLang="en-US" sz="3200" dirty="0">
                    <a:latin typeface="Times New Roman" panose="02020603050405020304" pitchFamily="18" charset="0"/>
                    <a:cs typeface="Times New Roman" panose="02020603050405020304" pitchFamily="18" charset="0"/>
                  </a:rPr>
                  <a:t> = 3.</a:t>
                </a:r>
                <a:endParaRPr lang="en-IN" sz="3200" dirty="0">
                  <a:latin typeface="Times New Roman" panose="02020603050405020304" pitchFamily="18" charset="0"/>
                  <a:cs typeface="Times New Roman" panose="02020603050405020304" pitchFamily="18" charset="0"/>
                </a:endParaRPr>
              </a:p>
            </p:txBody>
          </p:sp>
        </mc:Choice>
        <mc:Fallback>
          <p:sp>
            <p:nvSpPr>
              <p:cNvPr id="12" name="Content Placeholder 11">
                <a:extLst>
                  <a:ext uri="{FF2B5EF4-FFF2-40B4-BE49-F238E27FC236}">
                    <a16:creationId xmlns:a16="http://schemas.microsoft.com/office/drawing/2014/main" id="{A0DB3F44-6AE8-E224-D613-DC4C3F479347}"/>
                  </a:ext>
                </a:extLst>
              </p:cNvPr>
              <p:cNvSpPr>
                <a:spLocks noGrp="1" noRot="1" noChangeAspect="1" noMove="1" noResize="1" noEditPoints="1" noAdjustHandles="1" noChangeArrowheads="1" noChangeShapeType="1" noTextEdit="1"/>
              </p:cNvSpPr>
              <p:nvPr>
                <p:ph idx="1"/>
              </p:nvPr>
            </p:nvSpPr>
            <p:spPr>
              <a:xfrm>
                <a:off x="838200" y="1716122"/>
                <a:ext cx="10515600" cy="4711557"/>
              </a:xfrm>
              <a:blipFill>
                <a:blip r:embed="rId5"/>
                <a:stretch>
                  <a:fillRect l="-1507" r="-1449"/>
                </a:stretch>
              </a:blipFill>
            </p:spPr>
            <p:txBody>
              <a:bodyPr/>
              <a:lstStyle/>
              <a:p>
                <a:r>
                  <a:rPr lang="en-IN">
                    <a:noFill/>
                  </a:rPr>
                  <a:t> </a:t>
                </a:r>
              </a:p>
            </p:txBody>
          </p:sp>
        </mc:Fallback>
      </mc:AlternateContent>
    </p:spTree>
    <p:extLst>
      <p:ext uri="{BB962C8B-B14F-4D97-AF65-F5344CB8AC3E}">
        <p14:creationId xmlns:p14="http://schemas.microsoft.com/office/powerpoint/2010/main" val="31878268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Advantages </a:t>
            </a:r>
            <a:r>
              <a:rPr lang="en-US" b="1" dirty="0">
                <a:solidFill>
                  <a:srgbClr val="FF0000"/>
                </a:solidFill>
                <a:latin typeface="Times New Roman" panose="02020603050405020304" pitchFamily="18" charset="0"/>
                <a:cs typeface="Times New Roman" panose="02020603050405020304" pitchFamily="18" charset="0"/>
              </a:rPr>
              <a:t>of Mean</a:t>
            </a: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10</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3" name="TextBox 12">
            <a:extLst>
              <a:ext uri="{FF2B5EF4-FFF2-40B4-BE49-F238E27FC236}">
                <a16:creationId xmlns:a16="http://schemas.microsoft.com/office/drawing/2014/main" id="{E79E412A-FCE5-8165-D4BE-D8E66CEB5BA9}"/>
              </a:ext>
            </a:extLst>
          </p:cNvPr>
          <p:cNvSpPr txBox="1"/>
          <p:nvPr/>
        </p:nvSpPr>
        <p:spPr>
          <a:xfrm>
            <a:off x="678426" y="1548580"/>
            <a:ext cx="10250129" cy="4411785"/>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easy to understand &amp; simple calculate.</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based on all the values.</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rigidly defined.</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easy to understand the arithmetic average even if some of he details of the data are lacking.</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not based on the position in the series.</a:t>
            </a:r>
          </a:p>
        </p:txBody>
      </p:sp>
    </p:spTree>
    <p:extLst>
      <p:ext uri="{BB962C8B-B14F-4D97-AF65-F5344CB8AC3E}">
        <p14:creationId xmlns:p14="http://schemas.microsoft.com/office/powerpoint/2010/main" val="370868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Disa</a:t>
            </a:r>
            <a:r>
              <a:rPr lang="en-US" sz="4400" b="1" dirty="0">
                <a:solidFill>
                  <a:srgbClr val="FF0000"/>
                </a:solidFill>
                <a:latin typeface="Times New Roman" panose="02020603050405020304" pitchFamily="18" charset="0"/>
                <a:cs typeface="Times New Roman" panose="02020603050405020304" pitchFamily="18" charset="0"/>
              </a:rPr>
              <a:t>dvantages </a:t>
            </a:r>
            <a:r>
              <a:rPr lang="en-US" b="1" dirty="0">
                <a:solidFill>
                  <a:srgbClr val="FF0000"/>
                </a:solidFill>
                <a:latin typeface="Times New Roman" panose="02020603050405020304" pitchFamily="18" charset="0"/>
                <a:cs typeface="Times New Roman" panose="02020603050405020304" pitchFamily="18" charset="0"/>
              </a:rPr>
              <a:t>of Mean</a:t>
            </a:r>
          </a:p>
        </p:txBody>
      </p:sp>
      <p:sp>
        <p:nvSpPr>
          <p:cNvPr id="4" name="Date Placeholder 3"/>
          <p:cNvSpPr>
            <a:spLocks noGrp="1"/>
          </p:cNvSpPr>
          <p:nvPr>
            <p:ph type="dt" sz="half" idx="10"/>
          </p:nvPr>
        </p:nvSpPr>
        <p:spPr/>
        <p:txBody>
          <a:bodyPr/>
          <a:lstStyle/>
          <a:p>
            <a:fld id="{7E702D6C-6B3B-4F16-8BA5-1AF99870D72D}"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11</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3" name="TextBox 12">
            <a:extLst>
              <a:ext uri="{FF2B5EF4-FFF2-40B4-BE49-F238E27FC236}">
                <a16:creationId xmlns:a16="http://schemas.microsoft.com/office/drawing/2014/main" id="{E79E412A-FCE5-8165-D4BE-D8E66CEB5BA9}"/>
              </a:ext>
            </a:extLst>
          </p:cNvPr>
          <p:cNvSpPr txBox="1"/>
          <p:nvPr/>
        </p:nvSpPr>
        <p:spPr>
          <a:xfrm>
            <a:off x="678426" y="1548580"/>
            <a:ext cx="10250129" cy="3673121"/>
          </a:xfrm>
          <a:prstGeom prst="rect">
            <a:avLst/>
          </a:prstGeom>
          <a:noFill/>
        </p:spPr>
        <p:txBody>
          <a:bodyPr wrap="square" rtlCol="0">
            <a:spAutoFit/>
          </a:bodyPr>
          <a:lstStyle/>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is affected by extreme values.</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cannot be calculated for open and classes.</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cannot be located graphically.</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gives misleading conclusions.</a:t>
            </a:r>
          </a:p>
          <a:p>
            <a:pPr marL="342900" indent="-342900" algn="just">
              <a:lnSpc>
                <a:spcPct val="200000"/>
              </a:lnSpc>
              <a:buFont typeface="Arial" panose="020B0604020202020204" pitchFamily="34" charset="0"/>
              <a:buChar char="•"/>
            </a:pPr>
            <a:r>
              <a:rPr lang="en-IN" sz="2400" dirty="0">
                <a:latin typeface="Times New Roman" panose="02020603050405020304" pitchFamily="18" charset="0"/>
                <a:cs typeface="Times New Roman" panose="02020603050405020304" pitchFamily="18" charset="0"/>
              </a:rPr>
              <a:t>It has upward bias.</a:t>
            </a:r>
          </a:p>
        </p:txBody>
      </p:sp>
    </p:spTree>
    <p:extLst>
      <p:ext uri="{BB962C8B-B14F-4D97-AF65-F5344CB8AC3E}">
        <p14:creationId xmlns:p14="http://schemas.microsoft.com/office/powerpoint/2010/main" val="2448649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139843"/>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Median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4128A12-6969-43D5-A979-3A35910A7FDD}"/>
              </a:ext>
            </a:extLst>
          </p:cNvPr>
          <p:cNvSpPr>
            <a:spLocks noGrp="1"/>
          </p:cNvSpPr>
          <p:nvPr>
            <p:ph idx="1"/>
          </p:nvPr>
        </p:nvSpPr>
        <p:spPr>
          <a:xfrm>
            <a:off x="838200" y="1627638"/>
            <a:ext cx="10515600" cy="4351338"/>
          </a:xfrm>
        </p:spPr>
        <p:style>
          <a:lnRef idx="2">
            <a:schemeClr val="accent6"/>
          </a:lnRef>
          <a:fillRef idx="1">
            <a:schemeClr val="lt1"/>
          </a:fillRef>
          <a:effectRef idx="0">
            <a:schemeClr val="accent6"/>
          </a:effectRef>
          <a:fontRef idx="minor">
            <a:schemeClr val="dk1"/>
          </a:fontRef>
        </p:style>
        <p:txBody>
          <a:bodyPr>
            <a:noAutofit/>
          </a:bodyPr>
          <a:lstStyle/>
          <a:p>
            <a:pPr marL="0" indent="0">
              <a:lnSpc>
                <a:spcPct val="150000"/>
              </a:lnSpc>
              <a:buNone/>
            </a:pPr>
            <a:r>
              <a:rPr lang="en-US" sz="2400" dirty="0">
                <a:latin typeface="Times New Roman" panose="02020603050405020304" pitchFamily="18" charset="0"/>
                <a:cs typeface="Times New Roman" panose="02020603050405020304" pitchFamily="18" charset="0"/>
              </a:rPr>
              <a:t>Median is a central value of the distribution, or the value which divides the distribution in equal parts, each part containing equal number if items. Thus it is the central value of the variable, when the values are arranged in order of magnitude.</a:t>
            </a:r>
          </a:p>
          <a:p>
            <a:pPr marL="0" indent="0">
              <a:lnSpc>
                <a:spcPct val="150000"/>
              </a:lnSpc>
              <a:buNone/>
            </a:pPr>
            <a:r>
              <a:rPr lang="en-US" sz="2400" b="1" dirty="0">
                <a:latin typeface="Times New Roman" panose="02020603050405020304" pitchFamily="18" charset="0"/>
                <a:cs typeface="Times New Roman" panose="02020603050405020304" pitchFamily="18" charset="0"/>
              </a:rPr>
              <a:t>Connor</a:t>
            </a:r>
            <a:r>
              <a:rPr lang="en-US" sz="2400" dirty="0">
                <a:latin typeface="Times New Roman" panose="02020603050405020304" pitchFamily="18" charset="0"/>
                <a:cs typeface="Times New Roman" panose="02020603050405020304" pitchFamily="18" charset="0"/>
              </a:rPr>
              <a:t> has defined as “The median is that value of the variable which divides the group into two equal parts, one part comprising of all values greater, and the other all values than median.”</a:t>
            </a: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12</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Tree>
    <p:extLst>
      <p:ext uri="{BB962C8B-B14F-4D97-AF65-F5344CB8AC3E}">
        <p14:creationId xmlns:p14="http://schemas.microsoft.com/office/powerpoint/2010/main" val="21557904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81785" y="412955"/>
            <a:ext cx="10515600" cy="1052451"/>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Calculation of Median-Discrete Series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13</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FC72746E-544F-97CF-9B9F-81C30BC6EB7E}"/>
                  </a:ext>
                </a:extLst>
              </p:cNvPr>
              <p:cNvSpPr txBox="1"/>
              <p:nvPr/>
            </p:nvSpPr>
            <p:spPr>
              <a:xfrm>
                <a:off x="838200" y="1574923"/>
                <a:ext cx="9898626" cy="4533100"/>
              </a:xfrm>
              <a:prstGeom prst="rect">
                <a:avLst/>
              </a:prstGeom>
              <a:noFill/>
            </p:spPr>
            <p:txBody>
              <a:bodyPr wrap="square">
                <a:spAutoFit/>
              </a:bodyPr>
              <a:lstStyle/>
              <a:p>
                <a:pPr marL="571500" indent="-571500" algn="just">
                  <a:lnSpc>
                    <a:spcPct val="250000"/>
                  </a:lnSpc>
                  <a:buFont typeface="+mj-lt"/>
                  <a:buAutoNum type="romanLcPeriod"/>
                </a:pPr>
                <a:r>
                  <a:rPr lang="en-US" sz="3000" dirty="0">
                    <a:latin typeface="Times New Roman" panose="02020603050405020304" pitchFamily="18" charset="0"/>
                    <a:cs typeface="Times New Roman" panose="02020603050405020304" pitchFamily="18" charset="0"/>
                  </a:rPr>
                  <a:t>Arrange the data in ascending or descending order.</a:t>
                </a:r>
              </a:p>
              <a:p>
                <a:pPr marL="571500" indent="-571500" algn="just">
                  <a:lnSpc>
                    <a:spcPct val="250000"/>
                  </a:lnSpc>
                  <a:buFont typeface="+mj-lt"/>
                  <a:buAutoNum type="romanLcPeriod"/>
                </a:pPr>
                <a:r>
                  <a:rPr lang="en-US" sz="3000" dirty="0">
                    <a:latin typeface="Times New Roman" panose="02020603050405020304" pitchFamily="18" charset="0"/>
                    <a:cs typeface="Times New Roman" panose="02020603050405020304" pitchFamily="18" charset="0"/>
                  </a:rPr>
                  <a:t>Calculate the cumulative frequencies.</a:t>
                </a:r>
              </a:p>
              <a:p>
                <a:pPr marL="571500" indent="-571500" algn="just">
                  <a:lnSpc>
                    <a:spcPct val="200000"/>
                  </a:lnSpc>
                  <a:buFont typeface="+mj-lt"/>
                  <a:buAutoNum type="romanLcPeriod"/>
                </a:pPr>
                <a:r>
                  <a:rPr lang="en-US" sz="3000" dirty="0">
                    <a:latin typeface="Times New Roman" panose="02020603050405020304" pitchFamily="18" charset="0"/>
                    <a:cs typeface="Times New Roman" panose="02020603050405020304" pitchFamily="18" charset="0"/>
                  </a:rPr>
                  <a:t>Apply the formula.</a:t>
                </a:r>
              </a:p>
              <a:p>
                <a:pPr marL="0" indent="0" algn="ctr">
                  <a:lnSpc>
                    <a:spcPct val="200000"/>
                  </a:lnSpc>
                  <a:buNone/>
                </a:pPr>
                <a:r>
                  <a:rPr lang="en-US" sz="3000" dirty="0">
                    <a:latin typeface="Times New Roman" panose="02020603050405020304" pitchFamily="18" charset="0"/>
                    <a:cs typeface="Times New Roman" panose="02020603050405020304" pitchFamily="18" charset="0"/>
                  </a:rPr>
                  <a:t>Median (M) = Size of </a:t>
                </a:r>
                <a14:m>
                  <m:oMath xmlns:m="http://schemas.openxmlformats.org/officeDocument/2006/math">
                    <m:d>
                      <m:dPr>
                        <m:ctrlPr>
                          <a:rPr lang="en-US" sz="3000" i="1" dirty="0" smtClean="0">
                            <a:latin typeface="Cambria Math" panose="02040503050406030204" pitchFamily="18" charset="0"/>
                            <a:cs typeface="Times New Roman" panose="02020603050405020304" pitchFamily="18" charset="0"/>
                          </a:rPr>
                        </m:ctrlPr>
                      </m:dPr>
                      <m:e>
                        <m:f>
                          <m:fPr>
                            <m:ctrlPr>
                              <a:rPr lang="en-US" sz="3000" i="1" dirty="0" smtClean="0">
                                <a:latin typeface="Cambria Math" panose="02040503050406030204" pitchFamily="18" charset="0"/>
                                <a:cs typeface="Times New Roman" panose="02020603050405020304" pitchFamily="18" charset="0"/>
                              </a:rPr>
                            </m:ctrlPr>
                          </m:fPr>
                          <m:num>
                            <m:r>
                              <a:rPr lang="en-US" sz="3000" b="0" i="1" dirty="0" smtClean="0">
                                <a:latin typeface="Cambria Math" panose="02040503050406030204" pitchFamily="18" charset="0"/>
                                <a:cs typeface="Times New Roman" panose="02020603050405020304" pitchFamily="18" charset="0"/>
                              </a:rPr>
                              <m:t>𝑁</m:t>
                            </m:r>
                            <m:r>
                              <a:rPr lang="en-US" sz="3000" b="0" i="1" dirty="0" smtClean="0">
                                <a:latin typeface="Cambria Math" panose="02040503050406030204" pitchFamily="18" charset="0"/>
                                <a:cs typeface="Times New Roman" panose="02020603050405020304" pitchFamily="18" charset="0"/>
                              </a:rPr>
                              <m:t>+1</m:t>
                            </m:r>
                          </m:num>
                          <m:den>
                            <m:r>
                              <a:rPr lang="en-US" sz="3000" b="0" i="1" dirty="0" smtClean="0">
                                <a:latin typeface="Cambria Math" panose="02040503050406030204" pitchFamily="18" charset="0"/>
                                <a:cs typeface="Times New Roman" panose="02020603050405020304" pitchFamily="18" charset="0"/>
                              </a:rPr>
                              <m:t>2</m:t>
                            </m:r>
                          </m:den>
                        </m:f>
                      </m:e>
                    </m:d>
                  </m:oMath>
                </a14:m>
                <a:r>
                  <a:rPr lang="en-US" sz="3000" dirty="0" err="1">
                    <a:latin typeface="Times New Roman" panose="02020603050405020304" pitchFamily="18" charset="0"/>
                    <a:cs typeface="Times New Roman" panose="02020603050405020304" pitchFamily="18" charset="0"/>
                  </a:rPr>
                  <a:t>th</a:t>
                </a:r>
                <a:r>
                  <a:rPr lang="en-US" sz="3000" dirty="0">
                    <a:latin typeface="Times New Roman" panose="02020603050405020304" pitchFamily="18" charset="0"/>
                    <a:cs typeface="Times New Roman" panose="02020603050405020304" pitchFamily="18" charset="0"/>
                  </a:rPr>
                  <a:t> item</a:t>
                </a:r>
              </a:p>
            </p:txBody>
          </p:sp>
        </mc:Choice>
        <mc:Fallback>
          <p:sp>
            <p:nvSpPr>
              <p:cNvPr id="11" name="TextBox 10">
                <a:extLst>
                  <a:ext uri="{FF2B5EF4-FFF2-40B4-BE49-F238E27FC236}">
                    <a16:creationId xmlns:a16="http://schemas.microsoft.com/office/drawing/2014/main" id="{FC72746E-544F-97CF-9B9F-81C30BC6EB7E}"/>
                  </a:ext>
                </a:extLst>
              </p:cNvPr>
              <p:cNvSpPr txBox="1">
                <a:spLocks noRot="1" noChangeAspect="1" noMove="1" noResize="1" noEditPoints="1" noAdjustHandles="1" noChangeArrowheads="1" noChangeShapeType="1" noTextEdit="1"/>
              </p:cNvSpPr>
              <p:nvPr/>
            </p:nvSpPr>
            <p:spPr>
              <a:xfrm>
                <a:off x="838200" y="1574923"/>
                <a:ext cx="9898626" cy="4533100"/>
              </a:xfrm>
              <a:prstGeom prst="rect">
                <a:avLst/>
              </a:prstGeom>
              <a:blipFill>
                <a:blip r:embed="rId5"/>
                <a:stretch>
                  <a:fillRect l="-1294" b="-672"/>
                </a:stretch>
              </a:blipFill>
            </p:spPr>
            <p:txBody>
              <a:bodyPr/>
              <a:lstStyle/>
              <a:p>
                <a:r>
                  <a:rPr lang="en-IN">
                    <a:noFill/>
                  </a:rPr>
                  <a:t> </a:t>
                </a:r>
              </a:p>
            </p:txBody>
          </p:sp>
        </mc:Fallback>
      </mc:AlternateContent>
    </p:spTree>
    <p:extLst>
      <p:ext uri="{BB962C8B-B14F-4D97-AF65-F5344CB8AC3E}">
        <p14:creationId xmlns:p14="http://schemas.microsoft.com/office/powerpoint/2010/main" val="17035658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637533" y="398206"/>
            <a:ext cx="10515600" cy="1067200"/>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Calculation of median- Continuous Series</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14</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Content Placeholder 10">
                <a:extLst>
                  <a:ext uri="{FF2B5EF4-FFF2-40B4-BE49-F238E27FC236}">
                    <a16:creationId xmlns:a16="http://schemas.microsoft.com/office/drawing/2014/main" id="{4C723DD9-2682-91FB-E706-1EA5516E9C61}"/>
                  </a:ext>
                </a:extLst>
              </p:cNvPr>
              <p:cNvSpPr>
                <a:spLocks noGrp="1"/>
              </p:cNvSpPr>
              <p:nvPr>
                <p:ph idx="1"/>
              </p:nvPr>
            </p:nvSpPr>
            <p:spPr>
              <a:xfrm>
                <a:off x="838200" y="1814052"/>
                <a:ext cx="10515600" cy="4362911"/>
              </a:xfrm>
            </p:spPr>
            <p:txBody>
              <a:bodyPr>
                <a:normAutofit/>
              </a:bodyPr>
              <a:lstStyle/>
              <a:p>
                <a:pPr algn="just">
                  <a:lnSpc>
                    <a:spcPct val="200000"/>
                  </a:lnSpc>
                </a:pPr>
                <a:r>
                  <a:rPr lang="en-IN" sz="3000" dirty="0">
                    <a:latin typeface="Times New Roman" panose="02020603050405020304" pitchFamily="18" charset="0"/>
                    <a:cs typeface="Times New Roman" panose="02020603050405020304" pitchFamily="18" charset="0"/>
                  </a:rPr>
                  <a:t>For calculation of median in a continuous frequency distribution the following formula will be employed. Algebraically,</a:t>
                </a:r>
              </a:p>
              <a:p>
                <a:pPr marL="0" indent="0" algn="ctr">
                  <a:lnSpc>
                    <a:spcPct val="200000"/>
                  </a:lnSpc>
                  <a:buNone/>
                </a:pPr>
                <a:r>
                  <a:rPr lang="en-IN" sz="3000" dirty="0">
                    <a:latin typeface="Times New Roman" panose="02020603050405020304" pitchFamily="18" charset="0"/>
                    <a:cs typeface="Times New Roman" panose="02020603050405020304" pitchFamily="18" charset="0"/>
                  </a:rPr>
                  <a:t>Median (M) = </a:t>
                </a:r>
                <a14:m>
                  <m:oMath xmlns:m="http://schemas.openxmlformats.org/officeDocument/2006/math">
                    <m:r>
                      <a:rPr lang="en-IN" sz="3000" b="0" i="1" smtClean="0">
                        <a:latin typeface="Cambria Math" panose="02040503050406030204" pitchFamily="18" charset="0"/>
                      </a:rPr>
                      <m:t>𝐿</m:t>
                    </m:r>
                    <m:r>
                      <a:rPr lang="en-IN" sz="3000" b="0" i="1" smtClean="0">
                        <a:latin typeface="Cambria Math" panose="02040503050406030204" pitchFamily="18" charset="0"/>
                      </a:rPr>
                      <m:t>1+</m:t>
                    </m:r>
                    <m:f>
                      <m:fPr>
                        <m:ctrlPr>
                          <a:rPr lang="en-IN" sz="3000" b="0" i="1" smtClean="0">
                            <a:latin typeface="Cambria Math" panose="02040503050406030204" pitchFamily="18" charset="0"/>
                          </a:rPr>
                        </m:ctrlPr>
                      </m:fPr>
                      <m:num>
                        <m:f>
                          <m:fPr>
                            <m:ctrlPr>
                              <a:rPr lang="en-IN" sz="3000" b="0" i="1" smtClean="0">
                                <a:latin typeface="Cambria Math" panose="02040503050406030204" pitchFamily="18" charset="0"/>
                              </a:rPr>
                            </m:ctrlPr>
                          </m:fPr>
                          <m:num>
                            <m:r>
                              <a:rPr lang="en-IN" sz="3000" b="0" i="1" smtClean="0">
                                <a:latin typeface="Cambria Math" panose="02040503050406030204" pitchFamily="18" charset="0"/>
                              </a:rPr>
                              <m:t>𝑁</m:t>
                            </m:r>
                          </m:num>
                          <m:den>
                            <m:r>
                              <a:rPr lang="en-IN" sz="3000" b="0" i="1" smtClean="0">
                                <a:latin typeface="Cambria Math" panose="02040503050406030204" pitchFamily="18" charset="0"/>
                              </a:rPr>
                              <m:t>2</m:t>
                            </m:r>
                          </m:den>
                        </m:f>
                        <m:r>
                          <a:rPr lang="en-IN" sz="3000" b="0" i="1" smtClean="0">
                            <a:latin typeface="Cambria Math" panose="02040503050406030204" pitchFamily="18" charset="0"/>
                          </a:rPr>
                          <m:t>−</m:t>
                        </m:r>
                        <m:r>
                          <a:rPr lang="en-IN" sz="3000" b="0" i="1" smtClean="0">
                            <a:latin typeface="Cambria Math" panose="02040503050406030204" pitchFamily="18" charset="0"/>
                          </a:rPr>
                          <m:t>𝑐𝑓</m:t>
                        </m:r>
                      </m:num>
                      <m:den>
                        <m:r>
                          <a:rPr lang="en-IN" sz="3000" b="0" i="1" smtClean="0">
                            <a:latin typeface="Cambria Math" panose="02040503050406030204" pitchFamily="18" charset="0"/>
                          </a:rPr>
                          <m:t>𝑓</m:t>
                        </m:r>
                      </m:den>
                    </m:f>
                    <m:r>
                      <a:rPr lang="en-IN" sz="3000" b="0" i="1" smtClean="0">
                        <a:latin typeface="Cambria Math" panose="02040503050406030204" pitchFamily="18" charset="0"/>
                      </a:rPr>
                      <m:t>×</m:t>
                    </m:r>
                    <m:r>
                      <a:rPr lang="en-IN" sz="3000" b="0" i="1" smtClean="0">
                        <a:latin typeface="Cambria Math" panose="02040503050406030204" pitchFamily="18" charset="0"/>
                      </a:rPr>
                      <m:t>𝑖</m:t>
                    </m:r>
                  </m:oMath>
                </a14:m>
                <a:endParaRPr lang="en-IN" sz="3000" dirty="0">
                  <a:latin typeface="Times New Roman" panose="02020603050405020304" pitchFamily="18" charset="0"/>
                  <a:cs typeface="Times New Roman" panose="02020603050405020304" pitchFamily="18" charset="0"/>
                </a:endParaRPr>
              </a:p>
            </p:txBody>
          </p:sp>
        </mc:Choice>
        <mc:Fallback>
          <p:sp>
            <p:nvSpPr>
              <p:cNvPr id="11" name="Content Placeholder 10">
                <a:extLst>
                  <a:ext uri="{FF2B5EF4-FFF2-40B4-BE49-F238E27FC236}">
                    <a16:creationId xmlns:a16="http://schemas.microsoft.com/office/drawing/2014/main" id="{4C723DD9-2682-91FB-E706-1EA5516E9C61}"/>
                  </a:ext>
                </a:extLst>
              </p:cNvPr>
              <p:cNvSpPr>
                <a:spLocks noGrp="1" noRot="1" noChangeAspect="1" noMove="1" noResize="1" noEditPoints="1" noAdjustHandles="1" noChangeArrowheads="1" noChangeShapeType="1" noTextEdit="1"/>
              </p:cNvSpPr>
              <p:nvPr>
                <p:ph idx="1"/>
              </p:nvPr>
            </p:nvSpPr>
            <p:spPr>
              <a:xfrm>
                <a:off x="838200" y="1814052"/>
                <a:ext cx="10515600" cy="4362911"/>
              </a:xfrm>
              <a:blipFill>
                <a:blip r:embed="rId5"/>
                <a:stretch>
                  <a:fillRect l="-1217" r="-1333"/>
                </a:stretch>
              </a:blipFill>
            </p:spPr>
            <p:txBody>
              <a:bodyPr/>
              <a:lstStyle/>
              <a:p>
                <a:r>
                  <a:rPr lang="en-IN">
                    <a:noFill/>
                  </a:rPr>
                  <a:t> </a:t>
                </a:r>
              </a:p>
            </p:txBody>
          </p:sp>
        </mc:Fallback>
      </mc:AlternateContent>
    </p:spTree>
    <p:extLst>
      <p:ext uri="{BB962C8B-B14F-4D97-AF65-F5344CB8AC3E}">
        <p14:creationId xmlns:p14="http://schemas.microsoft.com/office/powerpoint/2010/main" val="1578764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311293"/>
            <a:ext cx="10515600" cy="1325563"/>
          </a:xfrm>
        </p:spPr>
        <p:txBody>
          <a:bodyPr/>
          <a:lstStyle/>
          <a:p>
            <a:r>
              <a:rPr lang="en-US" sz="4400" b="1" dirty="0">
                <a:solidFill>
                  <a:srgbClr val="FF0000"/>
                </a:solidFill>
                <a:latin typeface="Times New Roman" panose="02020603050405020304" pitchFamily="18" charset="0"/>
                <a:cs typeface="Times New Roman" panose="02020603050405020304" pitchFamily="18" charset="0"/>
              </a:rPr>
              <a:t>Advantages of Median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12/16/2024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15</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838200" y="1607129"/>
            <a:ext cx="10341077" cy="4151393"/>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calculated in all distributions.</a:t>
            </a: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understood even by common people.</a:t>
            </a: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ascertained even with the extreme items.</a:t>
            </a: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can be located graphically.</a:t>
            </a:r>
          </a:p>
          <a:p>
            <a:pPr marL="342900" indent="-342900" algn="just">
              <a:lnSpc>
                <a:spcPct val="200000"/>
              </a:lnSpc>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It is most useful dealing with qualitative data.</a:t>
            </a:r>
          </a:p>
          <a:p>
            <a:pPr>
              <a:lnSpc>
                <a:spcPct val="150000"/>
              </a:lnSpc>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847275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311293"/>
            <a:ext cx="10515600" cy="1325563"/>
          </a:xfrm>
        </p:spPr>
        <p:txBody>
          <a:bodyPr/>
          <a:lstStyle/>
          <a:p>
            <a:r>
              <a:rPr lang="en-US" b="1" dirty="0">
                <a:solidFill>
                  <a:srgbClr val="FF0000"/>
                </a:solidFill>
                <a:latin typeface="Times New Roman" panose="02020603050405020304" pitchFamily="18" charset="0"/>
                <a:cs typeface="Times New Roman" panose="02020603050405020304" pitchFamily="18" charset="0"/>
              </a:rPr>
              <a:t>Disa</a:t>
            </a:r>
            <a:r>
              <a:rPr lang="en-US" sz="4400" b="1" dirty="0">
                <a:solidFill>
                  <a:srgbClr val="FF0000"/>
                </a:solidFill>
                <a:latin typeface="Times New Roman" panose="02020603050405020304" pitchFamily="18" charset="0"/>
                <a:cs typeface="Times New Roman" panose="02020603050405020304" pitchFamily="18" charset="0"/>
              </a:rPr>
              <a:t>dvantages of Median</a:t>
            </a:r>
            <a:endParaRPr lang="en-US" b="1" dirty="0">
              <a:solidFill>
                <a:srgbClr val="FF000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7E702D6C-6B3B-4F16-8BA5-1AF99870D72D}"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16</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838200" y="1607129"/>
            <a:ext cx="10341077" cy="4151393"/>
          </a:xfrm>
          <a:prstGeom prst="rect">
            <a:avLst/>
          </a:prstGeom>
          <a:noFill/>
        </p:spPr>
        <p:txBody>
          <a:bodyPr wrap="square">
            <a:spAutoFit/>
          </a:bodyPr>
          <a:lstStyle/>
          <a:p>
            <a:pPr marL="342900" indent="-342900" algn="just">
              <a:lnSpc>
                <a:spcPct val="20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It is not based on all the values.</a:t>
            </a:r>
          </a:p>
          <a:p>
            <a:pPr marL="342900" indent="-342900" algn="just">
              <a:lnSpc>
                <a:spcPct val="20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It is not capable of further mathematical treatment.</a:t>
            </a:r>
          </a:p>
          <a:p>
            <a:pPr marL="342900" indent="-342900" algn="just">
              <a:lnSpc>
                <a:spcPct val="20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It is affected fluctuation of sampling.</a:t>
            </a:r>
          </a:p>
          <a:p>
            <a:pPr marL="342900" indent="-342900" algn="just">
              <a:lnSpc>
                <a:spcPct val="200000"/>
              </a:lnSpc>
              <a:buFont typeface="Arial" panose="020B0604020202020204" pitchFamily="34" charset="0"/>
              <a:buChar char="•"/>
            </a:pPr>
            <a:r>
              <a:rPr lang="en-US" sz="3000" dirty="0">
                <a:latin typeface="Times New Roman" panose="02020603050405020304" pitchFamily="18" charset="0"/>
                <a:cs typeface="Times New Roman" panose="02020603050405020304" pitchFamily="18" charset="0"/>
              </a:rPr>
              <a:t>In case of even no. of values it may not the value from the data.</a:t>
            </a:r>
          </a:p>
          <a:p>
            <a:pPr>
              <a:lnSpc>
                <a:spcPct val="150000"/>
              </a:lnSpc>
            </a:pP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22031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0"/>
            <a:ext cx="10515600" cy="973394"/>
          </a:xfrm>
        </p:spPr>
        <p:txBody>
          <a:bodyPr/>
          <a:lstStyle/>
          <a:p>
            <a:r>
              <a:rPr lang="en-US" b="1" dirty="0">
                <a:solidFill>
                  <a:srgbClr val="FF0000"/>
                </a:solidFill>
                <a:latin typeface="Times New Roman" panose="02020603050405020304" pitchFamily="18" charset="0"/>
                <a:cs typeface="Times New Roman" panose="02020603050405020304" pitchFamily="18" charset="0"/>
              </a:rPr>
              <a:t>Mode</a:t>
            </a:r>
          </a:p>
        </p:txBody>
      </p:sp>
      <p:sp>
        <p:nvSpPr>
          <p:cNvPr id="4" name="Date Placeholder 3"/>
          <p:cNvSpPr>
            <a:spLocks noGrp="1"/>
          </p:cNvSpPr>
          <p:nvPr>
            <p:ph type="dt" sz="half" idx="10"/>
          </p:nvPr>
        </p:nvSpPr>
        <p:spPr/>
        <p:txBody>
          <a:bodyPr/>
          <a:lstStyle/>
          <a:p>
            <a:fld id="{7E702D6C-6B3B-4F16-8BA5-1AF99870D72D}"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17</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10A1F011-CC4B-1AE7-9AD4-D15077CB881D}"/>
                  </a:ext>
                </a:extLst>
              </p:cNvPr>
              <p:cNvSpPr txBox="1"/>
              <p:nvPr/>
            </p:nvSpPr>
            <p:spPr>
              <a:xfrm>
                <a:off x="663678" y="840210"/>
                <a:ext cx="10828667" cy="6218112"/>
              </a:xfrm>
              <a:prstGeom prst="rect">
                <a:avLst/>
              </a:prstGeom>
              <a:noFill/>
            </p:spPr>
            <p:txBody>
              <a:bodyPr wrap="square">
                <a:spAutoFit/>
              </a:bodyPr>
              <a:lstStyle/>
              <a:p>
                <a:pPr marL="457200" indent="-457200" algn="just">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Mode is the most frequent value or score in the distribution.</a:t>
                </a:r>
              </a:p>
              <a:p>
                <a:pPr marL="457200" indent="-457200" algn="just">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It is defined as that value of the item in a series &amp; denoted by Z.</a:t>
                </a:r>
              </a:p>
              <a:p>
                <a:pPr marL="457200" indent="-457200" algn="just">
                  <a:lnSpc>
                    <a:spcPct val="150000"/>
                  </a:lnSpc>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Highest point of the frequencies distribution curve.</a:t>
                </a:r>
              </a:p>
              <a:p>
                <a:pPr algn="just">
                  <a:lnSpc>
                    <a:spcPct val="150000"/>
                  </a:lnSpc>
                </a:pPr>
                <a:r>
                  <a:rPr lang="en-US" sz="2600" b="1" dirty="0" err="1">
                    <a:latin typeface="Times New Roman" panose="02020603050405020304" pitchFamily="18" charset="0"/>
                    <a:cs typeface="Times New Roman" panose="02020603050405020304" pitchFamily="18" charset="0"/>
                  </a:rPr>
                  <a:t>Croxton</a:t>
                </a:r>
                <a:r>
                  <a:rPr lang="en-US" sz="2600" b="1" dirty="0">
                    <a:latin typeface="Times New Roman" panose="02020603050405020304" pitchFamily="18" charset="0"/>
                    <a:cs typeface="Times New Roman" panose="02020603050405020304" pitchFamily="18" charset="0"/>
                  </a:rPr>
                  <a:t> and Cowden </a:t>
                </a:r>
                <a:r>
                  <a:rPr lang="en-US" sz="2600" dirty="0">
                    <a:latin typeface="Times New Roman" panose="02020603050405020304" pitchFamily="18" charset="0"/>
                    <a:cs typeface="Times New Roman" panose="02020603050405020304" pitchFamily="18" charset="0"/>
                  </a:rPr>
                  <a:t>defined it as “the mode of a distribution is the value at the point armed with the item tend to most heavily concentrated. It mat be regarded as the most typical of a series of value”</a:t>
                </a:r>
              </a:p>
              <a:p>
                <a:pPr algn="just">
                  <a:lnSpc>
                    <a:spcPct val="150000"/>
                  </a:lnSpc>
                </a:pPr>
                <a:r>
                  <a:rPr lang="en-US" sz="2600" dirty="0">
                    <a:latin typeface="Times New Roman" panose="02020603050405020304" pitchFamily="18" charset="0"/>
                    <a:cs typeface="Times New Roman" panose="02020603050405020304" pitchFamily="18" charset="0"/>
                  </a:rPr>
                  <a:t>The exact value of mode can be obtained by the following formula.</a:t>
                </a:r>
              </a:p>
              <a:p>
                <a:pPr algn="just">
                  <a:lnSpc>
                    <a:spcPct val="150000"/>
                  </a:lnSpc>
                </a:pPr>
                <a14:m>
                  <m:oMathPara xmlns:m="http://schemas.openxmlformats.org/officeDocument/2006/math">
                    <m:oMathParaPr>
                      <m:jc m:val="centerGroup"/>
                    </m:oMathParaPr>
                    <m:oMath xmlns:m="http://schemas.openxmlformats.org/officeDocument/2006/math">
                      <m:r>
                        <a:rPr lang="en-IN" sz="2600" b="0" i="1" smtClean="0">
                          <a:latin typeface="Cambria Math" panose="02040503050406030204" pitchFamily="18" charset="0"/>
                          <a:cs typeface="Times New Roman" panose="02020603050405020304" pitchFamily="18" charset="0"/>
                        </a:rPr>
                        <m:t>𝑍</m:t>
                      </m:r>
                      <m:r>
                        <a:rPr lang="en-IN" sz="2600" b="0" i="1" smtClean="0">
                          <a:latin typeface="Cambria Math" panose="02040503050406030204" pitchFamily="18" charset="0"/>
                          <a:cs typeface="Times New Roman" panose="02020603050405020304" pitchFamily="18" charset="0"/>
                        </a:rPr>
                        <m:t>=</m:t>
                      </m:r>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𝐿</m:t>
                          </m:r>
                        </m:e>
                        <m:sub>
                          <m:r>
                            <a:rPr lang="en-IN" sz="2600" b="0" i="1" smtClean="0">
                              <a:latin typeface="Cambria Math" panose="02040503050406030204" pitchFamily="18" charset="0"/>
                              <a:cs typeface="Times New Roman" panose="02020603050405020304" pitchFamily="18" charset="0"/>
                            </a:rPr>
                            <m:t>1</m:t>
                          </m:r>
                        </m:sub>
                      </m:sSub>
                      <m:r>
                        <a:rPr lang="en-IN" sz="2600" b="0" i="1" smtClean="0">
                          <a:latin typeface="Cambria Math" panose="02040503050406030204" pitchFamily="18" charset="0"/>
                          <a:cs typeface="Times New Roman" panose="02020603050405020304" pitchFamily="18" charset="0"/>
                        </a:rPr>
                        <m:t>+</m:t>
                      </m:r>
                      <m:f>
                        <m:fPr>
                          <m:ctrlPr>
                            <a:rPr lang="en-IN" sz="2600" b="0" i="1" smtClean="0">
                              <a:latin typeface="Cambria Math" panose="02040503050406030204" pitchFamily="18" charset="0"/>
                              <a:cs typeface="Times New Roman" panose="02020603050405020304" pitchFamily="18" charset="0"/>
                            </a:rPr>
                          </m:ctrlPr>
                        </m:fPr>
                        <m:num>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𝑓</m:t>
                              </m:r>
                            </m:e>
                            <m:sub>
                              <m:r>
                                <a:rPr lang="en-IN" sz="2600" b="0" i="1" smtClean="0">
                                  <a:latin typeface="Cambria Math" panose="02040503050406030204" pitchFamily="18" charset="0"/>
                                  <a:cs typeface="Times New Roman" panose="02020603050405020304" pitchFamily="18" charset="0"/>
                                </a:rPr>
                                <m:t>1</m:t>
                              </m:r>
                            </m:sub>
                          </m:sSub>
                          <m:r>
                            <a:rPr lang="en-IN" sz="2600" b="0" i="1" smtClean="0">
                              <a:latin typeface="Cambria Math" panose="02040503050406030204" pitchFamily="18" charset="0"/>
                              <a:cs typeface="Times New Roman" panose="02020603050405020304" pitchFamily="18" charset="0"/>
                            </a:rPr>
                            <m:t>−</m:t>
                          </m:r>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𝑓</m:t>
                              </m:r>
                            </m:e>
                            <m:sub>
                              <m:r>
                                <a:rPr lang="en-IN" sz="2600" b="0" i="1" smtClean="0">
                                  <a:latin typeface="Cambria Math" panose="02040503050406030204" pitchFamily="18" charset="0"/>
                                  <a:cs typeface="Times New Roman" panose="02020603050405020304" pitchFamily="18" charset="0"/>
                                </a:rPr>
                                <m:t>0</m:t>
                              </m:r>
                            </m:sub>
                          </m:sSub>
                        </m:num>
                        <m:den>
                          <m:r>
                            <a:rPr lang="en-IN" sz="2600" b="0" i="1" smtClean="0">
                              <a:latin typeface="Cambria Math" panose="02040503050406030204" pitchFamily="18" charset="0"/>
                              <a:cs typeface="Times New Roman" panose="02020603050405020304" pitchFamily="18" charset="0"/>
                            </a:rPr>
                            <m:t>2</m:t>
                          </m:r>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𝑓</m:t>
                              </m:r>
                            </m:e>
                            <m:sub>
                              <m:r>
                                <a:rPr lang="en-IN" sz="2600" b="0" i="1" smtClean="0">
                                  <a:latin typeface="Cambria Math" panose="02040503050406030204" pitchFamily="18" charset="0"/>
                                  <a:cs typeface="Times New Roman" panose="02020603050405020304" pitchFamily="18" charset="0"/>
                                </a:rPr>
                                <m:t>1</m:t>
                              </m:r>
                            </m:sub>
                          </m:sSub>
                          <m:r>
                            <a:rPr lang="en-IN" sz="2600" b="0" i="1" smtClean="0">
                              <a:latin typeface="Cambria Math" panose="02040503050406030204" pitchFamily="18" charset="0"/>
                              <a:cs typeface="Times New Roman" panose="02020603050405020304" pitchFamily="18" charset="0"/>
                            </a:rPr>
                            <m:t>−</m:t>
                          </m:r>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𝑓</m:t>
                              </m:r>
                            </m:e>
                            <m:sub>
                              <m:r>
                                <a:rPr lang="en-IN" sz="2600" b="0" i="1" smtClean="0">
                                  <a:latin typeface="Cambria Math" panose="02040503050406030204" pitchFamily="18" charset="0"/>
                                  <a:cs typeface="Times New Roman" panose="02020603050405020304" pitchFamily="18" charset="0"/>
                                </a:rPr>
                                <m:t>0</m:t>
                              </m:r>
                            </m:sub>
                          </m:sSub>
                          <m:r>
                            <a:rPr lang="en-IN" sz="2600" b="0" i="1" smtClean="0">
                              <a:latin typeface="Cambria Math" panose="02040503050406030204" pitchFamily="18" charset="0"/>
                              <a:cs typeface="Times New Roman" panose="02020603050405020304" pitchFamily="18" charset="0"/>
                            </a:rPr>
                            <m:t>−</m:t>
                          </m:r>
                          <m:sSub>
                            <m:sSubPr>
                              <m:ctrlPr>
                                <a:rPr lang="en-IN" sz="2600" b="0" i="1" smtClean="0">
                                  <a:latin typeface="Cambria Math" panose="02040503050406030204" pitchFamily="18" charset="0"/>
                                  <a:cs typeface="Times New Roman" panose="02020603050405020304" pitchFamily="18" charset="0"/>
                                </a:rPr>
                              </m:ctrlPr>
                            </m:sSubPr>
                            <m:e>
                              <m:r>
                                <a:rPr lang="en-IN" sz="2600" b="0" i="1" smtClean="0">
                                  <a:latin typeface="Cambria Math" panose="02040503050406030204" pitchFamily="18" charset="0"/>
                                  <a:cs typeface="Times New Roman" panose="02020603050405020304" pitchFamily="18" charset="0"/>
                                </a:rPr>
                                <m:t>𝑓</m:t>
                              </m:r>
                            </m:e>
                            <m:sub>
                              <m:r>
                                <a:rPr lang="en-IN" sz="2600" b="0" i="1" smtClean="0">
                                  <a:latin typeface="Cambria Math" panose="02040503050406030204" pitchFamily="18" charset="0"/>
                                  <a:cs typeface="Times New Roman" panose="02020603050405020304" pitchFamily="18" charset="0"/>
                                </a:rPr>
                                <m:t>2</m:t>
                              </m:r>
                            </m:sub>
                          </m:sSub>
                        </m:den>
                      </m:f>
                      <m:r>
                        <a:rPr lang="en-IN" sz="2600" b="0" i="1" smtClean="0">
                          <a:latin typeface="Cambria Math" panose="02040503050406030204" pitchFamily="18" charset="0"/>
                          <a:cs typeface="Times New Roman" panose="02020603050405020304" pitchFamily="18" charset="0"/>
                        </a:rPr>
                        <m:t>×</m:t>
                      </m:r>
                      <m:r>
                        <a:rPr lang="en-IN" sz="2600" b="0" i="1" smtClean="0">
                          <a:latin typeface="Cambria Math" panose="02040503050406030204" pitchFamily="18" charset="0"/>
                          <a:cs typeface="Times New Roman" panose="02020603050405020304" pitchFamily="18" charset="0"/>
                        </a:rPr>
                        <m:t>𝑖</m:t>
                      </m:r>
                    </m:oMath>
                  </m:oMathPara>
                </a14:m>
                <a:endParaRPr lang="en-US" sz="2600" dirty="0">
                  <a:latin typeface="Times New Roman" panose="02020603050405020304" pitchFamily="18" charset="0"/>
                  <a:cs typeface="Times New Roman" panose="02020603050405020304" pitchFamily="18" charset="0"/>
                </a:endParaRPr>
              </a:p>
              <a:p>
                <a:pPr algn="just">
                  <a:lnSpc>
                    <a:spcPct val="200000"/>
                  </a:lnSpc>
                </a:pPr>
                <a:endParaRPr lang="en-US" sz="2600" dirty="0">
                  <a:latin typeface="Times New Roman" panose="02020603050405020304" pitchFamily="18" charset="0"/>
                  <a:cs typeface="Times New Roman" panose="02020603050405020304" pitchFamily="18" charset="0"/>
                </a:endParaRPr>
              </a:p>
            </p:txBody>
          </p:sp>
        </mc:Choice>
        <mc:Fallback>
          <p:sp>
            <p:nvSpPr>
              <p:cNvPr id="11" name="TextBox 10">
                <a:extLst>
                  <a:ext uri="{FF2B5EF4-FFF2-40B4-BE49-F238E27FC236}">
                    <a16:creationId xmlns:a16="http://schemas.microsoft.com/office/drawing/2014/main" id="{10A1F011-CC4B-1AE7-9AD4-D15077CB881D}"/>
                  </a:ext>
                </a:extLst>
              </p:cNvPr>
              <p:cNvSpPr txBox="1">
                <a:spLocks noRot="1" noChangeAspect="1" noMove="1" noResize="1" noEditPoints="1" noAdjustHandles="1" noChangeArrowheads="1" noChangeShapeType="1" noTextEdit="1"/>
              </p:cNvSpPr>
              <p:nvPr/>
            </p:nvSpPr>
            <p:spPr>
              <a:xfrm>
                <a:off x="663678" y="840210"/>
                <a:ext cx="10828667" cy="6218112"/>
              </a:xfrm>
              <a:prstGeom prst="rect">
                <a:avLst/>
              </a:prstGeom>
              <a:blipFill>
                <a:blip r:embed="rId5"/>
                <a:stretch>
                  <a:fillRect l="-1014" r="-1014"/>
                </a:stretch>
              </a:blipFill>
            </p:spPr>
            <p:txBody>
              <a:bodyPr/>
              <a:lstStyle/>
              <a:p>
                <a:r>
                  <a:rPr lang="en-IN">
                    <a:noFill/>
                  </a:rPr>
                  <a:t> </a:t>
                </a:r>
              </a:p>
            </p:txBody>
          </p:sp>
        </mc:Fallback>
      </mc:AlternateContent>
    </p:spTree>
    <p:extLst>
      <p:ext uri="{BB962C8B-B14F-4D97-AF65-F5344CB8AC3E}">
        <p14:creationId xmlns:p14="http://schemas.microsoft.com/office/powerpoint/2010/main" val="2754326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0"/>
            <a:ext cx="10515600" cy="973394"/>
          </a:xfrm>
        </p:spPr>
        <p:txBody>
          <a:bodyPr/>
          <a:lstStyle/>
          <a:p>
            <a:r>
              <a:rPr lang="en-US" b="1" dirty="0">
                <a:solidFill>
                  <a:srgbClr val="FF0000"/>
                </a:solidFill>
                <a:latin typeface="Times New Roman" panose="02020603050405020304" pitchFamily="18" charset="0"/>
                <a:cs typeface="Times New Roman" panose="02020603050405020304" pitchFamily="18" charset="0"/>
              </a:rPr>
              <a:t>Advantages of Mode:</a:t>
            </a:r>
          </a:p>
        </p:txBody>
      </p:sp>
      <p:sp>
        <p:nvSpPr>
          <p:cNvPr id="4" name="Date Placeholder 3"/>
          <p:cNvSpPr>
            <a:spLocks noGrp="1"/>
          </p:cNvSpPr>
          <p:nvPr>
            <p:ph type="dt" sz="half" idx="10"/>
          </p:nvPr>
        </p:nvSpPr>
        <p:spPr/>
        <p:txBody>
          <a:bodyPr/>
          <a:lstStyle/>
          <a:p>
            <a:fld id="{7E702D6C-6B3B-4F16-8BA5-1AF99870D72D}"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18</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663678" y="840210"/>
            <a:ext cx="10828667" cy="4771756"/>
          </a:xfrm>
          <a:prstGeom prst="rect">
            <a:avLst/>
          </a:prstGeom>
          <a:noFill/>
        </p:spPr>
        <p:txBody>
          <a:bodyPr wrap="square">
            <a:spAutoFit/>
          </a:bodyPr>
          <a:lstStyle/>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Mode is readily comprehensible and easily calculated.</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the best representative of data.</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not at all affected by extreme value.</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The value of mode can also be determined graphically.</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usually an actual value of an important part of the series.</a:t>
            </a:r>
          </a:p>
          <a:p>
            <a:pPr algn="just">
              <a:lnSpc>
                <a:spcPct val="200000"/>
              </a:lnSpc>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25444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50E7C-41CC-4D1C-BB81-7714C2FF27DB}"/>
              </a:ext>
            </a:extLst>
          </p:cNvPr>
          <p:cNvSpPr>
            <a:spLocks noGrp="1"/>
          </p:cNvSpPr>
          <p:nvPr>
            <p:ph type="title"/>
          </p:nvPr>
        </p:nvSpPr>
        <p:spPr>
          <a:xfrm>
            <a:off x="976745" y="634175"/>
            <a:ext cx="10515600" cy="973394"/>
          </a:xfrm>
        </p:spPr>
        <p:txBody>
          <a:bodyPr/>
          <a:lstStyle/>
          <a:p>
            <a:r>
              <a:rPr lang="en-US" b="1" dirty="0">
                <a:solidFill>
                  <a:srgbClr val="FF0000"/>
                </a:solidFill>
                <a:latin typeface="Times New Roman" panose="02020603050405020304" pitchFamily="18" charset="0"/>
                <a:cs typeface="Times New Roman" panose="02020603050405020304" pitchFamily="18" charset="0"/>
              </a:rPr>
              <a:t>Disadvantages of Mode:</a:t>
            </a:r>
          </a:p>
        </p:txBody>
      </p:sp>
      <p:sp>
        <p:nvSpPr>
          <p:cNvPr id="4" name="Date Placeholder 3"/>
          <p:cNvSpPr>
            <a:spLocks noGrp="1"/>
          </p:cNvSpPr>
          <p:nvPr>
            <p:ph type="dt" sz="half" idx="10"/>
          </p:nvPr>
        </p:nvSpPr>
        <p:spPr/>
        <p:txBody>
          <a:bodyPr/>
          <a:lstStyle/>
          <a:p>
            <a:fld id="{7E702D6C-6B3B-4F16-8BA5-1AF99870D72D}" type="datetime1">
              <a:rPr lang="en-US" smtClean="0"/>
              <a:t>12/17/2024</a:t>
            </a:fld>
            <a:endParaRPr lang="en-US" dirty="0"/>
          </a:p>
        </p:txBody>
      </p:sp>
      <p:sp>
        <p:nvSpPr>
          <p:cNvPr id="5" name="Footer Placeholder 4"/>
          <p:cNvSpPr>
            <a:spLocks noGrp="1"/>
          </p:cNvSpPr>
          <p:nvPr>
            <p:ph type="ftr" sz="quarter" idx="11"/>
          </p:nvPr>
        </p:nvSpPr>
        <p:spPr/>
        <p:txBody>
          <a:bodyPr/>
          <a:lstStyle/>
          <a:p>
            <a:r>
              <a:rPr lang="en-US" dirty="0"/>
              <a:t>Dr. Heena Sharma, Asst. Prof.,  CSE, Chandigarh University</a:t>
            </a:r>
          </a:p>
        </p:txBody>
      </p:sp>
      <p:sp>
        <p:nvSpPr>
          <p:cNvPr id="6" name="Slide Number Placeholder 5"/>
          <p:cNvSpPr>
            <a:spLocks noGrp="1"/>
          </p:cNvSpPr>
          <p:nvPr>
            <p:ph type="sldNum" sz="quarter" idx="12"/>
          </p:nvPr>
        </p:nvSpPr>
        <p:spPr/>
        <p:txBody>
          <a:bodyPr/>
          <a:lstStyle/>
          <a:p>
            <a:fld id="{DBA1B0FB-D917-4C8C-928F-313BD683BF39}" type="slidenum">
              <a:rPr lang="en-US" smtClean="0"/>
              <a:t>19</a:t>
            </a:fld>
            <a:endParaRPr lang="en-US"/>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75519" y="58916"/>
            <a:ext cx="1916480" cy="641551"/>
          </a:xfrm>
          <a:prstGeom prst="rect">
            <a:avLst/>
          </a:prstGeom>
        </p:spPr>
      </p:pic>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313446" y="0"/>
            <a:ext cx="882927" cy="785252"/>
          </a:xfrm>
          <a:prstGeom prst="rect">
            <a:avLst/>
          </a:prstGeom>
        </p:spPr>
      </p:pic>
      <p:pic>
        <p:nvPicPr>
          <p:cNvPr id="9" name="Picture 8" descr="National Board of Accreditation - Wikipedia"/>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299701" y="49261"/>
            <a:ext cx="872490" cy="688340"/>
          </a:xfrm>
          <a:prstGeom prst="rect">
            <a:avLst/>
          </a:prstGeom>
          <a:noFill/>
          <a:ln>
            <a:noFill/>
          </a:ln>
        </p:spPr>
      </p:pic>
      <p:sp>
        <p:nvSpPr>
          <p:cNvPr id="11" name="TextBox 10">
            <a:extLst>
              <a:ext uri="{FF2B5EF4-FFF2-40B4-BE49-F238E27FC236}">
                <a16:creationId xmlns:a16="http://schemas.microsoft.com/office/drawing/2014/main" id="{10A1F011-CC4B-1AE7-9AD4-D15077CB881D}"/>
              </a:ext>
            </a:extLst>
          </p:cNvPr>
          <p:cNvSpPr txBox="1"/>
          <p:nvPr/>
        </p:nvSpPr>
        <p:spPr>
          <a:xfrm>
            <a:off x="663678" y="1695608"/>
            <a:ext cx="10828667" cy="3971536"/>
          </a:xfrm>
          <a:prstGeom prst="rect">
            <a:avLst/>
          </a:prstGeom>
          <a:noFill/>
        </p:spPr>
        <p:txBody>
          <a:bodyPr wrap="square">
            <a:spAutoFit/>
          </a:bodyPr>
          <a:lstStyle/>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not based on all observations.</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not capable of further mathematical manipulation.</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It is affected to a great extent by sampling fluctuations.</a:t>
            </a:r>
          </a:p>
          <a:p>
            <a:pPr marL="457200" indent="-457200" algn="just">
              <a:lnSpc>
                <a:spcPct val="200000"/>
              </a:lnSpc>
              <a:buFont typeface="Arial" panose="020B0604020202020204" pitchFamily="34" charset="0"/>
              <a:buChar char="•"/>
            </a:pPr>
            <a:r>
              <a:rPr lang="en-US" sz="2600" dirty="0">
                <a:latin typeface="Times New Roman" panose="02020603050405020304" pitchFamily="18" charset="0"/>
                <a:cs typeface="Times New Roman" panose="02020603050405020304" pitchFamily="18" charset="0"/>
              </a:rPr>
              <a:t>Choice of grouping has great influence on the value of mode.</a:t>
            </a:r>
          </a:p>
          <a:p>
            <a:pPr algn="just">
              <a:lnSpc>
                <a:spcPct val="200000"/>
              </a:lnSpc>
            </a:pPr>
            <a:endParaRPr lang="en-US" sz="2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057573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490100" y="1750549"/>
            <a:ext cx="9701062" cy="1620763"/>
          </a:xfrm>
        </p:spPr>
        <p:txBody>
          <a:bodyPr>
            <a:normAutofit/>
          </a:bodyPr>
          <a:lstStyle/>
          <a:p>
            <a:r>
              <a:rPr lang="en-IN" sz="3600" b="1" dirty="0">
                <a:solidFill>
                  <a:srgbClr val="C00000"/>
                </a:solidFill>
                <a:latin typeface="Times New Roman" panose="02020603050405020304" pitchFamily="18" charset="0"/>
                <a:cs typeface="Times New Roman" panose="02020603050405020304" pitchFamily="18" charset="0"/>
              </a:rPr>
              <a:t>THANKS FOR PAYING ATTENTION</a:t>
            </a:r>
          </a:p>
        </p:txBody>
      </p:sp>
      <p:sp>
        <p:nvSpPr>
          <p:cNvPr id="3" name="Content Placeholder 2"/>
          <p:cNvSpPr>
            <a:spLocks noGrp="1"/>
          </p:cNvSpPr>
          <p:nvPr>
            <p:ph idx="1"/>
          </p:nvPr>
        </p:nvSpPr>
        <p:spPr>
          <a:xfrm>
            <a:off x="1511204" y="4751817"/>
            <a:ext cx="5581081" cy="1604535"/>
          </a:xfrm>
        </p:spPr>
        <p:txBody>
          <a:bodyPr/>
          <a:lstStyle/>
          <a:p>
            <a:pPr marL="0" indent="0">
              <a:buNone/>
            </a:pPr>
            <a:r>
              <a:rPr lang="en-IN" b="1" dirty="0">
                <a:latin typeface="Times New Roman" panose="02020603050405020304" pitchFamily="18" charset="0"/>
                <a:cs typeface="Times New Roman" panose="02020603050405020304" pitchFamily="18" charset="0"/>
              </a:rPr>
              <a:t>Please Send Your Queries on:</a:t>
            </a:r>
          </a:p>
          <a:p>
            <a:pPr marL="0" indent="0">
              <a:buNone/>
            </a:pPr>
            <a:endParaRPr lang="en-IN" dirty="0">
              <a:latin typeface="Times New Roman" panose="02020603050405020304" pitchFamily="18" charset="0"/>
              <a:cs typeface="Times New Roman" panose="02020603050405020304" pitchFamily="18" charset="0"/>
            </a:endParaRPr>
          </a:p>
          <a:p>
            <a:pPr marL="0" indent="0" algn="ctr">
              <a:buNone/>
            </a:pPr>
            <a:r>
              <a:rPr lang="en-IN" b="1" dirty="0">
                <a:latin typeface="Times New Roman" panose="02020603050405020304" pitchFamily="18" charset="0"/>
                <a:cs typeface="Times New Roman" panose="02020603050405020304" pitchFamily="18" charset="0"/>
              </a:rPr>
              <a:t>e-Mail:</a:t>
            </a:r>
            <a:r>
              <a:rPr lang="en-IN"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heena.e6398</a:t>
            </a:r>
            <a:r>
              <a:rPr lang="en-US" altLang="en-IN" dirty="0">
                <a:latin typeface="Times New Roman" panose="02020603050405020304" pitchFamily="18" charset="0"/>
                <a:cs typeface="Times New Roman" panose="02020603050405020304" pitchFamily="18" charset="0"/>
              </a:rPr>
              <a:t>@cumail.in</a:t>
            </a:r>
            <a:endParaRPr lang="en-IN" i="1" dirty="0">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sz="half" idx="10"/>
          </p:nvPr>
        </p:nvSpPr>
        <p:spPr/>
        <p:txBody>
          <a:bodyPr/>
          <a:lstStyle/>
          <a:p>
            <a:fld id="{C3F54D28-3166-46FA-830B-CDFA17016EA9}" type="datetime1">
              <a:rPr lang="en-US" smtClean="0"/>
              <a:t>12/16/2024</a:t>
            </a:fld>
            <a:endParaRPr lang="en-US" dirty="0"/>
          </a:p>
        </p:txBody>
      </p:sp>
      <p:sp>
        <p:nvSpPr>
          <p:cNvPr id="6" name="Footer Placeholder 5"/>
          <p:cNvSpPr>
            <a:spLocks noGrp="1"/>
          </p:cNvSpPr>
          <p:nvPr>
            <p:ph type="ftr" sz="quarter" idx="11"/>
          </p:nvPr>
        </p:nvSpPr>
        <p:spPr/>
        <p:txBody>
          <a:bodyPr/>
          <a:lstStyle/>
          <a:p>
            <a:r>
              <a:rPr lang="en-US" dirty="0"/>
              <a:t>Dr. Heena Sharma, Asst. Prof., CSE, Chandigarh University</a:t>
            </a:r>
          </a:p>
        </p:txBody>
      </p:sp>
      <p:sp>
        <p:nvSpPr>
          <p:cNvPr id="7" name="Slide Number Placeholder 6"/>
          <p:cNvSpPr>
            <a:spLocks noGrp="1"/>
          </p:cNvSpPr>
          <p:nvPr>
            <p:ph type="sldNum" sz="quarter" idx="12"/>
          </p:nvPr>
        </p:nvSpPr>
        <p:spPr/>
        <p:txBody>
          <a:bodyPr/>
          <a:lstStyle/>
          <a:p>
            <a:fld id="{EBFB1032-EA64-7144-B003-9BCC9D94B503}" type="slidenum">
              <a:rPr lang="en-US" smtClean="0"/>
              <a:t>20</a:t>
            </a:fld>
            <a:endParaRPr lang="en-US" dirty="0"/>
          </a:p>
        </p:txBody>
      </p:sp>
    </p:spTree>
    <p:extLst>
      <p:ext uri="{BB962C8B-B14F-4D97-AF65-F5344CB8AC3E}">
        <p14:creationId xmlns:p14="http://schemas.microsoft.com/office/powerpoint/2010/main" val="3855251701"/>
      </p:ext>
    </p:extLst>
  </p:cSld>
  <p:clrMapOvr>
    <a:masterClrMapping/>
  </p:clrMapOvr>
</p:sld>
</file>

<file path=ppt/theme/theme1.xml><?xml version="1.0" encoding="utf-8"?>
<a:theme xmlns:a="http://schemas.openxmlformats.org/drawingml/2006/main" name="Theme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1" id="{B6D42BB5-B258-40DA-A2BD-23CC4410B433}" vid="{78C5852C-0C40-40EE-A5D6-7CC1AC678A84}"/>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5114</TotalTime>
  <Words>1331</Words>
  <Application>Microsoft Office PowerPoint</Application>
  <PresentationFormat>Widescreen</PresentationFormat>
  <Paragraphs>160</Paragraphs>
  <Slides>20</Slides>
  <Notes>1</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20</vt:i4>
      </vt:variant>
    </vt:vector>
  </HeadingPairs>
  <TitlesOfParts>
    <vt:vector size="28" baseType="lpstr">
      <vt:lpstr>Arial</vt:lpstr>
      <vt:lpstr>Calibri</vt:lpstr>
      <vt:lpstr>Calibri Light</vt:lpstr>
      <vt:lpstr>Cambria Math</vt:lpstr>
      <vt:lpstr>Times New Roman</vt:lpstr>
      <vt:lpstr>Wingdings</vt:lpstr>
      <vt:lpstr>Theme1</vt:lpstr>
      <vt:lpstr>Contents Slide Master</vt:lpstr>
      <vt:lpstr>PowerPoint Presentation</vt:lpstr>
      <vt:lpstr>PowerPoint Presentation</vt:lpstr>
      <vt:lpstr>PowerPoint Presentation</vt:lpstr>
      <vt:lpstr>Introduction</vt:lpstr>
      <vt:lpstr>Measure of Central Tendency</vt:lpstr>
      <vt:lpstr>Definition</vt:lpstr>
      <vt:lpstr>Arithmetic Mean</vt:lpstr>
      <vt:lpstr>Arithmetic Mean Calculated Methods:</vt:lpstr>
      <vt:lpstr>Example:</vt:lpstr>
      <vt:lpstr>Advantages of Mean</vt:lpstr>
      <vt:lpstr>Disadvantages of Mean</vt:lpstr>
      <vt:lpstr>Median</vt:lpstr>
      <vt:lpstr>Calculation of Median-Discrete Series</vt:lpstr>
      <vt:lpstr>Calculation of median- Continuous Series</vt:lpstr>
      <vt:lpstr>Advantages of Median</vt:lpstr>
      <vt:lpstr>Disadvantages of Median</vt:lpstr>
      <vt:lpstr>Mode</vt:lpstr>
      <vt:lpstr>Advantages of Mode:</vt:lpstr>
      <vt:lpstr>Disadvantages of Mode:</vt:lpstr>
      <vt:lpstr>THANKS FOR PAYING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Machine Learning: Unit 1</dc:title>
  <dc:creator>gaurav srivastav</dc:creator>
  <cp:lastModifiedBy>Heena Sharma</cp:lastModifiedBy>
  <cp:revision>203</cp:revision>
  <dcterms:created xsi:type="dcterms:W3CDTF">2020-08-04T18:57:56Z</dcterms:created>
  <dcterms:modified xsi:type="dcterms:W3CDTF">2024-12-17T10:33:04Z</dcterms:modified>
</cp:coreProperties>
</file>