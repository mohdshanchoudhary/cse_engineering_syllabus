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  <p:sldMasterId id="2147483741" r:id="rId2"/>
  </p:sldMasterIdLst>
  <p:notesMasterIdLst>
    <p:notesMasterId r:id="rId13"/>
  </p:notesMasterIdLst>
  <p:handoutMasterIdLst>
    <p:handoutMasterId r:id="rId14"/>
  </p:handoutMasterIdLst>
  <p:sldIdLst>
    <p:sldId id="662" r:id="rId3"/>
    <p:sldId id="663" r:id="rId4"/>
    <p:sldId id="665" r:id="rId5"/>
    <p:sldId id="257" r:id="rId6"/>
    <p:sldId id="675" r:id="rId7"/>
    <p:sldId id="669" r:id="rId8"/>
    <p:sldId id="676" r:id="rId9"/>
    <p:sldId id="677" r:id="rId10"/>
    <p:sldId id="670" r:id="rId11"/>
    <p:sldId id="6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47" autoAdjust="0"/>
    <p:restoredTop sz="93922" autoAdjust="0"/>
  </p:normalViewPr>
  <p:slideViewPr>
    <p:cSldViewPr snapToGrid="0">
      <p:cViewPr varScale="1">
        <p:scale>
          <a:sx n="45" d="100"/>
          <a:sy n="45" d="100"/>
        </p:scale>
        <p:origin x="34" y="658"/>
      </p:cViewPr>
      <p:guideLst/>
    </p:cSldViewPr>
  </p:slideViewPr>
  <p:outlineViewPr>
    <p:cViewPr>
      <p:scale>
        <a:sx n="33" d="100"/>
        <a:sy n="33" d="100"/>
      </p:scale>
      <p:origin x="0" y="-9745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na Sharma" userId="62c86d104d15e078" providerId="LiveId" clId="{F4567730-CF1C-49AC-91DE-FDB6A537FCD1}"/>
    <pc:docChg chg="undo custSel addSld delSld modSld">
      <pc:chgData name="Heena Sharma" userId="62c86d104d15e078" providerId="LiveId" clId="{F4567730-CF1C-49AC-91DE-FDB6A537FCD1}" dt="2024-12-17T10:32:51.890" v="5737" actId="2696"/>
      <pc:docMkLst>
        <pc:docMk/>
      </pc:docMkLst>
      <pc:sldChg chg="modSp mod">
        <pc:chgData name="Heena Sharma" userId="62c86d104d15e078" providerId="LiveId" clId="{F4567730-CF1C-49AC-91DE-FDB6A537FCD1}" dt="2024-12-16T08:35:37.743" v="1028" actId="5793"/>
        <pc:sldMkLst>
          <pc:docMk/>
          <pc:sldMk cId="2854741177" sldId="257"/>
        </pc:sldMkLst>
        <pc:spChg chg="mod">
          <ac:chgData name="Heena Sharma" userId="62c86d104d15e078" providerId="LiveId" clId="{F4567730-CF1C-49AC-91DE-FDB6A537FCD1}" dt="2024-12-16T08:32:44.405" v="611" actId="20577"/>
          <ac:spMkLst>
            <pc:docMk/>
            <pc:sldMk cId="2854741177" sldId="257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6T08:35:37.743" v="1028" actId="5793"/>
          <ac:spMkLst>
            <pc:docMk/>
            <pc:sldMk cId="2854741177" sldId="257"/>
            <ac:spMk id="3" creationId="{04128A12-6969-43D5-A979-3A35910A7FDD}"/>
          </ac:spMkLst>
        </pc:spChg>
      </pc:sldChg>
      <pc:sldChg chg="delSp modSp mod">
        <pc:chgData name="Heena Sharma" userId="62c86d104d15e078" providerId="LiveId" clId="{F4567730-CF1C-49AC-91DE-FDB6A537FCD1}" dt="2024-12-16T08:32:20.243" v="583" actId="1035"/>
        <pc:sldMkLst>
          <pc:docMk/>
          <pc:sldMk cId="371773017" sldId="665"/>
        </pc:sldMkLst>
        <pc:spChg chg="mod">
          <ac:chgData name="Heena Sharma" userId="62c86d104d15e078" providerId="LiveId" clId="{F4567730-CF1C-49AC-91DE-FDB6A537FCD1}" dt="2024-12-16T08:32:20.243" v="583" actId="1035"/>
          <ac:spMkLst>
            <pc:docMk/>
            <pc:sldMk cId="371773017" sldId="665"/>
            <ac:spMk id="6" creationId="{00000000-0000-0000-0000-000000000000}"/>
          </ac:spMkLst>
        </pc:spChg>
        <pc:spChg chg="del">
          <ac:chgData name="Heena Sharma" userId="62c86d104d15e078" providerId="LiveId" clId="{F4567730-CF1C-49AC-91DE-FDB6A537FCD1}" dt="2024-12-16T08:27:54.150" v="42" actId="478"/>
          <ac:spMkLst>
            <pc:docMk/>
            <pc:sldMk cId="371773017" sldId="665"/>
            <ac:spMk id="7" creationId="{00000000-0000-0000-0000-000000000000}"/>
          </ac:spMkLst>
        </pc:spChg>
        <pc:spChg chg="mod">
          <ac:chgData name="Heena Sharma" userId="62c86d104d15e078" providerId="LiveId" clId="{F4567730-CF1C-49AC-91DE-FDB6A537FCD1}" dt="2024-12-16T08:27:48.640" v="41" actId="403"/>
          <ac:spMkLst>
            <pc:docMk/>
            <pc:sldMk cId="371773017" sldId="665"/>
            <ac:spMk id="9" creationId="{00000000-0000-0000-0000-000000000000}"/>
          </ac:spMkLst>
        </pc:spChg>
      </pc:sldChg>
      <pc:sldChg chg="delSp modSp del mod">
        <pc:chgData name="Heena Sharma" userId="62c86d104d15e078" providerId="LiveId" clId="{F4567730-CF1C-49AC-91DE-FDB6A537FCD1}" dt="2024-12-17T10:32:47.074" v="5736" actId="2696"/>
        <pc:sldMkLst>
          <pc:docMk/>
          <pc:sldMk cId="3167901213" sldId="666"/>
        </pc:sldMkLst>
        <pc:graphicFrameChg chg="del modGraphic">
          <ac:chgData name="Heena Sharma" userId="62c86d104d15e078" providerId="LiveId" clId="{F4567730-CF1C-49AC-91DE-FDB6A537FCD1}" dt="2024-12-16T08:53:14.084" v="2107" actId="478"/>
          <ac:graphicFrameMkLst>
            <pc:docMk/>
            <pc:sldMk cId="3167901213" sldId="666"/>
            <ac:graphicFrameMk id="3" creationId="{4DD6F950-093B-122F-D11F-0935096BA584}"/>
          </ac:graphicFrameMkLst>
        </pc:graphicFrameChg>
      </pc:sldChg>
      <pc:sldChg chg="delSp del">
        <pc:chgData name="Heena Sharma" userId="62c86d104d15e078" providerId="LiveId" clId="{F4567730-CF1C-49AC-91DE-FDB6A537FCD1}" dt="2024-12-17T10:32:51.890" v="5737" actId="2696"/>
        <pc:sldMkLst>
          <pc:docMk/>
          <pc:sldMk cId="2292020777" sldId="667"/>
        </pc:sldMkLst>
        <pc:picChg chg="del">
          <ac:chgData name="Heena Sharma" userId="62c86d104d15e078" providerId="LiveId" clId="{F4567730-CF1C-49AC-91DE-FDB6A537FCD1}" dt="2024-12-16T08:53:16.828" v="2108" actId="478"/>
          <ac:picMkLst>
            <pc:docMk/>
            <pc:sldMk cId="2292020777" sldId="667"/>
            <ac:picMk id="1026" creationId="{00000000-0000-0000-0000-000000000000}"/>
          </ac:picMkLst>
        </pc:picChg>
      </pc:sldChg>
      <pc:sldChg chg="addSp delSp modSp mod">
        <pc:chgData name="Heena Sharma" userId="62c86d104d15e078" providerId="LiveId" clId="{F4567730-CF1C-49AC-91DE-FDB6A537FCD1}" dt="2024-12-16T08:45:04.538" v="1832" actId="27636"/>
        <pc:sldMkLst>
          <pc:docMk/>
          <pc:sldMk cId="239812170" sldId="669"/>
        </pc:sldMkLst>
        <pc:spChg chg="mod">
          <ac:chgData name="Heena Sharma" userId="62c86d104d15e078" providerId="LiveId" clId="{F4567730-CF1C-49AC-91DE-FDB6A537FCD1}" dt="2024-12-16T08:39:03.297" v="1319" actId="20577"/>
          <ac:spMkLst>
            <pc:docMk/>
            <pc:sldMk cId="239812170" sldId="669"/>
            <ac:spMk id="2" creationId="{B9750E7C-41CC-4D1C-BB81-7714C2FF27DB}"/>
          </ac:spMkLst>
        </pc:spChg>
        <pc:spChg chg="del mod">
          <ac:chgData name="Heena Sharma" userId="62c86d104d15e078" providerId="LiveId" clId="{F4567730-CF1C-49AC-91DE-FDB6A537FCD1}" dt="2024-12-16T08:44:58.278" v="1828" actId="478"/>
          <ac:spMkLst>
            <pc:docMk/>
            <pc:sldMk cId="239812170" sldId="669"/>
            <ac:spMk id="3" creationId="{04128A12-6969-43D5-A979-3A35910A7FDD}"/>
          </ac:spMkLst>
        </pc:spChg>
        <pc:spChg chg="del">
          <ac:chgData name="Heena Sharma" userId="62c86d104d15e078" providerId="LiveId" clId="{F4567730-CF1C-49AC-91DE-FDB6A537FCD1}" dt="2024-12-16T08:38:55.406" v="1304" actId="478"/>
          <ac:spMkLst>
            <pc:docMk/>
            <pc:sldMk cId="239812170" sldId="669"/>
            <ac:spMk id="11" creationId="{11725F4A-AD2A-7B78-9298-459602AF71D3}"/>
          </ac:spMkLst>
        </pc:spChg>
        <pc:spChg chg="add mod">
          <ac:chgData name="Heena Sharma" userId="62c86d104d15e078" providerId="LiveId" clId="{F4567730-CF1C-49AC-91DE-FDB6A537FCD1}" dt="2024-12-16T08:45:04.538" v="1832" actId="27636"/>
          <ac:spMkLst>
            <pc:docMk/>
            <pc:sldMk cId="239812170" sldId="669"/>
            <ac:spMk id="12" creationId="{A0DB3F44-6AE8-E224-D613-DC4C3F479347}"/>
          </ac:spMkLst>
        </pc:spChg>
      </pc:sldChg>
      <pc:sldChg chg="addSp delSp modSp add del mod">
        <pc:chgData name="Heena Sharma" userId="62c86d104d15e078" providerId="LiveId" clId="{F4567730-CF1C-49AC-91DE-FDB6A537FCD1}" dt="2024-12-17T09:42:01.800" v="2464" actId="2696"/>
        <pc:sldMkLst>
          <pc:docMk/>
          <pc:sldMk cId="37086850" sldId="670"/>
        </pc:sldMkLst>
        <pc:spChg chg="mod">
          <ac:chgData name="Heena Sharma" userId="62c86d104d15e078" providerId="LiveId" clId="{F4567730-CF1C-49AC-91DE-FDB6A537FCD1}" dt="2024-12-17T09:38:43.617" v="2136" actId="20577"/>
          <ac:spMkLst>
            <pc:docMk/>
            <pc:sldMk cId="37086850" sldId="670"/>
            <ac:spMk id="2" creationId="{B9750E7C-41CC-4D1C-BB81-7714C2FF27DB}"/>
          </ac:spMkLst>
        </pc:spChg>
        <pc:spChg chg="del mod">
          <ac:chgData name="Heena Sharma" userId="62c86d104d15e078" providerId="LiveId" clId="{F4567730-CF1C-49AC-91DE-FDB6A537FCD1}" dt="2024-12-16T08:52:43.808" v="2100" actId="478"/>
          <ac:spMkLst>
            <pc:docMk/>
            <pc:sldMk cId="37086850" sldId="670"/>
            <ac:spMk id="3" creationId="{04128A12-6969-43D5-A979-3A35910A7FDD}"/>
          </ac:spMkLst>
        </pc:spChg>
        <pc:spChg chg="del">
          <ac:chgData name="Heena Sharma" userId="62c86d104d15e078" providerId="LiveId" clId="{F4567730-CF1C-49AC-91DE-FDB6A537FCD1}" dt="2024-12-17T09:38:11.357" v="2110" actId="478"/>
          <ac:spMkLst>
            <pc:docMk/>
            <pc:sldMk cId="37086850" sldId="670"/>
            <ac:spMk id="11" creationId="{11725F4A-AD2A-7B78-9298-459602AF71D3}"/>
          </ac:spMkLst>
        </pc:spChg>
        <pc:spChg chg="add del mod">
          <ac:chgData name="Heena Sharma" userId="62c86d104d15e078" providerId="LiveId" clId="{F4567730-CF1C-49AC-91DE-FDB6A537FCD1}" dt="2024-12-17T09:38:10.149" v="2109" actId="478"/>
          <ac:spMkLst>
            <pc:docMk/>
            <pc:sldMk cId="37086850" sldId="670"/>
            <ac:spMk id="12" creationId="{7C39DD99-B908-F0B9-AD5A-F0C001092F27}"/>
          </ac:spMkLst>
        </pc:spChg>
        <pc:spChg chg="add mod">
          <ac:chgData name="Heena Sharma" userId="62c86d104d15e078" providerId="LiveId" clId="{F4567730-CF1C-49AC-91DE-FDB6A537FCD1}" dt="2024-12-17T09:41:50.342" v="2462" actId="20577"/>
          <ac:spMkLst>
            <pc:docMk/>
            <pc:sldMk cId="37086850" sldId="670"/>
            <ac:spMk id="13" creationId="{E79E412A-FCE5-8165-D4BE-D8E66CEB5BA9}"/>
          </ac:spMkLst>
        </pc:spChg>
      </pc:sldChg>
      <pc:sldChg chg="modSp mod">
        <pc:chgData name="Heena Sharma" userId="62c86d104d15e078" providerId="LiveId" clId="{F4567730-CF1C-49AC-91DE-FDB6A537FCD1}" dt="2024-12-17T09:46:24.075" v="3259" actId="113"/>
        <pc:sldMkLst>
          <pc:docMk/>
          <pc:sldMk cId="2155790400" sldId="671"/>
        </pc:sldMkLst>
        <pc:spChg chg="mod">
          <ac:chgData name="Heena Sharma" userId="62c86d104d15e078" providerId="LiveId" clId="{F4567730-CF1C-49AC-91DE-FDB6A537FCD1}" dt="2024-12-17T09:43:51.506" v="2787" actId="20577"/>
          <ac:spMkLst>
            <pc:docMk/>
            <pc:sldMk cId="2155790400" sldId="671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09:46:24.075" v="3259" actId="113"/>
          <ac:spMkLst>
            <pc:docMk/>
            <pc:sldMk cId="2155790400" sldId="671"/>
            <ac:spMk id="3" creationId="{04128A12-6969-43D5-A979-3A35910A7FDD}"/>
          </ac:spMkLst>
        </pc:spChg>
      </pc:sldChg>
      <pc:sldChg chg="addSp delSp modSp mod">
        <pc:chgData name="Heena Sharma" userId="62c86d104d15e078" providerId="LiveId" clId="{F4567730-CF1C-49AC-91DE-FDB6A537FCD1}" dt="2024-12-17T09:53:56.480" v="3775" actId="2710"/>
        <pc:sldMkLst>
          <pc:docMk/>
          <pc:sldMk cId="1703565890" sldId="672"/>
        </pc:sldMkLst>
        <pc:spChg chg="mod">
          <ac:chgData name="Heena Sharma" userId="62c86d104d15e078" providerId="LiveId" clId="{F4567730-CF1C-49AC-91DE-FDB6A537FCD1}" dt="2024-12-17T09:47:21.601" v="3329" actId="14100"/>
          <ac:spMkLst>
            <pc:docMk/>
            <pc:sldMk cId="1703565890" sldId="672"/>
            <ac:spMk id="2" creationId="{B9750E7C-41CC-4D1C-BB81-7714C2FF27DB}"/>
          </ac:spMkLst>
        </pc:spChg>
        <pc:spChg chg="del mod">
          <ac:chgData name="Heena Sharma" userId="62c86d104d15e078" providerId="LiveId" clId="{F4567730-CF1C-49AC-91DE-FDB6A537FCD1}" dt="2024-12-17T09:51:02.187" v="3559" actId="478"/>
          <ac:spMkLst>
            <pc:docMk/>
            <pc:sldMk cId="1703565890" sldId="672"/>
            <ac:spMk id="3" creationId="{04128A12-6969-43D5-A979-3A35910A7FDD}"/>
          </ac:spMkLst>
        </pc:spChg>
        <pc:spChg chg="add mod">
          <ac:chgData name="Heena Sharma" userId="62c86d104d15e078" providerId="LiveId" clId="{F4567730-CF1C-49AC-91DE-FDB6A537FCD1}" dt="2024-12-17T09:53:56.480" v="3775" actId="2710"/>
          <ac:spMkLst>
            <pc:docMk/>
            <pc:sldMk cId="1703565890" sldId="672"/>
            <ac:spMk id="11" creationId="{FC72746E-544F-97CF-9B9F-81C30BC6EB7E}"/>
          </ac:spMkLst>
        </pc:spChg>
      </pc:sldChg>
      <pc:sldChg chg="addSp delSp modSp mod">
        <pc:chgData name="Heena Sharma" userId="62c86d104d15e078" providerId="LiveId" clId="{F4567730-CF1C-49AC-91DE-FDB6A537FCD1}" dt="2024-12-17T09:53:39.788" v="3773" actId="122"/>
        <pc:sldMkLst>
          <pc:docMk/>
          <pc:sldMk cId="1578764613" sldId="673"/>
        </pc:sldMkLst>
        <pc:spChg chg="mod">
          <ac:chgData name="Heena Sharma" userId="62c86d104d15e078" providerId="LiveId" clId="{F4567730-CF1C-49AC-91DE-FDB6A537FCD1}" dt="2024-12-17T09:50:27.546" v="3551" actId="14100"/>
          <ac:spMkLst>
            <pc:docMk/>
            <pc:sldMk cId="1578764613" sldId="673"/>
            <ac:spMk id="2" creationId="{B9750E7C-41CC-4D1C-BB81-7714C2FF27DB}"/>
          </ac:spMkLst>
        </pc:spChg>
        <pc:spChg chg="del mod">
          <ac:chgData name="Heena Sharma" userId="62c86d104d15e078" providerId="LiveId" clId="{F4567730-CF1C-49AC-91DE-FDB6A537FCD1}" dt="2024-12-17T09:51:52.986" v="3596" actId="478"/>
          <ac:spMkLst>
            <pc:docMk/>
            <pc:sldMk cId="1578764613" sldId="673"/>
            <ac:spMk id="3" creationId="{04128A12-6969-43D5-A979-3A35910A7FDD}"/>
          </ac:spMkLst>
        </pc:spChg>
        <pc:spChg chg="add mod">
          <ac:chgData name="Heena Sharma" userId="62c86d104d15e078" providerId="LiveId" clId="{F4567730-CF1C-49AC-91DE-FDB6A537FCD1}" dt="2024-12-17T09:53:39.788" v="3773" actId="122"/>
          <ac:spMkLst>
            <pc:docMk/>
            <pc:sldMk cId="1578764613" sldId="673"/>
            <ac:spMk id="11" creationId="{4C723DD9-2682-91FB-E706-1EA5516E9C61}"/>
          </ac:spMkLst>
        </pc:spChg>
      </pc:sldChg>
      <pc:sldChg chg="addSp delSp modSp mod">
        <pc:chgData name="Heena Sharma" userId="62c86d104d15e078" providerId="LiveId" clId="{F4567730-CF1C-49AC-91DE-FDB6A537FCD1}" dt="2024-12-17T09:56:49.280" v="4157" actId="20577"/>
        <pc:sldMkLst>
          <pc:docMk/>
          <pc:sldMk cId="2284727555" sldId="674"/>
        </pc:sldMkLst>
        <pc:spChg chg="mod">
          <ac:chgData name="Heena Sharma" userId="62c86d104d15e078" providerId="LiveId" clId="{F4567730-CF1C-49AC-91DE-FDB6A537FCD1}" dt="2024-12-17T09:54:23.612" v="3795" actId="20577"/>
          <ac:spMkLst>
            <pc:docMk/>
            <pc:sldMk cId="2284727555" sldId="674"/>
            <ac:spMk id="2" creationId="{B9750E7C-41CC-4D1C-BB81-7714C2FF27DB}"/>
          </ac:spMkLst>
        </pc:spChg>
        <pc:spChg chg="del mod">
          <ac:chgData name="Heena Sharma" userId="62c86d104d15e078" providerId="LiveId" clId="{F4567730-CF1C-49AC-91DE-FDB6A537FCD1}" dt="2024-12-17T09:54:45.899" v="3844" actId="478"/>
          <ac:spMkLst>
            <pc:docMk/>
            <pc:sldMk cId="2284727555" sldId="674"/>
            <ac:spMk id="3" creationId="{04128A12-6969-43D5-A979-3A35910A7FDD}"/>
          </ac:spMkLst>
        </pc:spChg>
        <pc:spChg chg="add mod">
          <ac:chgData name="Heena Sharma" userId="62c86d104d15e078" providerId="LiveId" clId="{F4567730-CF1C-49AC-91DE-FDB6A537FCD1}" dt="2024-12-17T09:56:49.280" v="4157" actId="20577"/>
          <ac:spMkLst>
            <pc:docMk/>
            <pc:sldMk cId="2284727555" sldId="674"/>
            <ac:spMk id="11" creationId="{10A1F011-CC4B-1AE7-9AD4-D15077CB881D}"/>
          </ac:spMkLst>
        </pc:spChg>
      </pc:sldChg>
      <pc:sldChg chg="modSp add mod">
        <pc:chgData name="Heena Sharma" userId="62c86d104d15e078" providerId="LiveId" clId="{F4567730-CF1C-49AC-91DE-FDB6A537FCD1}" dt="2024-12-16T08:38:42.883" v="1303" actId="6549"/>
        <pc:sldMkLst>
          <pc:docMk/>
          <pc:sldMk cId="2326708223" sldId="675"/>
        </pc:sldMkLst>
        <pc:spChg chg="mod">
          <ac:chgData name="Heena Sharma" userId="62c86d104d15e078" providerId="LiveId" clId="{F4567730-CF1C-49AC-91DE-FDB6A537FCD1}" dt="2024-12-16T08:36:04.210" v="1039" actId="20577"/>
          <ac:spMkLst>
            <pc:docMk/>
            <pc:sldMk cId="2326708223" sldId="675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6T08:38:42.883" v="1303" actId="6549"/>
          <ac:spMkLst>
            <pc:docMk/>
            <pc:sldMk cId="2326708223" sldId="675"/>
            <ac:spMk id="3" creationId="{04128A12-6969-43D5-A979-3A35910A7FDD}"/>
          </ac:spMkLst>
        </pc:spChg>
      </pc:sldChg>
      <pc:sldChg chg="modSp add mod">
        <pc:chgData name="Heena Sharma" userId="62c86d104d15e078" providerId="LiveId" clId="{F4567730-CF1C-49AC-91DE-FDB6A537FCD1}" dt="2024-12-16T08:48:56.670" v="2047" actId="1036"/>
        <pc:sldMkLst>
          <pc:docMk/>
          <pc:sldMk cId="3104098382" sldId="676"/>
        </pc:sldMkLst>
        <pc:spChg chg="mod">
          <ac:chgData name="Heena Sharma" userId="62c86d104d15e078" providerId="LiveId" clId="{F4567730-CF1C-49AC-91DE-FDB6A537FCD1}" dt="2024-12-16T08:45:46.417" v="1880" actId="1036"/>
          <ac:spMkLst>
            <pc:docMk/>
            <pc:sldMk cId="3104098382" sldId="676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6T08:48:56.670" v="2047" actId="1036"/>
          <ac:spMkLst>
            <pc:docMk/>
            <pc:sldMk cId="3104098382" sldId="676"/>
            <ac:spMk id="12" creationId="{A0DB3F44-6AE8-E224-D613-DC4C3F479347}"/>
          </ac:spMkLst>
        </pc:spChg>
      </pc:sldChg>
      <pc:sldChg chg="modSp add mod">
        <pc:chgData name="Heena Sharma" userId="62c86d104d15e078" providerId="LiveId" clId="{F4567730-CF1C-49AC-91DE-FDB6A537FCD1}" dt="2024-12-16T08:52:32.004" v="2098" actId="20577"/>
        <pc:sldMkLst>
          <pc:docMk/>
          <pc:sldMk cId="3187826831" sldId="677"/>
        </pc:sldMkLst>
        <pc:spChg chg="mod">
          <ac:chgData name="Heena Sharma" userId="62c86d104d15e078" providerId="LiveId" clId="{F4567730-CF1C-49AC-91DE-FDB6A537FCD1}" dt="2024-12-16T08:50:44.684" v="2056" actId="20577"/>
          <ac:spMkLst>
            <pc:docMk/>
            <pc:sldMk cId="3187826831" sldId="677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6T08:52:32.004" v="2098" actId="20577"/>
          <ac:spMkLst>
            <pc:docMk/>
            <pc:sldMk cId="3187826831" sldId="677"/>
            <ac:spMk id="12" creationId="{A0DB3F44-6AE8-E224-D613-DC4C3F479347}"/>
          </ac:spMkLst>
        </pc:spChg>
      </pc:sldChg>
      <pc:sldChg chg="modSp add mod">
        <pc:chgData name="Heena Sharma" userId="62c86d104d15e078" providerId="LiveId" clId="{F4567730-CF1C-49AC-91DE-FDB6A537FCD1}" dt="2024-12-17T09:43:41.143" v="2781" actId="20577"/>
        <pc:sldMkLst>
          <pc:docMk/>
          <pc:sldMk cId="2448649388" sldId="678"/>
        </pc:sldMkLst>
        <pc:spChg chg="mod">
          <ac:chgData name="Heena Sharma" userId="62c86d104d15e078" providerId="LiveId" clId="{F4567730-CF1C-49AC-91DE-FDB6A537FCD1}" dt="2024-12-17T09:42:13.770" v="2470" actId="20577"/>
          <ac:spMkLst>
            <pc:docMk/>
            <pc:sldMk cId="2448649388" sldId="678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09:43:41.143" v="2781" actId="20577"/>
          <ac:spMkLst>
            <pc:docMk/>
            <pc:sldMk cId="2448649388" sldId="678"/>
            <ac:spMk id="13" creationId="{E79E412A-FCE5-8165-D4BE-D8E66CEB5BA9}"/>
          </ac:spMkLst>
        </pc:spChg>
      </pc:sldChg>
      <pc:sldChg chg="modSp add mod">
        <pc:chgData name="Heena Sharma" userId="62c86d104d15e078" providerId="LiveId" clId="{F4567730-CF1C-49AC-91DE-FDB6A537FCD1}" dt="2024-12-17T09:59:17.026" v="4416" actId="255"/>
        <pc:sldMkLst>
          <pc:docMk/>
          <pc:sldMk cId="2422031865" sldId="679"/>
        </pc:sldMkLst>
        <pc:spChg chg="mod">
          <ac:chgData name="Heena Sharma" userId="62c86d104d15e078" providerId="LiveId" clId="{F4567730-CF1C-49AC-91DE-FDB6A537FCD1}" dt="2024-12-17T09:57:35.317" v="4163" actId="20577"/>
          <ac:spMkLst>
            <pc:docMk/>
            <pc:sldMk cId="2422031865" sldId="679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09:59:17.026" v="4416" actId="255"/>
          <ac:spMkLst>
            <pc:docMk/>
            <pc:sldMk cId="2422031865" sldId="679"/>
            <ac:spMk id="11" creationId="{10A1F011-CC4B-1AE7-9AD4-D15077CB881D}"/>
          </ac:spMkLst>
        </pc:spChg>
      </pc:sldChg>
      <pc:sldChg chg="modSp add del mod">
        <pc:chgData name="Heena Sharma" userId="62c86d104d15e078" providerId="LiveId" clId="{F4567730-CF1C-49AC-91DE-FDB6A537FCD1}" dt="2024-12-17T10:06:22.089" v="5128" actId="2696"/>
        <pc:sldMkLst>
          <pc:docMk/>
          <pc:sldMk cId="2754326288" sldId="680"/>
        </pc:sldMkLst>
        <pc:spChg chg="mod">
          <ac:chgData name="Heena Sharma" userId="62c86d104d15e078" providerId="LiveId" clId="{F4567730-CF1C-49AC-91DE-FDB6A537FCD1}" dt="2024-12-17T10:01:56.502" v="4699" actId="14100"/>
          <ac:spMkLst>
            <pc:docMk/>
            <pc:sldMk cId="2754326288" sldId="680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10:05:59.612" v="5126" actId="20577"/>
          <ac:spMkLst>
            <pc:docMk/>
            <pc:sldMk cId="2754326288" sldId="680"/>
            <ac:spMk id="11" creationId="{10A1F011-CC4B-1AE7-9AD4-D15077CB881D}"/>
          </ac:spMkLst>
        </pc:spChg>
      </pc:sldChg>
      <pc:sldChg chg="modSp add mod">
        <pc:chgData name="Heena Sharma" userId="62c86d104d15e078" providerId="LiveId" clId="{F4567730-CF1C-49AC-91DE-FDB6A537FCD1}" dt="2024-12-17T10:16:08.548" v="5439" actId="5793"/>
        <pc:sldMkLst>
          <pc:docMk/>
          <pc:sldMk cId="1282544466" sldId="681"/>
        </pc:sldMkLst>
        <pc:spChg chg="mod">
          <ac:chgData name="Heena Sharma" userId="62c86d104d15e078" providerId="LiveId" clId="{F4567730-CF1C-49AC-91DE-FDB6A537FCD1}" dt="2024-12-17T10:06:40.762" v="5146" actId="20577"/>
          <ac:spMkLst>
            <pc:docMk/>
            <pc:sldMk cId="1282544466" sldId="681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10:16:08.548" v="5439" actId="5793"/>
          <ac:spMkLst>
            <pc:docMk/>
            <pc:sldMk cId="1282544466" sldId="681"/>
            <ac:spMk id="11" creationId="{10A1F011-CC4B-1AE7-9AD4-D15077CB881D}"/>
          </ac:spMkLst>
        </pc:spChg>
      </pc:sldChg>
      <pc:sldChg chg="modSp add mod">
        <pc:chgData name="Heena Sharma" userId="62c86d104d15e078" providerId="LiveId" clId="{F4567730-CF1C-49AC-91DE-FDB6A537FCD1}" dt="2024-12-17T10:32:33.153" v="5735" actId="1036"/>
        <pc:sldMkLst>
          <pc:docMk/>
          <pc:sldMk cId="1105757346" sldId="682"/>
        </pc:sldMkLst>
        <pc:spChg chg="mod">
          <ac:chgData name="Heena Sharma" userId="62c86d104d15e078" providerId="LiveId" clId="{F4567730-CF1C-49AC-91DE-FDB6A537FCD1}" dt="2024-12-17T10:32:33.153" v="5735" actId="1036"/>
          <ac:spMkLst>
            <pc:docMk/>
            <pc:sldMk cId="1105757346" sldId="682"/>
            <ac:spMk id="2" creationId="{B9750E7C-41CC-4D1C-BB81-7714C2FF27DB}"/>
          </ac:spMkLst>
        </pc:spChg>
        <pc:spChg chg="mod">
          <ac:chgData name="Heena Sharma" userId="62c86d104d15e078" providerId="LiveId" clId="{F4567730-CF1C-49AC-91DE-FDB6A537FCD1}" dt="2024-12-17T10:32:25.503" v="5708" actId="1036"/>
          <ac:spMkLst>
            <pc:docMk/>
            <pc:sldMk cId="1105757346" sldId="682"/>
            <ac:spMk id="11" creationId="{10A1F011-CC4B-1AE7-9AD4-D15077CB881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805FB2-EF3E-4210-87F1-57F8CE648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554AD-B5F4-4FEF-96F5-28CD50CEB0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78983-CC47-4F3F-A6B7-AEFDE2CDA9A3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AF080-6D6A-452B-9163-F97DC3A478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DC612-1238-461C-9F9B-BD1171D7D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65888-1F24-4234-A756-C189EC23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96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E2C9C-23BE-43AC-9B60-0CBA78034A4C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835A-221B-4EB8-9871-0C56F743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B325B-DFED-47F9-A904-259EEF642FB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0DC85-1C62-4255-A510-48D2188EA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314" y="0"/>
            <a:ext cx="115268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7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F93D-8C61-442B-B485-F4D8474918A0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281D22-2779-40F1-B72E-8F2D8B334065}"/>
              </a:ext>
            </a:extLst>
          </p:cNvPr>
          <p:cNvSpPr txBox="1">
            <a:spLocks/>
          </p:cNvSpPr>
          <p:nvPr userDrawn="1"/>
        </p:nvSpPr>
        <p:spPr>
          <a:xfrm>
            <a:off x="4191000" y="63979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Gaurav Srivastav[E9988] ©                             </a:t>
            </a:r>
          </a:p>
          <a:p>
            <a:r>
              <a:rPr lang="en-US" dirty="0"/>
              <a:t>APEX Institute of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45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DCC3F-9F68-46C0-8EF8-0B10E758F4E4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8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112FE-19CB-4BD8-86D4-137DAE921136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0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F5A72-103E-4E7C-A361-EAE8990A863A}" type="datetime1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7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9443E-70F3-429A-B264-A1BD965FEB18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3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9073-2FCE-4868-A5ED-8B9252ABD3BE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B95A-1A77-4FC2-A89F-CE92B281980C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6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BEA05-7A3A-4745-8C66-FC9D3C58CAC2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8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19AF4-EA1C-4628-A05C-8D7372678114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5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0566-2CD0-4B8D-B6C7-D4740F954A97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J.S. Batth, Asst. Prof., AIT-CSE,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49146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56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279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315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282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126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87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657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9501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293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1278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557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8448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6356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50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1DDDE-810D-4CD5-86D3-733AE9450C4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J.S. Batth, Asst. Prof., AIT-CSE, Chandigarh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F03116-CB8E-4D02-84FD-384EC06A901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314" y="0"/>
            <a:ext cx="115268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9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hf hdr="0"/>
  <p:txStyles>
    <p:titleStyle>
      <a:lvl1pPr algn="ctr" defTabSz="1219200" rtl="0" eaLnBrk="1" latinLnBrk="1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HEENA SHARMA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E6398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953782"/>
            <a:ext cx="972285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endParaRPr lang="en-US" sz="6000" b="1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Random Variables</a:t>
            </a:r>
            <a:endParaRPr sz="6000" b="1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6E73B-DFE1-4737-82D1-9EC3E866492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Content Placeholder 2"/>
          <p:cNvSpPr>
            <a:spLocks noGrp="1"/>
          </p:cNvSpPr>
          <p:nvPr>
            <p:ph idx="1"/>
          </p:nvPr>
        </p:nvSpPr>
        <p:spPr bwMode="auto">
          <a:xfrm>
            <a:off x="268941" y="1248508"/>
            <a:ext cx="11510683" cy="4870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definitions and terms are used in studying the theory of probability distribution.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Variable: </a:t>
            </a:r>
            <a:r>
              <a:rPr lang="en-GB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whose value is a number determined by the outcome of a random experiment is called a random variable.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random variable in statistics such as follows:</a:t>
            </a:r>
          </a:p>
          <a:p>
            <a:pPr algn="just">
              <a:lnSpc>
                <a:spcPct val="150000"/>
              </a:lnSpc>
            </a:pPr>
            <a:r>
              <a:rPr lang="en-GB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Random Variable</a:t>
            </a:r>
          </a:p>
          <a:p>
            <a:pPr algn="just">
              <a:lnSpc>
                <a:spcPct val="150000"/>
              </a:lnSpc>
            </a:pPr>
            <a:r>
              <a:rPr lang="en-GB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Random Variable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77EF3-2C46-480E-8EDB-977BFADDC919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5DE2C7-FB0F-CF79-B953-76340ADF4678}"/>
              </a:ext>
            </a:extLst>
          </p:cNvPr>
          <p:cNvSpPr txBox="1"/>
          <p:nvPr/>
        </p:nvSpPr>
        <p:spPr>
          <a:xfrm>
            <a:off x="715105" y="439613"/>
            <a:ext cx="10363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and Basic Concepts</a:t>
            </a:r>
          </a:p>
        </p:txBody>
      </p:sp>
    </p:spTree>
    <p:extLst>
      <p:ext uri="{BB962C8B-B14F-4D97-AF65-F5344CB8AC3E}">
        <p14:creationId xmlns:p14="http://schemas.microsoft.com/office/powerpoint/2010/main" val="181111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1913" y="1258600"/>
            <a:ext cx="11549531" cy="4821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random variable takes only a finite or a countable number of values, it is called a discrete random variable.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3 coins are tossed, the number of heads obtained is the random variable C assumes the value 0, 1, 2, 3 which from a countable set. Such a variable is a discrete random variable.</a:t>
            </a:r>
          </a:p>
          <a:p>
            <a:pPr>
              <a:lnSpc>
                <a:spcPct val="15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401509"/>
            <a:ext cx="94581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Random Variable:</a:t>
            </a:r>
            <a:endParaRPr lang="en-US" sz="3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B930-5C9E-40EA-934B-7FCB33AEC89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948545" y="6231225"/>
            <a:ext cx="4114800" cy="365125"/>
          </a:xfrm>
        </p:spPr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4" name="Picture 13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7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39843"/>
            <a:ext cx="10815012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Random Variable: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28A12-6969-43D5-A979-3A35910A7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7638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random variable X which can take any value between certain interval is called a continuous random variable.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The height of students in a particular class lies between 4 feet to 6 feet.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write this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|4≤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6}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maximum life of electric bulbs is 2000hrs. For this the continuous random variable will be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|0≤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2000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28A12-6969-43D5-A979-3A35910A7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7638"/>
                <a:ext cx="10515600" cy="4351338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474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5" y="-33428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Mass Function: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28A12-6969-43D5-A979-3A35910A7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1733" y="967249"/>
                <a:ext cx="11514667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be a discrete random variable which assumes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each of these values, we associate a number called the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2, 3, …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called probability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satisfying the following conditions. </a:t>
                </a: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’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non-negative.</a:t>
                </a: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∑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total probability is one.</a:t>
                </a:r>
              </a:p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𝑜𝑟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the probability mass function of the discrete random variable X.</a:t>
                </a:r>
              </a:p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possible ordered pairs (x, p(x)) is called the probability distribution of the random variable X.</a:t>
                </a:r>
              </a:p>
              <a:p>
                <a:pPr marL="0" indent="0" algn="just">
                  <a:lnSpc>
                    <a:spcPct val="250000"/>
                  </a:lnSpc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28A12-6969-43D5-A979-3A35910A7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1733" y="967249"/>
                <a:ext cx="11514667" cy="4351338"/>
              </a:xfrm>
              <a:blipFill>
                <a:blip r:embed="rId2"/>
                <a:stretch>
                  <a:fillRect l="-582" r="-529" b="-16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0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07575"/>
            <a:ext cx="10781145" cy="13255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Probability Distribution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465406"/>
                <a:ext cx="11379200" cy="4711557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 random variable is discrete in general, its distribution will also be discrete.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discrete random variable X, the distribution function or cumulative distribution is given by F(x) and is written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;−∞&lt;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&lt;∞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in a discrete distribution function, there are a countable number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their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=1, 2, 3, …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465406"/>
                <a:ext cx="11379200" cy="4711557"/>
              </a:xfrm>
              <a:blipFill>
                <a:blip r:embed="rId5"/>
                <a:stretch>
                  <a:fillRect l="-536" r="-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1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" y="346315"/>
            <a:ext cx="10515600" cy="13255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 (pdf):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189"/>
                <a:ext cx="10515600" cy="471155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I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function f is said to be the probability density function of a continuous random variable X, if it satisfies the following properties.</a:t>
                </a: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                ;−∞&lt;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endParaRPr lang="en-I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 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en-I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I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189"/>
                <a:ext cx="10515600" cy="4711557"/>
              </a:xfrm>
              <a:blipFill>
                <a:blip r:embed="rId5"/>
                <a:stretch>
                  <a:fillRect l="-1217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409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" y="346315"/>
            <a:ext cx="10515600" cy="13255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Remark: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399" y="1716122"/>
                <a:ext cx="11006667" cy="415974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case of a discrete random variable, the probability at a point </a:t>
                </a:r>
                <a:r>
                  <a:rPr lang="en-IN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IN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P(x = a) is not zero for some fixed ‘a’ However in case of continuous random variable the probability at a point is always  zero </a:t>
                </a:r>
                <a:r>
                  <a:rPr lang="en-IN" alt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endParaRPr lang="en-I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that x lies in the interval (a, b) is given by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A0DB3F44-6AE8-E224-D613-DC4C3F479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399" y="1716122"/>
                <a:ext cx="11006667" cy="4159745"/>
              </a:xfrm>
              <a:blipFill>
                <a:blip r:embed="rId5"/>
                <a:stretch>
                  <a:fillRect l="-554" r="-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82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E7C-41CC-4D1C-BB81-7714C2FF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5" y="139843"/>
            <a:ext cx="10515600" cy="13255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Function for continuous random variable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2D6C-6B3B-4F16-8BA5-1AF99870D72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 CSE, Chandigarh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19" y="58916"/>
            <a:ext cx="1916480" cy="6415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9" name="Picture 8" descr="National Board of Accreditation - Wikipedia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9701" y="49261"/>
            <a:ext cx="872490" cy="6883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9E412A-FCE5-8165-D4BE-D8E66CEB5BA9}"/>
                  </a:ext>
                </a:extLst>
              </p:cNvPr>
              <p:cNvSpPr txBox="1"/>
              <p:nvPr/>
            </p:nvSpPr>
            <p:spPr>
              <a:xfrm>
                <a:off x="678426" y="1548580"/>
                <a:ext cx="10250129" cy="4152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X is a continuous random variable with p. d. f f(x), then the first distribution function is given by </a:t>
                </a: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);−∞&lt;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endParaRPr lang="en-I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 algn="just">
                  <a:lnSpc>
                    <a:spcPct val="2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9E412A-FCE5-8165-D4BE-D8E66CEB5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1548580"/>
                <a:ext cx="10250129" cy="4152099"/>
              </a:xfrm>
              <a:prstGeom prst="rect">
                <a:avLst/>
              </a:prstGeom>
              <a:blipFill>
                <a:blip r:embed="rId5"/>
                <a:stretch>
                  <a:fillRect l="-892" r="-8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100" y="1750549"/>
            <a:ext cx="9701062" cy="16207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PAYING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1204" y="4751817"/>
            <a:ext cx="5581081" cy="160453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Send Your Queries on: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heena.e6398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@cumail.in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4D28-3166-46FA-830B-CDFA17016EA9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Heena Sharma, Asst. Prof., CSE, Chandigarh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517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6D42BB5-B258-40DA-A2BD-23CC4410B433}" vid="{78C5852C-0C40-40EE-A5D6-7CC1AC678A84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5155</TotalTime>
  <Words>842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Theme1</vt:lpstr>
      <vt:lpstr>Contents Slide Master</vt:lpstr>
      <vt:lpstr>PowerPoint Presentation</vt:lpstr>
      <vt:lpstr>PowerPoint Presentation</vt:lpstr>
      <vt:lpstr>Discrete Random Variable:</vt:lpstr>
      <vt:lpstr>Continuous Random Variable:</vt:lpstr>
      <vt:lpstr>Probability Mass Function:</vt:lpstr>
      <vt:lpstr>Discrete Probability Distribution</vt:lpstr>
      <vt:lpstr>Probability Density Function (pdf):</vt:lpstr>
      <vt:lpstr>Remark:</vt:lpstr>
      <vt:lpstr>Distribution Function for continuous random variable</vt:lpstr>
      <vt:lpstr>THANKS FOR PAYING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Unit 1</dc:title>
  <dc:creator>gaurav srivastav</dc:creator>
  <cp:lastModifiedBy>Heena Sharma</cp:lastModifiedBy>
  <cp:revision>204</cp:revision>
  <dcterms:created xsi:type="dcterms:W3CDTF">2020-08-04T18:57:56Z</dcterms:created>
  <dcterms:modified xsi:type="dcterms:W3CDTF">2024-12-19T04:38:19Z</dcterms:modified>
</cp:coreProperties>
</file>