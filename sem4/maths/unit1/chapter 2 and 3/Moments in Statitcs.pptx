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7" r:id="rId1"/>
    <p:sldMasterId id="2147483741" r:id="rId2"/>
  </p:sldMasterIdLst>
  <p:notesMasterIdLst>
    <p:notesMasterId r:id="rId10"/>
  </p:notesMasterIdLst>
  <p:handoutMasterIdLst>
    <p:handoutMasterId r:id="rId11"/>
  </p:handoutMasterIdLst>
  <p:sldIdLst>
    <p:sldId id="662" r:id="rId3"/>
    <p:sldId id="663" r:id="rId4"/>
    <p:sldId id="664" r:id="rId5"/>
    <p:sldId id="665" r:id="rId6"/>
    <p:sldId id="257" r:id="rId7"/>
    <p:sldId id="675" r:id="rId8"/>
    <p:sldId id="668"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347" autoAdjust="0"/>
    <p:restoredTop sz="93922" autoAdjust="0"/>
  </p:normalViewPr>
  <p:slideViewPr>
    <p:cSldViewPr snapToGrid="0">
      <p:cViewPr varScale="1">
        <p:scale>
          <a:sx n="50" d="100"/>
          <a:sy n="50" d="100"/>
        </p:scale>
        <p:origin x="38" y="547"/>
      </p:cViewPr>
      <p:guideLst/>
    </p:cSldViewPr>
  </p:slideViewPr>
  <p:outlineViewPr>
    <p:cViewPr>
      <p:scale>
        <a:sx n="33" d="100"/>
        <a:sy n="33" d="100"/>
      </p:scale>
      <p:origin x="0" y="-97452"/>
    </p:cViewPr>
  </p:outlineViewPr>
  <p:notesTextViewPr>
    <p:cViewPr>
      <p:scale>
        <a:sx n="1" d="1"/>
        <a:sy n="1" d="1"/>
      </p:scale>
      <p:origin x="0" y="0"/>
    </p:cViewPr>
  </p:notesTextViewPr>
  <p:notesViewPr>
    <p:cSldViewPr snapToGrid="0">
      <p:cViewPr varScale="1">
        <p:scale>
          <a:sx n="52" d="100"/>
          <a:sy n="52" d="100"/>
        </p:scale>
        <p:origin x="2946"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ena Sharma" userId="62c86d104d15e078" providerId="LiveId" clId="{F4567730-CF1C-49AC-91DE-FDB6A537FCD1}"/>
    <pc:docChg chg="undo custSel addSld delSld modSld">
      <pc:chgData name="Heena Sharma" userId="62c86d104d15e078" providerId="LiveId" clId="{F4567730-CF1C-49AC-91DE-FDB6A537FCD1}" dt="2024-12-17T10:32:51.890" v="5737" actId="2696"/>
      <pc:docMkLst>
        <pc:docMk/>
      </pc:docMkLst>
      <pc:sldChg chg="modSp mod">
        <pc:chgData name="Heena Sharma" userId="62c86d104d15e078" providerId="LiveId" clId="{F4567730-CF1C-49AC-91DE-FDB6A537FCD1}" dt="2024-12-16T08:35:37.743" v="1028" actId="5793"/>
        <pc:sldMkLst>
          <pc:docMk/>
          <pc:sldMk cId="2854741177" sldId="257"/>
        </pc:sldMkLst>
        <pc:spChg chg="mod">
          <ac:chgData name="Heena Sharma" userId="62c86d104d15e078" providerId="LiveId" clId="{F4567730-CF1C-49AC-91DE-FDB6A537FCD1}" dt="2024-12-16T08:32:44.405" v="611" actId="20577"/>
          <ac:spMkLst>
            <pc:docMk/>
            <pc:sldMk cId="2854741177" sldId="257"/>
            <ac:spMk id="2" creationId="{B9750E7C-41CC-4D1C-BB81-7714C2FF27DB}"/>
          </ac:spMkLst>
        </pc:spChg>
        <pc:spChg chg="mod">
          <ac:chgData name="Heena Sharma" userId="62c86d104d15e078" providerId="LiveId" clId="{F4567730-CF1C-49AC-91DE-FDB6A537FCD1}" dt="2024-12-16T08:35:37.743" v="1028" actId="5793"/>
          <ac:spMkLst>
            <pc:docMk/>
            <pc:sldMk cId="2854741177" sldId="257"/>
            <ac:spMk id="3" creationId="{04128A12-6969-43D5-A979-3A35910A7FDD}"/>
          </ac:spMkLst>
        </pc:spChg>
      </pc:sldChg>
      <pc:sldChg chg="delSp modSp mod">
        <pc:chgData name="Heena Sharma" userId="62c86d104d15e078" providerId="LiveId" clId="{F4567730-CF1C-49AC-91DE-FDB6A537FCD1}" dt="2024-12-16T08:32:20.243" v="583" actId="1035"/>
        <pc:sldMkLst>
          <pc:docMk/>
          <pc:sldMk cId="371773017" sldId="665"/>
        </pc:sldMkLst>
        <pc:spChg chg="mod">
          <ac:chgData name="Heena Sharma" userId="62c86d104d15e078" providerId="LiveId" clId="{F4567730-CF1C-49AC-91DE-FDB6A537FCD1}" dt="2024-12-16T08:32:20.243" v="583" actId="1035"/>
          <ac:spMkLst>
            <pc:docMk/>
            <pc:sldMk cId="371773017" sldId="665"/>
            <ac:spMk id="6" creationId="{00000000-0000-0000-0000-000000000000}"/>
          </ac:spMkLst>
        </pc:spChg>
        <pc:spChg chg="del">
          <ac:chgData name="Heena Sharma" userId="62c86d104d15e078" providerId="LiveId" clId="{F4567730-CF1C-49AC-91DE-FDB6A537FCD1}" dt="2024-12-16T08:27:54.150" v="42" actId="478"/>
          <ac:spMkLst>
            <pc:docMk/>
            <pc:sldMk cId="371773017" sldId="665"/>
            <ac:spMk id="7" creationId="{00000000-0000-0000-0000-000000000000}"/>
          </ac:spMkLst>
        </pc:spChg>
        <pc:spChg chg="mod">
          <ac:chgData name="Heena Sharma" userId="62c86d104d15e078" providerId="LiveId" clId="{F4567730-CF1C-49AC-91DE-FDB6A537FCD1}" dt="2024-12-16T08:27:48.640" v="41" actId="403"/>
          <ac:spMkLst>
            <pc:docMk/>
            <pc:sldMk cId="371773017" sldId="665"/>
            <ac:spMk id="9" creationId="{00000000-0000-0000-0000-000000000000}"/>
          </ac:spMkLst>
        </pc:spChg>
      </pc:sldChg>
      <pc:sldChg chg="delSp modSp del mod">
        <pc:chgData name="Heena Sharma" userId="62c86d104d15e078" providerId="LiveId" clId="{F4567730-CF1C-49AC-91DE-FDB6A537FCD1}" dt="2024-12-17T10:32:47.074" v="5736" actId="2696"/>
        <pc:sldMkLst>
          <pc:docMk/>
          <pc:sldMk cId="3167901213" sldId="666"/>
        </pc:sldMkLst>
        <pc:graphicFrameChg chg="del modGraphic">
          <ac:chgData name="Heena Sharma" userId="62c86d104d15e078" providerId="LiveId" clId="{F4567730-CF1C-49AC-91DE-FDB6A537FCD1}" dt="2024-12-16T08:53:14.084" v="2107" actId="478"/>
          <ac:graphicFrameMkLst>
            <pc:docMk/>
            <pc:sldMk cId="3167901213" sldId="666"/>
            <ac:graphicFrameMk id="3" creationId="{4DD6F950-093B-122F-D11F-0935096BA584}"/>
          </ac:graphicFrameMkLst>
        </pc:graphicFrameChg>
      </pc:sldChg>
      <pc:sldChg chg="delSp del">
        <pc:chgData name="Heena Sharma" userId="62c86d104d15e078" providerId="LiveId" clId="{F4567730-CF1C-49AC-91DE-FDB6A537FCD1}" dt="2024-12-17T10:32:51.890" v="5737" actId="2696"/>
        <pc:sldMkLst>
          <pc:docMk/>
          <pc:sldMk cId="2292020777" sldId="667"/>
        </pc:sldMkLst>
        <pc:picChg chg="del">
          <ac:chgData name="Heena Sharma" userId="62c86d104d15e078" providerId="LiveId" clId="{F4567730-CF1C-49AC-91DE-FDB6A537FCD1}" dt="2024-12-16T08:53:16.828" v="2108" actId="478"/>
          <ac:picMkLst>
            <pc:docMk/>
            <pc:sldMk cId="2292020777" sldId="667"/>
            <ac:picMk id="1026" creationId="{00000000-0000-0000-0000-000000000000}"/>
          </ac:picMkLst>
        </pc:picChg>
      </pc:sldChg>
      <pc:sldChg chg="addSp delSp modSp mod">
        <pc:chgData name="Heena Sharma" userId="62c86d104d15e078" providerId="LiveId" clId="{F4567730-CF1C-49AC-91DE-FDB6A537FCD1}" dt="2024-12-16T08:45:04.538" v="1832" actId="27636"/>
        <pc:sldMkLst>
          <pc:docMk/>
          <pc:sldMk cId="239812170" sldId="669"/>
        </pc:sldMkLst>
        <pc:spChg chg="mod">
          <ac:chgData name="Heena Sharma" userId="62c86d104d15e078" providerId="LiveId" clId="{F4567730-CF1C-49AC-91DE-FDB6A537FCD1}" dt="2024-12-16T08:39:03.297" v="1319" actId="20577"/>
          <ac:spMkLst>
            <pc:docMk/>
            <pc:sldMk cId="239812170" sldId="669"/>
            <ac:spMk id="2" creationId="{B9750E7C-41CC-4D1C-BB81-7714C2FF27DB}"/>
          </ac:spMkLst>
        </pc:spChg>
        <pc:spChg chg="del mod">
          <ac:chgData name="Heena Sharma" userId="62c86d104d15e078" providerId="LiveId" clId="{F4567730-CF1C-49AC-91DE-FDB6A537FCD1}" dt="2024-12-16T08:44:58.278" v="1828" actId="478"/>
          <ac:spMkLst>
            <pc:docMk/>
            <pc:sldMk cId="239812170" sldId="669"/>
            <ac:spMk id="3" creationId="{04128A12-6969-43D5-A979-3A35910A7FDD}"/>
          </ac:spMkLst>
        </pc:spChg>
        <pc:spChg chg="del">
          <ac:chgData name="Heena Sharma" userId="62c86d104d15e078" providerId="LiveId" clId="{F4567730-CF1C-49AC-91DE-FDB6A537FCD1}" dt="2024-12-16T08:38:55.406" v="1304" actId="478"/>
          <ac:spMkLst>
            <pc:docMk/>
            <pc:sldMk cId="239812170" sldId="669"/>
            <ac:spMk id="11" creationId="{11725F4A-AD2A-7B78-9298-459602AF71D3}"/>
          </ac:spMkLst>
        </pc:spChg>
        <pc:spChg chg="add mod">
          <ac:chgData name="Heena Sharma" userId="62c86d104d15e078" providerId="LiveId" clId="{F4567730-CF1C-49AC-91DE-FDB6A537FCD1}" dt="2024-12-16T08:45:04.538" v="1832" actId="27636"/>
          <ac:spMkLst>
            <pc:docMk/>
            <pc:sldMk cId="239812170" sldId="669"/>
            <ac:spMk id="12" creationId="{A0DB3F44-6AE8-E224-D613-DC4C3F479347}"/>
          </ac:spMkLst>
        </pc:spChg>
      </pc:sldChg>
      <pc:sldChg chg="addSp delSp modSp add del mod">
        <pc:chgData name="Heena Sharma" userId="62c86d104d15e078" providerId="LiveId" clId="{F4567730-CF1C-49AC-91DE-FDB6A537FCD1}" dt="2024-12-17T09:42:01.800" v="2464" actId="2696"/>
        <pc:sldMkLst>
          <pc:docMk/>
          <pc:sldMk cId="37086850" sldId="670"/>
        </pc:sldMkLst>
        <pc:spChg chg="mod">
          <ac:chgData name="Heena Sharma" userId="62c86d104d15e078" providerId="LiveId" clId="{F4567730-CF1C-49AC-91DE-FDB6A537FCD1}" dt="2024-12-17T09:38:43.617" v="2136" actId="20577"/>
          <ac:spMkLst>
            <pc:docMk/>
            <pc:sldMk cId="37086850" sldId="670"/>
            <ac:spMk id="2" creationId="{B9750E7C-41CC-4D1C-BB81-7714C2FF27DB}"/>
          </ac:spMkLst>
        </pc:spChg>
        <pc:spChg chg="del mod">
          <ac:chgData name="Heena Sharma" userId="62c86d104d15e078" providerId="LiveId" clId="{F4567730-CF1C-49AC-91DE-FDB6A537FCD1}" dt="2024-12-16T08:52:43.808" v="2100" actId="478"/>
          <ac:spMkLst>
            <pc:docMk/>
            <pc:sldMk cId="37086850" sldId="670"/>
            <ac:spMk id="3" creationId="{04128A12-6969-43D5-A979-3A35910A7FDD}"/>
          </ac:spMkLst>
        </pc:spChg>
        <pc:spChg chg="del">
          <ac:chgData name="Heena Sharma" userId="62c86d104d15e078" providerId="LiveId" clId="{F4567730-CF1C-49AC-91DE-FDB6A537FCD1}" dt="2024-12-17T09:38:11.357" v="2110" actId="478"/>
          <ac:spMkLst>
            <pc:docMk/>
            <pc:sldMk cId="37086850" sldId="670"/>
            <ac:spMk id="11" creationId="{11725F4A-AD2A-7B78-9298-459602AF71D3}"/>
          </ac:spMkLst>
        </pc:spChg>
        <pc:spChg chg="add del mod">
          <ac:chgData name="Heena Sharma" userId="62c86d104d15e078" providerId="LiveId" clId="{F4567730-CF1C-49AC-91DE-FDB6A537FCD1}" dt="2024-12-17T09:38:10.149" v="2109" actId="478"/>
          <ac:spMkLst>
            <pc:docMk/>
            <pc:sldMk cId="37086850" sldId="670"/>
            <ac:spMk id="12" creationId="{7C39DD99-B908-F0B9-AD5A-F0C001092F27}"/>
          </ac:spMkLst>
        </pc:spChg>
        <pc:spChg chg="add mod">
          <ac:chgData name="Heena Sharma" userId="62c86d104d15e078" providerId="LiveId" clId="{F4567730-CF1C-49AC-91DE-FDB6A537FCD1}" dt="2024-12-17T09:41:50.342" v="2462" actId="20577"/>
          <ac:spMkLst>
            <pc:docMk/>
            <pc:sldMk cId="37086850" sldId="670"/>
            <ac:spMk id="13" creationId="{E79E412A-FCE5-8165-D4BE-D8E66CEB5BA9}"/>
          </ac:spMkLst>
        </pc:spChg>
      </pc:sldChg>
      <pc:sldChg chg="modSp mod">
        <pc:chgData name="Heena Sharma" userId="62c86d104d15e078" providerId="LiveId" clId="{F4567730-CF1C-49AC-91DE-FDB6A537FCD1}" dt="2024-12-17T09:46:24.075" v="3259" actId="113"/>
        <pc:sldMkLst>
          <pc:docMk/>
          <pc:sldMk cId="2155790400" sldId="671"/>
        </pc:sldMkLst>
        <pc:spChg chg="mod">
          <ac:chgData name="Heena Sharma" userId="62c86d104d15e078" providerId="LiveId" clId="{F4567730-CF1C-49AC-91DE-FDB6A537FCD1}" dt="2024-12-17T09:43:51.506" v="2787" actId="20577"/>
          <ac:spMkLst>
            <pc:docMk/>
            <pc:sldMk cId="2155790400" sldId="671"/>
            <ac:spMk id="2" creationId="{B9750E7C-41CC-4D1C-BB81-7714C2FF27DB}"/>
          </ac:spMkLst>
        </pc:spChg>
        <pc:spChg chg="mod">
          <ac:chgData name="Heena Sharma" userId="62c86d104d15e078" providerId="LiveId" clId="{F4567730-CF1C-49AC-91DE-FDB6A537FCD1}" dt="2024-12-17T09:46:24.075" v="3259" actId="113"/>
          <ac:spMkLst>
            <pc:docMk/>
            <pc:sldMk cId="2155790400" sldId="671"/>
            <ac:spMk id="3" creationId="{04128A12-6969-43D5-A979-3A35910A7FDD}"/>
          </ac:spMkLst>
        </pc:spChg>
      </pc:sldChg>
      <pc:sldChg chg="addSp delSp modSp mod">
        <pc:chgData name="Heena Sharma" userId="62c86d104d15e078" providerId="LiveId" clId="{F4567730-CF1C-49AC-91DE-FDB6A537FCD1}" dt="2024-12-17T09:53:56.480" v="3775" actId="2710"/>
        <pc:sldMkLst>
          <pc:docMk/>
          <pc:sldMk cId="1703565890" sldId="672"/>
        </pc:sldMkLst>
        <pc:spChg chg="mod">
          <ac:chgData name="Heena Sharma" userId="62c86d104d15e078" providerId="LiveId" clId="{F4567730-CF1C-49AC-91DE-FDB6A537FCD1}" dt="2024-12-17T09:47:21.601" v="3329" actId="14100"/>
          <ac:spMkLst>
            <pc:docMk/>
            <pc:sldMk cId="1703565890" sldId="672"/>
            <ac:spMk id="2" creationId="{B9750E7C-41CC-4D1C-BB81-7714C2FF27DB}"/>
          </ac:spMkLst>
        </pc:spChg>
        <pc:spChg chg="del mod">
          <ac:chgData name="Heena Sharma" userId="62c86d104d15e078" providerId="LiveId" clId="{F4567730-CF1C-49AC-91DE-FDB6A537FCD1}" dt="2024-12-17T09:51:02.187" v="3559" actId="478"/>
          <ac:spMkLst>
            <pc:docMk/>
            <pc:sldMk cId="1703565890" sldId="672"/>
            <ac:spMk id="3" creationId="{04128A12-6969-43D5-A979-3A35910A7FDD}"/>
          </ac:spMkLst>
        </pc:spChg>
        <pc:spChg chg="add mod">
          <ac:chgData name="Heena Sharma" userId="62c86d104d15e078" providerId="LiveId" clId="{F4567730-CF1C-49AC-91DE-FDB6A537FCD1}" dt="2024-12-17T09:53:56.480" v="3775" actId="2710"/>
          <ac:spMkLst>
            <pc:docMk/>
            <pc:sldMk cId="1703565890" sldId="672"/>
            <ac:spMk id="11" creationId="{FC72746E-544F-97CF-9B9F-81C30BC6EB7E}"/>
          </ac:spMkLst>
        </pc:spChg>
      </pc:sldChg>
      <pc:sldChg chg="addSp delSp modSp mod">
        <pc:chgData name="Heena Sharma" userId="62c86d104d15e078" providerId="LiveId" clId="{F4567730-CF1C-49AC-91DE-FDB6A537FCD1}" dt="2024-12-17T09:53:39.788" v="3773" actId="122"/>
        <pc:sldMkLst>
          <pc:docMk/>
          <pc:sldMk cId="1578764613" sldId="673"/>
        </pc:sldMkLst>
        <pc:spChg chg="mod">
          <ac:chgData name="Heena Sharma" userId="62c86d104d15e078" providerId="LiveId" clId="{F4567730-CF1C-49AC-91DE-FDB6A537FCD1}" dt="2024-12-17T09:50:27.546" v="3551" actId="14100"/>
          <ac:spMkLst>
            <pc:docMk/>
            <pc:sldMk cId="1578764613" sldId="673"/>
            <ac:spMk id="2" creationId="{B9750E7C-41CC-4D1C-BB81-7714C2FF27DB}"/>
          </ac:spMkLst>
        </pc:spChg>
        <pc:spChg chg="del mod">
          <ac:chgData name="Heena Sharma" userId="62c86d104d15e078" providerId="LiveId" clId="{F4567730-CF1C-49AC-91DE-FDB6A537FCD1}" dt="2024-12-17T09:51:52.986" v="3596" actId="478"/>
          <ac:spMkLst>
            <pc:docMk/>
            <pc:sldMk cId="1578764613" sldId="673"/>
            <ac:spMk id="3" creationId="{04128A12-6969-43D5-A979-3A35910A7FDD}"/>
          </ac:spMkLst>
        </pc:spChg>
        <pc:spChg chg="add mod">
          <ac:chgData name="Heena Sharma" userId="62c86d104d15e078" providerId="LiveId" clId="{F4567730-CF1C-49AC-91DE-FDB6A537FCD1}" dt="2024-12-17T09:53:39.788" v="3773" actId="122"/>
          <ac:spMkLst>
            <pc:docMk/>
            <pc:sldMk cId="1578764613" sldId="673"/>
            <ac:spMk id="11" creationId="{4C723DD9-2682-91FB-E706-1EA5516E9C61}"/>
          </ac:spMkLst>
        </pc:spChg>
      </pc:sldChg>
      <pc:sldChg chg="addSp delSp modSp mod">
        <pc:chgData name="Heena Sharma" userId="62c86d104d15e078" providerId="LiveId" clId="{F4567730-CF1C-49AC-91DE-FDB6A537FCD1}" dt="2024-12-17T09:56:49.280" v="4157" actId="20577"/>
        <pc:sldMkLst>
          <pc:docMk/>
          <pc:sldMk cId="2284727555" sldId="674"/>
        </pc:sldMkLst>
        <pc:spChg chg="mod">
          <ac:chgData name="Heena Sharma" userId="62c86d104d15e078" providerId="LiveId" clId="{F4567730-CF1C-49AC-91DE-FDB6A537FCD1}" dt="2024-12-17T09:54:23.612" v="3795" actId="20577"/>
          <ac:spMkLst>
            <pc:docMk/>
            <pc:sldMk cId="2284727555" sldId="674"/>
            <ac:spMk id="2" creationId="{B9750E7C-41CC-4D1C-BB81-7714C2FF27DB}"/>
          </ac:spMkLst>
        </pc:spChg>
        <pc:spChg chg="del mod">
          <ac:chgData name="Heena Sharma" userId="62c86d104d15e078" providerId="LiveId" clId="{F4567730-CF1C-49AC-91DE-FDB6A537FCD1}" dt="2024-12-17T09:54:45.899" v="3844" actId="478"/>
          <ac:spMkLst>
            <pc:docMk/>
            <pc:sldMk cId="2284727555" sldId="674"/>
            <ac:spMk id="3" creationId="{04128A12-6969-43D5-A979-3A35910A7FDD}"/>
          </ac:spMkLst>
        </pc:spChg>
        <pc:spChg chg="add mod">
          <ac:chgData name="Heena Sharma" userId="62c86d104d15e078" providerId="LiveId" clId="{F4567730-CF1C-49AC-91DE-FDB6A537FCD1}" dt="2024-12-17T09:56:49.280" v="4157" actId="20577"/>
          <ac:spMkLst>
            <pc:docMk/>
            <pc:sldMk cId="2284727555" sldId="674"/>
            <ac:spMk id="11" creationId="{10A1F011-CC4B-1AE7-9AD4-D15077CB881D}"/>
          </ac:spMkLst>
        </pc:spChg>
      </pc:sldChg>
      <pc:sldChg chg="modSp add mod">
        <pc:chgData name="Heena Sharma" userId="62c86d104d15e078" providerId="LiveId" clId="{F4567730-CF1C-49AC-91DE-FDB6A537FCD1}" dt="2024-12-16T08:38:42.883" v="1303" actId="6549"/>
        <pc:sldMkLst>
          <pc:docMk/>
          <pc:sldMk cId="2326708223" sldId="675"/>
        </pc:sldMkLst>
        <pc:spChg chg="mod">
          <ac:chgData name="Heena Sharma" userId="62c86d104d15e078" providerId="LiveId" clId="{F4567730-CF1C-49AC-91DE-FDB6A537FCD1}" dt="2024-12-16T08:36:04.210" v="1039" actId="20577"/>
          <ac:spMkLst>
            <pc:docMk/>
            <pc:sldMk cId="2326708223" sldId="675"/>
            <ac:spMk id="2" creationId="{B9750E7C-41CC-4D1C-BB81-7714C2FF27DB}"/>
          </ac:spMkLst>
        </pc:spChg>
        <pc:spChg chg="mod">
          <ac:chgData name="Heena Sharma" userId="62c86d104d15e078" providerId="LiveId" clId="{F4567730-CF1C-49AC-91DE-FDB6A537FCD1}" dt="2024-12-16T08:38:42.883" v="1303" actId="6549"/>
          <ac:spMkLst>
            <pc:docMk/>
            <pc:sldMk cId="2326708223" sldId="675"/>
            <ac:spMk id="3" creationId="{04128A12-6969-43D5-A979-3A35910A7FDD}"/>
          </ac:spMkLst>
        </pc:spChg>
      </pc:sldChg>
      <pc:sldChg chg="modSp add mod">
        <pc:chgData name="Heena Sharma" userId="62c86d104d15e078" providerId="LiveId" clId="{F4567730-CF1C-49AC-91DE-FDB6A537FCD1}" dt="2024-12-16T08:48:56.670" v="2047" actId="1036"/>
        <pc:sldMkLst>
          <pc:docMk/>
          <pc:sldMk cId="3104098382" sldId="676"/>
        </pc:sldMkLst>
        <pc:spChg chg="mod">
          <ac:chgData name="Heena Sharma" userId="62c86d104d15e078" providerId="LiveId" clId="{F4567730-CF1C-49AC-91DE-FDB6A537FCD1}" dt="2024-12-16T08:45:46.417" v="1880" actId="1036"/>
          <ac:spMkLst>
            <pc:docMk/>
            <pc:sldMk cId="3104098382" sldId="676"/>
            <ac:spMk id="2" creationId="{B9750E7C-41CC-4D1C-BB81-7714C2FF27DB}"/>
          </ac:spMkLst>
        </pc:spChg>
        <pc:spChg chg="mod">
          <ac:chgData name="Heena Sharma" userId="62c86d104d15e078" providerId="LiveId" clId="{F4567730-CF1C-49AC-91DE-FDB6A537FCD1}" dt="2024-12-16T08:48:56.670" v="2047" actId="1036"/>
          <ac:spMkLst>
            <pc:docMk/>
            <pc:sldMk cId="3104098382" sldId="676"/>
            <ac:spMk id="12" creationId="{A0DB3F44-6AE8-E224-D613-DC4C3F479347}"/>
          </ac:spMkLst>
        </pc:spChg>
      </pc:sldChg>
      <pc:sldChg chg="modSp add mod">
        <pc:chgData name="Heena Sharma" userId="62c86d104d15e078" providerId="LiveId" clId="{F4567730-CF1C-49AC-91DE-FDB6A537FCD1}" dt="2024-12-16T08:52:32.004" v="2098" actId="20577"/>
        <pc:sldMkLst>
          <pc:docMk/>
          <pc:sldMk cId="3187826831" sldId="677"/>
        </pc:sldMkLst>
        <pc:spChg chg="mod">
          <ac:chgData name="Heena Sharma" userId="62c86d104d15e078" providerId="LiveId" clId="{F4567730-CF1C-49AC-91DE-FDB6A537FCD1}" dt="2024-12-16T08:50:44.684" v="2056" actId="20577"/>
          <ac:spMkLst>
            <pc:docMk/>
            <pc:sldMk cId="3187826831" sldId="677"/>
            <ac:spMk id="2" creationId="{B9750E7C-41CC-4D1C-BB81-7714C2FF27DB}"/>
          </ac:spMkLst>
        </pc:spChg>
        <pc:spChg chg="mod">
          <ac:chgData name="Heena Sharma" userId="62c86d104d15e078" providerId="LiveId" clId="{F4567730-CF1C-49AC-91DE-FDB6A537FCD1}" dt="2024-12-16T08:52:32.004" v="2098" actId="20577"/>
          <ac:spMkLst>
            <pc:docMk/>
            <pc:sldMk cId="3187826831" sldId="677"/>
            <ac:spMk id="12" creationId="{A0DB3F44-6AE8-E224-D613-DC4C3F479347}"/>
          </ac:spMkLst>
        </pc:spChg>
      </pc:sldChg>
      <pc:sldChg chg="modSp add mod">
        <pc:chgData name="Heena Sharma" userId="62c86d104d15e078" providerId="LiveId" clId="{F4567730-CF1C-49AC-91DE-FDB6A537FCD1}" dt="2024-12-17T09:43:41.143" v="2781" actId="20577"/>
        <pc:sldMkLst>
          <pc:docMk/>
          <pc:sldMk cId="2448649388" sldId="678"/>
        </pc:sldMkLst>
        <pc:spChg chg="mod">
          <ac:chgData name="Heena Sharma" userId="62c86d104d15e078" providerId="LiveId" clId="{F4567730-CF1C-49AC-91DE-FDB6A537FCD1}" dt="2024-12-17T09:42:13.770" v="2470" actId="20577"/>
          <ac:spMkLst>
            <pc:docMk/>
            <pc:sldMk cId="2448649388" sldId="678"/>
            <ac:spMk id="2" creationId="{B9750E7C-41CC-4D1C-BB81-7714C2FF27DB}"/>
          </ac:spMkLst>
        </pc:spChg>
        <pc:spChg chg="mod">
          <ac:chgData name="Heena Sharma" userId="62c86d104d15e078" providerId="LiveId" clId="{F4567730-CF1C-49AC-91DE-FDB6A537FCD1}" dt="2024-12-17T09:43:41.143" v="2781" actId="20577"/>
          <ac:spMkLst>
            <pc:docMk/>
            <pc:sldMk cId="2448649388" sldId="678"/>
            <ac:spMk id="13" creationId="{E79E412A-FCE5-8165-D4BE-D8E66CEB5BA9}"/>
          </ac:spMkLst>
        </pc:spChg>
      </pc:sldChg>
      <pc:sldChg chg="modSp add mod">
        <pc:chgData name="Heena Sharma" userId="62c86d104d15e078" providerId="LiveId" clId="{F4567730-CF1C-49AC-91DE-FDB6A537FCD1}" dt="2024-12-17T09:59:17.026" v="4416" actId="255"/>
        <pc:sldMkLst>
          <pc:docMk/>
          <pc:sldMk cId="2422031865" sldId="679"/>
        </pc:sldMkLst>
        <pc:spChg chg="mod">
          <ac:chgData name="Heena Sharma" userId="62c86d104d15e078" providerId="LiveId" clId="{F4567730-CF1C-49AC-91DE-FDB6A537FCD1}" dt="2024-12-17T09:57:35.317" v="4163" actId="20577"/>
          <ac:spMkLst>
            <pc:docMk/>
            <pc:sldMk cId="2422031865" sldId="679"/>
            <ac:spMk id="2" creationId="{B9750E7C-41CC-4D1C-BB81-7714C2FF27DB}"/>
          </ac:spMkLst>
        </pc:spChg>
        <pc:spChg chg="mod">
          <ac:chgData name="Heena Sharma" userId="62c86d104d15e078" providerId="LiveId" clId="{F4567730-CF1C-49AC-91DE-FDB6A537FCD1}" dt="2024-12-17T09:59:17.026" v="4416" actId="255"/>
          <ac:spMkLst>
            <pc:docMk/>
            <pc:sldMk cId="2422031865" sldId="679"/>
            <ac:spMk id="11" creationId="{10A1F011-CC4B-1AE7-9AD4-D15077CB881D}"/>
          </ac:spMkLst>
        </pc:spChg>
      </pc:sldChg>
      <pc:sldChg chg="modSp add del mod">
        <pc:chgData name="Heena Sharma" userId="62c86d104d15e078" providerId="LiveId" clId="{F4567730-CF1C-49AC-91DE-FDB6A537FCD1}" dt="2024-12-17T10:06:22.089" v="5128" actId="2696"/>
        <pc:sldMkLst>
          <pc:docMk/>
          <pc:sldMk cId="2754326288" sldId="680"/>
        </pc:sldMkLst>
        <pc:spChg chg="mod">
          <ac:chgData name="Heena Sharma" userId="62c86d104d15e078" providerId="LiveId" clId="{F4567730-CF1C-49AC-91DE-FDB6A537FCD1}" dt="2024-12-17T10:01:56.502" v="4699" actId="14100"/>
          <ac:spMkLst>
            <pc:docMk/>
            <pc:sldMk cId="2754326288" sldId="680"/>
            <ac:spMk id="2" creationId="{B9750E7C-41CC-4D1C-BB81-7714C2FF27DB}"/>
          </ac:spMkLst>
        </pc:spChg>
        <pc:spChg chg="mod">
          <ac:chgData name="Heena Sharma" userId="62c86d104d15e078" providerId="LiveId" clId="{F4567730-CF1C-49AC-91DE-FDB6A537FCD1}" dt="2024-12-17T10:05:59.612" v="5126" actId="20577"/>
          <ac:spMkLst>
            <pc:docMk/>
            <pc:sldMk cId="2754326288" sldId="680"/>
            <ac:spMk id="11" creationId="{10A1F011-CC4B-1AE7-9AD4-D15077CB881D}"/>
          </ac:spMkLst>
        </pc:spChg>
      </pc:sldChg>
      <pc:sldChg chg="modSp add mod">
        <pc:chgData name="Heena Sharma" userId="62c86d104d15e078" providerId="LiveId" clId="{F4567730-CF1C-49AC-91DE-FDB6A537FCD1}" dt="2024-12-17T10:16:08.548" v="5439" actId="5793"/>
        <pc:sldMkLst>
          <pc:docMk/>
          <pc:sldMk cId="1282544466" sldId="681"/>
        </pc:sldMkLst>
        <pc:spChg chg="mod">
          <ac:chgData name="Heena Sharma" userId="62c86d104d15e078" providerId="LiveId" clId="{F4567730-CF1C-49AC-91DE-FDB6A537FCD1}" dt="2024-12-17T10:06:40.762" v="5146" actId="20577"/>
          <ac:spMkLst>
            <pc:docMk/>
            <pc:sldMk cId="1282544466" sldId="681"/>
            <ac:spMk id="2" creationId="{B9750E7C-41CC-4D1C-BB81-7714C2FF27DB}"/>
          </ac:spMkLst>
        </pc:spChg>
        <pc:spChg chg="mod">
          <ac:chgData name="Heena Sharma" userId="62c86d104d15e078" providerId="LiveId" clId="{F4567730-CF1C-49AC-91DE-FDB6A537FCD1}" dt="2024-12-17T10:16:08.548" v="5439" actId="5793"/>
          <ac:spMkLst>
            <pc:docMk/>
            <pc:sldMk cId="1282544466" sldId="681"/>
            <ac:spMk id="11" creationId="{10A1F011-CC4B-1AE7-9AD4-D15077CB881D}"/>
          </ac:spMkLst>
        </pc:spChg>
      </pc:sldChg>
      <pc:sldChg chg="modSp add mod">
        <pc:chgData name="Heena Sharma" userId="62c86d104d15e078" providerId="LiveId" clId="{F4567730-CF1C-49AC-91DE-FDB6A537FCD1}" dt="2024-12-17T10:32:33.153" v="5735" actId="1036"/>
        <pc:sldMkLst>
          <pc:docMk/>
          <pc:sldMk cId="1105757346" sldId="682"/>
        </pc:sldMkLst>
        <pc:spChg chg="mod">
          <ac:chgData name="Heena Sharma" userId="62c86d104d15e078" providerId="LiveId" clId="{F4567730-CF1C-49AC-91DE-FDB6A537FCD1}" dt="2024-12-17T10:32:33.153" v="5735" actId="1036"/>
          <ac:spMkLst>
            <pc:docMk/>
            <pc:sldMk cId="1105757346" sldId="682"/>
            <ac:spMk id="2" creationId="{B9750E7C-41CC-4D1C-BB81-7714C2FF27DB}"/>
          </ac:spMkLst>
        </pc:spChg>
        <pc:spChg chg="mod">
          <ac:chgData name="Heena Sharma" userId="62c86d104d15e078" providerId="LiveId" clId="{F4567730-CF1C-49AC-91DE-FDB6A537FCD1}" dt="2024-12-17T10:32:25.503" v="5708" actId="1036"/>
          <ac:spMkLst>
            <pc:docMk/>
            <pc:sldMk cId="1105757346" sldId="682"/>
            <ac:spMk id="11" creationId="{10A1F011-CC4B-1AE7-9AD4-D15077CB881D}"/>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C805FB2-EF3E-4210-87F1-57F8CE64818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FF554AD-B5F4-4FEF-96F5-28CD50CEB05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7C78983-CC47-4F3F-A6B7-AEFDE2CDA9A3}" type="datetimeFigureOut">
              <a:rPr lang="en-US" smtClean="0"/>
              <a:t>12/21/2024</a:t>
            </a:fld>
            <a:endParaRPr lang="en-US"/>
          </a:p>
        </p:txBody>
      </p:sp>
      <p:sp>
        <p:nvSpPr>
          <p:cNvPr id="4" name="Footer Placeholder 3">
            <a:extLst>
              <a:ext uri="{FF2B5EF4-FFF2-40B4-BE49-F238E27FC236}">
                <a16:creationId xmlns:a16="http://schemas.microsoft.com/office/drawing/2014/main" id="{387AF080-6D6A-452B-9163-F97DC3A478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86DC612-1238-461C-9F9B-BD1171D7DFA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D365888-1F24-4234-A756-C189EC23D43E}" type="slidenum">
              <a:rPr lang="en-US" smtClean="0"/>
              <a:t>‹#›</a:t>
            </a:fld>
            <a:endParaRPr lang="en-US"/>
          </a:p>
        </p:txBody>
      </p:sp>
    </p:spTree>
    <p:extLst>
      <p:ext uri="{BB962C8B-B14F-4D97-AF65-F5344CB8AC3E}">
        <p14:creationId xmlns:p14="http://schemas.microsoft.com/office/powerpoint/2010/main" val="40692965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7E2C9C-23BE-43AC-9B60-0CBA78034A4C}" type="datetimeFigureOut">
              <a:rPr lang="en-US" smtClean="0"/>
              <a:t>12/21/2024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1D835A-221B-4EB8-9871-0C56F7430662}" type="slidenum">
              <a:rPr lang="en-US" smtClean="0"/>
              <a:t>‹#›</a:t>
            </a:fld>
            <a:endParaRPr lang="en-US"/>
          </a:p>
        </p:txBody>
      </p:sp>
    </p:spTree>
    <p:extLst>
      <p:ext uri="{BB962C8B-B14F-4D97-AF65-F5344CB8AC3E}">
        <p14:creationId xmlns:p14="http://schemas.microsoft.com/office/powerpoint/2010/main" val="869076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91D835A-221B-4EB8-9871-0C56F7430662}" type="slidenum">
              <a:rPr lang="en-US" smtClean="0"/>
              <a:t>3</a:t>
            </a:fld>
            <a:endParaRPr lang="en-US"/>
          </a:p>
        </p:txBody>
      </p:sp>
    </p:spTree>
    <p:extLst>
      <p:ext uri="{BB962C8B-B14F-4D97-AF65-F5344CB8AC3E}">
        <p14:creationId xmlns:p14="http://schemas.microsoft.com/office/powerpoint/2010/main" val="197177875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F1BB325B-DFED-47F9-A904-259EEF642FB6}" type="datetime1">
              <a:rPr lang="en-US" smtClean="0"/>
              <a:t>12/21/2024</a:t>
            </a:fld>
            <a:endParaRPr lang="en-US" dirty="0"/>
          </a:p>
        </p:txBody>
      </p:sp>
      <p:sp>
        <p:nvSpPr>
          <p:cNvPr id="5" name="Footer Placeholder 4"/>
          <p:cNvSpPr>
            <a:spLocks noGrp="1"/>
          </p:cNvSpPr>
          <p:nvPr>
            <p:ph type="ftr" sz="quarter" idx="11"/>
          </p:nvPr>
        </p:nvSpPr>
        <p:spPr/>
        <p:txBody>
          <a:bodyPr/>
          <a:lstStyle/>
          <a:p>
            <a:r>
              <a:rPr lang="en-US"/>
              <a:t>Dr. J.S. Batth, Asst. Prof., AIT-CSE, Chandigarh University</a:t>
            </a:r>
            <a:endParaRPr lang="en-US" dirty="0"/>
          </a:p>
        </p:txBody>
      </p:sp>
      <p:sp>
        <p:nvSpPr>
          <p:cNvPr id="6" name="Slide Number Placeholder 5"/>
          <p:cNvSpPr>
            <a:spLocks noGrp="1"/>
          </p:cNvSpPr>
          <p:nvPr>
            <p:ph type="sldNum" sz="quarter" idx="12"/>
          </p:nvPr>
        </p:nvSpPr>
        <p:spPr/>
        <p:txBody>
          <a:bodyPr/>
          <a:lstStyle/>
          <a:p>
            <a:fld id="{DBA1B0FB-D917-4C8C-928F-313BD683BF39}" type="slidenum">
              <a:rPr lang="en-US" smtClean="0"/>
              <a:t>‹#›</a:t>
            </a:fld>
            <a:endParaRPr lang="en-US"/>
          </a:p>
        </p:txBody>
      </p:sp>
      <p:pic>
        <p:nvPicPr>
          <p:cNvPr id="7" name="Picture 6">
            <a:extLst>
              <a:ext uri="{FF2B5EF4-FFF2-40B4-BE49-F238E27FC236}">
                <a16:creationId xmlns:a16="http://schemas.microsoft.com/office/drawing/2014/main" id="{53D0DC85-1C62-4255-A510-48D2188EA40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039314" y="0"/>
            <a:ext cx="1152686" cy="1933845"/>
          </a:xfrm>
          <a:prstGeom prst="rect">
            <a:avLst/>
          </a:prstGeom>
        </p:spPr>
      </p:pic>
    </p:spTree>
    <p:extLst>
      <p:ext uri="{BB962C8B-B14F-4D97-AF65-F5344CB8AC3E}">
        <p14:creationId xmlns:p14="http://schemas.microsoft.com/office/powerpoint/2010/main" val="21473730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F9CF93D-8C61-442B-B485-F4D8474918A0}" type="datetime1">
              <a:rPr lang="en-US" smtClean="0"/>
              <a:t>12/21/2024</a:t>
            </a:fld>
            <a:endParaRPr lang="en-US"/>
          </a:p>
        </p:txBody>
      </p:sp>
      <p:sp>
        <p:nvSpPr>
          <p:cNvPr id="5" name="Footer Placeholder 4"/>
          <p:cNvSpPr>
            <a:spLocks noGrp="1"/>
          </p:cNvSpPr>
          <p:nvPr>
            <p:ph type="ftr" sz="quarter" idx="11"/>
          </p:nvPr>
        </p:nvSpPr>
        <p:spPr/>
        <p:txBody>
          <a:bodyPr/>
          <a:lstStyle/>
          <a:p>
            <a:r>
              <a:rPr lang="en-US"/>
              <a:t>Dr. J.S. Batth, Asst. Prof., AIT-CSE, Chandigarh University</a:t>
            </a:r>
          </a:p>
        </p:txBody>
      </p:sp>
      <p:sp>
        <p:nvSpPr>
          <p:cNvPr id="6" name="Slide Number Placeholder 5"/>
          <p:cNvSpPr>
            <a:spLocks noGrp="1"/>
          </p:cNvSpPr>
          <p:nvPr>
            <p:ph type="sldNum" sz="quarter" idx="12"/>
          </p:nvPr>
        </p:nvSpPr>
        <p:spPr/>
        <p:txBody>
          <a:bodyPr/>
          <a:lstStyle/>
          <a:p>
            <a:fld id="{DBA1B0FB-D917-4C8C-928F-313BD683BF39}" type="slidenum">
              <a:rPr lang="en-US" smtClean="0"/>
              <a:t>‹#›</a:t>
            </a:fld>
            <a:endParaRPr lang="en-US"/>
          </a:p>
        </p:txBody>
      </p:sp>
      <p:sp>
        <p:nvSpPr>
          <p:cNvPr id="7" name="Footer Placeholder 4">
            <a:extLst>
              <a:ext uri="{FF2B5EF4-FFF2-40B4-BE49-F238E27FC236}">
                <a16:creationId xmlns:a16="http://schemas.microsoft.com/office/drawing/2014/main" id="{52281D22-2779-40F1-B72E-8F2D8B334065}"/>
              </a:ext>
            </a:extLst>
          </p:cNvPr>
          <p:cNvSpPr txBox="1">
            <a:spLocks/>
          </p:cNvSpPr>
          <p:nvPr userDrawn="1"/>
        </p:nvSpPr>
        <p:spPr>
          <a:xfrm>
            <a:off x="4191000" y="639791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Gaurav Srivastav[E9988] ©                             </a:t>
            </a:r>
          </a:p>
          <a:p>
            <a:r>
              <a:rPr lang="en-US" dirty="0"/>
              <a:t>APEX Institute of Technology</a:t>
            </a:r>
          </a:p>
          <a:p>
            <a:endParaRPr lang="en-US" dirty="0"/>
          </a:p>
        </p:txBody>
      </p:sp>
    </p:spTree>
    <p:extLst>
      <p:ext uri="{BB962C8B-B14F-4D97-AF65-F5344CB8AC3E}">
        <p14:creationId xmlns:p14="http://schemas.microsoft.com/office/powerpoint/2010/main" val="27274528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B8DCC3F-9F68-46C0-8EF8-0B10E758F4E4}" type="datetime1">
              <a:rPr lang="en-US" smtClean="0"/>
              <a:t>12/21/2024</a:t>
            </a:fld>
            <a:endParaRPr lang="en-US"/>
          </a:p>
        </p:txBody>
      </p:sp>
      <p:sp>
        <p:nvSpPr>
          <p:cNvPr id="5" name="Footer Placeholder 4"/>
          <p:cNvSpPr>
            <a:spLocks noGrp="1"/>
          </p:cNvSpPr>
          <p:nvPr>
            <p:ph type="ftr" sz="quarter" idx="11"/>
          </p:nvPr>
        </p:nvSpPr>
        <p:spPr/>
        <p:txBody>
          <a:bodyPr/>
          <a:lstStyle/>
          <a:p>
            <a:r>
              <a:rPr lang="en-US"/>
              <a:t>Dr. J.S. Batth, Asst. Prof., AIT-CSE, Chandigarh University</a:t>
            </a:r>
          </a:p>
        </p:txBody>
      </p:sp>
      <p:sp>
        <p:nvSpPr>
          <p:cNvPr id="6" name="Slide Number Placeholder 5"/>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17402865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F4112FE-19CB-4BD8-86D4-137DAE921136}" type="datetime1">
              <a:rPr lang="en-US" smtClean="0"/>
              <a:t>12/21/2024</a:t>
            </a:fld>
            <a:endParaRPr lang="en-US"/>
          </a:p>
        </p:txBody>
      </p:sp>
      <p:sp>
        <p:nvSpPr>
          <p:cNvPr id="6" name="Footer Placeholder 5"/>
          <p:cNvSpPr>
            <a:spLocks noGrp="1"/>
          </p:cNvSpPr>
          <p:nvPr>
            <p:ph type="ftr" sz="quarter" idx="11"/>
          </p:nvPr>
        </p:nvSpPr>
        <p:spPr/>
        <p:txBody>
          <a:bodyPr/>
          <a:lstStyle/>
          <a:p>
            <a:r>
              <a:rPr lang="en-US"/>
              <a:t>Dr. J.S. Batth, Asst. Prof., AIT-CSE, Chandigarh University</a:t>
            </a:r>
          </a:p>
        </p:txBody>
      </p:sp>
      <p:sp>
        <p:nvSpPr>
          <p:cNvPr id="7" name="Slide Number Placeholder 6"/>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41568079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95F5A72-103E-4E7C-A361-EAE8990A863A}" type="datetime1">
              <a:rPr lang="en-US" smtClean="0"/>
              <a:t>12/21/2024</a:t>
            </a:fld>
            <a:endParaRPr lang="en-US"/>
          </a:p>
        </p:txBody>
      </p:sp>
      <p:sp>
        <p:nvSpPr>
          <p:cNvPr id="8" name="Footer Placeholder 7"/>
          <p:cNvSpPr>
            <a:spLocks noGrp="1"/>
          </p:cNvSpPr>
          <p:nvPr>
            <p:ph type="ftr" sz="quarter" idx="11"/>
          </p:nvPr>
        </p:nvSpPr>
        <p:spPr/>
        <p:txBody>
          <a:bodyPr/>
          <a:lstStyle/>
          <a:p>
            <a:r>
              <a:rPr lang="en-US"/>
              <a:t>Dr. J.S. Batth, Asst. Prof., AIT-CSE, Chandigarh University</a:t>
            </a:r>
          </a:p>
        </p:txBody>
      </p:sp>
      <p:sp>
        <p:nvSpPr>
          <p:cNvPr id="9" name="Slide Number Placeholder 8"/>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29622725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819443E-70F3-429A-B264-A1BD965FEB18}" type="datetime1">
              <a:rPr lang="en-US" smtClean="0"/>
              <a:t>12/21/2024</a:t>
            </a:fld>
            <a:endParaRPr lang="en-US"/>
          </a:p>
        </p:txBody>
      </p:sp>
      <p:sp>
        <p:nvSpPr>
          <p:cNvPr id="4" name="Footer Placeholder 3"/>
          <p:cNvSpPr>
            <a:spLocks noGrp="1"/>
          </p:cNvSpPr>
          <p:nvPr>
            <p:ph type="ftr" sz="quarter" idx="11"/>
          </p:nvPr>
        </p:nvSpPr>
        <p:spPr/>
        <p:txBody>
          <a:bodyPr/>
          <a:lstStyle/>
          <a:p>
            <a:r>
              <a:rPr lang="en-US"/>
              <a:t>Dr. J.S. Batth, Asst. Prof., AIT-CSE, Chandigarh University</a:t>
            </a:r>
          </a:p>
        </p:txBody>
      </p:sp>
      <p:sp>
        <p:nvSpPr>
          <p:cNvPr id="5" name="Slide Number Placeholder 4"/>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17564361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6489073-2FCE-4868-A5ED-8B9252ABD3BE}" type="datetime1">
              <a:rPr lang="en-US" smtClean="0"/>
              <a:t>12/21/2024</a:t>
            </a:fld>
            <a:endParaRPr lang="en-US"/>
          </a:p>
        </p:txBody>
      </p:sp>
      <p:sp>
        <p:nvSpPr>
          <p:cNvPr id="3" name="Footer Placeholder 2"/>
          <p:cNvSpPr>
            <a:spLocks noGrp="1"/>
          </p:cNvSpPr>
          <p:nvPr>
            <p:ph type="ftr" sz="quarter" idx="11"/>
          </p:nvPr>
        </p:nvSpPr>
        <p:spPr/>
        <p:txBody>
          <a:bodyPr/>
          <a:lstStyle/>
          <a:p>
            <a:r>
              <a:rPr lang="en-US"/>
              <a:t>Dr. J.S. Batth, Asst. Prof., AIT-CSE, Chandigarh University</a:t>
            </a:r>
          </a:p>
        </p:txBody>
      </p:sp>
      <p:sp>
        <p:nvSpPr>
          <p:cNvPr id="4" name="Slide Number Placeholder 3"/>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1525508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1F2B95A-1A77-4FC2-A89F-CE92B281980C}" type="datetime1">
              <a:rPr lang="en-US" smtClean="0"/>
              <a:t>12/21/2024</a:t>
            </a:fld>
            <a:endParaRPr lang="en-US"/>
          </a:p>
        </p:txBody>
      </p:sp>
      <p:sp>
        <p:nvSpPr>
          <p:cNvPr id="6" name="Footer Placeholder 5"/>
          <p:cNvSpPr>
            <a:spLocks noGrp="1"/>
          </p:cNvSpPr>
          <p:nvPr>
            <p:ph type="ftr" sz="quarter" idx="11"/>
          </p:nvPr>
        </p:nvSpPr>
        <p:spPr/>
        <p:txBody>
          <a:bodyPr/>
          <a:lstStyle/>
          <a:p>
            <a:r>
              <a:rPr lang="en-US"/>
              <a:t>Dr. J.S. Batth, Asst. Prof., AIT-CSE, Chandigarh University</a:t>
            </a:r>
          </a:p>
        </p:txBody>
      </p:sp>
      <p:sp>
        <p:nvSpPr>
          <p:cNvPr id="7" name="Slide Number Placeholder 6"/>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13095669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75BEA05-7A3A-4745-8C66-FC9D3C58CAC2}" type="datetime1">
              <a:rPr lang="en-US" smtClean="0"/>
              <a:t>12/21/2024</a:t>
            </a:fld>
            <a:endParaRPr lang="en-US"/>
          </a:p>
        </p:txBody>
      </p:sp>
      <p:sp>
        <p:nvSpPr>
          <p:cNvPr id="6" name="Footer Placeholder 5"/>
          <p:cNvSpPr>
            <a:spLocks noGrp="1"/>
          </p:cNvSpPr>
          <p:nvPr>
            <p:ph type="ftr" sz="quarter" idx="11"/>
          </p:nvPr>
        </p:nvSpPr>
        <p:spPr/>
        <p:txBody>
          <a:bodyPr/>
          <a:lstStyle/>
          <a:p>
            <a:r>
              <a:rPr lang="en-US"/>
              <a:t>Dr. J.S. Batth, Asst. Prof., AIT-CSE, Chandigarh University</a:t>
            </a:r>
          </a:p>
        </p:txBody>
      </p:sp>
      <p:sp>
        <p:nvSpPr>
          <p:cNvPr id="7" name="Slide Number Placeholder 6"/>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22880834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6A19AF4-EA1C-4628-A05C-8D7372678114}" type="datetime1">
              <a:rPr lang="en-US" smtClean="0"/>
              <a:t>12/21/2024</a:t>
            </a:fld>
            <a:endParaRPr lang="en-US"/>
          </a:p>
        </p:txBody>
      </p:sp>
      <p:sp>
        <p:nvSpPr>
          <p:cNvPr id="5" name="Footer Placeholder 4"/>
          <p:cNvSpPr>
            <a:spLocks noGrp="1"/>
          </p:cNvSpPr>
          <p:nvPr>
            <p:ph type="ftr" sz="quarter" idx="11"/>
          </p:nvPr>
        </p:nvSpPr>
        <p:spPr/>
        <p:txBody>
          <a:bodyPr/>
          <a:lstStyle/>
          <a:p>
            <a:r>
              <a:rPr lang="en-US"/>
              <a:t>Dr. J.S. Batth, Asst. Prof., AIT-CSE, Chandigarh University</a:t>
            </a:r>
          </a:p>
        </p:txBody>
      </p:sp>
      <p:sp>
        <p:nvSpPr>
          <p:cNvPr id="6" name="Slide Number Placeholder 5"/>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33970531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3490566-2CD0-4B8D-B6C7-D4740F954A97}" type="datetime1">
              <a:rPr lang="en-US" smtClean="0"/>
              <a:t>12/21/2024</a:t>
            </a:fld>
            <a:endParaRPr lang="en-US"/>
          </a:p>
        </p:txBody>
      </p:sp>
      <p:sp>
        <p:nvSpPr>
          <p:cNvPr id="5" name="Footer Placeholder 4"/>
          <p:cNvSpPr>
            <a:spLocks noGrp="1"/>
          </p:cNvSpPr>
          <p:nvPr>
            <p:ph type="ftr" sz="quarter" idx="11"/>
          </p:nvPr>
        </p:nvSpPr>
        <p:spPr/>
        <p:txBody>
          <a:bodyPr/>
          <a:lstStyle/>
          <a:p>
            <a:r>
              <a:rPr lang="en-US"/>
              <a:t>Dr. J.S. Batth, Asst. Prof., AIT-CSE, Chandigarh University</a:t>
            </a:r>
          </a:p>
        </p:txBody>
      </p:sp>
      <p:sp>
        <p:nvSpPr>
          <p:cNvPr id="6" name="Slide Number Placeholder 5"/>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2518306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1_Титульный слайд">
    <p:spTree>
      <p:nvGrpSpPr>
        <p:cNvPr id="1" name=""/>
        <p:cNvGrpSpPr/>
        <p:nvPr/>
      </p:nvGrpSpPr>
      <p:grpSpPr>
        <a:xfrm>
          <a:off x="0" y="0"/>
          <a:ext cx="0" cy="0"/>
          <a:chOff x="0" y="0"/>
          <a:chExt cx="0" cy="0"/>
        </a:xfrm>
      </p:grpSpPr>
      <p:sp>
        <p:nvSpPr>
          <p:cNvPr id="3" name="Прямоугольник 1"/>
          <p:cNvSpPr/>
          <p:nvPr/>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1" fmla="*/ 19050 w 12211050"/>
              <a:gd name="connsiteY0-2" fmla="*/ 0 h 4133850"/>
              <a:gd name="connsiteX1-3" fmla="*/ 12211050 w 12211050"/>
              <a:gd name="connsiteY1-4" fmla="*/ 0 h 4133850"/>
              <a:gd name="connsiteX2-5" fmla="*/ 12211050 w 12211050"/>
              <a:gd name="connsiteY2-6" fmla="*/ 4133850 h 4133850"/>
              <a:gd name="connsiteX3-7" fmla="*/ 0 w 12211050"/>
              <a:gd name="connsiteY3-8" fmla="*/ 3219450 h 4133850"/>
              <a:gd name="connsiteX4-9" fmla="*/ 19050 w 12211050"/>
              <a:gd name="connsiteY4-10" fmla="*/ 0 h 4133850"/>
              <a:gd name="connsiteX0-11" fmla="*/ 19050 w 12211050"/>
              <a:gd name="connsiteY0-12" fmla="*/ 0 h 4438650"/>
              <a:gd name="connsiteX1-13" fmla="*/ 12211050 w 12211050"/>
              <a:gd name="connsiteY1-14" fmla="*/ 0 h 4438650"/>
              <a:gd name="connsiteX2-15" fmla="*/ 12211050 w 12211050"/>
              <a:gd name="connsiteY2-16" fmla="*/ 4438650 h 4438650"/>
              <a:gd name="connsiteX3-17" fmla="*/ 0 w 12211050"/>
              <a:gd name="connsiteY3-18" fmla="*/ 3219450 h 4438650"/>
              <a:gd name="connsiteX4-19" fmla="*/ 19050 w 12211050"/>
              <a:gd name="connsiteY4-20" fmla="*/ 0 h 443865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r>
              <a:rPr lang="en-US" noProof="0"/>
              <a:t>Click icon to add picture</a:t>
            </a:r>
            <a:endParaRPr lang="ru-RU" noProof="0" dirty="0"/>
          </a:p>
        </p:txBody>
      </p:sp>
    </p:spTree>
    <p:extLst>
      <p:ext uri="{BB962C8B-B14F-4D97-AF65-F5344CB8AC3E}">
        <p14:creationId xmlns:p14="http://schemas.microsoft.com/office/powerpoint/2010/main" val="22491467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Agenda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8405632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Basic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anose="020B0604020202020204"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5" b="0" baseline="0">
                <a:latin typeface="+mn-lt"/>
                <a:cs typeface="Arial" panose="020B0604020202020204" pitchFamily="34" charset="0"/>
              </a:defRPr>
            </a:lvl1pPr>
          </a:lstStyle>
          <a:p>
            <a:pPr lvl="0"/>
            <a:r>
              <a:rPr lang="en-US" altLang="ko-KR" dirty="0"/>
              <a:t>Insert the title of your subtitle Here</a:t>
            </a:r>
          </a:p>
        </p:txBody>
      </p:sp>
      <p:sp>
        <p:nvSpPr>
          <p:cNvPr id="2" name="Rectangle 1"/>
          <p:cNvSpPr/>
          <p:nvPr/>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4362790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1_Basic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anose="020B0604020202020204"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5" b="0" baseline="0">
                <a:solidFill>
                  <a:schemeClr val="tx1">
                    <a:lumMod val="75000"/>
                    <a:lumOff val="25000"/>
                  </a:schemeClr>
                </a:solidFill>
                <a:latin typeface="+mn-lt"/>
                <a:cs typeface="Arial" panose="020B0604020202020204" pitchFamily="34" charset="0"/>
              </a:defRPr>
            </a:lvl1pPr>
          </a:lstStyle>
          <a:p>
            <a:pPr lvl="0"/>
            <a:r>
              <a:rPr lang="en-US" altLang="ko-KR" dirty="0"/>
              <a:t>Insert the title of your subtitle Here</a:t>
            </a:r>
          </a:p>
        </p:txBody>
      </p:sp>
      <p:sp>
        <p:nvSpPr>
          <p:cNvPr id="2" name="Rectangle 1"/>
          <p:cNvSpPr/>
          <p:nvPr/>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0793154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2_Basic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anose="020B0604020202020204"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5" b="0" baseline="0">
                <a:solidFill>
                  <a:schemeClr val="tx1">
                    <a:lumMod val="75000"/>
                    <a:lumOff val="25000"/>
                  </a:schemeClr>
                </a:solidFill>
                <a:latin typeface="+mn-lt"/>
                <a:cs typeface="Arial" panose="020B0604020202020204" pitchFamily="34" charset="0"/>
              </a:defRPr>
            </a:lvl1pPr>
          </a:lstStyle>
          <a:p>
            <a:pPr lvl="0"/>
            <a:r>
              <a:rPr lang="en-US" altLang="ko-KR" dirty="0"/>
              <a:t>Insert the title of your subtitle Here</a:t>
            </a:r>
          </a:p>
        </p:txBody>
      </p:sp>
      <p:sp>
        <p:nvSpPr>
          <p:cNvPr id="5" name="Rectangle 4"/>
          <p:cNvSpPr/>
          <p:nvPr/>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13102824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anose="020B0604020202020204"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5" b="0" baseline="0">
                <a:solidFill>
                  <a:schemeClr val="tx1">
                    <a:lumMod val="75000"/>
                    <a:lumOff val="25000"/>
                  </a:schemeClr>
                </a:solidFill>
                <a:latin typeface="+mn-lt"/>
                <a:cs typeface="Arial" panose="020B0604020202020204" pitchFamily="34" charset="0"/>
              </a:defRPr>
            </a:lvl1pPr>
          </a:lstStyle>
          <a:p>
            <a:pPr lvl="0"/>
            <a:r>
              <a:rPr lang="en-US" altLang="ko-KR" dirty="0"/>
              <a:t>Insert the title of your subtitle Here</a:t>
            </a:r>
          </a:p>
        </p:txBody>
      </p:sp>
      <p:sp>
        <p:nvSpPr>
          <p:cNvPr id="2" name="Rectangle 1"/>
          <p:cNvSpPr/>
          <p:nvPr/>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latinLnBrk="1"/>
            <a:endParaRPr lang="ko-KR" altLang="en-US" sz="2400">
              <a:solidFill>
                <a:prstClr val="white"/>
              </a:solidFill>
            </a:endParaRPr>
          </a:p>
        </p:txBody>
      </p:sp>
      <p:sp>
        <p:nvSpPr>
          <p:cNvPr id="3" name="Isosceles Triangle 2"/>
          <p:cNvSpPr/>
          <p:nvPr/>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latinLnBrk="1"/>
            <a:endParaRPr lang="ko-KR" altLang="en-US" sz="2400">
              <a:solidFill>
                <a:prstClr val="white"/>
              </a:solidFill>
            </a:endParaRPr>
          </a:p>
        </p:txBody>
      </p:sp>
      <p:sp>
        <p:nvSpPr>
          <p:cNvPr id="12" name="Isosceles Triangle 11"/>
          <p:cNvSpPr/>
          <p:nvPr/>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latinLnBrk="1"/>
            <a:endParaRPr lang="ko-KR" altLang="en-US" sz="2400">
              <a:solidFill>
                <a:prstClr val="white"/>
              </a:solidFill>
            </a:endParaRPr>
          </a:p>
        </p:txBody>
      </p:sp>
      <p:sp>
        <p:nvSpPr>
          <p:cNvPr id="13" name="Isosceles Triangle 12"/>
          <p:cNvSpPr/>
          <p:nvPr/>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latinLnBrk="1"/>
            <a:endParaRPr lang="ko-KR" altLang="en-US" sz="2400">
              <a:solidFill>
                <a:prstClr val="white"/>
              </a:solidFill>
            </a:endParaRPr>
          </a:p>
        </p:txBody>
      </p:sp>
      <p:sp>
        <p:nvSpPr>
          <p:cNvPr id="14" name="Isosceles Triangle 13"/>
          <p:cNvSpPr/>
          <p:nvPr/>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latinLnBrk="1"/>
            <a:endParaRPr lang="ko-KR" altLang="en-US" sz="2400">
              <a:solidFill>
                <a:prstClr val="white"/>
              </a:solidFill>
            </a:endParaRPr>
          </a:p>
        </p:txBody>
      </p:sp>
      <p:sp>
        <p:nvSpPr>
          <p:cNvPr id="15" name="Rectangle 14"/>
          <p:cNvSpPr/>
          <p:nvPr/>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Tree>
    <p:extLst>
      <p:ext uri="{BB962C8B-B14F-4D97-AF65-F5344CB8AC3E}">
        <p14:creationId xmlns:p14="http://schemas.microsoft.com/office/powerpoint/2010/main" val="38531262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1_Images and Contents Layout">
    <p:spTree>
      <p:nvGrpSpPr>
        <p:cNvPr id="1" name=""/>
        <p:cNvGrpSpPr/>
        <p:nvPr/>
      </p:nvGrpSpPr>
      <p:grpSpPr>
        <a:xfrm>
          <a:off x="0" y="0"/>
          <a:ext cx="0" cy="0"/>
          <a:chOff x="0" y="0"/>
          <a:chExt cx="0" cy="0"/>
        </a:xfrm>
      </p:grpSpPr>
      <p:sp>
        <p:nvSpPr>
          <p:cNvPr id="2" name="Rectangle 1"/>
          <p:cNvSpPr/>
          <p:nvPr/>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Tree>
    <p:extLst>
      <p:ext uri="{BB962C8B-B14F-4D97-AF65-F5344CB8AC3E}">
        <p14:creationId xmlns:p14="http://schemas.microsoft.com/office/powerpoint/2010/main" val="38388775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Tree>
    <p:extLst>
      <p:ext uri="{BB962C8B-B14F-4D97-AF65-F5344CB8AC3E}">
        <p14:creationId xmlns:p14="http://schemas.microsoft.com/office/powerpoint/2010/main" val="8356572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Tree>
    <p:extLst>
      <p:ext uri="{BB962C8B-B14F-4D97-AF65-F5344CB8AC3E}">
        <p14:creationId xmlns:p14="http://schemas.microsoft.com/office/powerpoint/2010/main" val="21395016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anose="020B0604020202020204"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5" b="0" baseline="0">
                <a:solidFill>
                  <a:schemeClr val="tx1">
                    <a:lumMod val="75000"/>
                    <a:lumOff val="25000"/>
                  </a:schemeClr>
                </a:solidFill>
                <a:latin typeface="+mn-lt"/>
                <a:cs typeface="Arial" panose="020B0604020202020204" pitchFamily="34" charset="0"/>
              </a:defRPr>
            </a:lvl1pPr>
          </a:lstStyle>
          <a:p>
            <a:pPr lvl="0"/>
            <a:r>
              <a:rPr lang="en-US" altLang="ko-KR" dirty="0"/>
              <a:t>Insert the title of your subtitle Here</a:t>
            </a:r>
          </a:p>
        </p:txBody>
      </p:sp>
      <p:sp>
        <p:nvSpPr>
          <p:cNvPr id="2" name="Rectangle 1"/>
          <p:cNvSpPr/>
          <p:nvPr/>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latinLnBrk="1"/>
            <a:endParaRPr lang="ko-KR" altLang="en-US" sz="1600">
              <a:solidFill>
                <a:prstClr val="black">
                  <a:lumMod val="75000"/>
                  <a:lumOff val="25000"/>
                </a:prstClr>
              </a:solidFill>
            </a:endParaRPr>
          </a:p>
        </p:txBody>
      </p:sp>
      <p:sp>
        <p:nvSpPr>
          <p:cNvPr id="12" name="Rectangle 11"/>
          <p:cNvSpPr/>
          <p:nvPr/>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Tree>
    <p:extLst>
      <p:ext uri="{BB962C8B-B14F-4D97-AF65-F5344CB8AC3E}">
        <p14:creationId xmlns:p14="http://schemas.microsoft.com/office/powerpoint/2010/main" val="10832937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Tree>
    <p:extLst>
      <p:ext uri="{BB962C8B-B14F-4D97-AF65-F5344CB8AC3E}">
        <p14:creationId xmlns:p14="http://schemas.microsoft.com/office/powerpoint/2010/main" val="277512784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anose="020B0604020202020204"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5" b="0" baseline="0">
                <a:solidFill>
                  <a:schemeClr val="tx1">
                    <a:lumMod val="75000"/>
                    <a:lumOff val="25000"/>
                  </a:schemeClr>
                </a:solidFill>
                <a:latin typeface="+mn-lt"/>
                <a:cs typeface="Arial" panose="020B0604020202020204" pitchFamily="34" charset="0"/>
              </a:defRPr>
            </a:lvl1pPr>
          </a:lstStyle>
          <a:p>
            <a:pPr lvl="0"/>
            <a:r>
              <a:rPr lang="en-US" altLang="ko-KR" dirty="0"/>
              <a:t>Insert the title of your subtitle Here</a:t>
            </a:r>
          </a:p>
        </p:txBody>
      </p:sp>
      <p:pic>
        <p:nvPicPr>
          <p:cNvPr id="5" name="그림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8" name="Rectangle 7"/>
          <p:cNvSpPr/>
          <p:nvPr/>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110155729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anose="020B0604020202020204"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5" b="0" baseline="0">
                <a:solidFill>
                  <a:schemeClr val="tx1">
                    <a:lumMod val="75000"/>
                    <a:lumOff val="25000"/>
                  </a:schemeClr>
                </a:solidFill>
                <a:latin typeface="+mn-lt"/>
                <a:cs typeface="Arial" panose="020B0604020202020204"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6" name="Rectangle 15"/>
          <p:cNvSpPr/>
          <p:nvPr/>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5938448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Tree>
    <p:extLst>
      <p:ext uri="{BB962C8B-B14F-4D97-AF65-F5344CB8AC3E}">
        <p14:creationId xmlns:p14="http://schemas.microsoft.com/office/powerpoint/2010/main" val="120635665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anose="020B0604020202020204" pitchFamily="34" charset="0"/>
              </a:defRPr>
            </a:lvl1pPr>
          </a:lstStyle>
          <a:p>
            <a:pPr lvl="0"/>
            <a:r>
              <a:rPr lang="en-US" altLang="ko-KR" dirty="0"/>
              <a:t>ICON SETS LAYOUT</a:t>
            </a:r>
          </a:p>
        </p:txBody>
      </p:sp>
      <p:grpSp>
        <p:nvGrpSpPr>
          <p:cNvPr id="5" name="Group 4"/>
          <p:cNvGrpSpPr/>
          <p:nvPr/>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4153506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2.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4"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E1DDDE-810D-4CD5-86D3-733AE9450C48}" type="datetime1">
              <a:rPr lang="en-US" smtClean="0"/>
              <a:t>12/21/2024</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Dr. J.S. Batth, Asst. Prof., AIT-CSE, Chandigarh University</a:t>
            </a:r>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A1B0FB-D917-4C8C-928F-313BD683BF39}" type="slidenum">
              <a:rPr lang="en-US" smtClean="0"/>
              <a:pPr/>
              <a:t>‹#›</a:t>
            </a:fld>
            <a:endParaRPr lang="en-US"/>
          </a:p>
        </p:txBody>
      </p:sp>
      <p:pic>
        <p:nvPicPr>
          <p:cNvPr id="7" name="Picture 6">
            <a:extLst>
              <a:ext uri="{FF2B5EF4-FFF2-40B4-BE49-F238E27FC236}">
                <a16:creationId xmlns:a16="http://schemas.microsoft.com/office/drawing/2014/main" id="{28F03116-CB8E-4D02-84FD-384EC06A901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1039314" y="0"/>
            <a:ext cx="1152686" cy="1933845"/>
          </a:xfrm>
          <a:prstGeom prst="rect">
            <a:avLst/>
          </a:prstGeom>
        </p:spPr>
      </p:pic>
    </p:spTree>
    <p:extLst>
      <p:ext uri="{BB962C8B-B14F-4D97-AF65-F5344CB8AC3E}">
        <p14:creationId xmlns:p14="http://schemas.microsoft.com/office/powerpoint/2010/main" val="2948191717"/>
      </p:ext>
    </p:extLst>
  </p:cSld>
  <p:clrMap bg1="lt1" tx1="dk1" bg2="lt2" tx2="dk2" accent1="accent1" accent2="accent2" accent3="accent3" accent4="accent4" accent5="accent5" accent6="accent6" hlink="hlink" folHlink="folHlink"/>
  <p:sldLayoutIdLst>
    <p:sldLayoutId id="2147483728" r:id="rId1"/>
    <p:sldLayoutId id="2147483729" r:id="rId2"/>
    <p:sldLayoutId id="2147483730" r:id="rId3"/>
    <p:sldLayoutId id="2147483731" r:id="rId4"/>
    <p:sldLayoutId id="2147483732" r:id="rId5"/>
    <p:sldLayoutId id="2147483733" r:id="rId6"/>
    <p:sldLayoutId id="2147483734" r:id="rId7"/>
    <p:sldLayoutId id="2147483735" r:id="rId8"/>
    <p:sldLayoutId id="2147483736" r:id="rId9"/>
    <p:sldLayoutId id="2147483737" r:id="rId10"/>
    <p:sldLayoutId id="2147483738" r:id="rId11"/>
    <p:sldLayoutId id="2147483739" r:id="rId1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898983"/>
      </p:ext>
    </p:extLst>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 id="2147483752" r:id="rId11"/>
    <p:sldLayoutId id="2147483753" r:id="rId12"/>
    <p:sldLayoutId id="2147483754" r:id="rId13"/>
    <p:sldLayoutId id="2147483755" r:id="rId14"/>
  </p:sldLayoutIdLst>
  <p:hf hdr="0"/>
  <p:txStyles>
    <p:titleStyle>
      <a:lvl1pPr algn="ctr" defTabSz="1219200" rtl="0" eaLnBrk="1" latinLnBrk="1" hangingPunct="1">
        <a:spcBef>
          <a:spcPct val="0"/>
        </a:spcBef>
        <a:buNone/>
        <a:defRPr sz="5865" kern="1200">
          <a:solidFill>
            <a:schemeClr val="tx1"/>
          </a:solidFill>
          <a:latin typeface="+mj-lt"/>
          <a:ea typeface="+mj-ea"/>
          <a:cs typeface="+mj-cs"/>
        </a:defRPr>
      </a:lvl1pPr>
    </p:titleStyle>
    <p:bodyStyle>
      <a:lvl1pPr marL="457200" indent="-457200" algn="l" defTabSz="1219200" rtl="0" eaLnBrk="1" latinLnBrk="1"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90600" indent="-381000" algn="l" defTabSz="1219200" rtl="0" eaLnBrk="1" latinLnBrk="1" hangingPunct="1">
        <a:spcBef>
          <a:spcPct val="20000"/>
        </a:spcBef>
        <a:buFont typeface="Arial" panose="020B0604020202020204" pitchFamily="34" charset="0"/>
        <a:buChar char="–"/>
        <a:defRPr sz="3735" kern="1200">
          <a:solidFill>
            <a:schemeClr val="tx1"/>
          </a:solidFill>
          <a:latin typeface="+mn-lt"/>
          <a:ea typeface="+mn-ea"/>
          <a:cs typeface="+mn-cs"/>
        </a:defRPr>
      </a:lvl2pPr>
      <a:lvl3pPr marL="1524000" indent="-304800" algn="l" defTabSz="1219200" rtl="0" eaLnBrk="1" latinLnBrk="1"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1"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3200" indent="-304800" algn="l" defTabSz="1219200" rtl="0" eaLnBrk="1" latinLnBrk="1"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1"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1"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1"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1"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ko-KR"/>
      </a:defPPr>
      <a:lvl1pPr marL="0" algn="l" defTabSz="1219200" rtl="0" eaLnBrk="1" latinLnBrk="1" hangingPunct="1">
        <a:defRPr sz="2400" kern="1200">
          <a:solidFill>
            <a:schemeClr val="tx1"/>
          </a:solidFill>
          <a:latin typeface="+mn-lt"/>
          <a:ea typeface="+mn-ea"/>
          <a:cs typeface="+mn-cs"/>
        </a:defRPr>
      </a:lvl1pPr>
      <a:lvl2pPr marL="609600" algn="l" defTabSz="1219200" rtl="0" eaLnBrk="1" latinLnBrk="1" hangingPunct="1">
        <a:defRPr sz="2400" kern="1200">
          <a:solidFill>
            <a:schemeClr val="tx1"/>
          </a:solidFill>
          <a:latin typeface="+mn-lt"/>
          <a:ea typeface="+mn-ea"/>
          <a:cs typeface="+mn-cs"/>
        </a:defRPr>
      </a:lvl2pPr>
      <a:lvl3pPr marL="1219200" algn="l" defTabSz="1219200" rtl="0" eaLnBrk="1" latinLnBrk="1" hangingPunct="1">
        <a:defRPr sz="2400" kern="1200">
          <a:solidFill>
            <a:schemeClr val="tx1"/>
          </a:solidFill>
          <a:latin typeface="+mn-lt"/>
          <a:ea typeface="+mn-ea"/>
          <a:cs typeface="+mn-cs"/>
        </a:defRPr>
      </a:lvl3pPr>
      <a:lvl4pPr marL="1828800" algn="l" defTabSz="1219200" rtl="0" eaLnBrk="1" latinLnBrk="1" hangingPunct="1">
        <a:defRPr sz="2400" kern="1200">
          <a:solidFill>
            <a:schemeClr val="tx1"/>
          </a:solidFill>
          <a:latin typeface="+mn-lt"/>
          <a:ea typeface="+mn-ea"/>
          <a:cs typeface="+mn-cs"/>
        </a:defRPr>
      </a:lvl4pPr>
      <a:lvl5pPr marL="2438400" algn="l" defTabSz="1219200" rtl="0" eaLnBrk="1" latinLnBrk="1" hangingPunct="1">
        <a:defRPr sz="2400" kern="1200">
          <a:solidFill>
            <a:schemeClr val="tx1"/>
          </a:solidFill>
          <a:latin typeface="+mn-lt"/>
          <a:ea typeface="+mn-ea"/>
          <a:cs typeface="+mn-cs"/>
        </a:defRPr>
      </a:lvl5pPr>
      <a:lvl6pPr marL="3048000" algn="l" defTabSz="1219200" rtl="0" eaLnBrk="1" latinLnBrk="1" hangingPunct="1">
        <a:defRPr sz="2400" kern="1200">
          <a:solidFill>
            <a:schemeClr val="tx1"/>
          </a:solidFill>
          <a:latin typeface="+mn-lt"/>
          <a:ea typeface="+mn-ea"/>
          <a:cs typeface="+mn-cs"/>
        </a:defRPr>
      </a:lvl6pPr>
      <a:lvl7pPr marL="3657600" algn="l" defTabSz="1219200" rtl="0" eaLnBrk="1" latinLnBrk="1" hangingPunct="1">
        <a:defRPr sz="2400" kern="1200">
          <a:solidFill>
            <a:schemeClr val="tx1"/>
          </a:solidFill>
          <a:latin typeface="+mn-lt"/>
          <a:ea typeface="+mn-ea"/>
          <a:cs typeface="+mn-cs"/>
        </a:defRPr>
      </a:lvl7pPr>
      <a:lvl8pPr marL="4267200" algn="l" defTabSz="1219200" rtl="0" eaLnBrk="1" latinLnBrk="1" hangingPunct="1">
        <a:defRPr sz="2400" kern="1200">
          <a:solidFill>
            <a:schemeClr val="tx1"/>
          </a:solidFill>
          <a:latin typeface="+mn-lt"/>
          <a:ea typeface="+mn-ea"/>
          <a:cs typeface="+mn-cs"/>
        </a:defRPr>
      </a:lvl8pPr>
      <a:lvl9pPr marL="4876800" algn="l" defTabSz="121920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8.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Google Shape;93;p1"/>
          <p:cNvSpPr/>
          <p:nvPr/>
        </p:nvSpPr>
        <p:spPr>
          <a:xfrm>
            <a:off x="501445" y="4837797"/>
            <a:ext cx="10958052" cy="1518553"/>
          </a:xfrm>
          <a:prstGeom prst="rect">
            <a:avLst/>
          </a:prstGeom>
          <a:solidFill>
            <a:schemeClr val="lt1"/>
          </a:solidFill>
          <a:ln>
            <a:noFill/>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3" name="Subtitle 2"/>
          <p:cNvSpPr>
            <a:spLocks noGrp="1"/>
          </p:cNvSpPr>
          <p:nvPr>
            <p:ph type="subTitle" idx="1"/>
          </p:nvPr>
        </p:nvSpPr>
        <p:spPr>
          <a:xfrm>
            <a:off x="562662" y="4891470"/>
            <a:ext cx="4156822" cy="1236591"/>
          </a:xfrm>
        </p:spPr>
        <p:txBody>
          <a:bodyPr>
            <a:noAutofit/>
          </a:bodyPr>
          <a:lstStyle/>
          <a:p>
            <a:pPr algn="l"/>
            <a:r>
              <a:rPr lang="en-US" sz="1800" b="1" dirty="0">
                <a:latin typeface="Times New Roman" panose="02020603050405020304" pitchFamily="18" charset="0"/>
                <a:cs typeface="Times New Roman" panose="02020603050405020304" pitchFamily="18" charset="0"/>
              </a:rPr>
              <a:t>DR. HEENA SHARMA</a:t>
            </a:r>
          </a:p>
          <a:p>
            <a:pPr algn="l"/>
            <a:r>
              <a:rPr lang="en-US" sz="1400" b="1" dirty="0">
                <a:latin typeface="Times New Roman" panose="02020603050405020304" pitchFamily="18" charset="0"/>
                <a:cs typeface="Times New Roman" panose="02020603050405020304" pitchFamily="18" charset="0"/>
              </a:rPr>
              <a:t>E6398</a:t>
            </a:r>
          </a:p>
          <a:p>
            <a:pPr algn="l"/>
            <a:r>
              <a:rPr lang="en-US" sz="1400" b="1" dirty="0">
                <a:latin typeface="Times New Roman" panose="02020603050405020304" pitchFamily="18" charset="0"/>
                <a:cs typeface="Times New Roman" panose="02020603050405020304" pitchFamily="18" charset="0"/>
              </a:rPr>
              <a:t>ASSISTANT PROFESSOR</a:t>
            </a:r>
          </a:p>
          <a:p>
            <a:pPr algn="l"/>
            <a:r>
              <a:rPr lang="en-US" sz="1400" b="1" dirty="0">
                <a:latin typeface="Times New Roman" panose="02020603050405020304" pitchFamily="18" charset="0"/>
                <a:cs typeface="Times New Roman" panose="02020603050405020304" pitchFamily="18" charset="0"/>
              </a:rPr>
              <a:t>CSE </a:t>
            </a:r>
          </a:p>
        </p:txBody>
      </p:sp>
      <p:sp>
        <p:nvSpPr>
          <p:cNvPr id="7" name="Google Shape;100;p1"/>
          <p:cNvSpPr/>
          <p:nvPr/>
        </p:nvSpPr>
        <p:spPr>
          <a:xfrm flipH="1">
            <a:off x="9344623" y="4901508"/>
            <a:ext cx="2466377" cy="1712909"/>
          </a:xfrm>
          <a:prstGeom prst="rtTriangle">
            <a:avLst/>
          </a:prstGeom>
          <a:solidFill>
            <a:srgbClr val="C00000"/>
          </a:solidFill>
          <a:ln>
            <a:noFill/>
          </a:ln>
        </p:spPr>
        <p:txBody>
          <a:bodyPr spcFirstLastPara="1" lIns="75585" tIns="37782" rIns="75585" bIns="37782" anchor="ctr"/>
          <a:lstStyle/>
          <a:p>
            <a:pPr algn="ctr">
              <a:defRPr/>
            </a:pPr>
            <a:endParaRPr sz="1488">
              <a:solidFill>
                <a:schemeClr val="lt1"/>
              </a:solidFill>
              <a:latin typeface="Calibri"/>
              <a:ea typeface="Calibri"/>
              <a:cs typeface="Calibri"/>
              <a:sym typeface="Calibri"/>
            </a:endParaRPr>
          </a:p>
        </p:txBody>
      </p:sp>
      <p:sp>
        <p:nvSpPr>
          <p:cNvPr id="6" name="Google Shape;101;p1"/>
          <p:cNvSpPr txBox="1"/>
          <p:nvPr/>
        </p:nvSpPr>
        <p:spPr>
          <a:xfrm>
            <a:off x="7158646" y="5490468"/>
            <a:ext cx="4075113" cy="534988"/>
          </a:xfrm>
          <a:prstGeom prst="rect">
            <a:avLst/>
          </a:prstGeom>
          <a:noFill/>
          <a:ln>
            <a:noFill/>
          </a:ln>
        </p:spPr>
        <p:txBody>
          <a:bodyPr spcFirstLastPara="1" lIns="75585" tIns="37782" rIns="75585" bIns="37782">
            <a:spAutoFit/>
          </a:bodyPr>
          <a:lstStyle/>
          <a:p>
            <a:pPr>
              <a:defRPr/>
            </a:pPr>
            <a:r>
              <a:rPr lang="en-US" sz="1653" b="1" dirty="0">
                <a:solidFill>
                  <a:srgbClr val="595959"/>
                </a:solidFill>
                <a:latin typeface="Arial"/>
                <a:ea typeface="Arial"/>
                <a:cs typeface="Arial"/>
                <a:sym typeface="Arial"/>
              </a:rPr>
              <a:t>DISCOVER . </a:t>
            </a:r>
            <a:r>
              <a:rPr lang="en-US" sz="1653" b="1" dirty="0">
                <a:solidFill>
                  <a:srgbClr val="C00000"/>
                </a:solidFill>
                <a:latin typeface="Arial"/>
                <a:ea typeface="Arial"/>
                <a:cs typeface="Arial"/>
                <a:sym typeface="Arial"/>
              </a:rPr>
              <a:t>LEARN</a:t>
            </a:r>
            <a:r>
              <a:rPr lang="en-US" sz="1653" b="1" dirty="0">
                <a:solidFill>
                  <a:srgbClr val="595959"/>
                </a:solidFill>
                <a:latin typeface="Arial"/>
                <a:ea typeface="Arial"/>
                <a:cs typeface="Arial"/>
                <a:sym typeface="Arial"/>
              </a:rPr>
              <a:t> . EMPOWER</a:t>
            </a:r>
            <a:endParaRPr sz="992" b="1" dirty="0">
              <a:solidFill>
                <a:srgbClr val="000000"/>
              </a:solidFill>
              <a:latin typeface="Arial"/>
              <a:ea typeface="Arial"/>
              <a:cs typeface="Arial"/>
              <a:sym typeface="Arial"/>
            </a:endParaRPr>
          </a:p>
          <a:p>
            <a:pPr>
              <a:defRPr/>
            </a:pPr>
            <a:endParaRPr sz="1323" b="1" dirty="0">
              <a:solidFill>
                <a:schemeClr val="dk1"/>
              </a:solidFill>
              <a:latin typeface="Arial"/>
              <a:ea typeface="Arial"/>
              <a:cs typeface="Arial"/>
              <a:sym typeface="Arial"/>
            </a:endParaRPr>
          </a:p>
        </p:txBody>
      </p:sp>
      <p:sp>
        <p:nvSpPr>
          <p:cNvPr id="9" name="Google Shape;94;p1"/>
          <p:cNvSpPr/>
          <p:nvPr/>
        </p:nvSpPr>
        <p:spPr>
          <a:xfrm>
            <a:off x="1826198" y="5901986"/>
            <a:ext cx="45719" cy="613881"/>
          </a:xfrm>
          <a:prstGeom prst="rect">
            <a:avLst/>
          </a:prstGeom>
          <a:solidFill>
            <a:srgbClr val="C00000"/>
          </a:solidFill>
          <a:ln>
            <a:noFill/>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11" name="Google Shape;103;p1"/>
          <p:cNvSpPr txBox="1"/>
          <p:nvPr/>
        </p:nvSpPr>
        <p:spPr>
          <a:xfrm>
            <a:off x="910729" y="953782"/>
            <a:ext cx="9722858" cy="1938952"/>
          </a:xfrm>
          <a:prstGeom prst="rect">
            <a:avLst/>
          </a:prstGeom>
          <a:noFill/>
          <a:ln>
            <a:noFill/>
          </a:ln>
        </p:spPr>
        <p:txBody>
          <a:bodyPr spcFirstLastPara="1" wrap="square" lIns="91425" tIns="45700" rIns="91425" bIns="45700" anchor="t" anchorCtr="0">
            <a:spAutoFit/>
          </a:bodyPr>
          <a:lstStyle/>
          <a:p>
            <a:pPr algn="ctr"/>
            <a:endParaRPr lang="en-US" sz="6000" b="1" dirty="0">
              <a:solidFill>
                <a:srgbClr val="FF0000"/>
              </a:solidFill>
              <a:latin typeface="Times New Roman" panose="02020603050405020304" pitchFamily="18" charset="0"/>
              <a:ea typeface="Arial"/>
              <a:cs typeface="Times New Roman" panose="02020603050405020304" pitchFamily="18" charset="0"/>
              <a:sym typeface="Arial"/>
            </a:endParaRPr>
          </a:p>
          <a:p>
            <a:pPr algn="ctr"/>
            <a:r>
              <a:rPr lang="en-US" sz="6000" b="1" dirty="0">
                <a:solidFill>
                  <a:srgbClr val="FF0000"/>
                </a:solidFill>
                <a:latin typeface="Times New Roman" panose="02020603050405020304" pitchFamily="18" charset="0"/>
                <a:ea typeface="Arial"/>
                <a:cs typeface="Times New Roman" panose="02020603050405020304" pitchFamily="18" charset="0"/>
                <a:sym typeface="Arial"/>
              </a:rPr>
              <a:t>Moments in Statistics</a:t>
            </a:r>
            <a:endParaRPr sz="6000" b="1" dirty="0">
              <a:solidFill>
                <a:srgbClr val="FF0000"/>
              </a:solidFill>
              <a:latin typeface="Times New Roman" panose="02020603050405020304" pitchFamily="18" charset="0"/>
              <a:ea typeface="Arial"/>
              <a:cs typeface="Times New Roman" panose="02020603050405020304" pitchFamily="18" charset="0"/>
              <a:sym typeface="Arial"/>
            </a:endParaRPr>
          </a:p>
        </p:txBody>
      </p:sp>
      <p:sp>
        <p:nvSpPr>
          <p:cNvPr id="2" name="Date Placeholder 1"/>
          <p:cNvSpPr>
            <a:spLocks noGrp="1"/>
          </p:cNvSpPr>
          <p:nvPr>
            <p:ph type="dt" sz="half" idx="10"/>
          </p:nvPr>
        </p:nvSpPr>
        <p:spPr/>
        <p:txBody>
          <a:bodyPr/>
          <a:lstStyle/>
          <a:p>
            <a:fld id="{DE06E73B-DFE1-4737-82D1-9EC3E866492B}" type="datetime1">
              <a:rPr lang="en-US" smtClean="0"/>
              <a:t>12/21/2024</a:t>
            </a:fld>
            <a:endParaRPr lang="en-US" dirty="0"/>
          </a:p>
        </p:txBody>
      </p:sp>
      <p:sp>
        <p:nvSpPr>
          <p:cNvPr id="10" name="Footer Placeholder 9"/>
          <p:cNvSpPr>
            <a:spLocks noGrp="1"/>
          </p:cNvSpPr>
          <p:nvPr>
            <p:ph type="ftr" sz="quarter" idx="11"/>
          </p:nvPr>
        </p:nvSpPr>
        <p:spPr/>
        <p:txBody>
          <a:bodyPr/>
          <a:lstStyle/>
          <a:p>
            <a:r>
              <a:rPr lang="en-US" dirty="0"/>
              <a:t>Dr. Heena Sharma, Asst. Prof., CSE, Chandigarh University</a:t>
            </a:r>
          </a:p>
        </p:txBody>
      </p:sp>
      <p:sp>
        <p:nvSpPr>
          <p:cNvPr id="12" name="Slide Number Placeholder 11"/>
          <p:cNvSpPr>
            <a:spLocks noGrp="1"/>
          </p:cNvSpPr>
          <p:nvPr>
            <p:ph type="sldNum" sz="quarter" idx="12"/>
          </p:nvPr>
        </p:nvSpPr>
        <p:spPr/>
        <p:txBody>
          <a:bodyPr/>
          <a:lstStyle/>
          <a:p>
            <a:fld id="{FA84A37A-AFC2-4A01-80A1-FC20F2C0D5BB}" type="slidenum">
              <a:rPr lang="en-US" smtClean="0"/>
              <a:pPr/>
              <a:t>1</a:t>
            </a:fld>
            <a:endParaRPr lang="en-US" dirty="0"/>
          </a:p>
        </p:txBody>
      </p:sp>
      <p:pic>
        <p:nvPicPr>
          <p:cNvPr id="13" name="Picture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14" name="Picture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15" name="Picture 14" descr="National Board of Accreditation - Wikipedia"/>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p:spTree>
    <p:extLst>
      <p:ext uri="{BB962C8B-B14F-4D97-AF65-F5344CB8AC3E}">
        <p14:creationId xmlns:p14="http://schemas.microsoft.com/office/powerpoint/2010/main" val="3899940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5" name="Content Placeholder 2"/>
          <p:cNvSpPr>
            <a:spLocks noGrp="1"/>
          </p:cNvSpPr>
          <p:nvPr>
            <p:ph idx="1"/>
          </p:nvPr>
        </p:nvSpPr>
        <p:spPr bwMode="auto">
          <a:xfrm>
            <a:off x="268941" y="1294505"/>
            <a:ext cx="11510683" cy="53209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rtlCol="0" anchor="t" anchorCtr="0" compatLnSpc="1">
            <a:noAutofit/>
          </a:bodyPr>
          <a:lstStyle/>
          <a:p>
            <a:pPr algn="just">
              <a:lnSpc>
                <a:spcPct val="150000"/>
              </a:lnSpc>
              <a:buFont typeface="Wingdings" panose="05000000000000000000" pitchFamily="2" charset="2"/>
              <a:buChar char="q"/>
            </a:pPr>
            <a:r>
              <a:rPr lang="en-GB" altLang="en-US" sz="2600" dirty="0">
                <a:latin typeface="Times New Roman" panose="02020603050405020304" pitchFamily="18" charset="0"/>
                <a:cs typeface="Times New Roman" panose="02020603050405020304" pitchFamily="18" charset="0"/>
              </a:rPr>
              <a:t> Sub group of measurement of central tendency i.e. variability and skewness.</a:t>
            </a:r>
          </a:p>
          <a:p>
            <a:pPr algn="just">
              <a:lnSpc>
                <a:spcPct val="150000"/>
              </a:lnSpc>
              <a:buFont typeface="Wingdings" panose="05000000000000000000" pitchFamily="2" charset="2"/>
              <a:buChar char="q"/>
            </a:pPr>
            <a:r>
              <a:rPr lang="en-GB" altLang="en-US" sz="2600" dirty="0">
                <a:latin typeface="Times New Roman" panose="02020603050405020304" pitchFamily="18" charset="0"/>
                <a:cs typeface="Times New Roman" panose="02020603050405020304" pitchFamily="18" charset="0"/>
              </a:rPr>
              <a:t> Includes measurement like mean, average deviation, standard deviation and so on.</a:t>
            </a:r>
          </a:p>
          <a:p>
            <a:pPr algn="just">
              <a:lnSpc>
                <a:spcPct val="150000"/>
              </a:lnSpc>
              <a:buFont typeface="Wingdings" panose="05000000000000000000" pitchFamily="2" charset="2"/>
              <a:buChar char="q"/>
            </a:pPr>
            <a:r>
              <a:rPr lang="en-GB" altLang="en-US" sz="2600" dirty="0">
                <a:latin typeface="Times New Roman" panose="02020603050405020304" pitchFamily="18" charset="0"/>
                <a:cs typeface="Times New Roman" panose="02020603050405020304" pitchFamily="18" charset="0"/>
              </a:rPr>
              <a:t> It is analogous to the term ‘Moment’ used in physics.</a:t>
            </a:r>
          </a:p>
          <a:p>
            <a:pPr algn="just">
              <a:lnSpc>
                <a:spcPct val="150000"/>
              </a:lnSpc>
              <a:buFont typeface="Wingdings" panose="05000000000000000000" pitchFamily="2" charset="2"/>
              <a:buChar char="q"/>
            </a:pPr>
            <a:r>
              <a:rPr lang="en-GB" altLang="en-US" sz="2600" dirty="0">
                <a:latin typeface="Times New Roman" panose="02020603050405020304" pitchFamily="18" charset="0"/>
                <a:cs typeface="Times New Roman" panose="02020603050405020304" pitchFamily="18" charset="0"/>
              </a:rPr>
              <a:t> Size of class intervals represent the force and deviation of mid value of each class from he observation represent the distance.</a:t>
            </a:r>
          </a:p>
          <a:p>
            <a:pPr marL="0" indent="0" algn="just">
              <a:lnSpc>
                <a:spcPct val="150000"/>
              </a:lnSpc>
              <a:buNone/>
            </a:pPr>
            <a:r>
              <a:rPr lang="en-GB" altLang="en-US" sz="2600" dirty="0">
                <a:latin typeface="Times New Roman" panose="02020603050405020304" pitchFamily="18" charset="0"/>
                <a:cs typeface="Times New Roman" panose="02020603050405020304" pitchFamily="18" charset="0"/>
              </a:rPr>
              <a:t>Moments basically represents a convenient and unifying method for summarizing certain descriptive statistical measures.</a:t>
            </a:r>
          </a:p>
          <a:p>
            <a:pPr marL="0" indent="0" algn="just">
              <a:lnSpc>
                <a:spcPct val="150000"/>
              </a:lnSpc>
              <a:buNone/>
            </a:pPr>
            <a:endParaRPr lang="en-GB" altLang="en-US" sz="26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q"/>
            </a:pPr>
            <a:endParaRPr lang="en-GB" altLang="en-US" sz="26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3E677EF3-2C46-480E-8EDB-977BFADDC919}" type="datetime1">
              <a:rPr lang="en-US" smtClean="0"/>
              <a:t>12/21/2024</a:t>
            </a:fld>
            <a:endParaRPr lang="en-US" dirty="0"/>
          </a:p>
        </p:txBody>
      </p:sp>
      <p:sp>
        <p:nvSpPr>
          <p:cNvPr id="3" name="Footer Placeholder 2"/>
          <p:cNvSpPr>
            <a:spLocks noGrp="1"/>
          </p:cNvSpPr>
          <p:nvPr>
            <p:ph type="ftr" sz="quarter" idx="11"/>
          </p:nvPr>
        </p:nvSpPr>
        <p:spPr/>
        <p:txBody>
          <a:bodyPr/>
          <a:lstStyle/>
          <a:p>
            <a:r>
              <a:rPr lang="en-US" dirty="0"/>
              <a:t>Dr. Heena Sharma, Asst. Prof., CSE, Chandigarh University</a:t>
            </a:r>
          </a:p>
        </p:txBody>
      </p:sp>
      <p:sp>
        <p:nvSpPr>
          <p:cNvPr id="4" name="Slide Number Placeholder 3"/>
          <p:cNvSpPr>
            <a:spLocks noGrp="1"/>
          </p:cNvSpPr>
          <p:nvPr>
            <p:ph type="sldNum" sz="quarter" idx="12"/>
          </p:nvPr>
        </p:nvSpPr>
        <p:spPr/>
        <p:txBody>
          <a:bodyPr/>
          <a:lstStyle/>
          <a:p>
            <a:fld id="{EBFB1032-EA64-7144-B003-9BCC9D94B503}" type="slidenum">
              <a:rPr lang="en-US" smtClean="0"/>
              <a:t>2</a:t>
            </a:fld>
            <a:endParaRPr lang="en-US" dirty="0"/>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9" name="Picture 8" descr="National Board of Accreditation - Wikipedia"/>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p:sp>
        <p:nvSpPr>
          <p:cNvPr id="5" name="TextBox 4">
            <a:extLst>
              <a:ext uri="{FF2B5EF4-FFF2-40B4-BE49-F238E27FC236}">
                <a16:creationId xmlns:a16="http://schemas.microsoft.com/office/drawing/2014/main" id="{25F1C148-C541-9BCF-0FF5-C41DA1197AF6}"/>
              </a:ext>
            </a:extLst>
          </p:cNvPr>
          <p:cNvSpPr txBox="1"/>
          <p:nvPr/>
        </p:nvSpPr>
        <p:spPr>
          <a:xfrm>
            <a:off x="807720" y="187175"/>
            <a:ext cx="7437120" cy="830997"/>
          </a:xfrm>
          <a:prstGeom prst="rect">
            <a:avLst/>
          </a:prstGeom>
          <a:noFill/>
        </p:spPr>
        <p:txBody>
          <a:bodyPr wrap="square" rtlCol="0">
            <a:spAutoFit/>
          </a:bodyPr>
          <a:lstStyle/>
          <a:p>
            <a:r>
              <a:rPr lang="en-IN" sz="4800" b="1" dirty="0">
                <a:solidFill>
                  <a:srgbClr val="FF0000"/>
                </a:solidFill>
                <a:latin typeface="Times New Roman" panose="02020603050405020304" pitchFamily="18" charset="0"/>
                <a:cs typeface="Times New Roman" panose="02020603050405020304" pitchFamily="18" charset="0"/>
              </a:rPr>
              <a:t>Moment System</a:t>
            </a:r>
          </a:p>
        </p:txBody>
      </p:sp>
    </p:spTree>
    <p:extLst>
      <p:ext uri="{BB962C8B-B14F-4D97-AF65-F5344CB8AC3E}">
        <p14:creationId xmlns:p14="http://schemas.microsoft.com/office/powerpoint/2010/main" val="18111123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p>
            <a:fld id="{71EB6E80-EE68-4000-96D8-C09964ACCAB5}" type="datetime1">
              <a:rPr lang="en-US" smtClean="0"/>
              <a:t>12/21/2024</a:t>
            </a:fld>
            <a:endParaRPr lang="en-US" dirty="0"/>
          </a:p>
        </p:txBody>
      </p:sp>
      <p:sp>
        <p:nvSpPr>
          <p:cNvPr id="9" name="Footer Placeholder 8"/>
          <p:cNvSpPr>
            <a:spLocks noGrp="1"/>
          </p:cNvSpPr>
          <p:nvPr>
            <p:ph type="ftr" sz="quarter" idx="11"/>
          </p:nvPr>
        </p:nvSpPr>
        <p:spPr/>
        <p:txBody>
          <a:bodyPr/>
          <a:lstStyle/>
          <a:p>
            <a:r>
              <a:rPr lang="en-US" dirty="0"/>
              <a:t>Dr. Heena Sharma, Asst. Prof., CSE, Chandigarh University</a:t>
            </a:r>
          </a:p>
        </p:txBody>
      </p:sp>
      <p:sp>
        <p:nvSpPr>
          <p:cNvPr id="13" name="Slide Number Placeholder 12"/>
          <p:cNvSpPr>
            <a:spLocks noGrp="1"/>
          </p:cNvSpPr>
          <p:nvPr>
            <p:ph type="sldNum" sz="quarter" idx="12"/>
          </p:nvPr>
        </p:nvSpPr>
        <p:spPr/>
        <p:txBody>
          <a:bodyPr/>
          <a:lstStyle/>
          <a:p>
            <a:fld id="{FA84A37A-AFC2-4A01-80A1-FC20F2C0D5BB}" type="slidenum">
              <a:rPr lang="en-US" smtClean="0"/>
              <a:pPr/>
              <a:t>3</a:t>
            </a:fld>
            <a:endParaRPr lang="en-US" dirty="0"/>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15" name="Picture 14" descr="National Board of Accreditation - Wikipedia"/>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p:sp>
        <p:nvSpPr>
          <p:cNvPr id="2" name="TextBox 1">
            <a:extLst>
              <a:ext uri="{FF2B5EF4-FFF2-40B4-BE49-F238E27FC236}">
                <a16:creationId xmlns:a16="http://schemas.microsoft.com/office/drawing/2014/main" id="{443D4E40-D8C2-1F9E-355D-C17BC39D9F0B}"/>
              </a:ext>
            </a:extLst>
          </p:cNvPr>
          <p:cNvSpPr txBox="1"/>
          <p:nvPr/>
        </p:nvSpPr>
        <p:spPr>
          <a:xfrm>
            <a:off x="960120" y="198120"/>
            <a:ext cx="5602816" cy="784830"/>
          </a:xfrm>
          <a:prstGeom prst="rect">
            <a:avLst/>
          </a:prstGeom>
          <a:noFill/>
        </p:spPr>
        <p:txBody>
          <a:bodyPr wrap="none" rtlCol="0">
            <a:spAutoFit/>
          </a:bodyPr>
          <a:lstStyle/>
          <a:p>
            <a:r>
              <a:rPr lang="en-IN" sz="4500" b="1" dirty="0">
                <a:solidFill>
                  <a:srgbClr val="FF0000"/>
                </a:solidFill>
                <a:latin typeface="Times New Roman" panose="02020603050405020304" pitchFamily="18" charset="0"/>
                <a:cs typeface="Times New Roman" panose="02020603050405020304" pitchFamily="18" charset="0"/>
              </a:rPr>
              <a:t>Moments about Mean</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9D75065E-76FD-C849-FC8B-BED30731836C}"/>
                  </a:ext>
                </a:extLst>
              </p:cNvPr>
              <p:cNvSpPr txBox="1"/>
              <p:nvPr/>
            </p:nvSpPr>
            <p:spPr>
              <a:xfrm>
                <a:off x="278295" y="1281120"/>
                <a:ext cx="11459818" cy="4656724"/>
              </a:xfrm>
              <a:prstGeom prst="rect">
                <a:avLst/>
              </a:prstGeom>
              <a:noFill/>
            </p:spPr>
            <p:txBody>
              <a:bodyPr wrap="square" rtlCol="0">
                <a:spAutoFit/>
              </a:bodyPr>
              <a:lstStyle/>
              <a:p>
                <a:pPr algn="just">
                  <a:lnSpc>
                    <a:spcPct val="150000"/>
                  </a:lnSpc>
                </a:pPr>
                <a:r>
                  <a:rPr lang="en-IN" sz="2000" dirty="0">
                    <a:latin typeface="Times New Roman" panose="02020603050405020304" pitchFamily="18" charset="0"/>
                    <a:cs typeface="Times New Roman" panose="02020603050405020304" pitchFamily="18" charset="0"/>
                  </a:rPr>
                  <a:t>Let </a:t>
                </a:r>
                <a14:m>
                  <m:oMath xmlns:m="http://schemas.openxmlformats.org/officeDocument/2006/math">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𝑥</m:t>
                        </m:r>
                      </m:e>
                      <m:sub>
                        <m:r>
                          <a:rPr lang="en-IN" sz="2000" b="0" i="1" smtClean="0">
                            <a:latin typeface="Cambria Math" panose="02040503050406030204" pitchFamily="18" charset="0"/>
                          </a:rPr>
                          <m:t>1</m:t>
                        </m:r>
                      </m:sub>
                    </m:sSub>
                    <m:r>
                      <a:rPr lang="en-IN" sz="2000" b="0" i="1" smtClean="0">
                        <a:latin typeface="Cambria Math" panose="02040503050406030204" pitchFamily="18" charset="0"/>
                      </a:rPr>
                      <m:t>,</m:t>
                    </m:r>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𝑥</m:t>
                        </m:r>
                      </m:e>
                      <m:sub>
                        <m:r>
                          <a:rPr lang="en-IN" sz="2000" b="0" i="1" smtClean="0">
                            <a:latin typeface="Cambria Math" panose="02040503050406030204" pitchFamily="18" charset="0"/>
                          </a:rPr>
                          <m:t>2</m:t>
                        </m:r>
                      </m:sub>
                    </m:sSub>
                    <m:r>
                      <a:rPr lang="en-IN" sz="2000" b="0" i="1" smtClean="0">
                        <a:latin typeface="Cambria Math" panose="02040503050406030204" pitchFamily="18" charset="0"/>
                      </a:rPr>
                      <m:t>,</m:t>
                    </m:r>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𝑥</m:t>
                        </m:r>
                      </m:e>
                      <m:sub>
                        <m:r>
                          <a:rPr lang="en-IN" sz="2000" b="0" i="1" smtClean="0">
                            <a:latin typeface="Cambria Math" panose="02040503050406030204" pitchFamily="18" charset="0"/>
                          </a:rPr>
                          <m:t>3</m:t>
                        </m:r>
                      </m:sub>
                    </m:sSub>
                    <m:r>
                      <a:rPr lang="en-IN" sz="2000" b="0" i="1" smtClean="0">
                        <a:latin typeface="Cambria Math" panose="02040503050406030204" pitchFamily="18" charset="0"/>
                      </a:rPr>
                      <m:t>…,</m:t>
                    </m:r>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𝑥</m:t>
                        </m:r>
                      </m:e>
                      <m:sub>
                        <m:r>
                          <a:rPr lang="en-IN" sz="2000" b="0" i="1" smtClean="0">
                            <a:latin typeface="Cambria Math" panose="02040503050406030204" pitchFamily="18" charset="0"/>
                          </a:rPr>
                          <m:t>𝑛</m:t>
                        </m:r>
                      </m:sub>
                    </m:sSub>
                  </m:oMath>
                </a14:m>
                <a:r>
                  <a:rPr lang="en-IN" sz="2000" dirty="0">
                    <a:latin typeface="Times New Roman" panose="02020603050405020304" pitchFamily="18" charset="0"/>
                    <a:cs typeface="Times New Roman" panose="02020603050405020304" pitchFamily="18" charset="0"/>
                  </a:rPr>
                  <a:t> are n observations with mean </a:t>
                </a:r>
                <a14:m>
                  <m:oMath xmlns:m="http://schemas.openxmlformats.org/officeDocument/2006/math">
                    <m:acc>
                      <m:accPr>
                        <m:chr m:val="̅"/>
                        <m:ctrlPr>
                          <a:rPr lang="en-IN" sz="2000" b="0" i="1" smtClean="0">
                            <a:latin typeface="Cambria Math" panose="02040503050406030204" pitchFamily="18" charset="0"/>
                          </a:rPr>
                        </m:ctrlPr>
                      </m:accPr>
                      <m:e>
                        <m:r>
                          <a:rPr lang="en-IN" sz="2000" b="0" i="1" smtClean="0">
                            <a:latin typeface="Cambria Math" panose="02040503050406030204" pitchFamily="18" charset="0"/>
                          </a:rPr>
                          <m:t>𝑥</m:t>
                        </m:r>
                      </m:e>
                    </m:acc>
                    <m:r>
                      <a:rPr lang="en-IN" sz="2000" b="0" i="1" dirty="0" smtClean="0">
                        <a:latin typeface="Cambria Math" panose="02040503050406030204" pitchFamily="18" charset="0"/>
                      </a:rPr>
                      <m:t>.</m:t>
                    </m:r>
                  </m:oMath>
                </a14:m>
                <a:endParaRPr lang="en-IN" sz="2000" dirty="0">
                  <a:latin typeface="Times New Roman" panose="02020603050405020304" pitchFamily="18" charset="0"/>
                  <a:cs typeface="Times New Roman" panose="02020603050405020304" pitchFamily="18" charset="0"/>
                </a:endParaRPr>
              </a:p>
              <a:p>
                <a:pPr algn="just">
                  <a:lnSpc>
                    <a:spcPct val="150000"/>
                  </a:lnSpc>
                </a:pPr>
                <a:r>
                  <a:rPr lang="en-IN" sz="2000" dirty="0">
                    <a:latin typeface="Times New Roman" panose="02020603050405020304" pitchFamily="18" charset="0"/>
                    <a:cs typeface="Times New Roman" panose="02020603050405020304" pitchFamily="18" charset="0"/>
                  </a:rPr>
                  <a:t>Then the </a:t>
                </a:r>
                <a14:m>
                  <m:oMath xmlns:m="http://schemas.openxmlformats.org/officeDocument/2006/math">
                    <m:sSub>
                      <m:sSubPr>
                        <m:ctrlPr>
                          <a:rPr lang="en-IN" sz="2000" b="0" i="1" dirty="0" smtClean="0">
                            <a:latin typeface="Cambria Math" panose="02040503050406030204" pitchFamily="18" charset="0"/>
                            <a:cs typeface="Times New Roman" panose="02020603050405020304" pitchFamily="18" charset="0"/>
                          </a:rPr>
                        </m:ctrlPr>
                      </m:sSubPr>
                      <m:e>
                        <m:r>
                          <a:rPr lang="en-IN" sz="2000" i="1" dirty="0" smtClean="0">
                            <a:latin typeface="Cambria Math" panose="02040503050406030204" pitchFamily="18" charset="0"/>
                            <a:cs typeface="Times New Roman" panose="02020603050405020304" pitchFamily="18" charset="0"/>
                          </a:rPr>
                          <m:t>𝑟</m:t>
                        </m:r>
                      </m:e>
                      <m:sub>
                        <m:r>
                          <a:rPr lang="en-IN" sz="2000" i="1" dirty="0" smtClean="0">
                            <a:latin typeface="Cambria Math" panose="02040503050406030204" pitchFamily="18" charset="0"/>
                            <a:cs typeface="Times New Roman" panose="02020603050405020304" pitchFamily="18" charset="0"/>
                          </a:rPr>
                          <m:t>𝑡</m:t>
                        </m:r>
                        <m:r>
                          <a:rPr lang="en-IN" sz="2000" b="0" i="1" dirty="0" smtClean="0">
                            <a:latin typeface="Cambria Math" panose="02040503050406030204" pitchFamily="18" charset="0"/>
                            <a:cs typeface="Times New Roman" panose="02020603050405020304" pitchFamily="18" charset="0"/>
                          </a:rPr>
                          <m:t>h</m:t>
                        </m:r>
                      </m:sub>
                    </m:sSub>
                  </m:oMath>
                </a14:m>
                <a:r>
                  <a:rPr lang="en-IN" sz="2000" dirty="0">
                    <a:latin typeface="Times New Roman" panose="02020603050405020304" pitchFamily="18" charset="0"/>
                    <a:cs typeface="Times New Roman" panose="02020603050405020304" pitchFamily="18" charset="0"/>
                  </a:rPr>
                  <a:t> moment about the actual mean of a variable both for grouped and ungrouped data is given by:</a:t>
                </a:r>
              </a:p>
              <a:p>
                <a:pPr algn="just">
                  <a:lnSpc>
                    <a:spcPct val="150000"/>
                  </a:lnSpc>
                </a:pPr>
                <a:r>
                  <a:rPr lang="en-IN" sz="2000" b="1" dirty="0">
                    <a:latin typeface="Times New Roman" panose="02020603050405020304" pitchFamily="18" charset="0"/>
                    <a:cs typeface="Times New Roman" panose="02020603050405020304" pitchFamily="18" charset="0"/>
                  </a:rPr>
                  <a:t>For ungrouped data:           </a:t>
                </a:r>
                <a14:m>
                  <m:oMath xmlns:m="http://schemas.openxmlformats.org/officeDocument/2006/math">
                    <m:sSub>
                      <m:sSubPr>
                        <m:ctrlPr>
                          <a:rPr lang="en-IN" sz="2000" b="0" i="1" smtClean="0">
                            <a:latin typeface="Cambria Math" panose="02040503050406030204" pitchFamily="18" charset="0"/>
                            <a:cs typeface="Times New Roman" panose="02020603050405020304" pitchFamily="18" charset="0"/>
                          </a:rPr>
                        </m:ctrlPr>
                      </m:sSubPr>
                      <m:e>
                        <m:r>
                          <a:rPr lang="en-IN" sz="2000" b="0" i="1" smtClean="0">
                            <a:latin typeface="Cambria Math" panose="02040503050406030204" pitchFamily="18" charset="0"/>
                            <a:cs typeface="Times New Roman" panose="02020603050405020304" pitchFamily="18" charset="0"/>
                          </a:rPr>
                          <m:t>𝜇</m:t>
                        </m:r>
                      </m:e>
                      <m:sub>
                        <m:r>
                          <a:rPr lang="en-IN" sz="2000" b="0" i="1" smtClean="0">
                            <a:latin typeface="Cambria Math" panose="02040503050406030204" pitchFamily="18" charset="0"/>
                            <a:cs typeface="Times New Roman" panose="02020603050405020304" pitchFamily="18" charset="0"/>
                          </a:rPr>
                          <m:t>𝑟</m:t>
                        </m:r>
                      </m:sub>
                    </m:sSub>
                    <m:r>
                      <a:rPr lang="en-IN" sz="2000" b="0" i="1" smtClean="0">
                        <a:latin typeface="Cambria Math" panose="02040503050406030204" pitchFamily="18" charset="0"/>
                        <a:cs typeface="Times New Roman" panose="02020603050405020304" pitchFamily="18" charset="0"/>
                      </a:rPr>
                      <m:t>=</m:t>
                    </m:r>
                    <m:f>
                      <m:fPr>
                        <m:ctrlPr>
                          <a:rPr lang="en-IN" sz="2000" b="0" i="1" smtClean="0">
                            <a:latin typeface="Cambria Math" panose="02040503050406030204" pitchFamily="18" charset="0"/>
                            <a:cs typeface="Times New Roman" panose="02020603050405020304" pitchFamily="18" charset="0"/>
                          </a:rPr>
                        </m:ctrlPr>
                      </m:fPr>
                      <m:num>
                        <m:r>
                          <a:rPr lang="en-IN" sz="2000" b="0" i="1" smtClean="0">
                            <a:latin typeface="Cambria Math" panose="02040503050406030204" pitchFamily="18" charset="0"/>
                            <a:cs typeface="Times New Roman" panose="02020603050405020304" pitchFamily="18" charset="0"/>
                          </a:rPr>
                          <m:t>1</m:t>
                        </m:r>
                      </m:num>
                      <m:den>
                        <m:r>
                          <a:rPr lang="en-IN" sz="2000" b="0" i="1" smtClean="0">
                            <a:latin typeface="Cambria Math" panose="02040503050406030204" pitchFamily="18" charset="0"/>
                            <a:cs typeface="Times New Roman" panose="02020603050405020304" pitchFamily="18" charset="0"/>
                          </a:rPr>
                          <m:t>𝑛</m:t>
                        </m:r>
                      </m:den>
                    </m:f>
                    <m:r>
                      <a:rPr lang="en-IN" sz="2000" b="0" i="1" smtClean="0">
                        <a:latin typeface="Cambria Math" panose="02040503050406030204" pitchFamily="18" charset="0"/>
                        <a:cs typeface="Times New Roman" panose="02020603050405020304" pitchFamily="18" charset="0"/>
                      </a:rPr>
                      <m:t>∑</m:t>
                    </m:r>
                    <m:sSup>
                      <m:sSupPr>
                        <m:ctrlPr>
                          <a:rPr lang="en-IN" sz="2000" b="0" i="1" smtClean="0">
                            <a:latin typeface="Cambria Math" panose="02040503050406030204" pitchFamily="18" charset="0"/>
                            <a:cs typeface="Times New Roman" panose="02020603050405020304" pitchFamily="18" charset="0"/>
                          </a:rPr>
                        </m:ctrlPr>
                      </m:sSupPr>
                      <m:e>
                        <m:d>
                          <m:dPr>
                            <m:ctrlPr>
                              <a:rPr lang="en-IN" sz="2000" b="0" i="1" smtClean="0">
                                <a:latin typeface="Cambria Math" panose="02040503050406030204" pitchFamily="18" charset="0"/>
                                <a:cs typeface="Times New Roman" panose="02020603050405020304" pitchFamily="18" charset="0"/>
                              </a:rPr>
                            </m:ctrlPr>
                          </m:dPr>
                          <m:e>
                            <m:r>
                              <a:rPr lang="en-IN" sz="2000" b="0" i="1" smtClean="0">
                                <a:latin typeface="Cambria Math" panose="02040503050406030204" pitchFamily="18" charset="0"/>
                                <a:cs typeface="Times New Roman" panose="02020603050405020304" pitchFamily="18" charset="0"/>
                              </a:rPr>
                              <m:t>𝑥</m:t>
                            </m:r>
                            <m:r>
                              <a:rPr lang="en-IN" sz="2000" b="0" i="1" smtClean="0">
                                <a:latin typeface="Cambria Math" panose="02040503050406030204" pitchFamily="18" charset="0"/>
                                <a:cs typeface="Times New Roman" panose="02020603050405020304" pitchFamily="18" charset="0"/>
                              </a:rPr>
                              <m:t>−</m:t>
                            </m:r>
                            <m:acc>
                              <m:accPr>
                                <m:chr m:val="̅"/>
                                <m:ctrlPr>
                                  <a:rPr lang="en-IN" sz="2000" b="0" i="1" smtClean="0">
                                    <a:latin typeface="Cambria Math" panose="02040503050406030204" pitchFamily="18" charset="0"/>
                                    <a:cs typeface="Times New Roman" panose="02020603050405020304" pitchFamily="18" charset="0"/>
                                  </a:rPr>
                                </m:ctrlPr>
                              </m:accPr>
                              <m:e>
                                <m:r>
                                  <a:rPr lang="en-IN" sz="2000" b="0" i="1" smtClean="0">
                                    <a:latin typeface="Cambria Math" panose="02040503050406030204" pitchFamily="18" charset="0"/>
                                    <a:cs typeface="Times New Roman" panose="02020603050405020304" pitchFamily="18" charset="0"/>
                                  </a:rPr>
                                  <m:t>𝑥</m:t>
                                </m:r>
                              </m:e>
                            </m:acc>
                          </m:e>
                        </m:d>
                      </m:e>
                      <m:sup>
                        <m:r>
                          <a:rPr lang="en-IN" sz="2000" b="0" i="1" smtClean="0">
                            <a:latin typeface="Cambria Math" panose="02040503050406030204" pitchFamily="18" charset="0"/>
                            <a:cs typeface="Times New Roman" panose="02020603050405020304" pitchFamily="18" charset="0"/>
                          </a:rPr>
                          <m:t>𝑟</m:t>
                        </m:r>
                      </m:sup>
                    </m:sSup>
                  </m:oMath>
                </a14:m>
                <a:r>
                  <a:rPr lang="en-IN" sz="2000" dirty="0">
                    <a:latin typeface="Times New Roman" panose="02020603050405020304" pitchFamily="18" charset="0"/>
                    <a:cs typeface="Times New Roman" panose="02020603050405020304" pitchFamily="18" charset="0"/>
                  </a:rPr>
                  <a:t>,                  r = 1, 2, 3, 4, …</a:t>
                </a:r>
              </a:p>
              <a:p>
                <a:pPr algn="just">
                  <a:lnSpc>
                    <a:spcPct val="150000"/>
                  </a:lnSpc>
                </a:pPr>
                <a:r>
                  <a:rPr lang="en-IN" sz="2000" dirty="0">
                    <a:latin typeface="Times New Roman" panose="02020603050405020304" pitchFamily="18" charset="0"/>
                    <a:cs typeface="Times New Roman" panose="02020603050405020304" pitchFamily="18" charset="0"/>
                  </a:rPr>
                  <a:t>Where r = 1, </a:t>
                </a:r>
                <a14:m>
                  <m:oMath xmlns:m="http://schemas.openxmlformats.org/officeDocument/2006/math">
                    <m:sSub>
                      <m:sSubPr>
                        <m:ctrlPr>
                          <a:rPr lang="en-IN" sz="2000" b="0" i="1" smtClean="0">
                            <a:latin typeface="Cambria Math" panose="02040503050406030204" pitchFamily="18" charset="0"/>
                            <a:cs typeface="Times New Roman" panose="02020603050405020304" pitchFamily="18" charset="0"/>
                          </a:rPr>
                        </m:ctrlPr>
                      </m:sSubPr>
                      <m:e>
                        <m:r>
                          <a:rPr lang="en-IN" sz="2000" b="0" i="1" smtClean="0">
                            <a:latin typeface="Cambria Math" panose="02040503050406030204" pitchFamily="18" charset="0"/>
                            <a:cs typeface="Times New Roman" panose="02020603050405020304" pitchFamily="18" charset="0"/>
                          </a:rPr>
                          <m:t>𝜇</m:t>
                        </m:r>
                      </m:e>
                      <m:sub>
                        <m:r>
                          <a:rPr lang="en-IN" sz="2000" b="0" i="1" smtClean="0">
                            <a:latin typeface="Cambria Math" panose="02040503050406030204" pitchFamily="18" charset="0"/>
                            <a:cs typeface="Times New Roman" panose="02020603050405020304" pitchFamily="18" charset="0"/>
                          </a:rPr>
                          <m:t>1</m:t>
                        </m:r>
                      </m:sub>
                    </m:sSub>
                    <m:r>
                      <a:rPr lang="en-IN" sz="2000" b="0" i="1" smtClean="0">
                        <a:latin typeface="Cambria Math" panose="02040503050406030204" pitchFamily="18" charset="0"/>
                        <a:cs typeface="Times New Roman" panose="02020603050405020304" pitchFamily="18" charset="0"/>
                      </a:rPr>
                      <m:t>=</m:t>
                    </m:r>
                    <m:f>
                      <m:fPr>
                        <m:ctrlPr>
                          <a:rPr lang="en-IN" sz="2000" b="0" i="1" smtClean="0">
                            <a:latin typeface="Cambria Math" panose="02040503050406030204" pitchFamily="18" charset="0"/>
                            <a:cs typeface="Times New Roman" panose="02020603050405020304" pitchFamily="18" charset="0"/>
                          </a:rPr>
                        </m:ctrlPr>
                      </m:fPr>
                      <m:num>
                        <m:r>
                          <a:rPr lang="en-IN" sz="2000" b="0" i="1" smtClean="0">
                            <a:latin typeface="Cambria Math" panose="02040503050406030204" pitchFamily="18" charset="0"/>
                            <a:cs typeface="Times New Roman" panose="02020603050405020304" pitchFamily="18" charset="0"/>
                          </a:rPr>
                          <m:t>1</m:t>
                        </m:r>
                      </m:num>
                      <m:den>
                        <m:r>
                          <a:rPr lang="en-IN" sz="2000" b="0" i="1" smtClean="0">
                            <a:latin typeface="Cambria Math" panose="02040503050406030204" pitchFamily="18" charset="0"/>
                            <a:cs typeface="Times New Roman" panose="02020603050405020304" pitchFamily="18" charset="0"/>
                          </a:rPr>
                          <m:t>𝑛</m:t>
                        </m:r>
                      </m:den>
                    </m:f>
                    <m:r>
                      <a:rPr lang="en-IN" sz="2000" b="0" i="1" smtClean="0">
                        <a:latin typeface="Cambria Math" panose="02040503050406030204" pitchFamily="18" charset="0"/>
                        <a:cs typeface="Times New Roman" panose="02020603050405020304" pitchFamily="18" charset="0"/>
                      </a:rPr>
                      <m:t>∑</m:t>
                    </m:r>
                    <m:r>
                      <a:rPr lang="en-IN" sz="2000" b="0" i="1" smtClean="0">
                        <a:latin typeface="Cambria Math" panose="02040503050406030204" pitchFamily="18" charset="0"/>
                        <a:cs typeface="Times New Roman" panose="02020603050405020304" pitchFamily="18" charset="0"/>
                      </a:rPr>
                      <m:t>𝑥</m:t>
                    </m:r>
                    <m:r>
                      <a:rPr lang="en-IN" sz="2000" b="0" i="1" smtClean="0">
                        <a:latin typeface="Cambria Math" panose="02040503050406030204" pitchFamily="18" charset="0"/>
                        <a:cs typeface="Times New Roman" panose="02020603050405020304" pitchFamily="18" charset="0"/>
                      </a:rPr>
                      <m:t>              ;</m:t>
                    </m:r>
                    <m:r>
                      <a:rPr lang="en-IN" sz="2000" b="0" i="1" smtClean="0">
                        <a:latin typeface="Cambria Math" panose="02040503050406030204" pitchFamily="18" charset="0"/>
                        <a:cs typeface="Times New Roman" panose="02020603050405020304" pitchFamily="18" charset="0"/>
                      </a:rPr>
                      <m:t>𝐴</m:t>
                    </m:r>
                    <m:r>
                      <a:rPr lang="en-IN" sz="2000" b="0" i="1" smtClean="0">
                        <a:latin typeface="Cambria Math" panose="02040503050406030204" pitchFamily="18" charset="0"/>
                        <a:cs typeface="Times New Roman" panose="02020603050405020304" pitchFamily="18" charset="0"/>
                      </a:rPr>
                      <m:t>.</m:t>
                    </m:r>
                    <m:r>
                      <a:rPr lang="en-IN" sz="2000" b="0" i="1" smtClean="0">
                        <a:latin typeface="Cambria Math" panose="02040503050406030204" pitchFamily="18" charset="0"/>
                        <a:cs typeface="Times New Roman" panose="02020603050405020304" pitchFamily="18" charset="0"/>
                      </a:rPr>
                      <m:t>𝑀</m:t>
                    </m:r>
                    <m:r>
                      <a:rPr lang="en-IN" sz="2000" b="0" i="1" smtClean="0">
                        <a:latin typeface="Cambria Math" panose="02040503050406030204" pitchFamily="18" charset="0"/>
                        <a:cs typeface="Times New Roman" panose="02020603050405020304" pitchFamily="18" charset="0"/>
                      </a:rPr>
                      <m:t>.</m:t>
                    </m:r>
                  </m:oMath>
                </a14:m>
                <a:endParaRPr lang="en-IN" sz="2000" b="0" dirty="0">
                  <a:latin typeface="Times New Roman" panose="02020603050405020304" pitchFamily="18" charset="0"/>
                  <a:cs typeface="Times New Roman" panose="02020603050405020304" pitchFamily="18" charset="0"/>
                </a:endParaRPr>
              </a:p>
              <a:p>
                <a:pPr algn="just">
                  <a:lnSpc>
                    <a:spcPct val="150000"/>
                  </a:lnSpc>
                </a:pPr>
                <a:r>
                  <a:rPr lang="en-IN" sz="2000" dirty="0">
                    <a:latin typeface="Times New Roman" panose="02020603050405020304" pitchFamily="18" charset="0"/>
                    <a:cs typeface="Times New Roman" panose="02020603050405020304" pitchFamily="18" charset="0"/>
                  </a:rPr>
                  <a:t>r = 2, </a:t>
                </a:r>
                <a14:m>
                  <m:oMath xmlns:m="http://schemas.openxmlformats.org/officeDocument/2006/math">
                    <m:sSub>
                      <m:sSubPr>
                        <m:ctrlPr>
                          <a:rPr lang="en-IN" sz="2000" b="0" i="1" smtClean="0">
                            <a:latin typeface="Cambria Math" panose="02040503050406030204" pitchFamily="18" charset="0"/>
                            <a:cs typeface="Times New Roman" panose="02020603050405020304" pitchFamily="18" charset="0"/>
                          </a:rPr>
                        </m:ctrlPr>
                      </m:sSubPr>
                      <m:e>
                        <m:r>
                          <a:rPr lang="en-IN" sz="2000" b="0" i="1" smtClean="0">
                            <a:latin typeface="Cambria Math" panose="02040503050406030204" pitchFamily="18" charset="0"/>
                            <a:cs typeface="Times New Roman" panose="02020603050405020304" pitchFamily="18" charset="0"/>
                          </a:rPr>
                          <m:t>𝜇</m:t>
                        </m:r>
                      </m:e>
                      <m:sub>
                        <m:r>
                          <a:rPr lang="en-IN" sz="2000" b="0" i="1" smtClean="0">
                            <a:latin typeface="Cambria Math" panose="02040503050406030204" pitchFamily="18" charset="0"/>
                            <a:cs typeface="Times New Roman" panose="02020603050405020304" pitchFamily="18" charset="0"/>
                          </a:rPr>
                          <m:t>2</m:t>
                        </m:r>
                      </m:sub>
                    </m:sSub>
                    <m:r>
                      <a:rPr lang="en-IN" sz="2000" b="0" i="1" smtClean="0">
                        <a:latin typeface="Cambria Math" panose="02040503050406030204" pitchFamily="18" charset="0"/>
                        <a:cs typeface="Times New Roman" panose="02020603050405020304" pitchFamily="18" charset="0"/>
                      </a:rPr>
                      <m:t>=</m:t>
                    </m:r>
                    <m:f>
                      <m:fPr>
                        <m:ctrlPr>
                          <a:rPr lang="en-IN" sz="2000" b="0" i="1" smtClean="0">
                            <a:latin typeface="Cambria Math" panose="02040503050406030204" pitchFamily="18" charset="0"/>
                            <a:cs typeface="Times New Roman" panose="02020603050405020304" pitchFamily="18" charset="0"/>
                          </a:rPr>
                        </m:ctrlPr>
                      </m:fPr>
                      <m:num>
                        <m:r>
                          <a:rPr lang="en-IN" sz="2000" b="0" i="1" smtClean="0">
                            <a:latin typeface="Cambria Math" panose="02040503050406030204" pitchFamily="18" charset="0"/>
                            <a:cs typeface="Times New Roman" panose="02020603050405020304" pitchFamily="18" charset="0"/>
                          </a:rPr>
                          <m:t>1</m:t>
                        </m:r>
                      </m:num>
                      <m:den>
                        <m:r>
                          <a:rPr lang="en-IN" sz="2000" b="0" i="1" smtClean="0">
                            <a:latin typeface="Cambria Math" panose="02040503050406030204" pitchFamily="18" charset="0"/>
                            <a:cs typeface="Times New Roman" panose="02020603050405020304" pitchFamily="18" charset="0"/>
                          </a:rPr>
                          <m:t>𝑛</m:t>
                        </m:r>
                      </m:den>
                    </m:f>
                    <m:r>
                      <a:rPr lang="en-IN" sz="2000" b="0" i="1" smtClean="0">
                        <a:latin typeface="Cambria Math" panose="02040503050406030204" pitchFamily="18" charset="0"/>
                        <a:cs typeface="Times New Roman" panose="02020603050405020304" pitchFamily="18" charset="0"/>
                      </a:rPr>
                      <m:t>∑</m:t>
                    </m:r>
                    <m:sSup>
                      <m:sSupPr>
                        <m:ctrlPr>
                          <a:rPr lang="en-IN" sz="2000" b="0" i="1" smtClean="0">
                            <a:latin typeface="Cambria Math" panose="02040503050406030204" pitchFamily="18" charset="0"/>
                            <a:cs typeface="Times New Roman" panose="02020603050405020304" pitchFamily="18" charset="0"/>
                          </a:rPr>
                        </m:ctrlPr>
                      </m:sSupPr>
                      <m:e>
                        <m:d>
                          <m:dPr>
                            <m:ctrlPr>
                              <a:rPr lang="en-IN" sz="2000" b="0" i="1" smtClean="0">
                                <a:latin typeface="Cambria Math" panose="02040503050406030204" pitchFamily="18" charset="0"/>
                                <a:cs typeface="Times New Roman" panose="02020603050405020304" pitchFamily="18" charset="0"/>
                              </a:rPr>
                            </m:ctrlPr>
                          </m:dPr>
                          <m:e>
                            <m:r>
                              <a:rPr lang="en-IN" sz="2000" b="0" i="1" smtClean="0">
                                <a:latin typeface="Cambria Math" panose="02040503050406030204" pitchFamily="18" charset="0"/>
                                <a:cs typeface="Times New Roman" panose="02020603050405020304" pitchFamily="18" charset="0"/>
                              </a:rPr>
                              <m:t>𝑥</m:t>
                            </m:r>
                            <m:r>
                              <a:rPr lang="en-IN" sz="2000" b="0" i="1" smtClean="0">
                                <a:latin typeface="Cambria Math" panose="02040503050406030204" pitchFamily="18" charset="0"/>
                                <a:cs typeface="Times New Roman" panose="02020603050405020304" pitchFamily="18" charset="0"/>
                              </a:rPr>
                              <m:t>−</m:t>
                            </m:r>
                            <m:acc>
                              <m:accPr>
                                <m:chr m:val="̅"/>
                                <m:ctrlPr>
                                  <a:rPr lang="en-IN" sz="2000" b="0" i="1" smtClean="0">
                                    <a:latin typeface="Cambria Math" panose="02040503050406030204" pitchFamily="18" charset="0"/>
                                    <a:cs typeface="Times New Roman" panose="02020603050405020304" pitchFamily="18" charset="0"/>
                                  </a:rPr>
                                </m:ctrlPr>
                              </m:accPr>
                              <m:e>
                                <m:r>
                                  <a:rPr lang="en-IN" sz="2000" b="0" i="1" smtClean="0">
                                    <a:latin typeface="Cambria Math" panose="02040503050406030204" pitchFamily="18" charset="0"/>
                                    <a:cs typeface="Times New Roman" panose="02020603050405020304" pitchFamily="18" charset="0"/>
                                  </a:rPr>
                                  <m:t>𝑥</m:t>
                                </m:r>
                              </m:e>
                            </m:acc>
                          </m:e>
                        </m:d>
                      </m:e>
                      <m:sup>
                        <m:r>
                          <a:rPr lang="en-IN" sz="2000" b="0" i="1" smtClean="0">
                            <a:latin typeface="Cambria Math" panose="02040503050406030204" pitchFamily="18" charset="0"/>
                            <a:cs typeface="Times New Roman" panose="02020603050405020304" pitchFamily="18" charset="0"/>
                          </a:rPr>
                          <m:t>2</m:t>
                        </m:r>
                      </m:sup>
                    </m:sSup>
                    <m:r>
                      <a:rPr lang="en-IN" sz="2000" b="0" i="1" smtClean="0">
                        <a:latin typeface="Cambria Math" panose="02040503050406030204" pitchFamily="18" charset="0"/>
                        <a:cs typeface="Times New Roman" panose="02020603050405020304" pitchFamily="18" charset="0"/>
                      </a:rPr>
                      <m:t>              ;</m:t>
                    </m:r>
                    <m:sSup>
                      <m:sSupPr>
                        <m:ctrlPr>
                          <a:rPr lang="en-IN" sz="2000" b="0" i="1" smtClean="0">
                            <a:latin typeface="Cambria Math" panose="02040503050406030204" pitchFamily="18" charset="0"/>
                            <a:cs typeface="Times New Roman" panose="02020603050405020304" pitchFamily="18" charset="0"/>
                          </a:rPr>
                        </m:ctrlPr>
                      </m:sSupPr>
                      <m:e>
                        <m:r>
                          <a:rPr lang="en-IN" sz="2000" b="0" i="1" smtClean="0">
                            <a:latin typeface="Cambria Math" panose="02040503050406030204" pitchFamily="18" charset="0"/>
                            <a:cs typeface="Times New Roman" panose="02020603050405020304" pitchFamily="18" charset="0"/>
                          </a:rPr>
                          <m:t>𝜎</m:t>
                        </m:r>
                      </m:e>
                      <m:sup>
                        <m:r>
                          <a:rPr lang="en-IN" sz="2000" b="0" i="1" smtClean="0">
                            <a:latin typeface="Cambria Math" panose="02040503050406030204" pitchFamily="18" charset="0"/>
                            <a:cs typeface="Times New Roman" panose="02020603050405020304" pitchFamily="18" charset="0"/>
                          </a:rPr>
                          <m:t>2</m:t>
                        </m:r>
                      </m:sup>
                    </m:sSup>
                    <m:r>
                      <a:rPr lang="en-IN" sz="2000" b="0" i="1" smtClean="0">
                        <a:latin typeface="Cambria Math" panose="02040503050406030204" pitchFamily="18" charset="0"/>
                        <a:cs typeface="Times New Roman" panose="02020603050405020304" pitchFamily="18" charset="0"/>
                      </a:rPr>
                      <m:t>  </m:t>
                    </m:r>
                  </m:oMath>
                </a14:m>
                <a:r>
                  <a:rPr lang="en-IN" sz="2000" b="0" dirty="0">
                    <a:latin typeface="Times New Roman" panose="02020603050405020304" pitchFamily="18" charset="0"/>
                    <a:cs typeface="Times New Roman" panose="02020603050405020304" pitchFamily="18" charset="0"/>
                  </a:rPr>
                  <a:t>(Variance)</a:t>
                </a:r>
              </a:p>
              <a:p>
                <a:pPr algn="just">
                  <a:lnSpc>
                    <a:spcPct val="150000"/>
                  </a:lnSpc>
                </a:pPr>
                <a:r>
                  <a:rPr lang="en-IN" sz="2000" dirty="0">
                    <a:latin typeface="Times New Roman" panose="02020603050405020304" pitchFamily="18" charset="0"/>
                    <a:cs typeface="Times New Roman" panose="02020603050405020304" pitchFamily="18" charset="0"/>
                  </a:rPr>
                  <a:t>r = 3, </a:t>
                </a:r>
                <a14:m>
                  <m:oMath xmlns:m="http://schemas.openxmlformats.org/officeDocument/2006/math">
                    <m:sSub>
                      <m:sSubPr>
                        <m:ctrlPr>
                          <a:rPr lang="en-IN" sz="2000" b="0" i="1" smtClean="0">
                            <a:latin typeface="Cambria Math" panose="02040503050406030204" pitchFamily="18" charset="0"/>
                            <a:cs typeface="Times New Roman" panose="02020603050405020304" pitchFamily="18" charset="0"/>
                          </a:rPr>
                        </m:ctrlPr>
                      </m:sSubPr>
                      <m:e>
                        <m:r>
                          <a:rPr lang="en-IN" sz="2000" b="0" i="1" smtClean="0">
                            <a:latin typeface="Cambria Math" panose="02040503050406030204" pitchFamily="18" charset="0"/>
                            <a:cs typeface="Times New Roman" panose="02020603050405020304" pitchFamily="18" charset="0"/>
                          </a:rPr>
                          <m:t>𝜇</m:t>
                        </m:r>
                      </m:e>
                      <m:sub>
                        <m:r>
                          <a:rPr lang="en-IN" sz="2000" b="0" i="1" smtClean="0">
                            <a:latin typeface="Cambria Math" panose="02040503050406030204" pitchFamily="18" charset="0"/>
                            <a:cs typeface="Times New Roman" panose="02020603050405020304" pitchFamily="18" charset="0"/>
                          </a:rPr>
                          <m:t>3</m:t>
                        </m:r>
                      </m:sub>
                    </m:sSub>
                    <m:r>
                      <a:rPr lang="en-IN" sz="2000" b="0" i="1" smtClean="0">
                        <a:latin typeface="Cambria Math" panose="02040503050406030204" pitchFamily="18" charset="0"/>
                        <a:cs typeface="Times New Roman" panose="02020603050405020304" pitchFamily="18" charset="0"/>
                      </a:rPr>
                      <m:t>=</m:t>
                    </m:r>
                    <m:f>
                      <m:fPr>
                        <m:ctrlPr>
                          <a:rPr lang="en-IN" sz="2000" b="0" i="1" smtClean="0">
                            <a:latin typeface="Cambria Math" panose="02040503050406030204" pitchFamily="18" charset="0"/>
                            <a:cs typeface="Times New Roman" panose="02020603050405020304" pitchFamily="18" charset="0"/>
                          </a:rPr>
                        </m:ctrlPr>
                      </m:fPr>
                      <m:num>
                        <m:r>
                          <a:rPr lang="en-IN" sz="2000" b="0" i="1" smtClean="0">
                            <a:latin typeface="Cambria Math" panose="02040503050406030204" pitchFamily="18" charset="0"/>
                            <a:cs typeface="Times New Roman" panose="02020603050405020304" pitchFamily="18" charset="0"/>
                          </a:rPr>
                          <m:t>1</m:t>
                        </m:r>
                      </m:num>
                      <m:den>
                        <m:r>
                          <a:rPr lang="en-IN" sz="2000" b="0" i="1" smtClean="0">
                            <a:latin typeface="Cambria Math" panose="02040503050406030204" pitchFamily="18" charset="0"/>
                            <a:cs typeface="Times New Roman" panose="02020603050405020304" pitchFamily="18" charset="0"/>
                          </a:rPr>
                          <m:t>𝑛</m:t>
                        </m:r>
                      </m:den>
                    </m:f>
                    <m:r>
                      <a:rPr lang="en-IN" sz="2000" b="0" i="1" smtClean="0">
                        <a:latin typeface="Cambria Math" panose="02040503050406030204" pitchFamily="18" charset="0"/>
                        <a:cs typeface="Times New Roman" panose="02020603050405020304" pitchFamily="18" charset="0"/>
                      </a:rPr>
                      <m:t>∑</m:t>
                    </m:r>
                    <m:sSup>
                      <m:sSupPr>
                        <m:ctrlPr>
                          <a:rPr lang="en-IN" sz="2000" b="0" i="1" smtClean="0">
                            <a:latin typeface="Cambria Math" panose="02040503050406030204" pitchFamily="18" charset="0"/>
                            <a:cs typeface="Times New Roman" panose="02020603050405020304" pitchFamily="18" charset="0"/>
                          </a:rPr>
                        </m:ctrlPr>
                      </m:sSupPr>
                      <m:e>
                        <m:d>
                          <m:dPr>
                            <m:ctrlPr>
                              <a:rPr lang="en-IN" sz="2000" b="0" i="1" smtClean="0">
                                <a:latin typeface="Cambria Math" panose="02040503050406030204" pitchFamily="18" charset="0"/>
                                <a:cs typeface="Times New Roman" panose="02020603050405020304" pitchFamily="18" charset="0"/>
                              </a:rPr>
                            </m:ctrlPr>
                          </m:dPr>
                          <m:e>
                            <m:r>
                              <a:rPr lang="en-IN" sz="2000" b="0" i="1" smtClean="0">
                                <a:latin typeface="Cambria Math" panose="02040503050406030204" pitchFamily="18" charset="0"/>
                                <a:cs typeface="Times New Roman" panose="02020603050405020304" pitchFamily="18" charset="0"/>
                              </a:rPr>
                              <m:t>𝑥</m:t>
                            </m:r>
                            <m:r>
                              <a:rPr lang="en-IN" sz="2000" b="0" i="1" smtClean="0">
                                <a:latin typeface="Cambria Math" panose="02040503050406030204" pitchFamily="18" charset="0"/>
                                <a:cs typeface="Times New Roman" panose="02020603050405020304" pitchFamily="18" charset="0"/>
                              </a:rPr>
                              <m:t>−</m:t>
                            </m:r>
                            <m:acc>
                              <m:accPr>
                                <m:chr m:val="̅"/>
                                <m:ctrlPr>
                                  <a:rPr lang="en-IN" sz="2000" b="0" i="1" smtClean="0">
                                    <a:latin typeface="Cambria Math" panose="02040503050406030204" pitchFamily="18" charset="0"/>
                                    <a:cs typeface="Times New Roman" panose="02020603050405020304" pitchFamily="18" charset="0"/>
                                  </a:rPr>
                                </m:ctrlPr>
                              </m:accPr>
                              <m:e>
                                <m:r>
                                  <a:rPr lang="en-IN" sz="2000" b="0" i="1" smtClean="0">
                                    <a:latin typeface="Cambria Math" panose="02040503050406030204" pitchFamily="18" charset="0"/>
                                    <a:cs typeface="Times New Roman" panose="02020603050405020304" pitchFamily="18" charset="0"/>
                                  </a:rPr>
                                  <m:t>𝑥</m:t>
                                </m:r>
                              </m:e>
                            </m:acc>
                          </m:e>
                        </m:d>
                      </m:e>
                      <m:sup>
                        <m:r>
                          <a:rPr lang="en-IN" sz="2000" b="0" i="1" smtClean="0">
                            <a:latin typeface="Cambria Math" panose="02040503050406030204" pitchFamily="18" charset="0"/>
                            <a:cs typeface="Times New Roman" panose="02020603050405020304" pitchFamily="18" charset="0"/>
                          </a:rPr>
                          <m:t>3</m:t>
                        </m:r>
                      </m:sup>
                    </m:sSup>
                    <m:r>
                      <a:rPr lang="en-IN" sz="2000" b="0" i="1" smtClean="0">
                        <a:latin typeface="Cambria Math" panose="02040503050406030204" pitchFamily="18" charset="0"/>
                        <a:cs typeface="Times New Roman" panose="02020603050405020304" pitchFamily="18" charset="0"/>
                      </a:rPr>
                      <m:t>              ;</m:t>
                    </m:r>
                    <m:r>
                      <a:rPr lang="en-IN" sz="2000" b="0" i="1" smtClean="0">
                        <a:latin typeface="Cambria Math" panose="02040503050406030204" pitchFamily="18" charset="0"/>
                        <a:cs typeface="Times New Roman" panose="02020603050405020304" pitchFamily="18" charset="0"/>
                      </a:rPr>
                      <m:t>𝑖𝑛𝑑𝑖𝑐𝑎𝑡𝑒𝑑</m:t>
                    </m:r>
                    <m:r>
                      <a:rPr lang="en-IN" sz="2000" b="0" i="1" smtClean="0">
                        <a:latin typeface="Cambria Math" panose="02040503050406030204" pitchFamily="18" charset="0"/>
                        <a:cs typeface="Times New Roman" panose="02020603050405020304" pitchFamily="18" charset="0"/>
                      </a:rPr>
                      <m:t> </m:t>
                    </m:r>
                    <m:r>
                      <a:rPr lang="en-IN" sz="2000" b="0" i="1" smtClean="0">
                        <a:latin typeface="Cambria Math" panose="02040503050406030204" pitchFamily="18" charset="0"/>
                        <a:cs typeface="Times New Roman" panose="02020603050405020304" pitchFamily="18" charset="0"/>
                      </a:rPr>
                      <m:t>𝑠𝑦𝑚𝑚𝑒𝑡𝑟𝑦</m:t>
                    </m:r>
                    <m:r>
                      <a:rPr lang="en-IN" sz="2000" b="0" i="1" smtClean="0">
                        <a:latin typeface="Cambria Math" panose="02040503050406030204" pitchFamily="18" charset="0"/>
                        <a:cs typeface="Times New Roman" panose="02020603050405020304" pitchFamily="18" charset="0"/>
                      </a:rPr>
                      <m:t> </m:t>
                    </m:r>
                    <m:r>
                      <a:rPr lang="en-IN" sz="2000" b="0" i="1" smtClean="0">
                        <a:latin typeface="Cambria Math" panose="02040503050406030204" pitchFamily="18" charset="0"/>
                        <a:cs typeface="Times New Roman" panose="02020603050405020304" pitchFamily="18" charset="0"/>
                      </a:rPr>
                      <m:t>𝑜𝑟</m:t>
                    </m:r>
                    <m:r>
                      <a:rPr lang="en-IN" sz="2000" b="0" i="1" smtClean="0">
                        <a:latin typeface="Cambria Math" panose="02040503050406030204" pitchFamily="18" charset="0"/>
                        <a:cs typeface="Times New Roman" panose="02020603050405020304" pitchFamily="18" charset="0"/>
                      </a:rPr>
                      <m:t> </m:t>
                    </m:r>
                    <m:r>
                      <a:rPr lang="en-IN" sz="2000" b="0" i="1" smtClean="0">
                        <a:latin typeface="Cambria Math" panose="02040503050406030204" pitchFamily="18" charset="0"/>
                        <a:cs typeface="Times New Roman" panose="02020603050405020304" pitchFamily="18" charset="0"/>
                      </a:rPr>
                      <m:t>𝑎𝑠𝑦𝑚𝑚𝑒𝑡𝑟𝑦</m:t>
                    </m:r>
                  </m:oMath>
                </a14:m>
                <a:endParaRPr lang="en-IN" sz="2000" b="0" dirty="0">
                  <a:latin typeface="Times New Roman" panose="02020603050405020304" pitchFamily="18" charset="0"/>
                  <a:cs typeface="Times New Roman" panose="02020603050405020304" pitchFamily="18" charset="0"/>
                </a:endParaRPr>
              </a:p>
              <a:p>
                <a:pPr algn="just">
                  <a:lnSpc>
                    <a:spcPct val="150000"/>
                  </a:lnSpc>
                </a:pPr>
                <a:r>
                  <a:rPr lang="en-IN" sz="2000" dirty="0">
                    <a:latin typeface="Times New Roman" panose="02020603050405020304" pitchFamily="18" charset="0"/>
                    <a:cs typeface="Times New Roman" panose="02020603050405020304" pitchFamily="18" charset="0"/>
                  </a:rPr>
                  <a:t>r = 4, </a:t>
                </a:r>
                <a14:m>
                  <m:oMath xmlns:m="http://schemas.openxmlformats.org/officeDocument/2006/math">
                    <m:sSub>
                      <m:sSubPr>
                        <m:ctrlPr>
                          <a:rPr lang="en-IN" sz="2000" b="0" i="1" smtClean="0">
                            <a:latin typeface="Cambria Math" panose="02040503050406030204" pitchFamily="18" charset="0"/>
                            <a:cs typeface="Times New Roman" panose="02020603050405020304" pitchFamily="18" charset="0"/>
                          </a:rPr>
                        </m:ctrlPr>
                      </m:sSubPr>
                      <m:e>
                        <m:r>
                          <a:rPr lang="en-IN" sz="2000" b="0" i="1" smtClean="0">
                            <a:latin typeface="Cambria Math" panose="02040503050406030204" pitchFamily="18" charset="0"/>
                            <a:cs typeface="Times New Roman" panose="02020603050405020304" pitchFamily="18" charset="0"/>
                          </a:rPr>
                          <m:t>𝜇</m:t>
                        </m:r>
                      </m:e>
                      <m:sub>
                        <m:r>
                          <a:rPr lang="en-IN" sz="2000" b="0" i="1" smtClean="0">
                            <a:latin typeface="Cambria Math" panose="02040503050406030204" pitchFamily="18" charset="0"/>
                            <a:cs typeface="Times New Roman" panose="02020603050405020304" pitchFamily="18" charset="0"/>
                          </a:rPr>
                          <m:t>4</m:t>
                        </m:r>
                      </m:sub>
                    </m:sSub>
                    <m:r>
                      <a:rPr lang="en-IN" sz="2000" b="0" i="1" smtClean="0">
                        <a:latin typeface="Cambria Math" panose="02040503050406030204" pitchFamily="18" charset="0"/>
                        <a:cs typeface="Times New Roman" panose="02020603050405020304" pitchFamily="18" charset="0"/>
                      </a:rPr>
                      <m:t>=</m:t>
                    </m:r>
                    <m:f>
                      <m:fPr>
                        <m:ctrlPr>
                          <a:rPr lang="en-IN" sz="2000" b="0" i="1" smtClean="0">
                            <a:latin typeface="Cambria Math" panose="02040503050406030204" pitchFamily="18" charset="0"/>
                            <a:cs typeface="Times New Roman" panose="02020603050405020304" pitchFamily="18" charset="0"/>
                          </a:rPr>
                        </m:ctrlPr>
                      </m:fPr>
                      <m:num>
                        <m:r>
                          <a:rPr lang="en-IN" sz="2000" b="0" i="1" smtClean="0">
                            <a:latin typeface="Cambria Math" panose="02040503050406030204" pitchFamily="18" charset="0"/>
                            <a:cs typeface="Times New Roman" panose="02020603050405020304" pitchFamily="18" charset="0"/>
                          </a:rPr>
                          <m:t>1</m:t>
                        </m:r>
                      </m:num>
                      <m:den>
                        <m:r>
                          <a:rPr lang="en-IN" sz="2000" b="0" i="1" smtClean="0">
                            <a:latin typeface="Cambria Math" panose="02040503050406030204" pitchFamily="18" charset="0"/>
                            <a:cs typeface="Times New Roman" panose="02020603050405020304" pitchFamily="18" charset="0"/>
                          </a:rPr>
                          <m:t>𝑛</m:t>
                        </m:r>
                      </m:den>
                    </m:f>
                    <m:r>
                      <a:rPr lang="en-IN" sz="2000" b="0" i="1" smtClean="0">
                        <a:latin typeface="Cambria Math" panose="02040503050406030204" pitchFamily="18" charset="0"/>
                        <a:cs typeface="Times New Roman" panose="02020603050405020304" pitchFamily="18" charset="0"/>
                      </a:rPr>
                      <m:t>∑</m:t>
                    </m:r>
                    <m:sSup>
                      <m:sSupPr>
                        <m:ctrlPr>
                          <a:rPr lang="en-IN" sz="2000" b="0" i="1" smtClean="0">
                            <a:latin typeface="Cambria Math" panose="02040503050406030204" pitchFamily="18" charset="0"/>
                            <a:cs typeface="Times New Roman" panose="02020603050405020304" pitchFamily="18" charset="0"/>
                          </a:rPr>
                        </m:ctrlPr>
                      </m:sSupPr>
                      <m:e>
                        <m:d>
                          <m:dPr>
                            <m:ctrlPr>
                              <a:rPr lang="en-IN" sz="2000" b="0" i="1" smtClean="0">
                                <a:latin typeface="Cambria Math" panose="02040503050406030204" pitchFamily="18" charset="0"/>
                                <a:cs typeface="Times New Roman" panose="02020603050405020304" pitchFamily="18" charset="0"/>
                              </a:rPr>
                            </m:ctrlPr>
                          </m:dPr>
                          <m:e>
                            <m:r>
                              <a:rPr lang="en-IN" sz="2000" b="0" i="1" smtClean="0">
                                <a:latin typeface="Cambria Math" panose="02040503050406030204" pitchFamily="18" charset="0"/>
                                <a:cs typeface="Times New Roman" panose="02020603050405020304" pitchFamily="18" charset="0"/>
                              </a:rPr>
                              <m:t>𝑥</m:t>
                            </m:r>
                            <m:r>
                              <a:rPr lang="en-IN" sz="2000" b="0" i="1" smtClean="0">
                                <a:latin typeface="Cambria Math" panose="02040503050406030204" pitchFamily="18" charset="0"/>
                                <a:cs typeface="Times New Roman" panose="02020603050405020304" pitchFamily="18" charset="0"/>
                              </a:rPr>
                              <m:t>−</m:t>
                            </m:r>
                            <m:acc>
                              <m:accPr>
                                <m:chr m:val="̅"/>
                                <m:ctrlPr>
                                  <a:rPr lang="en-IN" sz="2000" b="0" i="1" smtClean="0">
                                    <a:latin typeface="Cambria Math" panose="02040503050406030204" pitchFamily="18" charset="0"/>
                                    <a:cs typeface="Times New Roman" panose="02020603050405020304" pitchFamily="18" charset="0"/>
                                  </a:rPr>
                                </m:ctrlPr>
                              </m:accPr>
                              <m:e>
                                <m:r>
                                  <a:rPr lang="en-IN" sz="2000" b="0" i="1" smtClean="0">
                                    <a:latin typeface="Cambria Math" panose="02040503050406030204" pitchFamily="18" charset="0"/>
                                    <a:cs typeface="Times New Roman" panose="02020603050405020304" pitchFamily="18" charset="0"/>
                                  </a:rPr>
                                  <m:t>𝑥</m:t>
                                </m:r>
                              </m:e>
                            </m:acc>
                          </m:e>
                        </m:d>
                      </m:e>
                      <m:sup>
                        <m:r>
                          <a:rPr lang="en-IN" sz="2000" b="0" i="1" smtClean="0">
                            <a:latin typeface="Cambria Math" panose="02040503050406030204" pitchFamily="18" charset="0"/>
                            <a:cs typeface="Times New Roman" panose="02020603050405020304" pitchFamily="18" charset="0"/>
                          </a:rPr>
                          <m:t>4</m:t>
                        </m:r>
                      </m:sup>
                    </m:sSup>
                    <m:r>
                      <a:rPr lang="en-IN" sz="2000" b="0" i="1" smtClean="0">
                        <a:latin typeface="Cambria Math" panose="02040503050406030204" pitchFamily="18" charset="0"/>
                        <a:cs typeface="Times New Roman" panose="02020603050405020304" pitchFamily="18" charset="0"/>
                      </a:rPr>
                      <m:t>              ;</m:t>
                    </m:r>
                  </m:oMath>
                </a14:m>
                <a:r>
                  <a:rPr lang="en-IN" sz="2000" b="0" dirty="0">
                    <a:latin typeface="Times New Roman" panose="02020603050405020304" pitchFamily="18" charset="0"/>
                    <a:cs typeface="Times New Roman" panose="02020603050405020304" pitchFamily="18" charset="0"/>
                  </a:rPr>
                  <a:t>Kurtosis (flatness) of the frequency</a:t>
                </a:r>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mc:Choice>
        <mc:Fallback>
          <p:sp>
            <p:nvSpPr>
              <p:cNvPr id="5" name="TextBox 4">
                <a:extLst>
                  <a:ext uri="{FF2B5EF4-FFF2-40B4-BE49-F238E27FC236}">
                    <a16:creationId xmlns:a16="http://schemas.microsoft.com/office/drawing/2014/main" id="{9D75065E-76FD-C849-FC8B-BED30731836C}"/>
                  </a:ext>
                </a:extLst>
              </p:cNvPr>
              <p:cNvSpPr txBox="1">
                <a:spLocks noRot="1" noChangeAspect="1" noMove="1" noResize="1" noEditPoints="1" noAdjustHandles="1" noChangeArrowheads="1" noChangeShapeType="1" noTextEdit="1"/>
              </p:cNvSpPr>
              <p:nvPr/>
            </p:nvSpPr>
            <p:spPr>
              <a:xfrm>
                <a:off x="278295" y="1281120"/>
                <a:ext cx="11459818" cy="4656724"/>
              </a:xfrm>
              <a:prstGeom prst="rect">
                <a:avLst/>
              </a:prstGeom>
              <a:blipFill>
                <a:blip r:embed="rId6"/>
                <a:stretch>
                  <a:fillRect l="-585"/>
                </a:stretch>
              </a:blipFill>
            </p:spPr>
            <p:txBody>
              <a:bodyPr/>
              <a:lstStyle/>
              <a:p>
                <a:r>
                  <a:rPr lang="en-IN">
                    <a:noFill/>
                  </a:rPr>
                  <a:t> </a:t>
                </a:r>
              </a:p>
            </p:txBody>
          </p:sp>
        </mc:Fallback>
      </mc:AlternateContent>
    </p:spTree>
    <p:extLst>
      <p:ext uri="{BB962C8B-B14F-4D97-AF65-F5344CB8AC3E}">
        <p14:creationId xmlns:p14="http://schemas.microsoft.com/office/powerpoint/2010/main" val="672004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Rectangle 5"/>
              <p:cNvSpPr/>
              <p:nvPr/>
            </p:nvSpPr>
            <p:spPr>
              <a:xfrm>
                <a:off x="381913" y="1028313"/>
                <a:ext cx="11549531" cy="5169172"/>
              </a:xfrm>
              <a:prstGeom prst="rect">
                <a:avLst/>
              </a:prstGeom>
            </p:spPr>
            <p:txBody>
              <a:bodyPr wrap="square">
                <a:spAutoFit/>
              </a:bodyPr>
              <a:lstStyle/>
              <a:p>
                <a:pPr>
                  <a:lnSpc>
                    <a:spcPct val="150000"/>
                  </a:lnSpc>
                </a:pPr>
                <a:r>
                  <a:rPr lang="en-US" sz="2600" dirty="0">
                    <a:latin typeface="Times New Roman" panose="02020603050405020304" pitchFamily="18" charset="0"/>
                    <a:cs typeface="Times New Roman" panose="02020603050405020304" pitchFamily="18" charset="0"/>
                  </a:rPr>
                  <a:t>When from the data it is being feel that the actual mean is bit difficult to find out or in fractions. The moments are first calculated about an assumed mean say A and then converted about the actual mean.</a:t>
                </a:r>
              </a:p>
              <a:p>
                <a:pPr>
                  <a:lnSpc>
                    <a:spcPct val="150000"/>
                  </a:lnSpc>
                </a:pPr>
                <a:r>
                  <a:rPr lang="en-US" sz="2600" b="1" dirty="0">
                    <a:latin typeface="Times New Roman" panose="02020603050405020304" pitchFamily="18" charset="0"/>
                    <a:cs typeface="Times New Roman" panose="02020603050405020304" pitchFamily="18" charset="0"/>
                  </a:rPr>
                  <a:t>For Grouped data:  </a:t>
                </a:r>
                <a14:m>
                  <m:oMath xmlns:m="http://schemas.openxmlformats.org/officeDocument/2006/math">
                    <m:sSub>
                      <m:sSubPr>
                        <m:ctrlPr>
                          <a:rPr lang="en-IN" sz="2800" b="0" i="1" smtClean="0">
                            <a:latin typeface="Cambria Math" panose="02040503050406030204" pitchFamily="18" charset="0"/>
                            <a:cs typeface="Times New Roman" panose="02020603050405020304" pitchFamily="18" charset="0"/>
                          </a:rPr>
                        </m:ctrlPr>
                      </m:sSubPr>
                      <m:e>
                        <m:r>
                          <a:rPr lang="en-IN" sz="2800" b="0" i="1" smtClean="0">
                            <a:latin typeface="Cambria Math" panose="02040503050406030204" pitchFamily="18" charset="0"/>
                            <a:cs typeface="Times New Roman" panose="02020603050405020304" pitchFamily="18" charset="0"/>
                          </a:rPr>
                          <m:t>𝜇</m:t>
                        </m:r>
                        <m:r>
                          <a:rPr lang="en-IN" sz="2800" b="0" i="1" smtClean="0">
                            <a:latin typeface="Cambria Math" panose="02040503050406030204" pitchFamily="18" charset="0"/>
                            <a:cs typeface="Times New Roman" panose="02020603050405020304" pitchFamily="18" charset="0"/>
                          </a:rPr>
                          <m:t>′</m:t>
                        </m:r>
                      </m:e>
                      <m:sub>
                        <m:r>
                          <a:rPr lang="en-IN" sz="2800" b="0" i="1" smtClean="0">
                            <a:latin typeface="Cambria Math" panose="02040503050406030204" pitchFamily="18" charset="0"/>
                            <a:cs typeface="Times New Roman" panose="02020603050405020304" pitchFamily="18" charset="0"/>
                          </a:rPr>
                          <m:t>𝑟</m:t>
                        </m:r>
                      </m:sub>
                    </m:sSub>
                    <m:r>
                      <a:rPr lang="en-IN" sz="2800" b="0" i="1" smtClean="0">
                        <a:latin typeface="Cambria Math" panose="02040503050406030204" pitchFamily="18" charset="0"/>
                        <a:cs typeface="Times New Roman" panose="02020603050405020304" pitchFamily="18" charset="0"/>
                      </a:rPr>
                      <m:t>=</m:t>
                    </m:r>
                    <m:f>
                      <m:fPr>
                        <m:ctrlPr>
                          <a:rPr lang="en-IN" sz="2800" b="0" i="1" smtClean="0">
                            <a:latin typeface="Cambria Math" panose="02040503050406030204" pitchFamily="18" charset="0"/>
                            <a:cs typeface="Times New Roman" panose="02020603050405020304" pitchFamily="18" charset="0"/>
                          </a:rPr>
                        </m:ctrlPr>
                      </m:fPr>
                      <m:num>
                        <m:r>
                          <a:rPr lang="en-IN" sz="2800" b="0" i="1" smtClean="0">
                            <a:latin typeface="Cambria Math" panose="02040503050406030204" pitchFamily="18" charset="0"/>
                            <a:cs typeface="Times New Roman" panose="02020603050405020304" pitchFamily="18" charset="0"/>
                          </a:rPr>
                          <m:t>1</m:t>
                        </m:r>
                      </m:num>
                      <m:den>
                        <m:r>
                          <a:rPr lang="en-IN" sz="2800" b="0" i="1" smtClean="0">
                            <a:latin typeface="Cambria Math" panose="02040503050406030204" pitchFamily="18" charset="0"/>
                            <a:cs typeface="Times New Roman" panose="02020603050405020304" pitchFamily="18" charset="0"/>
                          </a:rPr>
                          <m:t>𝑛</m:t>
                        </m:r>
                      </m:den>
                    </m:f>
                    <m:r>
                      <a:rPr lang="en-IN" sz="2800" b="0" i="1" smtClean="0">
                        <a:latin typeface="Cambria Math" panose="02040503050406030204" pitchFamily="18" charset="0"/>
                        <a:cs typeface="Times New Roman" panose="02020603050405020304" pitchFamily="18" charset="0"/>
                      </a:rPr>
                      <m:t>∑</m:t>
                    </m:r>
                    <m:r>
                      <a:rPr lang="en-IN" sz="2800" b="0" i="1" smtClean="0">
                        <a:latin typeface="Cambria Math" panose="02040503050406030204" pitchFamily="18" charset="0"/>
                        <a:cs typeface="Times New Roman" panose="02020603050405020304" pitchFamily="18" charset="0"/>
                      </a:rPr>
                      <m:t>𝑓</m:t>
                    </m:r>
                    <m:sSup>
                      <m:sSupPr>
                        <m:ctrlPr>
                          <a:rPr lang="en-IN" sz="2800" b="0" i="1" smtClean="0">
                            <a:latin typeface="Cambria Math" panose="02040503050406030204" pitchFamily="18" charset="0"/>
                            <a:cs typeface="Times New Roman" panose="02020603050405020304" pitchFamily="18" charset="0"/>
                          </a:rPr>
                        </m:ctrlPr>
                      </m:sSupPr>
                      <m:e>
                        <m:d>
                          <m:dPr>
                            <m:ctrlPr>
                              <a:rPr lang="en-IN" sz="2800" b="0" i="1" smtClean="0">
                                <a:latin typeface="Cambria Math" panose="02040503050406030204" pitchFamily="18" charset="0"/>
                                <a:cs typeface="Times New Roman" panose="02020603050405020304" pitchFamily="18" charset="0"/>
                              </a:rPr>
                            </m:ctrlPr>
                          </m:dPr>
                          <m:e>
                            <m:r>
                              <a:rPr lang="en-IN" sz="2800" b="0" i="1" smtClean="0">
                                <a:latin typeface="Cambria Math" panose="02040503050406030204" pitchFamily="18" charset="0"/>
                                <a:cs typeface="Times New Roman" panose="02020603050405020304" pitchFamily="18" charset="0"/>
                              </a:rPr>
                              <m:t>𝑥</m:t>
                            </m:r>
                            <m:r>
                              <a:rPr lang="en-IN" sz="2800" b="0" i="1" smtClean="0">
                                <a:latin typeface="Cambria Math" panose="02040503050406030204" pitchFamily="18" charset="0"/>
                                <a:cs typeface="Times New Roman" panose="02020603050405020304" pitchFamily="18" charset="0"/>
                              </a:rPr>
                              <m:t>−</m:t>
                            </m:r>
                            <m:r>
                              <a:rPr lang="en-IN" sz="2800" b="0" i="1" smtClean="0">
                                <a:latin typeface="Cambria Math" panose="02040503050406030204" pitchFamily="18" charset="0"/>
                                <a:cs typeface="Times New Roman" panose="02020603050405020304" pitchFamily="18" charset="0"/>
                              </a:rPr>
                              <m:t>𝐴</m:t>
                            </m:r>
                          </m:e>
                        </m:d>
                      </m:e>
                      <m:sup>
                        <m:r>
                          <a:rPr lang="en-IN" sz="2800" b="0" i="1" smtClean="0">
                            <a:latin typeface="Cambria Math" panose="02040503050406030204" pitchFamily="18" charset="0"/>
                            <a:cs typeface="Times New Roman" panose="02020603050405020304" pitchFamily="18" charset="0"/>
                          </a:rPr>
                          <m:t>𝑟</m:t>
                        </m:r>
                      </m:sup>
                    </m:sSup>
                  </m:oMath>
                </a14:m>
                <a:r>
                  <a:rPr lang="en-IN" sz="2800" dirty="0">
                    <a:latin typeface="Times New Roman" panose="02020603050405020304" pitchFamily="18" charset="0"/>
                    <a:cs typeface="Times New Roman" panose="02020603050405020304" pitchFamily="18" charset="0"/>
                  </a:rPr>
                  <a:t>,                  r = 1, 2, 3, 4, …</a:t>
                </a:r>
              </a:p>
              <a:p>
                <a:pPr>
                  <a:lnSpc>
                    <a:spcPct val="150000"/>
                  </a:lnSpc>
                </a:pPr>
                <a:r>
                  <a:rPr lang="en-US" sz="2600" b="1" dirty="0">
                    <a:latin typeface="Times New Roman" panose="02020603050405020304" pitchFamily="18" charset="0"/>
                    <a:cs typeface="Times New Roman" panose="02020603050405020304" pitchFamily="18" charset="0"/>
                  </a:rPr>
                  <a:t>For Ungrouped data:  </a:t>
                </a:r>
                <a14:m>
                  <m:oMath xmlns:m="http://schemas.openxmlformats.org/officeDocument/2006/math">
                    <m:sSub>
                      <m:sSubPr>
                        <m:ctrlPr>
                          <a:rPr lang="en-IN" sz="2800" b="0" i="1" smtClean="0">
                            <a:latin typeface="Cambria Math" panose="02040503050406030204" pitchFamily="18" charset="0"/>
                            <a:cs typeface="Times New Roman" panose="02020603050405020304" pitchFamily="18" charset="0"/>
                          </a:rPr>
                        </m:ctrlPr>
                      </m:sSubPr>
                      <m:e>
                        <m:r>
                          <a:rPr lang="en-IN" sz="2800" b="0" i="1" smtClean="0">
                            <a:latin typeface="Cambria Math" panose="02040503050406030204" pitchFamily="18" charset="0"/>
                            <a:cs typeface="Times New Roman" panose="02020603050405020304" pitchFamily="18" charset="0"/>
                          </a:rPr>
                          <m:t>𝜇</m:t>
                        </m:r>
                        <m:r>
                          <a:rPr lang="en-IN" sz="2800" b="0" i="1" smtClean="0">
                            <a:latin typeface="Cambria Math" panose="02040503050406030204" pitchFamily="18" charset="0"/>
                            <a:cs typeface="Times New Roman" panose="02020603050405020304" pitchFamily="18" charset="0"/>
                          </a:rPr>
                          <m:t>′</m:t>
                        </m:r>
                      </m:e>
                      <m:sub>
                        <m:r>
                          <a:rPr lang="en-IN" sz="2800" b="0" i="1" smtClean="0">
                            <a:latin typeface="Cambria Math" panose="02040503050406030204" pitchFamily="18" charset="0"/>
                            <a:cs typeface="Times New Roman" panose="02020603050405020304" pitchFamily="18" charset="0"/>
                          </a:rPr>
                          <m:t>𝑟</m:t>
                        </m:r>
                      </m:sub>
                    </m:sSub>
                    <m:r>
                      <a:rPr lang="en-IN" sz="2800" b="0" i="1" smtClean="0">
                        <a:latin typeface="Cambria Math" panose="02040503050406030204" pitchFamily="18" charset="0"/>
                        <a:cs typeface="Times New Roman" panose="02020603050405020304" pitchFamily="18" charset="0"/>
                      </a:rPr>
                      <m:t>=</m:t>
                    </m:r>
                    <m:f>
                      <m:fPr>
                        <m:ctrlPr>
                          <a:rPr lang="en-IN" sz="2800" b="0" i="1" smtClean="0">
                            <a:latin typeface="Cambria Math" panose="02040503050406030204" pitchFamily="18" charset="0"/>
                            <a:cs typeface="Times New Roman" panose="02020603050405020304" pitchFamily="18" charset="0"/>
                          </a:rPr>
                        </m:ctrlPr>
                      </m:fPr>
                      <m:num>
                        <m:r>
                          <a:rPr lang="en-IN" sz="2800" b="0" i="1" smtClean="0">
                            <a:latin typeface="Cambria Math" panose="02040503050406030204" pitchFamily="18" charset="0"/>
                            <a:cs typeface="Times New Roman" panose="02020603050405020304" pitchFamily="18" charset="0"/>
                          </a:rPr>
                          <m:t>1</m:t>
                        </m:r>
                      </m:num>
                      <m:den>
                        <m:r>
                          <a:rPr lang="en-IN" sz="2800" b="0" i="1" smtClean="0">
                            <a:latin typeface="Cambria Math" panose="02040503050406030204" pitchFamily="18" charset="0"/>
                            <a:cs typeface="Times New Roman" panose="02020603050405020304" pitchFamily="18" charset="0"/>
                          </a:rPr>
                          <m:t>𝑛</m:t>
                        </m:r>
                      </m:den>
                    </m:f>
                    <m:r>
                      <a:rPr lang="en-IN" sz="2800" b="0" i="1" smtClean="0">
                        <a:latin typeface="Cambria Math" panose="02040503050406030204" pitchFamily="18" charset="0"/>
                        <a:cs typeface="Times New Roman" panose="02020603050405020304" pitchFamily="18" charset="0"/>
                      </a:rPr>
                      <m:t>∑</m:t>
                    </m:r>
                    <m:sSup>
                      <m:sSupPr>
                        <m:ctrlPr>
                          <a:rPr lang="en-IN" sz="2800" b="0" i="1" smtClean="0">
                            <a:latin typeface="Cambria Math" panose="02040503050406030204" pitchFamily="18" charset="0"/>
                            <a:cs typeface="Times New Roman" panose="02020603050405020304" pitchFamily="18" charset="0"/>
                          </a:rPr>
                        </m:ctrlPr>
                      </m:sSupPr>
                      <m:e>
                        <m:d>
                          <m:dPr>
                            <m:ctrlPr>
                              <a:rPr lang="en-IN" sz="2800" b="0" i="1" smtClean="0">
                                <a:latin typeface="Cambria Math" panose="02040503050406030204" pitchFamily="18" charset="0"/>
                                <a:cs typeface="Times New Roman" panose="02020603050405020304" pitchFamily="18" charset="0"/>
                              </a:rPr>
                            </m:ctrlPr>
                          </m:dPr>
                          <m:e>
                            <m:r>
                              <a:rPr lang="en-IN" sz="2800" b="0" i="1" smtClean="0">
                                <a:latin typeface="Cambria Math" panose="02040503050406030204" pitchFamily="18" charset="0"/>
                                <a:cs typeface="Times New Roman" panose="02020603050405020304" pitchFamily="18" charset="0"/>
                              </a:rPr>
                              <m:t>𝑥</m:t>
                            </m:r>
                            <m:r>
                              <a:rPr lang="en-IN" sz="2800" b="0" i="1" smtClean="0">
                                <a:latin typeface="Cambria Math" panose="02040503050406030204" pitchFamily="18" charset="0"/>
                                <a:cs typeface="Times New Roman" panose="02020603050405020304" pitchFamily="18" charset="0"/>
                              </a:rPr>
                              <m:t>−</m:t>
                            </m:r>
                            <m:r>
                              <a:rPr lang="en-IN" sz="2800" b="0" i="1" smtClean="0">
                                <a:latin typeface="Cambria Math" panose="02040503050406030204" pitchFamily="18" charset="0"/>
                                <a:cs typeface="Times New Roman" panose="02020603050405020304" pitchFamily="18" charset="0"/>
                              </a:rPr>
                              <m:t>𝐴</m:t>
                            </m:r>
                          </m:e>
                        </m:d>
                      </m:e>
                      <m:sup>
                        <m:r>
                          <a:rPr lang="en-IN" sz="2800" b="0" i="1" smtClean="0">
                            <a:latin typeface="Cambria Math" panose="02040503050406030204" pitchFamily="18" charset="0"/>
                            <a:cs typeface="Times New Roman" panose="02020603050405020304" pitchFamily="18" charset="0"/>
                          </a:rPr>
                          <m:t>𝑟</m:t>
                        </m:r>
                      </m:sup>
                    </m:sSup>
                  </m:oMath>
                </a14:m>
                <a:r>
                  <a:rPr lang="en-IN" sz="2800" dirty="0">
                    <a:latin typeface="Times New Roman" panose="02020603050405020304" pitchFamily="18" charset="0"/>
                    <a:cs typeface="Times New Roman" panose="02020603050405020304" pitchFamily="18" charset="0"/>
                  </a:rPr>
                  <a:t>,                  r = 1, 2, 3, 4, …</a:t>
                </a:r>
              </a:p>
              <a:p>
                <a:pPr algn="just">
                  <a:lnSpc>
                    <a:spcPct val="150000"/>
                  </a:lnSpc>
                </a:pPr>
                <a:r>
                  <a:rPr lang="en-IN" sz="2800" dirty="0">
                    <a:latin typeface="Times New Roman" panose="02020603050405020304" pitchFamily="18" charset="0"/>
                    <a:cs typeface="Times New Roman" panose="02020603050405020304" pitchFamily="18" charset="0"/>
                  </a:rPr>
                  <a:t>Where r = 1, </a:t>
                </a:r>
                <a14:m>
                  <m:oMath xmlns:m="http://schemas.openxmlformats.org/officeDocument/2006/math">
                    <m:sSub>
                      <m:sSubPr>
                        <m:ctrlPr>
                          <a:rPr lang="en-IN" sz="2800" b="0" i="1" smtClean="0">
                            <a:latin typeface="Cambria Math" panose="02040503050406030204" pitchFamily="18" charset="0"/>
                            <a:cs typeface="Times New Roman" panose="02020603050405020304" pitchFamily="18" charset="0"/>
                          </a:rPr>
                        </m:ctrlPr>
                      </m:sSubPr>
                      <m:e>
                        <m:r>
                          <a:rPr lang="en-IN" sz="2800" b="0" i="1" smtClean="0">
                            <a:latin typeface="Cambria Math" panose="02040503050406030204" pitchFamily="18" charset="0"/>
                            <a:cs typeface="Times New Roman" panose="02020603050405020304" pitchFamily="18" charset="0"/>
                          </a:rPr>
                          <m:t>𝜇</m:t>
                        </m:r>
                        <m:r>
                          <a:rPr lang="en-IN" sz="2800" b="0" i="1" smtClean="0">
                            <a:latin typeface="Cambria Math" panose="02040503050406030204" pitchFamily="18" charset="0"/>
                            <a:cs typeface="Times New Roman" panose="02020603050405020304" pitchFamily="18" charset="0"/>
                          </a:rPr>
                          <m:t>′</m:t>
                        </m:r>
                      </m:e>
                      <m:sub>
                        <m:r>
                          <a:rPr lang="en-IN" sz="2800" b="0" i="1" smtClean="0">
                            <a:latin typeface="Cambria Math" panose="02040503050406030204" pitchFamily="18" charset="0"/>
                            <a:cs typeface="Times New Roman" panose="02020603050405020304" pitchFamily="18" charset="0"/>
                          </a:rPr>
                          <m:t>1</m:t>
                        </m:r>
                      </m:sub>
                    </m:sSub>
                    <m:r>
                      <a:rPr lang="en-IN" sz="2800" b="0" i="1" smtClean="0">
                        <a:latin typeface="Cambria Math" panose="02040503050406030204" pitchFamily="18" charset="0"/>
                        <a:cs typeface="Times New Roman" panose="02020603050405020304" pitchFamily="18" charset="0"/>
                      </a:rPr>
                      <m:t>=</m:t>
                    </m:r>
                    <m:f>
                      <m:fPr>
                        <m:ctrlPr>
                          <a:rPr lang="en-IN" sz="2800" b="0" i="1" smtClean="0">
                            <a:latin typeface="Cambria Math" panose="02040503050406030204" pitchFamily="18" charset="0"/>
                            <a:cs typeface="Times New Roman" panose="02020603050405020304" pitchFamily="18" charset="0"/>
                          </a:rPr>
                        </m:ctrlPr>
                      </m:fPr>
                      <m:num>
                        <m:r>
                          <a:rPr lang="en-IN" sz="2800" b="0" i="1" smtClean="0">
                            <a:latin typeface="Cambria Math" panose="02040503050406030204" pitchFamily="18" charset="0"/>
                            <a:cs typeface="Times New Roman" panose="02020603050405020304" pitchFamily="18" charset="0"/>
                          </a:rPr>
                          <m:t>1</m:t>
                        </m:r>
                      </m:num>
                      <m:den>
                        <m:r>
                          <a:rPr lang="en-IN" sz="2800" b="0" i="1" smtClean="0">
                            <a:latin typeface="Cambria Math" panose="02040503050406030204" pitchFamily="18" charset="0"/>
                            <a:cs typeface="Times New Roman" panose="02020603050405020304" pitchFamily="18" charset="0"/>
                          </a:rPr>
                          <m:t>𝑛</m:t>
                        </m:r>
                      </m:den>
                    </m:f>
                    <m:r>
                      <a:rPr lang="en-IN" sz="2800" b="0" i="1" smtClean="0">
                        <a:latin typeface="Cambria Math" panose="02040503050406030204" pitchFamily="18" charset="0"/>
                        <a:cs typeface="Times New Roman" panose="02020603050405020304" pitchFamily="18" charset="0"/>
                      </a:rPr>
                      <m:t>∑</m:t>
                    </m:r>
                    <m:d>
                      <m:dPr>
                        <m:ctrlPr>
                          <a:rPr lang="en-IN" sz="2800" b="0" i="1" smtClean="0">
                            <a:latin typeface="Cambria Math" panose="02040503050406030204" pitchFamily="18" charset="0"/>
                            <a:cs typeface="Times New Roman" panose="02020603050405020304" pitchFamily="18" charset="0"/>
                          </a:rPr>
                        </m:ctrlPr>
                      </m:dPr>
                      <m:e>
                        <m:r>
                          <a:rPr lang="en-IN" sz="2800" b="0" i="1" smtClean="0">
                            <a:latin typeface="Cambria Math" panose="02040503050406030204" pitchFamily="18" charset="0"/>
                            <a:cs typeface="Times New Roman" panose="02020603050405020304" pitchFamily="18" charset="0"/>
                          </a:rPr>
                          <m:t>𝑥</m:t>
                        </m:r>
                        <m:r>
                          <a:rPr lang="en-IN" sz="2800" b="0" i="1" smtClean="0">
                            <a:latin typeface="Cambria Math" panose="02040503050406030204" pitchFamily="18" charset="0"/>
                            <a:cs typeface="Times New Roman" panose="02020603050405020304" pitchFamily="18" charset="0"/>
                          </a:rPr>
                          <m:t>−</m:t>
                        </m:r>
                        <m:r>
                          <a:rPr lang="en-IN" sz="2800" b="0" i="1" smtClean="0">
                            <a:latin typeface="Cambria Math" panose="02040503050406030204" pitchFamily="18" charset="0"/>
                            <a:cs typeface="Times New Roman" panose="02020603050405020304" pitchFamily="18" charset="0"/>
                          </a:rPr>
                          <m:t>𝐴</m:t>
                        </m:r>
                      </m:e>
                    </m:d>
                    <m:r>
                      <a:rPr lang="en-IN" sz="2800" b="0" i="1" smtClean="0">
                        <a:latin typeface="Cambria Math" panose="02040503050406030204" pitchFamily="18" charset="0"/>
                        <a:cs typeface="Times New Roman" panose="02020603050405020304" pitchFamily="18" charset="0"/>
                      </a:rPr>
                      <m:t>=</m:t>
                    </m:r>
                    <m:f>
                      <m:fPr>
                        <m:ctrlPr>
                          <a:rPr lang="en-IN" sz="2800" b="0" i="1" smtClean="0">
                            <a:latin typeface="Cambria Math" panose="02040503050406030204" pitchFamily="18" charset="0"/>
                            <a:cs typeface="Times New Roman" panose="02020603050405020304" pitchFamily="18" charset="0"/>
                          </a:rPr>
                        </m:ctrlPr>
                      </m:fPr>
                      <m:num>
                        <m:r>
                          <a:rPr lang="en-IN" sz="2800" b="0" i="1" smtClean="0">
                            <a:latin typeface="Cambria Math" panose="02040503050406030204" pitchFamily="18" charset="0"/>
                            <a:cs typeface="Times New Roman" panose="02020603050405020304" pitchFamily="18" charset="0"/>
                          </a:rPr>
                          <m:t>1</m:t>
                        </m:r>
                      </m:num>
                      <m:den>
                        <m:r>
                          <a:rPr lang="en-IN" sz="2800" b="0" i="1" smtClean="0">
                            <a:latin typeface="Cambria Math" panose="02040503050406030204" pitchFamily="18" charset="0"/>
                            <a:cs typeface="Times New Roman" panose="02020603050405020304" pitchFamily="18" charset="0"/>
                          </a:rPr>
                          <m:t>𝑛</m:t>
                        </m:r>
                      </m:den>
                    </m:f>
                    <m:d>
                      <m:dPr>
                        <m:ctrlPr>
                          <a:rPr lang="en-IN" sz="2800" b="0" i="1" smtClean="0">
                            <a:latin typeface="Cambria Math" panose="02040503050406030204" pitchFamily="18" charset="0"/>
                            <a:cs typeface="Times New Roman" panose="02020603050405020304" pitchFamily="18" charset="0"/>
                          </a:rPr>
                        </m:ctrlPr>
                      </m:dPr>
                      <m:e>
                        <m:r>
                          <a:rPr lang="en-IN" sz="2800" b="0" i="1" smtClean="0">
                            <a:latin typeface="Cambria Math" panose="02040503050406030204" pitchFamily="18" charset="0"/>
                            <a:cs typeface="Times New Roman" panose="02020603050405020304" pitchFamily="18" charset="0"/>
                          </a:rPr>
                          <m:t>∑</m:t>
                        </m:r>
                        <m:r>
                          <a:rPr lang="en-IN" sz="2800" b="0" i="1" smtClean="0">
                            <a:latin typeface="Cambria Math" panose="02040503050406030204" pitchFamily="18" charset="0"/>
                            <a:cs typeface="Times New Roman" panose="02020603050405020304" pitchFamily="18" charset="0"/>
                          </a:rPr>
                          <m:t>𝑥</m:t>
                        </m:r>
                      </m:e>
                    </m:d>
                    <m:r>
                      <a:rPr lang="en-IN" sz="2800" b="0" i="1" smtClean="0">
                        <a:latin typeface="Cambria Math" panose="02040503050406030204" pitchFamily="18" charset="0"/>
                        <a:cs typeface="Times New Roman" panose="02020603050405020304" pitchFamily="18" charset="0"/>
                      </a:rPr>
                      <m:t>−</m:t>
                    </m:r>
                    <m:r>
                      <a:rPr lang="en-IN" sz="2800" b="0" i="1" smtClean="0">
                        <a:latin typeface="Cambria Math" panose="02040503050406030204" pitchFamily="18" charset="0"/>
                        <a:cs typeface="Times New Roman" panose="02020603050405020304" pitchFamily="18" charset="0"/>
                      </a:rPr>
                      <m:t>𝐴</m:t>
                    </m:r>
                    <m:r>
                      <a:rPr lang="en-IN" sz="2800" b="0" i="1" smtClean="0">
                        <a:latin typeface="Cambria Math" panose="02040503050406030204" pitchFamily="18" charset="0"/>
                        <a:cs typeface="Times New Roman" panose="02020603050405020304" pitchFamily="18" charset="0"/>
                      </a:rPr>
                      <m:t>=</m:t>
                    </m:r>
                    <m:acc>
                      <m:accPr>
                        <m:chr m:val="̅"/>
                        <m:ctrlPr>
                          <a:rPr lang="en-IN" sz="2800" b="0" i="1" smtClean="0">
                            <a:latin typeface="Cambria Math" panose="02040503050406030204" pitchFamily="18" charset="0"/>
                            <a:cs typeface="Times New Roman" panose="02020603050405020304" pitchFamily="18" charset="0"/>
                          </a:rPr>
                        </m:ctrlPr>
                      </m:accPr>
                      <m:e>
                        <m:r>
                          <a:rPr lang="en-IN" sz="2800" b="0" i="1" smtClean="0">
                            <a:latin typeface="Cambria Math" panose="02040503050406030204" pitchFamily="18" charset="0"/>
                            <a:cs typeface="Times New Roman" panose="02020603050405020304" pitchFamily="18" charset="0"/>
                          </a:rPr>
                          <m:t>𝑥</m:t>
                        </m:r>
                      </m:e>
                    </m:acc>
                    <m:r>
                      <a:rPr lang="en-IN" sz="2800" b="0" i="1" smtClean="0">
                        <a:latin typeface="Cambria Math" panose="02040503050406030204" pitchFamily="18" charset="0"/>
                        <a:cs typeface="Times New Roman" panose="02020603050405020304" pitchFamily="18" charset="0"/>
                      </a:rPr>
                      <m:t>−</m:t>
                    </m:r>
                    <m:r>
                      <a:rPr lang="en-IN" sz="2800" b="0" i="1" smtClean="0">
                        <a:latin typeface="Cambria Math" panose="02040503050406030204" pitchFamily="18" charset="0"/>
                        <a:cs typeface="Times New Roman" panose="02020603050405020304" pitchFamily="18" charset="0"/>
                      </a:rPr>
                      <m:t>𝐴</m:t>
                    </m:r>
                  </m:oMath>
                </a14:m>
                <a:endParaRPr lang="en-IN" sz="2800" b="0" dirty="0">
                  <a:latin typeface="Times New Roman" panose="02020603050405020304" pitchFamily="18" charset="0"/>
                  <a:cs typeface="Times New Roman" panose="02020603050405020304" pitchFamily="18" charset="0"/>
                </a:endParaRPr>
              </a:p>
              <a:p>
                <a:pPr>
                  <a:lnSpc>
                    <a:spcPct val="150000"/>
                  </a:lnSpc>
                </a:pPr>
                <a:endParaRPr lang="en-US" sz="2600" dirty="0">
                  <a:latin typeface="Times New Roman" panose="02020603050405020304" pitchFamily="18" charset="0"/>
                  <a:cs typeface="Times New Roman" panose="02020603050405020304" pitchFamily="18" charset="0"/>
                </a:endParaRPr>
              </a:p>
            </p:txBody>
          </p:sp>
        </mc:Choice>
        <mc:Fallback>
          <p:sp>
            <p:nvSpPr>
              <p:cNvPr id="6" name="Rectangle 5"/>
              <p:cNvSpPr>
                <a:spLocks noRot="1" noChangeAspect="1" noMove="1" noResize="1" noEditPoints="1" noAdjustHandles="1" noChangeArrowheads="1" noChangeShapeType="1" noTextEdit="1"/>
              </p:cNvSpPr>
              <p:nvPr/>
            </p:nvSpPr>
            <p:spPr>
              <a:xfrm>
                <a:off x="381913" y="1028313"/>
                <a:ext cx="11549531" cy="5169172"/>
              </a:xfrm>
              <a:prstGeom prst="rect">
                <a:avLst/>
              </a:prstGeom>
              <a:blipFill>
                <a:blip r:embed="rId2"/>
                <a:stretch>
                  <a:fillRect l="-1109" r="-1584"/>
                </a:stretch>
              </a:blipFill>
            </p:spPr>
            <p:txBody>
              <a:bodyPr/>
              <a:lstStyle/>
              <a:p>
                <a:r>
                  <a:rPr lang="en-IN">
                    <a:noFill/>
                  </a:rPr>
                  <a:t> </a:t>
                </a:r>
              </a:p>
            </p:txBody>
          </p:sp>
        </mc:Fallback>
      </mc:AlternateContent>
      <p:sp>
        <p:nvSpPr>
          <p:cNvPr id="9" name="Title 8"/>
          <p:cNvSpPr>
            <a:spLocks noGrp="1"/>
          </p:cNvSpPr>
          <p:nvPr>
            <p:ph type="title"/>
          </p:nvPr>
        </p:nvSpPr>
        <p:spPr>
          <a:xfrm>
            <a:off x="838200" y="401509"/>
            <a:ext cx="9458148" cy="646331"/>
          </a:xfrm>
          <a:prstGeom prst="rect">
            <a:avLst/>
          </a:prstGeom>
        </p:spPr>
        <p:txBody>
          <a:bodyPr wrap="square">
            <a:spAutoFit/>
          </a:bodyPr>
          <a:lstStyle/>
          <a:p>
            <a:r>
              <a:rPr lang="en-US" sz="4000" b="1" dirty="0">
                <a:solidFill>
                  <a:srgbClr val="FF0000"/>
                </a:solidFill>
                <a:latin typeface="Times New Roman" panose="02020603050405020304" pitchFamily="18" charset="0"/>
                <a:cs typeface="Times New Roman" panose="02020603050405020304" pitchFamily="18" charset="0"/>
              </a:rPr>
              <a:t>Moments about Arbitrary Points</a:t>
            </a:r>
            <a:endParaRPr lang="en-US" sz="3300" b="1" dirty="0">
              <a:solidFill>
                <a:srgbClr val="FF0000"/>
              </a:solidFill>
              <a:latin typeface="Times New Roman" panose="02020603050405020304" pitchFamily="18" charset="0"/>
              <a:cs typeface="Times New Roman" panose="02020603050405020304" pitchFamily="18" charset="0"/>
            </a:endParaRPr>
          </a:p>
        </p:txBody>
      </p:sp>
      <p:sp>
        <p:nvSpPr>
          <p:cNvPr id="10" name="Date Placeholder 9"/>
          <p:cNvSpPr>
            <a:spLocks noGrp="1"/>
          </p:cNvSpPr>
          <p:nvPr>
            <p:ph type="dt" sz="half" idx="10"/>
          </p:nvPr>
        </p:nvSpPr>
        <p:spPr/>
        <p:txBody>
          <a:bodyPr/>
          <a:lstStyle/>
          <a:p>
            <a:fld id="{CE3EB930-5C9E-40EA-934B-7FCB33AEC890}" type="datetime1">
              <a:rPr lang="en-US" smtClean="0"/>
              <a:t>12/21/2024</a:t>
            </a:fld>
            <a:endParaRPr lang="en-US" dirty="0"/>
          </a:p>
        </p:txBody>
      </p:sp>
      <p:sp>
        <p:nvSpPr>
          <p:cNvPr id="11" name="Footer Placeholder 10"/>
          <p:cNvSpPr>
            <a:spLocks noGrp="1"/>
          </p:cNvSpPr>
          <p:nvPr>
            <p:ph type="ftr" sz="quarter" idx="11"/>
          </p:nvPr>
        </p:nvSpPr>
        <p:spPr>
          <a:xfrm>
            <a:off x="3948545" y="6231225"/>
            <a:ext cx="4114800" cy="365125"/>
          </a:xfrm>
        </p:spPr>
        <p:txBody>
          <a:bodyPr/>
          <a:lstStyle/>
          <a:p>
            <a:r>
              <a:rPr lang="en-US" dirty="0"/>
              <a:t>Dr. Heena Sharma, Asst. Prof., CSE, Chandigarh University</a:t>
            </a:r>
          </a:p>
        </p:txBody>
      </p:sp>
      <p:sp>
        <p:nvSpPr>
          <p:cNvPr id="12" name="Slide Number Placeholder 11"/>
          <p:cNvSpPr>
            <a:spLocks noGrp="1"/>
          </p:cNvSpPr>
          <p:nvPr>
            <p:ph type="sldNum" sz="quarter" idx="12"/>
          </p:nvPr>
        </p:nvSpPr>
        <p:spPr/>
        <p:txBody>
          <a:bodyPr/>
          <a:lstStyle/>
          <a:p>
            <a:fld id="{EBFB1032-EA64-7144-B003-9BCC9D94B503}" type="slidenum">
              <a:rPr lang="en-US" smtClean="0"/>
              <a:t>4</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13" name="Picture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14" name="Picture 13" descr="National Board of Accreditation - Wikipedia"/>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p:spTree>
    <p:extLst>
      <p:ext uri="{BB962C8B-B14F-4D97-AF65-F5344CB8AC3E}">
        <p14:creationId xmlns:p14="http://schemas.microsoft.com/office/powerpoint/2010/main" val="3717730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50E7C-41CC-4D1C-BB81-7714C2FF27DB}"/>
              </a:ext>
            </a:extLst>
          </p:cNvPr>
          <p:cNvSpPr>
            <a:spLocks noGrp="1"/>
          </p:cNvSpPr>
          <p:nvPr>
            <p:ph type="title"/>
          </p:nvPr>
        </p:nvSpPr>
        <p:spPr>
          <a:xfrm>
            <a:off x="716280" y="703723"/>
            <a:ext cx="10776065" cy="1325563"/>
          </a:xfrm>
        </p:spPr>
        <p:txBody>
          <a:bodyPr/>
          <a:lstStyle/>
          <a:p>
            <a:r>
              <a:rPr lang="en-US" b="1" dirty="0">
                <a:solidFill>
                  <a:srgbClr val="FF0000"/>
                </a:solidFill>
                <a:latin typeface="Times New Roman" panose="02020603050405020304" pitchFamily="18" charset="0"/>
                <a:cs typeface="Times New Roman" panose="02020603050405020304" pitchFamily="18" charset="0"/>
              </a:rPr>
              <a:t>Relation Between Central Moments and Moments about any Arbitrary Points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4128A12-6969-43D5-A979-3A35910A7FDD}"/>
                  </a:ext>
                </a:extLst>
              </p:cNvPr>
              <p:cNvSpPr>
                <a:spLocks noGrp="1"/>
              </p:cNvSpPr>
              <p:nvPr>
                <p:ph idx="1"/>
              </p:nvPr>
            </p:nvSpPr>
            <p:spPr>
              <a:xfrm>
                <a:off x="441960" y="2130558"/>
                <a:ext cx="11323320" cy="4351338"/>
              </a:xfrm>
            </p:spPr>
            <p:txBody>
              <a:bodyPr>
                <a:noAutofit/>
              </a:bodyPr>
              <a:lstStyle/>
              <a:p>
                <a:pPr marL="0" indent="0">
                  <a:lnSpc>
                    <a:spcPct val="150000"/>
                  </a:lnSpc>
                  <a:buNone/>
                </a:pPr>
                <a14:m>
                  <m:oMath xmlns:m="http://schemas.openxmlformats.org/officeDocument/2006/math">
                    <m:sSub>
                      <m:sSubPr>
                        <m:ctrlPr>
                          <a:rPr lang="en-IN" sz="3000" b="0" i="1" smtClean="0">
                            <a:latin typeface="Cambria Math" panose="02040503050406030204" pitchFamily="18" charset="0"/>
                            <a:cs typeface="Times New Roman" panose="02020603050405020304" pitchFamily="18" charset="0"/>
                          </a:rPr>
                        </m:ctrlPr>
                      </m:sSubPr>
                      <m:e>
                        <m:r>
                          <a:rPr lang="en-IN" sz="3000" b="0" i="1" smtClean="0">
                            <a:latin typeface="Cambria Math" panose="02040503050406030204" pitchFamily="18" charset="0"/>
                            <a:cs typeface="Times New Roman" panose="02020603050405020304" pitchFamily="18" charset="0"/>
                          </a:rPr>
                          <m:t>𝜇</m:t>
                        </m:r>
                      </m:e>
                      <m:sub>
                        <m:r>
                          <a:rPr lang="en-IN" sz="3000" b="0" i="1" smtClean="0">
                            <a:latin typeface="Cambria Math" panose="02040503050406030204" pitchFamily="18" charset="0"/>
                            <a:cs typeface="Times New Roman" panose="02020603050405020304" pitchFamily="18" charset="0"/>
                          </a:rPr>
                          <m:t>1</m:t>
                        </m:r>
                      </m:sub>
                    </m:sSub>
                    <m:r>
                      <a:rPr lang="en-IN" sz="3000" b="0" i="1" smtClean="0">
                        <a:latin typeface="Cambria Math" panose="02040503050406030204" pitchFamily="18" charset="0"/>
                        <a:cs typeface="Times New Roman" panose="02020603050405020304" pitchFamily="18" charset="0"/>
                      </a:rPr>
                      <m:t>=</m:t>
                    </m:r>
                    <m:sSub>
                      <m:sSubPr>
                        <m:ctrlPr>
                          <a:rPr lang="en-IN" sz="3000" b="0" i="1" smtClean="0">
                            <a:latin typeface="Cambria Math" panose="02040503050406030204" pitchFamily="18" charset="0"/>
                            <a:cs typeface="Times New Roman" panose="02020603050405020304" pitchFamily="18" charset="0"/>
                          </a:rPr>
                        </m:ctrlPr>
                      </m:sSubPr>
                      <m:e>
                        <m:r>
                          <a:rPr lang="en-IN" sz="3000" b="0" i="1" smtClean="0">
                            <a:latin typeface="Cambria Math" panose="02040503050406030204" pitchFamily="18" charset="0"/>
                            <a:cs typeface="Times New Roman" panose="02020603050405020304" pitchFamily="18" charset="0"/>
                          </a:rPr>
                          <m:t>𝜇</m:t>
                        </m:r>
                        <m:r>
                          <a:rPr lang="en-IN" sz="3000" b="0" i="1" smtClean="0">
                            <a:latin typeface="Cambria Math" panose="02040503050406030204" pitchFamily="18" charset="0"/>
                            <a:cs typeface="Times New Roman" panose="02020603050405020304" pitchFamily="18" charset="0"/>
                          </a:rPr>
                          <m:t>′</m:t>
                        </m:r>
                      </m:e>
                      <m:sub>
                        <m:r>
                          <a:rPr lang="en-IN" sz="3000" b="0" i="1" smtClean="0">
                            <a:latin typeface="Cambria Math" panose="02040503050406030204" pitchFamily="18" charset="0"/>
                            <a:cs typeface="Times New Roman" panose="02020603050405020304" pitchFamily="18" charset="0"/>
                          </a:rPr>
                          <m:t>1</m:t>
                        </m:r>
                      </m:sub>
                    </m:sSub>
                  </m:oMath>
                </a14:m>
                <a:r>
                  <a:rPr lang="en-US" sz="3000" dirty="0">
                    <a:latin typeface="Times New Roman" panose="02020603050405020304" pitchFamily="18" charset="0"/>
                    <a:cs typeface="Times New Roman" panose="02020603050405020304" pitchFamily="18" charset="0"/>
                  </a:rPr>
                  <a:t> </a:t>
                </a:r>
              </a:p>
              <a:p>
                <a:pPr marL="0" indent="0">
                  <a:lnSpc>
                    <a:spcPct val="150000"/>
                  </a:lnSpc>
                  <a:buNone/>
                </a:pPr>
                <a14:m>
                  <m:oMath xmlns:m="http://schemas.openxmlformats.org/officeDocument/2006/math">
                    <m:sSub>
                      <m:sSubPr>
                        <m:ctrlPr>
                          <a:rPr lang="en-IN" sz="3000" b="0" i="1" smtClean="0">
                            <a:latin typeface="Cambria Math" panose="02040503050406030204" pitchFamily="18" charset="0"/>
                            <a:cs typeface="Times New Roman" panose="02020603050405020304" pitchFamily="18" charset="0"/>
                          </a:rPr>
                        </m:ctrlPr>
                      </m:sSubPr>
                      <m:e>
                        <m:r>
                          <a:rPr lang="en-IN" sz="3000" b="0" i="1" smtClean="0">
                            <a:latin typeface="Cambria Math" panose="02040503050406030204" pitchFamily="18" charset="0"/>
                            <a:cs typeface="Times New Roman" panose="02020603050405020304" pitchFamily="18" charset="0"/>
                          </a:rPr>
                          <m:t>𝜇</m:t>
                        </m:r>
                      </m:e>
                      <m:sub>
                        <m:r>
                          <a:rPr lang="en-IN" sz="3000" b="0" i="1" smtClean="0">
                            <a:latin typeface="Cambria Math" panose="02040503050406030204" pitchFamily="18" charset="0"/>
                            <a:cs typeface="Times New Roman" panose="02020603050405020304" pitchFamily="18" charset="0"/>
                          </a:rPr>
                          <m:t>2</m:t>
                        </m:r>
                      </m:sub>
                    </m:sSub>
                    <m:r>
                      <a:rPr lang="en-IN" sz="3000" b="0" i="1" smtClean="0">
                        <a:latin typeface="Cambria Math" panose="02040503050406030204" pitchFamily="18" charset="0"/>
                        <a:cs typeface="Times New Roman" panose="02020603050405020304" pitchFamily="18" charset="0"/>
                      </a:rPr>
                      <m:t>=</m:t>
                    </m:r>
                    <m:sSub>
                      <m:sSubPr>
                        <m:ctrlPr>
                          <a:rPr lang="en-IN" sz="3000" b="0" i="1" smtClean="0">
                            <a:latin typeface="Cambria Math" panose="02040503050406030204" pitchFamily="18" charset="0"/>
                            <a:cs typeface="Times New Roman" panose="02020603050405020304" pitchFamily="18" charset="0"/>
                          </a:rPr>
                        </m:ctrlPr>
                      </m:sSubPr>
                      <m:e>
                        <m:r>
                          <a:rPr lang="en-IN" sz="3000" b="0" i="1" smtClean="0">
                            <a:latin typeface="Cambria Math" panose="02040503050406030204" pitchFamily="18" charset="0"/>
                            <a:cs typeface="Times New Roman" panose="02020603050405020304" pitchFamily="18" charset="0"/>
                          </a:rPr>
                          <m:t>𝜇</m:t>
                        </m:r>
                        <m:r>
                          <a:rPr lang="en-IN" sz="3000" b="0" i="1" smtClean="0">
                            <a:latin typeface="Cambria Math" panose="02040503050406030204" pitchFamily="18" charset="0"/>
                            <a:cs typeface="Times New Roman" panose="02020603050405020304" pitchFamily="18" charset="0"/>
                          </a:rPr>
                          <m:t>′</m:t>
                        </m:r>
                      </m:e>
                      <m:sub>
                        <m:r>
                          <a:rPr lang="en-IN" sz="3000" b="0" i="1" smtClean="0">
                            <a:latin typeface="Cambria Math" panose="02040503050406030204" pitchFamily="18" charset="0"/>
                            <a:cs typeface="Times New Roman" panose="02020603050405020304" pitchFamily="18" charset="0"/>
                          </a:rPr>
                          <m:t>2</m:t>
                        </m:r>
                      </m:sub>
                    </m:sSub>
                    <m:r>
                      <a:rPr lang="en-IN" sz="3000" b="0" i="1" smtClean="0">
                        <a:latin typeface="Cambria Math" panose="02040503050406030204" pitchFamily="18" charset="0"/>
                        <a:cs typeface="Times New Roman" panose="02020603050405020304" pitchFamily="18" charset="0"/>
                      </a:rPr>
                      <m:t>−</m:t>
                    </m:r>
                    <m:sSup>
                      <m:sSupPr>
                        <m:ctrlPr>
                          <a:rPr lang="en-IN" sz="3000" b="0" i="1" smtClean="0">
                            <a:latin typeface="Cambria Math" panose="02040503050406030204" pitchFamily="18" charset="0"/>
                            <a:cs typeface="Times New Roman" panose="02020603050405020304" pitchFamily="18" charset="0"/>
                          </a:rPr>
                        </m:ctrlPr>
                      </m:sSupPr>
                      <m:e>
                        <m:d>
                          <m:dPr>
                            <m:ctrlPr>
                              <a:rPr lang="en-IN" sz="3000" b="0" i="1" smtClean="0">
                                <a:latin typeface="Cambria Math" panose="02040503050406030204" pitchFamily="18" charset="0"/>
                                <a:cs typeface="Times New Roman" panose="02020603050405020304" pitchFamily="18" charset="0"/>
                              </a:rPr>
                            </m:ctrlPr>
                          </m:dPr>
                          <m:e>
                            <m:sSubSup>
                              <m:sSubSupPr>
                                <m:ctrlPr>
                                  <a:rPr lang="en-IN" sz="3000" b="0" i="1" smtClean="0">
                                    <a:latin typeface="Cambria Math" panose="02040503050406030204" pitchFamily="18" charset="0"/>
                                    <a:cs typeface="Times New Roman" panose="02020603050405020304" pitchFamily="18" charset="0"/>
                                  </a:rPr>
                                </m:ctrlPr>
                              </m:sSubSupPr>
                              <m:e>
                                <m:r>
                                  <a:rPr lang="en-IN" sz="3000" b="0" i="1" smtClean="0">
                                    <a:latin typeface="Cambria Math" panose="02040503050406030204" pitchFamily="18" charset="0"/>
                                    <a:cs typeface="Times New Roman" panose="02020603050405020304" pitchFamily="18" charset="0"/>
                                  </a:rPr>
                                  <m:t>𝜇</m:t>
                                </m:r>
                              </m:e>
                              <m:sub>
                                <m:r>
                                  <a:rPr lang="en-IN" sz="3000" b="0" i="1" smtClean="0">
                                    <a:latin typeface="Cambria Math" panose="02040503050406030204" pitchFamily="18" charset="0"/>
                                    <a:cs typeface="Times New Roman" panose="02020603050405020304" pitchFamily="18" charset="0"/>
                                  </a:rPr>
                                  <m:t>1</m:t>
                                </m:r>
                              </m:sub>
                              <m:sup>
                                <m:r>
                                  <a:rPr lang="en-IN" sz="3000" b="0" i="1" smtClean="0">
                                    <a:latin typeface="Cambria Math" panose="02040503050406030204" pitchFamily="18" charset="0"/>
                                    <a:cs typeface="Times New Roman" panose="02020603050405020304" pitchFamily="18" charset="0"/>
                                  </a:rPr>
                                  <m:t>′</m:t>
                                </m:r>
                              </m:sup>
                            </m:sSubSup>
                          </m:e>
                        </m:d>
                      </m:e>
                      <m:sup>
                        <m:r>
                          <a:rPr lang="en-IN" sz="3000" b="0" i="1" smtClean="0">
                            <a:latin typeface="Cambria Math" panose="02040503050406030204" pitchFamily="18" charset="0"/>
                            <a:cs typeface="Times New Roman" panose="02020603050405020304" pitchFamily="18" charset="0"/>
                          </a:rPr>
                          <m:t>2</m:t>
                        </m:r>
                      </m:sup>
                    </m:sSup>
                  </m:oMath>
                </a14:m>
                <a:r>
                  <a:rPr lang="en-US" sz="3000" dirty="0">
                    <a:latin typeface="Times New Roman" panose="02020603050405020304" pitchFamily="18" charset="0"/>
                    <a:cs typeface="Times New Roman" panose="02020603050405020304" pitchFamily="18" charset="0"/>
                  </a:rPr>
                  <a:t> </a:t>
                </a:r>
              </a:p>
              <a:p>
                <a:pPr marL="0" indent="0">
                  <a:lnSpc>
                    <a:spcPct val="150000"/>
                  </a:lnSpc>
                  <a:buNone/>
                </a:pPr>
                <a:r>
                  <a:rPr lang="en-US" sz="30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IN" sz="3000" b="0" i="1" smtClean="0">
                            <a:latin typeface="Cambria Math" panose="02040503050406030204" pitchFamily="18" charset="0"/>
                            <a:cs typeface="Times New Roman" panose="02020603050405020304" pitchFamily="18" charset="0"/>
                          </a:rPr>
                        </m:ctrlPr>
                      </m:sSubPr>
                      <m:e>
                        <m:r>
                          <a:rPr lang="en-IN" sz="3000" b="0" i="1" smtClean="0">
                            <a:latin typeface="Cambria Math" panose="02040503050406030204" pitchFamily="18" charset="0"/>
                            <a:cs typeface="Times New Roman" panose="02020603050405020304" pitchFamily="18" charset="0"/>
                          </a:rPr>
                          <m:t>𝜇</m:t>
                        </m:r>
                      </m:e>
                      <m:sub>
                        <m:r>
                          <a:rPr lang="en-IN" sz="3000" b="0" i="1" smtClean="0">
                            <a:latin typeface="Cambria Math" panose="02040503050406030204" pitchFamily="18" charset="0"/>
                            <a:cs typeface="Times New Roman" panose="02020603050405020304" pitchFamily="18" charset="0"/>
                          </a:rPr>
                          <m:t>3</m:t>
                        </m:r>
                      </m:sub>
                    </m:sSub>
                    <m:r>
                      <a:rPr lang="en-IN" sz="3000" b="0" i="1" smtClean="0">
                        <a:latin typeface="Cambria Math" panose="02040503050406030204" pitchFamily="18" charset="0"/>
                        <a:cs typeface="Times New Roman" panose="02020603050405020304" pitchFamily="18" charset="0"/>
                      </a:rPr>
                      <m:t>=</m:t>
                    </m:r>
                    <m:sSub>
                      <m:sSubPr>
                        <m:ctrlPr>
                          <a:rPr lang="en-IN" sz="3000" b="0" i="1" smtClean="0">
                            <a:latin typeface="Cambria Math" panose="02040503050406030204" pitchFamily="18" charset="0"/>
                            <a:cs typeface="Times New Roman" panose="02020603050405020304" pitchFamily="18" charset="0"/>
                          </a:rPr>
                        </m:ctrlPr>
                      </m:sSubPr>
                      <m:e>
                        <m:r>
                          <a:rPr lang="en-IN" sz="3000" b="0" i="1" smtClean="0">
                            <a:latin typeface="Cambria Math" panose="02040503050406030204" pitchFamily="18" charset="0"/>
                            <a:cs typeface="Times New Roman" panose="02020603050405020304" pitchFamily="18" charset="0"/>
                          </a:rPr>
                          <m:t>𝜇</m:t>
                        </m:r>
                        <m:r>
                          <a:rPr lang="en-IN" sz="3000" b="0" i="1" smtClean="0">
                            <a:latin typeface="Cambria Math" panose="02040503050406030204" pitchFamily="18" charset="0"/>
                            <a:cs typeface="Times New Roman" panose="02020603050405020304" pitchFamily="18" charset="0"/>
                          </a:rPr>
                          <m:t>′</m:t>
                        </m:r>
                      </m:e>
                      <m:sub>
                        <m:r>
                          <a:rPr lang="en-IN" sz="3000" b="0" i="1" smtClean="0">
                            <a:latin typeface="Cambria Math" panose="02040503050406030204" pitchFamily="18" charset="0"/>
                            <a:cs typeface="Times New Roman" panose="02020603050405020304" pitchFamily="18" charset="0"/>
                          </a:rPr>
                          <m:t>3</m:t>
                        </m:r>
                      </m:sub>
                    </m:sSub>
                    <m:r>
                      <a:rPr lang="en-IN" sz="3000" b="0" i="1" smtClean="0">
                        <a:latin typeface="Cambria Math" panose="02040503050406030204" pitchFamily="18" charset="0"/>
                        <a:cs typeface="Times New Roman" panose="02020603050405020304" pitchFamily="18" charset="0"/>
                      </a:rPr>
                      <m:t>−</m:t>
                    </m:r>
                    <m:r>
                      <a:rPr lang="en-IN" sz="3000" b="0" i="1" smtClean="0">
                        <a:latin typeface="Cambria Math" panose="02040503050406030204" pitchFamily="18" charset="0"/>
                        <a:cs typeface="Times New Roman" panose="02020603050405020304" pitchFamily="18" charset="0"/>
                      </a:rPr>
                      <m:t>3</m:t>
                    </m:r>
                    <m:sSubSup>
                      <m:sSubSupPr>
                        <m:ctrlPr>
                          <a:rPr lang="en-IN" sz="3000" b="0" i="1" smtClean="0">
                            <a:latin typeface="Cambria Math" panose="02040503050406030204" pitchFamily="18" charset="0"/>
                            <a:cs typeface="Times New Roman" panose="02020603050405020304" pitchFamily="18" charset="0"/>
                          </a:rPr>
                        </m:ctrlPr>
                      </m:sSubSupPr>
                      <m:e>
                        <m:r>
                          <a:rPr lang="en-IN" sz="3000" b="0" i="1" smtClean="0">
                            <a:latin typeface="Cambria Math" panose="02040503050406030204" pitchFamily="18" charset="0"/>
                            <a:cs typeface="Times New Roman" panose="02020603050405020304" pitchFamily="18" charset="0"/>
                          </a:rPr>
                          <m:t>𝜇</m:t>
                        </m:r>
                      </m:e>
                      <m:sub>
                        <m:r>
                          <a:rPr lang="en-IN" sz="3000" b="0" i="1" smtClean="0">
                            <a:latin typeface="Cambria Math" panose="02040503050406030204" pitchFamily="18" charset="0"/>
                            <a:cs typeface="Times New Roman" panose="02020603050405020304" pitchFamily="18" charset="0"/>
                          </a:rPr>
                          <m:t>2</m:t>
                        </m:r>
                      </m:sub>
                      <m:sup>
                        <m:r>
                          <a:rPr lang="en-IN" sz="3000" b="0" i="1" smtClean="0">
                            <a:latin typeface="Cambria Math" panose="02040503050406030204" pitchFamily="18" charset="0"/>
                            <a:cs typeface="Times New Roman" panose="02020603050405020304" pitchFamily="18" charset="0"/>
                          </a:rPr>
                          <m:t>′</m:t>
                        </m:r>
                      </m:sup>
                    </m:sSubSup>
                    <m:sSubSup>
                      <m:sSubSupPr>
                        <m:ctrlPr>
                          <a:rPr lang="en-IN" sz="3000" b="0" i="1" smtClean="0">
                            <a:latin typeface="Cambria Math" panose="02040503050406030204" pitchFamily="18" charset="0"/>
                            <a:cs typeface="Times New Roman" panose="02020603050405020304" pitchFamily="18" charset="0"/>
                          </a:rPr>
                        </m:ctrlPr>
                      </m:sSubSupPr>
                      <m:e>
                        <m:r>
                          <a:rPr lang="en-IN" sz="3000" b="0" i="1" smtClean="0">
                            <a:latin typeface="Cambria Math" panose="02040503050406030204" pitchFamily="18" charset="0"/>
                            <a:cs typeface="Times New Roman" panose="02020603050405020304" pitchFamily="18" charset="0"/>
                          </a:rPr>
                          <m:t>𝜇</m:t>
                        </m:r>
                      </m:e>
                      <m:sub>
                        <m:r>
                          <a:rPr lang="en-IN" sz="3000" b="0" i="1" smtClean="0">
                            <a:latin typeface="Cambria Math" panose="02040503050406030204" pitchFamily="18" charset="0"/>
                            <a:cs typeface="Times New Roman" panose="02020603050405020304" pitchFamily="18" charset="0"/>
                          </a:rPr>
                          <m:t>1</m:t>
                        </m:r>
                      </m:sub>
                      <m:sup>
                        <m:r>
                          <a:rPr lang="en-IN" sz="3000" b="0" i="1" smtClean="0">
                            <a:latin typeface="Cambria Math" panose="02040503050406030204" pitchFamily="18" charset="0"/>
                            <a:cs typeface="Times New Roman" panose="02020603050405020304" pitchFamily="18" charset="0"/>
                          </a:rPr>
                          <m:t>′</m:t>
                        </m:r>
                      </m:sup>
                    </m:sSubSup>
                    <m:r>
                      <a:rPr lang="en-IN" sz="3000" b="0" i="1" smtClean="0">
                        <a:latin typeface="Cambria Math" panose="02040503050406030204" pitchFamily="18" charset="0"/>
                        <a:cs typeface="Times New Roman" panose="02020603050405020304" pitchFamily="18" charset="0"/>
                      </a:rPr>
                      <m:t>+2</m:t>
                    </m:r>
                    <m:sSup>
                      <m:sSupPr>
                        <m:ctrlPr>
                          <a:rPr lang="en-IN" sz="3000" b="0" i="1" smtClean="0">
                            <a:latin typeface="Cambria Math" panose="02040503050406030204" pitchFamily="18" charset="0"/>
                            <a:cs typeface="Times New Roman" panose="02020603050405020304" pitchFamily="18" charset="0"/>
                          </a:rPr>
                        </m:ctrlPr>
                      </m:sSupPr>
                      <m:e>
                        <m:d>
                          <m:dPr>
                            <m:ctrlPr>
                              <a:rPr lang="en-IN" sz="3000" b="0" i="1" smtClean="0">
                                <a:latin typeface="Cambria Math" panose="02040503050406030204" pitchFamily="18" charset="0"/>
                                <a:cs typeface="Times New Roman" panose="02020603050405020304" pitchFamily="18" charset="0"/>
                              </a:rPr>
                            </m:ctrlPr>
                          </m:dPr>
                          <m:e>
                            <m:sSubSup>
                              <m:sSubSupPr>
                                <m:ctrlPr>
                                  <a:rPr lang="en-IN" sz="3000" b="0" i="1" smtClean="0">
                                    <a:latin typeface="Cambria Math" panose="02040503050406030204" pitchFamily="18" charset="0"/>
                                    <a:cs typeface="Times New Roman" panose="02020603050405020304" pitchFamily="18" charset="0"/>
                                  </a:rPr>
                                </m:ctrlPr>
                              </m:sSubSupPr>
                              <m:e>
                                <m:r>
                                  <a:rPr lang="en-IN" sz="3000" b="0" i="1" smtClean="0">
                                    <a:latin typeface="Cambria Math" panose="02040503050406030204" pitchFamily="18" charset="0"/>
                                    <a:cs typeface="Times New Roman" panose="02020603050405020304" pitchFamily="18" charset="0"/>
                                  </a:rPr>
                                  <m:t>𝜇</m:t>
                                </m:r>
                              </m:e>
                              <m:sub>
                                <m:r>
                                  <a:rPr lang="en-IN" sz="3000" b="0" i="1" smtClean="0">
                                    <a:latin typeface="Cambria Math" panose="02040503050406030204" pitchFamily="18" charset="0"/>
                                    <a:cs typeface="Times New Roman" panose="02020603050405020304" pitchFamily="18" charset="0"/>
                                  </a:rPr>
                                  <m:t>1</m:t>
                                </m:r>
                              </m:sub>
                              <m:sup>
                                <m:r>
                                  <a:rPr lang="en-IN" sz="3000" b="0" i="1" smtClean="0">
                                    <a:latin typeface="Cambria Math" panose="02040503050406030204" pitchFamily="18" charset="0"/>
                                    <a:cs typeface="Times New Roman" panose="02020603050405020304" pitchFamily="18" charset="0"/>
                                  </a:rPr>
                                  <m:t>′</m:t>
                                </m:r>
                              </m:sup>
                            </m:sSubSup>
                          </m:e>
                        </m:d>
                      </m:e>
                      <m:sup>
                        <m:r>
                          <a:rPr lang="en-IN" sz="3000" b="0" i="1" smtClean="0">
                            <a:latin typeface="Cambria Math" panose="02040503050406030204" pitchFamily="18" charset="0"/>
                            <a:cs typeface="Times New Roman" panose="02020603050405020304" pitchFamily="18" charset="0"/>
                          </a:rPr>
                          <m:t>3</m:t>
                        </m:r>
                      </m:sup>
                    </m:sSup>
                  </m:oMath>
                </a14:m>
                <a:endParaRPr lang="en-US" sz="3000" dirty="0">
                  <a:latin typeface="Times New Roman" panose="02020603050405020304" pitchFamily="18" charset="0"/>
                  <a:cs typeface="Times New Roman" panose="02020603050405020304" pitchFamily="18" charset="0"/>
                </a:endParaRPr>
              </a:p>
              <a:p>
                <a:pPr marL="0" indent="0">
                  <a:lnSpc>
                    <a:spcPct val="150000"/>
                  </a:lnSpc>
                  <a:buNone/>
                </a:pPr>
                <a:r>
                  <a:rPr lang="en-US" sz="30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IN" sz="3000" b="0" i="1" smtClean="0">
                            <a:latin typeface="Cambria Math" panose="02040503050406030204" pitchFamily="18" charset="0"/>
                            <a:cs typeface="Times New Roman" panose="02020603050405020304" pitchFamily="18" charset="0"/>
                          </a:rPr>
                        </m:ctrlPr>
                      </m:sSubPr>
                      <m:e>
                        <m:r>
                          <a:rPr lang="en-IN" sz="3000" b="0" i="1" smtClean="0">
                            <a:latin typeface="Cambria Math" panose="02040503050406030204" pitchFamily="18" charset="0"/>
                            <a:cs typeface="Times New Roman" panose="02020603050405020304" pitchFamily="18" charset="0"/>
                          </a:rPr>
                          <m:t>𝜇</m:t>
                        </m:r>
                      </m:e>
                      <m:sub>
                        <m:r>
                          <a:rPr lang="en-IN" sz="3000" b="0" i="1" smtClean="0">
                            <a:latin typeface="Cambria Math" panose="02040503050406030204" pitchFamily="18" charset="0"/>
                            <a:cs typeface="Times New Roman" panose="02020603050405020304" pitchFamily="18" charset="0"/>
                          </a:rPr>
                          <m:t>4</m:t>
                        </m:r>
                      </m:sub>
                    </m:sSub>
                    <m:r>
                      <a:rPr lang="en-IN" sz="3000" b="0" i="1" smtClean="0">
                        <a:latin typeface="Cambria Math" panose="02040503050406030204" pitchFamily="18" charset="0"/>
                        <a:cs typeface="Times New Roman" panose="02020603050405020304" pitchFamily="18" charset="0"/>
                      </a:rPr>
                      <m:t>=</m:t>
                    </m:r>
                    <m:sSub>
                      <m:sSubPr>
                        <m:ctrlPr>
                          <a:rPr lang="en-IN" sz="3000" b="0" i="1" smtClean="0">
                            <a:latin typeface="Cambria Math" panose="02040503050406030204" pitchFamily="18" charset="0"/>
                            <a:cs typeface="Times New Roman" panose="02020603050405020304" pitchFamily="18" charset="0"/>
                          </a:rPr>
                        </m:ctrlPr>
                      </m:sSubPr>
                      <m:e>
                        <m:r>
                          <a:rPr lang="en-IN" sz="3000" b="0" i="1" smtClean="0">
                            <a:latin typeface="Cambria Math" panose="02040503050406030204" pitchFamily="18" charset="0"/>
                            <a:cs typeface="Times New Roman" panose="02020603050405020304" pitchFamily="18" charset="0"/>
                          </a:rPr>
                          <m:t>𝜇</m:t>
                        </m:r>
                        <m:r>
                          <a:rPr lang="en-IN" sz="3000" b="0" i="1" smtClean="0">
                            <a:latin typeface="Cambria Math" panose="02040503050406030204" pitchFamily="18" charset="0"/>
                            <a:cs typeface="Times New Roman" panose="02020603050405020304" pitchFamily="18" charset="0"/>
                          </a:rPr>
                          <m:t>′</m:t>
                        </m:r>
                      </m:e>
                      <m:sub>
                        <m:r>
                          <a:rPr lang="en-IN" sz="3000" b="0" i="1" smtClean="0">
                            <a:latin typeface="Cambria Math" panose="02040503050406030204" pitchFamily="18" charset="0"/>
                            <a:cs typeface="Times New Roman" panose="02020603050405020304" pitchFamily="18" charset="0"/>
                          </a:rPr>
                          <m:t>4</m:t>
                        </m:r>
                      </m:sub>
                    </m:sSub>
                    <m:r>
                      <a:rPr lang="en-IN" sz="3000" b="0" i="1" smtClean="0">
                        <a:latin typeface="Cambria Math" panose="02040503050406030204" pitchFamily="18" charset="0"/>
                        <a:cs typeface="Times New Roman" panose="02020603050405020304" pitchFamily="18" charset="0"/>
                      </a:rPr>
                      <m:t>−</m:t>
                    </m:r>
                    <m:r>
                      <a:rPr lang="en-IN" sz="3000" b="0" i="1" smtClean="0">
                        <a:latin typeface="Cambria Math" panose="02040503050406030204" pitchFamily="18" charset="0"/>
                        <a:cs typeface="Times New Roman" panose="02020603050405020304" pitchFamily="18" charset="0"/>
                      </a:rPr>
                      <m:t>4</m:t>
                    </m:r>
                    <m:sSubSup>
                      <m:sSubSupPr>
                        <m:ctrlPr>
                          <a:rPr lang="en-IN" sz="3000" b="0" i="1" smtClean="0">
                            <a:latin typeface="Cambria Math" panose="02040503050406030204" pitchFamily="18" charset="0"/>
                            <a:cs typeface="Times New Roman" panose="02020603050405020304" pitchFamily="18" charset="0"/>
                          </a:rPr>
                        </m:ctrlPr>
                      </m:sSubSupPr>
                      <m:e>
                        <m:r>
                          <a:rPr lang="en-IN" sz="3000" b="0" i="1" smtClean="0">
                            <a:latin typeface="Cambria Math" panose="02040503050406030204" pitchFamily="18" charset="0"/>
                            <a:cs typeface="Times New Roman" panose="02020603050405020304" pitchFamily="18" charset="0"/>
                          </a:rPr>
                          <m:t>𝜇</m:t>
                        </m:r>
                      </m:e>
                      <m:sub>
                        <m:r>
                          <a:rPr lang="en-IN" sz="3000" b="0" i="1" smtClean="0">
                            <a:latin typeface="Cambria Math" panose="02040503050406030204" pitchFamily="18" charset="0"/>
                            <a:cs typeface="Times New Roman" panose="02020603050405020304" pitchFamily="18" charset="0"/>
                          </a:rPr>
                          <m:t>3</m:t>
                        </m:r>
                      </m:sub>
                      <m:sup>
                        <m:r>
                          <a:rPr lang="en-IN" sz="3000" b="0" i="1" smtClean="0">
                            <a:latin typeface="Cambria Math" panose="02040503050406030204" pitchFamily="18" charset="0"/>
                            <a:cs typeface="Times New Roman" panose="02020603050405020304" pitchFamily="18" charset="0"/>
                          </a:rPr>
                          <m:t>′</m:t>
                        </m:r>
                      </m:sup>
                    </m:sSubSup>
                    <m:sSubSup>
                      <m:sSubSupPr>
                        <m:ctrlPr>
                          <a:rPr lang="en-IN" sz="3000" b="0" i="1" smtClean="0">
                            <a:latin typeface="Cambria Math" panose="02040503050406030204" pitchFamily="18" charset="0"/>
                            <a:cs typeface="Times New Roman" panose="02020603050405020304" pitchFamily="18" charset="0"/>
                          </a:rPr>
                        </m:ctrlPr>
                      </m:sSubSupPr>
                      <m:e>
                        <m:r>
                          <a:rPr lang="en-IN" sz="3000" b="0" i="1" smtClean="0">
                            <a:latin typeface="Cambria Math" panose="02040503050406030204" pitchFamily="18" charset="0"/>
                            <a:cs typeface="Times New Roman" panose="02020603050405020304" pitchFamily="18" charset="0"/>
                          </a:rPr>
                          <m:t>𝜇</m:t>
                        </m:r>
                      </m:e>
                      <m:sub>
                        <m:r>
                          <a:rPr lang="en-IN" sz="3000" b="0" i="1" smtClean="0">
                            <a:latin typeface="Cambria Math" panose="02040503050406030204" pitchFamily="18" charset="0"/>
                            <a:cs typeface="Times New Roman" panose="02020603050405020304" pitchFamily="18" charset="0"/>
                          </a:rPr>
                          <m:t>1</m:t>
                        </m:r>
                      </m:sub>
                      <m:sup>
                        <m:r>
                          <a:rPr lang="en-IN" sz="3000" b="0" i="1" smtClean="0">
                            <a:latin typeface="Cambria Math" panose="02040503050406030204" pitchFamily="18" charset="0"/>
                            <a:cs typeface="Times New Roman" panose="02020603050405020304" pitchFamily="18" charset="0"/>
                          </a:rPr>
                          <m:t>′</m:t>
                        </m:r>
                      </m:sup>
                    </m:sSubSup>
                    <m:r>
                      <a:rPr lang="en-IN" sz="3000" b="0" i="1" smtClean="0">
                        <a:latin typeface="Cambria Math" panose="02040503050406030204" pitchFamily="18" charset="0"/>
                        <a:cs typeface="Times New Roman" panose="02020603050405020304" pitchFamily="18" charset="0"/>
                      </a:rPr>
                      <m:t>+</m:t>
                    </m:r>
                    <m:r>
                      <a:rPr lang="en-IN" sz="3000" b="0" i="1" smtClean="0">
                        <a:latin typeface="Cambria Math" panose="02040503050406030204" pitchFamily="18" charset="0"/>
                        <a:cs typeface="Times New Roman" panose="02020603050405020304" pitchFamily="18" charset="0"/>
                      </a:rPr>
                      <m:t>6</m:t>
                    </m:r>
                    <m:sSubSup>
                      <m:sSubSupPr>
                        <m:ctrlPr>
                          <a:rPr lang="en-IN" sz="3000" b="0" i="1" smtClean="0">
                            <a:latin typeface="Cambria Math" panose="02040503050406030204" pitchFamily="18" charset="0"/>
                            <a:cs typeface="Times New Roman" panose="02020603050405020304" pitchFamily="18" charset="0"/>
                          </a:rPr>
                        </m:ctrlPr>
                      </m:sSubSupPr>
                      <m:e>
                        <m:r>
                          <a:rPr lang="en-IN" sz="3000" b="0" i="1" smtClean="0">
                            <a:latin typeface="Cambria Math" panose="02040503050406030204" pitchFamily="18" charset="0"/>
                            <a:cs typeface="Times New Roman" panose="02020603050405020304" pitchFamily="18" charset="0"/>
                          </a:rPr>
                          <m:t>𝜇</m:t>
                        </m:r>
                      </m:e>
                      <m:sub>
                        <m:r>
                          <a:rPr lang="en-IN" sz="3000" b="0" i="1" smtClean="0">
                            <a:latin typeface="Cambria Math" panose="02040503050406030204" pitchFamily="18" charset="0"/>
                            <a:cs typeface="Times New Roman" panose="02020603050405020304" pitchFamily="18" charset="0"/>
                          </a:rPr>
                          <m:t>2</m:t>
                        </m:r>
                      </m:sub>
                      <m:sup>
                        <m:r>
                          <a:rPr lang="en-IN" sz="3000" b="0" i="1" smtClean="0">
                            <a:latin typeface="Cambria Math" panose="02040503050406030204" pitchFamily="18" charset="0"/>
                            <a:cs typeface="Times New Roman" panose="02020603050405020304" pitchFamily="18" charset="0"/>
                          </a:rPr>
                          <m:t>′</m:t>
                        </m:r>
                      </m:sup>
                    </m:sSubSup>
                    <m:sSup>
                      <m:sSupPr>
                        <m:ctrlPr>
                          <a:rPr lang="en-IN" sz="3000" b="0" i="1" smtClean="0">
                            <a:latin typeface="Cambria Math" panose="02040503050406030204" pitchFamily="18" charset="0"/>
                            <a:cs typeface="Times New Roman" panose="02020603050405020304" pitchFamily="18" charset="0"/>
                          </a:rPr>
                        </m:ctrlPr>
                      </m:sSupPr>
                      <m:e>
                        <m:d>
                          <m:dPr>
                            <m:ctrlPr>
                              <a:rPr lang="en-IN" sz="3000" b="0" i="1" smtClean="0">
                                <a:latin typeface="Cambria Math" panose="02040503050406030204" pitchFamily="18" charset="0"/>
                                <a:cs typeface="Times New Roman" panose="02020603050405020304" pitchFamily="18" charset="0"/>
                              </a:rPr>
                            </m:ctrlPr>
                          </m:dPr>
                          <m:e>
                            <m:sSubSup>
                              <m:sSubSupPr>
                                <m:ctrlPr>
                                  <a:rPr lang="en-IN" sz="3000" b="0" i="1" smtClean="0">
                                    <a:latin typeface="Cambria Math" panose="02040503050406030204" pitchFamily="18" charset="0"/>
                                    <a:cs typeface="Times New Roman" panose="02020603050405020304" pitchFamily="18" charset="0"/>
                                  </a:rPr>
                                </m:ctrlPr>
                              </m:sSubSupPr>
                              <m:e>
                                <m:r>
                                  <a:rPr lang="en-IN" sz="3000" b="0" i="1" smtClean="0">
                                    <a:latin typeface="Cambria Math" panose="02040503050406030204" pitchFamily="18" charset="0"/>
                                    <a:cs typeface="Times New Roman" panose="02020603050405020304" pitchFamily="18" charset="0"/>
                                  </a:rPr>
                                  <m:t>𝜇</m:t>
                                </m:r>
                              </m:e>
                              <m:sub>
                                <m:r>
                                  <a:rPr lang="en-IN" sz="3000" b="0" i="1" smtClean="0">
                                    <a:latin typeface="Cambria Math" panose="02040503050406030204" pitchFamily="18" charset="0"/>
                                    <a:cs typeface="Times New Roman" panose="02020603050405020304" pitchFamily="18" charset="0"/>
                                  </a:rPr>
                                  <m:t>1</m:t>
                                </m:r>
                              </m:sub>
                              <m:sup>
                                <m:r>
                                  <a:rPr lang="en-IN" sz="3000" b="0" i="1" smtClean="0">
                                    <a:latin typeface="Cambria Math" panose="02040503050406030204" pitchFamily="18" charset="0"/>
                                    <a:cs typeface="Times New Roman" panose="02020603050405020304" pitchFamily="18" charset="0"/>
                                  </a:rPr>
                                  <m:t>′</m:t>
                                </m:r>
                              </m:sup>
                            </m:sSubSup>
                          </m:e>
                        </m:d>
                      </m:e>
                      <m:sup>
                        <m:r>
                          <a:rPr lang="en-IN" sz="3000" b="0" i="1" smtClean="0">
                            <a:latin typeface="Cambria Math" panose="02040503050406030204" pitchFamily="18" charset="0"/>
                            <a:cs typeface="Times New Roman" panose="02020603050405020304" pitchFamily="18" charset="0"/>
                          </a:rPr>
                          <m:t>2</m:t>
                        </m:r>
                      </m:sup>
                    </m:sSup>
                    <m:r>
                      <a:rPr lang="en-IN" sz="3000" b="0" i="1" smtClean="0">
                        <a:latin typeface="Cambria Math" panose="02040503050406030204" pitchFamily="18" charset="0"/>
                        <a:cs typeface="Times New Roman" panose="02020603050405020304" pitchFamily="18" charset="0"/>
                      </a:rPr>
                      <m:t>−3</m:t>
                    </m:r>
                    <m:sSup>
                      <m:sSupPr>
                        <m:ctrlPr>
                          <a:rPr lang="en-IN" sz="3000" b="0" i="1" smtClean="0">
                            <a:latin typeface="Cambria Math" panose="02040503050406030204" pitchFamily="18" charset="0"/>
                            <a:cs typeface="Times New Roman" panose="02020603050405020304" pitchFamily="18" charset="0"/>
                          </a:rPr>
                        </m:ctrlPr>
                      </m:sSupPr>
                      <m:e>
                        <m:d>
                          <m:dPr>
                            <m:ctrlPr>
                              <a:rPr lang="en-IN" sz="3000" b="0" i="1" smtClean="0">
                                <a:latin typeface="Cambria Math" panose="02040503050406030204" pitchFamily="18" charset="0"/>
                                <a:cs typeface="Times New Roman" panose="02020603050405020304" pitchFamily="18" charset="0"/>
                              </a:rPr>
                            </m:ctrlPr>
                          </m:dPr>
                          <m:e>
                            <m:sSubSup>
                              <m:sSubSupPr>
                                <m:ctrlPr>
                                  <a:rPr lang="en-IN" sz="3000" b="0" i="1" smtClean="0">
                                    <a:latin typeface="Cambria Math" panose="02040503050406030204" pitchFamily="18" charset="0"/>
                                    <a:cs typeface="Times New Roman" panose="02020603050405020304" pitchFamily="18" charset="0"/>
                                  </a:rPr>
                                </m:ctrlPr>
                              </m:sSubSupPr>
                              <m:e>
                                <m:r>
                                  <a:rPr lang="en-IN" sz="3000" b="0" i="1" smtClean="0">
                                    <a:latin typeface="Cambria Math" panose="02040503050406030204" pitchFamily="18" charset="0"/>
                                    <a:cs typeface="Times New Roman" panose="02020603050405020304" pitchFamily="18" charset="0"/>
                                  </a:rPr>
                                  <m:t>𝜇</m:t>
                                </m:r>
                              </m:e>
                              <m:sub>
                                <m:r>
                                  <a:rPr lang="en-IN" sz="3000" b="0" i="1" smtClean="0">
                                    <a:latin typeface="Cambria Math" panose="02040503050406030204" pitchFamily="18" charset="0"/>
                                    <a:cs typeface="Times New Roman" panose="02020603050405020304" pitchFamily="18" charset="0"/>
                                  </a:rPr>
                                  <m:t>1</m:t>
                                </m:r>
                              </m:sub>
                              <m:sup>
                                <m:r>
                                  <a:rPr lang="en-IN" sz="3000" b="0" i="1" smtClean="0">
                                    <a:latin typeface="Cambria Math" panose="02040503050406030204" pitchFamily="18" charset="0"/>
                                    <a:cs typeface="Times New Roman" panose="02020603050405020304" pitchFamily="18" charset="0"/>
                                  </a:rPr>
                                  <m:t>′</m:t>
                                </m:r>
                              </m:sup>
                            </m:sSubSup>
                          </m:e>
                        </m:d>
                      </m:e>
                      <m:sup>
                        <m:r>
                          <a:rPr lang="en-IN" sz="3000" b="0" i="1" smtClean="0">
                            <a:latin typeface="Cambria Math" panose="02040503050406030204" pitchFamily="18" charset="0"/>
                            <a:cs typeface="Times New Roman" panose="02020603050405020304" pitchFamily="18" charset="0"/>
                          </a:rPr>
                          <m:t>4</m:t>
                        </m:r>
                      </m:sup>
                    </m:sSup>
                  </m:oMath>
                </a14:m>
                <a:endParaRPr lang="en-US" sz="3000" dirty="0">
                  <a:latin typeface="Times New Roman" panose="02020603050405020304" pitchFamily="18" charset="0"/>
                  <a:cs typeface="Times New Roman" panose="02020603050405020304" pitchFamily="18" charset="0"/>
                </a:endParaRPr>
              </a:p>
              <a:p>
                <a:pPr marL="0" indent="0">
                  <a:lnSpc>
                    <a:spcPct val="150000"/>
                  </a:lnSpc>
                  <a:buNone/>
                </a:pPr>
                <a:endParaRPr lang="en-US" sz="2400" dirty="0">
                  <a:latin typeface="Times New Roman" panose="02020603050405020304" pitchFamily="18" charset="0"/>
                  <a:cs typeface="Times New Roman" panose="02020603050405020304" pitchFamily="18" charset="0"/>
                </a:endParaRPr>
              </a:p>
              <a:p>
                <a:pPr>
                  <a:lnSpc>
                    <a:spcPct val="150000"/>
                  </a:lnSpc>
                </a:pPr>
                <a:endParaRPr lang="en-US" sz="2400" dirty="0">
                  <a:latin typeface="Times New Roman" panose="02020603050405020304" pitchFamily="18" charset="0"/>
                  <a:cs typeface="Times New Roman" panose="02020603050405020304" pitchFamily="18" charset="0"/>
                </a:endParaRPr>
              </a:p>
            </p:txBody>
          </p:sp>
        </mc:Choice>
        <mc:Fallback>
          <p:sp>
            <p:nvSpPr>
              <p:cNvPr id="3" name="Content Placeholder 2">
                <a:extLst>
                  <a:ext uri="{FF2B5EF4-FFF2-40B4-BE49-F238E27FC236}">
                    <a16:creationId xmlns:a16="http://schemas.microsoft.com/office/drawing/2014/main" id="{04128A12-6969-43D5-A979-3A35910A7FDD}"/>
                  </a:ext>
                </a:extLst>
              </p:cNvPr>
              <p:cNvSpPr>
                <a:spLocks noGrp="1" noRot="1" noChangeAspect="1" noMove="1" noResize="1" noEditPoints="1" noAdjustHandles="1" noChangeArrowheads="1" noChangeShapeType="1" noTextEdit="1"/>
              </p:cNvSpPr>
              <p:nvPr>
                <p:ph idx="1"/>
              </p:nvPr>
            </p:nvSpPr>
            <p:spPr>
              <a:xfrm>
                <a:off x="441960" y="2130558"/>
                <a:ext cx="11323320" cy="4351338"/>
              </a:xfrm>
              <a:blipFill>
                <a:blip r:embed="rId2"/>
                <a:stretch>
                  <a:fillRect/>
                </a:stretch>
              </a:blipFill>
            </p:spPr>
            <p:txBody>
              <a:bodyPr/>
              <a:lstStyle/>
              <a:p>
                <a:r>
                  <a:rPr lang="en-IN">
                    <a:noFill/>
                  </a:rPr>
                  <a:t> </a:t>
                </a:r>
              </a:p>
            </p:txBody>
          </p:sp>
        </mc:Fallback>
      </mc:AlternateContent>
      <p:sp>
        <p:nvSpPr>
          <p:cNvPr id="4" name="Date Placeholder 3"/>
          <p:cNvSpPr>
            <a:spLocks noGrp="1"/>
          </p:cNvSpPr>
          <p:nvPr>
            <p:ph type="dt" sz="half" idx="10"/>
          </p:nvPr>
        </p:nvSpPr>
        <p:spPr/>
        <p:txBody>
          <a:bodyPr/>
          <a:lstStyle/>
          <a:p>
            <a:fld id="{7E702D6C-6B3B-4F16-8BA5-1AF99870D72D}" type="datetime1">
              <a:rPr lang="en-US" smtClean="0"/>
              <a:t>12/21/2024</a:t>
            </a:fld>
            <a:endParaRPr lang="en-US" dirty="0"/>
          </a:p>
        </p:txBody>
      </p:sp>
      <p:sp>
        <p:nvSpPr>
          <p:cNvPr id="5" name="Footer Placeholder 4"/>
          <p:cNvSpPr>
            <a:spLocks noGrp="1"/>
          </p:cNvSpPr>
          <p:nvPr>
            <p:ph type="ftr" sz="quarter" idx="11"/>
          </p:nvPr>
        </p:nvSpPr>
        <p:spPr/>
        <p:txBody>
          <a:bodyPr/>
          <a:lstStyle/>
          <a:p>
            <a:r>
              <a:rPr lang="en-US" dirty="0"/>
              <a:t>Dr. Heena Sharma, Asst. Prof., CSE, Chandigarh University</a:t>
            </a:r>
          </a:p>
        </p:txBody>
      </p:sp>
      <p:sp>
        <p:nvSpPr>
          <p:cNvPr id="6" name="Slide Number Placeholder 5"/>
          <p:cNvSpPr>
            <a:spLocks noGrp="1"/>
          </p:cNvSpPr>
          <p:nvPr>
            <p:ph type="sldNum" sz="quarter" idx="12"/>
          </p:nvPr>
        </p:nvSpPr>
        <p:spPr/>
        <p:txBody>
          <a:bodyPr/>
          <a:lstStyle/>
          <a:p>
            <a:fld id="{DBA1B0FB-D917-4C8C-928F-313BD683BF39}" type="slidenum">
              <a:rPr lang="en-US" smtClean="0"/>
              <a:t>5</a:t>
            </a:fld>
            <a:endParaRPr lang="en-US"/>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9" name="Picture 8" descr="National Board of Accreditation - Wikipedia"/>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p:spTree>
    <p:extLst>
      <p:ext uri="{BB962C8B-B14F-4D97-AF65-F5344CB8AC3E}">
        <p14:creationId xmlns:p14="http://schemas.microsoft.com/office/powerpoint/2010/main" val="28547411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50E7C-41CC-4D1C-BB81-7714C2FF27DB}"/>
              </a:ext>
            </a:extLst>
          </p:cNvPr>
          <p:cNvSpPr>
            <a:spLocks noGrp="1"/>
          </p:cNvSpPr>
          <p:nvPr>
            <p:ph type="title"/>
          </p:nvPr>
        </p:nvSpPr>
        <p:spPr>
          <a:xfrm>
            <a:off x="763385" y="170323"/>
            <a:ext cx="10515600" cy="1325563"/>
          </a:xfrm>
        </p:spPr>
        <p:txBody>
          <a:bodyPr/>
          <a:lstStyle/>
          <a:p>
            <a:r>
              <a:rPr lang="en-US" b="1" dirty="0">
                <a:solidFill>
                  <a:srgbClr val="FF0000"/>
                </a:solidFill>
                <a:latin typeface="Times New Roman" panose="02020603050405020304" pitchFamily="18" charset="0"/>
                <a:cs typeface="Times New Roman" panose="02020603050405020304" pitchFamily="18" charset="0"/>
              </a:rPr>
              <a:t>Moments about Zero or Origin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4128A12-6969-43D5-A979-3A35910A7FDD}"/>
                  </a:ext>
                </a:extLst>
              </p:cNvPr>
              <p:cNvSpPr>
                <a:spLocks noGrp="1"/>
              </p:cNvSpPr>
              <p:nvPr>
                <p:ph idx="1"/>
              </p:nvPr>
            </p:nvSpPr>
            <p:spPr>
              <a:xfrm>
                <a:off x="548640" y="1158240"/>
                <a:ext cx="10805160" cy="4820736"/>
              </a:xfrm>
            </p:spPr>
            <p:txBody>
              <a:bodyPr>
                <a:noAutofit/>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The moments about zero or origin are obtained as follows:</a:t>
                </a:r>
              </a:p>
              <a:p>
                <a:pPr marL="0" indent="0" algn="ctr">
                  <a:lnSpc>
                    <a:spcPct val="150000"/>
                  </a:lnSpc>
                  <a:buNone/>
                </a:pPr>
                <a:r>
                  <a:rPr lang="en-IN"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IN" i="1" smtClean="0">
                            <a:latin typeface="Cambria Math" panose="02040503050406030204" pitchFamily="18" charset="0"/>
                            <a:cs typeface="Times New Roman" panose="02020603050405020304" pitchFamily="18" charset="0"/>
                          </a:rPr>
                        </m:ctrlPr>
                      </m:sSubPr>
                      <m:e>
                        <m:r>
                          <a:rPr lang="en-IN" b="0" i="1" smtClean="0">
                            <a:latin typeface="Cambria Math" panose="02040503050406030204" pitchFamily="18" charset="0"/>
                            <a:cs typeface="Times New Roman" panose="02020603050405020304" pitchFamily="18" charset="0"/>
                          </a:rPr>
                          <m:t>𝑉</m:t>
                        </m:r>
                      </m:e>
                      <m:sub>
                        <m:r>
                          <a:rPr lang="en-IN" b="0" i="1" smtClean="0">
                            <a:latin typeface="Cambria Math" panose="02040503050406030204" pitchFamily="18" charset="0"/>
                            <a:cs typeface="Times New Roman" panose="02020603050405020304" pitchFamily="18" charset="0"/>
                          </a:rPr>
                          <m:t>𝑟</m:t>
                        </m:r>
                      </m:sub>
                    </m:sSub>
                    <m:r>
                      <a:rPr lang="en-IN" b="0" i="1" smtClean="0">
                        <a:latin typeface="Cambria Math" panose="02040503050406030204" pitchFamily="18" charset="0"/>
                        <a:cs typeface="Times New Roman" panose="02020603050405020304" pitchFamily="18" charset="0"/>
                      </a:rPr>
                      <m:t>=</m:t>
                    </m:r>
                    <m:f>
                      <m:fPr>
                        <m:ctrlPr>
                          <a:rPr lang="en-IN" i="1" smtClean="0">
                            <a:latin typeface="Cambria Math" panose="02040503050406030204" pitchFamily="18" charset="0"/>
                            <a:cs typeface="Times New Roman" panose="02020603050405020304" pitchFamily="18" charset="0"/>
                          </a:rPr>
                        </m:ctrlPr>
                      </m:fPr>
                      <m:num>
                        <m:r>
                          <a:rPr lang="en-IN" b="0" i="1" smtClean="0">
                            <a:latin typeface="Cambria Math" panose="02040503050406030204" pitchFamily="18" charset="0"/>
                            <a:cs typeface="Times New Roman" panose="02020603050405020304" pitchFamily="18" charset="0"/>
                          </a:rPr>
                          <m:t>1</m:t>
                        </m:r>
                      </m:num>
                      <m:den>
                        <m:r>
                          <a:rPr lang="en-IN" b="0" i="1" smtClean="0">
                            <a:latin typeface="Cambria Math" panose="02040503050406030204" pitchFamily="18" charset="0"/>
                            <a:cs typeface="Times New Roman" panose="02020603050405020304" pitchFamily="18" charset="0"/>
                          </a:rPr>
                          <m:t>𝑛</m:t>
                        </m:r>
                      </m:den>
                    </m:f>
                    <m:r>
                      <a:rPr lang="en-IN" b="0" i="1" smtClean="0">
                        <a:latin typeface="Cambria Math" panose="02040503050406030204" pitchFamily="18" charset="0"/>
                        <a:cs typeface="Times New Roman" panose="02020603050405020304" pitchFamily="18" charset="0"/>
                      </a:rPr>
                      <m:t>∑</m:t>
                    </m:r>
                    <m:sSup>
                      <m:sSupPr>
                        <m:ctrlPr>
                          <a:rPr lang="en-IN" i="1" smtClean="0">
                            <a:latin typeface="Cambria Math" panose="02040503050406030204" pitchFamily="18" charset="0"/>
                            <a:cs typeface="Times New Roman" panose="02020603050405020304" pitchFamily="18" charset="0"/>
                          </a:rPr>
                        </m:ctrlPr>
                      </m:sSupPr>
                      <m:e>
                        <m:r>
                          <a:rPr lang="en-IN" b="0" i="1" smtClean="0">
                            <a:latin typeface="Cambria Math" panose="02040503050406030204" pitchFamily="18" charset="0"/>
                            <a:cs typeface="Times New Roman" panose="02020603050405020304" pitchFamily="18" charset="0"/>
                          </a:rPr>
                          <m:t>𝑓</m:t>
                        </m:r>
                        <m:d>
                          <m:dPr>
                            <m:ctrlPr>
                              <a:rPr lang="en-IN" i="1" smtClean="0">
                                <a:latin typeface="Cambria Math" panose="02040503050406030204" pitchFamily="18" charset="0"/>
                                <a:cs typeface="Times New Roman" panose="02020603050405020304" pitchFamily="18" charset="0"/>
                              </a:rPr>
                            </m:ctrlPr>
                          </m:dPr>
                          <m:e>
                            <m:r>
                              <a:rPr lang="en-IN" b="0" i="1" smtClean="0">
                                <a:latin typeface="Cambria Math" panose="02040503050406030204" pitchFamily="18" charset="0"/>
                                <a:cs typeface="Times New Roman" panose="02020603050405020304" pitchFamily="18" charset="0"/>
                              </a:rPr>
                              <m:t>𝑥</m:t>
                            </m:r>
                          </m:e>
                        </m:d>
                      </m:e>
                      <m:sup>
                        <m:r>
                          <a:rPr lang="en-IN" b="0" i="1" smtClean="0">
                            <a:latin typeface="Cambria Math" panose="02040503050406030204" pitchFamily="18" charset="0"/>
                            <a:cs typeface="Times New Roman" panose="02020603050405020304" pitchFamily="18" charset="0"/>
                          </a:rPr>
                          <m:t>𝑟</m:t>
                        </m:r>
                      </m:sup>
                    </m:sSup>
                  </m:oMath>
                </a14:m>
                <a:r>
                  <a:rPr lang="en-IN" dirty="0">
                    <a:latin typeface="Times New Roman" panose="02020603050405020304" pitchFamily="18" charset="0"/>
                    <a:cs typeface="Times New Roman" panose="02020603050405020304" pitchFamily="18" charset="0"/>
                  </a:rPr>
                  <a:t>,                  r = 1, 2, 3, 4, …</a:t>
                </a:r>
              </a:p>
              <a:p>
                <a:pPr marL="0" indent="0" algn="just">
                  <a:lnSpc>
                    <a:spcPct val="150000"/>
                  </a:lnSpc>
                  <a:buNone/>
                </a:pPr>
                <a:r>
                  <a:rPr lang="en-IN" dirty="0">
                    <a:latin typeface="Times New Roman" panose="02020603050405020304" pitchFamily="18" charset="0"/>
                    <a:cs typeface="Times New Roman" panose="02020603050405020304" pitchFamily="18" charset="0"/>
                  </a:rPr>
                  <a:t>The first moment about origin gives the mean</a:t>
                </a:r>
              </a:p>
              <a:p>
                <a:pPr marL="0" indent="0" algn="ctr">
                  <a:lnSpc>
                    <a:spcPct val="150000"/>
                  </a:lnSpc>
                  <a:buNone/>
                </a:pPr>
                <a:r>
                  <a:rPr lang="en-IN"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IN" i="1" smtClean="0">
                            <a:latin typeface="Cambria Math" panose="02040503050406030204" pitchFamily="18" charset="0"/>
                            <a:cs typeface="Times New Roman" panose="02020603050405020304" pitchFamily="18" charset="0"/>
                          </a:rPr>
                        </m:ctrlPr>
                      </m:sSubPr>
                      <m:e>
                        <m:r>
                          <a:rPr lang="en-IN" b="0" i="1" smtClean="0">
                            <a:latin typeface="Cambria Math" panose="02040503050406030204" pitchFamily="18" charset="0"/>
                            <a:cs typeface="Times New Roman" panose="02020603050405020304" pitchFamily="18" charset="0"/>
                          </a:rPr>
                          <m:t>𝑉</m:t>
                        </m:r>
                      </m:e>
                      <m:sub>
                        <m:r>
                          <a:rPr lang="en-IN" b="0" i="1" smtClean="0">
                            <a:latin typeface="Cambria Math" panose="02040503050406030204" pitchFamily="18" charset="0"/>
                            <a:cs typeface="Times New Roman" panose="02020603050405020304" pitchFamily="18" charset="0"/>
                          </a:rPr>
                          <m:t>𝑟</m:t>
                        </m:r>
                      </m:sub>
                    </m:sSub>
                    <m:r>
                      <a:rPr lang="en-IN" b="0" i="1" smtClean="0">
                        <a:latin typeface="Cambria Math" panose="02040503050406030204" pitchFamily="18" charset="0"/>
                        <a:cs typeface="Times New Roman" panose="02020603050405020304" pitchFamily="18" charset="0"/>
                      </a:rPr>
                      <m:t>=</m:t>
                    </m:r>
                    <m:f>
                      <m:fPr>
                        <m:ctrlPr>
                          <a:rPr lang="en-IN" i="1" smtClean="0">
                            <a:latin typeface="Cambria Math" panose="02040503050406030204" pitchFamily="18" charset="0"/>
                            <a:cs typeface="Times New Roman" panose="02020603050405020304" pitchFamily="18" charset="0"/>
                          </a:rPr>
                        </m:ctrlPr>
                      </m:fPr>
                      <m:num>
                        <m:r>
                          <a:rPr lang="en-IN" b="0" i="1" smtClean="0">
                            <a:latin typeface="Cambria Math" panose="02040503050406030204" pitchFamily="18" charset="0"/>
                            <a:cs typeface="Times New Roman" panose="02020603050405020304" pitchFamily="18" charset="0"/>
                          </a:rPr>
                          <m:t>1</m:t>
                        </m:r>
                      </m:num>
                      <m:den>
                        <m:r>
                          <a:rPr lang="en-IN" b="0" i="1" smtClean="0">
                            <a:latin typeface="Cambria Math" panose="02040503050406030204" pitchFamily="18" charset="0"/>
                            <a:cs typeface="Times New Roman" panose="02020603050405020304" pitchFamily="18" charset="0"/>
                          </a:rPr>
                          <m:t>𝑛</m:t>
                        </m:r>
                      </m:den>
                    </m:f>
                    <m:r>
                      <a:rPr lang="en-IN" b="0" i="1" smtClean="0">
                        <a:latin typeface="Cambria Math" panose="02040503050406030204" pitchFamily="18" charset="0"/>
                        <a:cs typeface="Times New Roman" panose="02020603050405020304" pitchFamily="18" charset="0"/>
                      </a:rPr>
                      <m:t>∑</m:t>
                    </m:r>
                    <m:r>
                      <a:rPr lang="en-IN" i="1" smtClean="0">
                        <a:latin typeface="Cambria Math" panose="02040503050406030204" pitchFamily="18" charset="0"/>
                        <a:cs typeface="Times New Roman" panose="02020603050405020304" pitchFamily="18" charset="0"/>
                      </a:rPr>
                      <m:t>𝑓</m:t>
                    </m:r>
                    <m:r>
                      <a:rPr lang="en-IN" b="0" i="1" smtClean="0">
                        <a:latin typeface="Cambria Math" panose="02040503050406030204" pitchFamily="18" charset="0"/>
                        <a:cs typeface="Times New Roman" panose="02020603050405020304" pitchFamily="18" charset="0"/>
                      </a:rPr>
                      <m:t>𝑥</m:t>
                    </m:r>
                  </m:oMath>
                </a14:m>
                <a:r>
                  <a:rPr lang="en-IN" dirty="0">
                    <a:latin typeface="Times New Roman" panose="02020603050405020304" pitchFamily="18" charset="0"/>
                    <a:cs typeface="Times New Roman" panose="02020603050405020304" pitchFamily="18" charset="0"/>
                  </a:rPr>
                  <a:t>                         ; A.M.</a:t>
                </a:r>
              </a:p>
              <a:p>
                <a:pPr marL="0" indent="0" algn="just">
                  <a:lnSpc>
                    <a:spcPct val="250000"/>
                  </a:lnSpc>
                  <a:buNone/>
                </a:pPr>
                <a:r>
                  <a:rPr lang="en-IN" sz="2400" dirty="0">
                    <a:latin typeface="Times New Roman" panose="02020603050405020304" pitchFamily="18" charset="0"/>
                    <a:cs typeface="Times New Roman" panose="02020603050405020304" pitchFamily="18" charset="0"/>
                  </a:rPr>
                  <a:t>  </a:t>
                </a:r>
                <a:endParaRPr lang="en-US" sz="2400" b="1" dirty="0">
                  <a:latin typeface="Times New Roman" panose="02020603050405020304" pitchFamily="18" charset="0"/>
                  <a:cs typeface="Times New Roman" panose="02020603050405020304" pitchFamily="18" charset="0"/>
                </a:endParaRPr>
              </a:p>
              <a:p>
                <a:pPr marL="0" indent="0" algn="just">
                  <a:lnSpc>
                    <a:spcPct val="250000"/>
                  </a:lnSpc>
                  <a:buNone/>
                </a:pPr>
                <a:endParaRPr lang="en-US" sz="2400" dirty="0">
                  <a:latin typeface="Times New Roman" panose="02020603050405020304" pitchFamily="18" charset="0"/>
                  <a:cs typeface="Times New Roman" panose="02020603050405020304" pitchFamily="18" charset="0"/>
                </a:endParaRPr>
              </a:p>
              <a:p>
                <a:pPr>
                  <a:lnSpc>
                    <a:spcPct val="150000"/>
                  </a:lnSpc>
                </a:pPr>
                <a:endParaRPr lang="en-US" sz="2400" dirty="0">
                  <a:latin typeface="Times New Roman" panose="02020603050405020304" pitchFamily="18" charset="0"/>
                  <a:cs typeface="Times New Roman" panose="02020603050405020304" pitchFamily="18" charset="0"/>
                </a:endParaRPr>
              </a:p>
            </p:txBody>
          </p:sp>
        </mc:Choice>
        <mc:Fallback>
          <p:sp>
            <p:nvSpPr>
              <p:cNvPr id="3" name="Content Placeholder 2">
                <a:extLst>
                  <a:ext uri="{FF2B5EF4-FFF2-40B4-BE49-F238E27FC236}">
                    <a16:creationId xmlns:a16="http://schemas.microsoft.com/office/drawing/2014/main" id="{04128A12-6969-43D5-A979-3A35910A7FDD}"/>
                  </a:ext>
                </a:extLst>
              </p:cNvPr>
              <p:cNvSpPr>
                <a:spLocks noGrp="1" noRot="1" noChangeAspect="1" noMove="1" noResize="1" noEditPoints="1" noAdjustHandles="1" noChangeArrowheads="1" noChangeShapeType="1" noTextEdit="1"/>
              </p:cNvSpPr>
              <p:nvPr>
                <p:ph idx="1"/>
              </p:nvPr>
            </p:nvSpPr>
            <p:spPr>
              <a:xfrm>
                <a:off x="548640" y="1158240"/>
                <a:ext cx="10805160" cy="4820736"/>
              </a:xfrm>
              <a:blipFill>
                <a:blip r:embed="rId2"/>
                <a:stretch>
                  <a:fillRect l="-1128"/>
                </a:stretch>
              </a:blipFill>
            </p:spPr>
            <p:txBody>
              <a:bodyPr/>
              <a:lstStyle/>
              <a:p>
                <a:r>
                  <a:rPr lang="en-IN">
                    <a:noFill/>
                  </a:rPr>
                  <a:t> </a:t>
                </a:r>
              </a:p>
            </p:txBody>
          </p:sp>
        </mc:Fallback>
      </mc:AlternateContent>
      <p:sp>
        <p:nvSpPr>
          <p:cNvPr id="4" name="Date Placeholder 3"/>
          <p:cNvSpPr>
            <a:spLocks noGrp="1"/>
          </p:cNvSpPr>
          <p:nvPr>
            <p:ph type="dt" sz="half" idx="10"/>
          </p:nvPr>
        </p:nvSpPr>
        <p:spPr/>
        <p:txBody>
          <a:bodyPr/>
          <a:lstStyle/>
          <a:p>
            <a:fld id="{7E702D6C-6B3B-4F16-8BA5-1AF99870D72D}" type="datetime1">
              <a:rPr lang="en-US" smtClean="0"/>
              <a:t>12/21/2024</a:t>
            </a:fld>
            <a:endParaRPr lang="en-US" dirty="0"/>
          </a:p>
        </p:txBody>
      </p:sp>
      <p:sp>
        <p:nvSpPr>
          <p:cNvPr id="5" name="Footer Placeholder 4"/>
          <p:cNvSpPr>
            <a:spLocks noGrp="1"/>
          </p:cNvSpPr>
          <p:nvPr>
            <p:ph type="ftr" sz="quarter" idx="11"/>
          </p:nvPr>
        </p:nvSpPr>
        <p:spPr/>
        <p:txBody>
          <a:bodyPr/>
          <a:lstStyle/>
          <a:p>
            <a:r>
              <a:rPr lang="en-US" dirty="0"/>
              <a:t>Dr. Heena Sharma, Asst. Prof., CSE, Chandigarh University</a:t>
            </a:r>
          </a:p>
        </p:txBody>
      </p:sp>
      <p:sp>
        <p:nvSpPr>
          <p:cNvPr id="6" name="Slide Number Placeholder 5"/>
          <p:cNvSpPr>
            <a:spLocks noGrp="1"/>
          </p:cNvSpPr>
          <p:nvPr>
            <p:ph type="sldNum" sz="quarter" idx="12"/>
          </p:nvPr>
        </p:nvSpPr>
        <p:spPr/>
        <p:txBody>
          <a:bodyPr/>
          <a:lstStyle/>
          <a:p>
            <a:fld id="{DBA1B0FB-D917-4C8C-928F-313BD683BF39}" type="slidenum">
              <a:rPr lang="en-US" smtClean="0"/>
              <a:t>6</a:t>
            </a:fld>
            <a:endParaRPr lang="en-US"/>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9" name="Picture 8" descr="National Board of Accreditation - Wikipedia"/>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p:spTree>
    <p:extLst>
      <p:ext uri="{BB962C8B-B14F-4D97-AF65-F5344CB8AC3E}">
        <p14:creationId xmlns:p14="http://schemas.microsoft.com/office/powerpoint/2010/main" val="23267082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490100" y="1750549"/>
            <a:ext cx="9701062" cy="1620763"/>
          </a:xfrm>
        </p:spPr>
        <p:txBody>
          <a:bodyPr>
            <a:normAutofit/>
          </a:bodyPr>
          <a:lstStyle/>
          <a:p>
            <a:r>
              <a:rPr lang="en-IN" sz="3600" b="1" dirty="0">
                <a:solidFill>
                  <a:srgbClr val="FF0000"/>
                </a:solidFill>
                <a:latin typeface="Times New Roman" panose="02020603050405020304" pitchFamily="18" charset="0"/>
                <a:cs typeface="Times New Roman" panose="02020603050405020304" pitchFamily="18" charset="0"/>
              </a:rPr>
              <a:t>THANKS FOR PAYING ATTENTION</a:t>
            </a:r>
          </a:p>
        </p:txBody>
      </p:sp>
      <p:sp>
        <p:nvSpPr>
          <p:cNvPr id="3" name="Content Placeholder 2"/>
          <p:cNvSpPr>
            <a:spLocks noGrp="1"/>
          </p:cNvSpPr>
          <p:nvPr>
            <p:ph idx="1"/>
          </p:nvPr>
        </p:nvSpPr>
        <p:spPr>
          <a:xfrm>
            <a:off x="1511204" y="4751817"/>
            <a:ext cx="5581081" cy="1604535"/>
          </a:xfrm>
        </p:spPr>
        <p:txBody>
          <a:bodyPr/>
          <a:lstStyle/>
          <a:p>
            <a:pPr marL="0" indent="0">
              <a:buNone/>
            </a:pPr>
            <a:r>
              <a:rPr lang="en-IN" b="1" dirty="0">
                <a:latin typeface="Times New Roman" panose="02020603050405020304" pitchFamily="18" charset="0"/>
                <a:cs typeface="Times New Roman" panose="02020603050405020304" pitchFamily="18" charset="0"/>
              </a:rPr>
              <a:t>Please Send Your Queries on:</a:t>
            </a:r>
          </a:p>
          <a:p>
            <a:pPr marL="0" indent="0">
              <a:buNone/>
            </a:pPr>
            <a:endParaRPr lang="en-IN" dirty="0">
              <a:latin typeface="Times New Roman" panose="02020603050405020304" pitchFamily="18" charset="0"/>
              <a:cs typeface="Times New Roman" panose="02020603050405020304" pitchFamily="18" charset="0"/>
            </a:endParaRPr>
          </a:p>
          <a:p>
            <a:pPr marL="0" indent="0" algn="ctr">
              <a:buNone/>
            </a:pPr>
            <a:r>
              <a:rPr lang="en-IN" b="1" dirty="0">
                <a:latin typeface="Times New Roman" panose="02020603050405020304" pitchFamily="18" charset="0"/>
                <a:cs typeface="Times New Roman" panose="02020603050405020304" pitchFamily="18" charset="0"/>
              </a:rPr>
              <a:t>e-Mail:</a:t>
            </a: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heena.e6398</a:t>
            </a:r>
            <a:r>
              <a:rPr lang="en-US" altLang="en-IN" dirty="0">
                <a:latin typeface="Times New Roman" panose="02020603050405020304" pitchFamily="18" charset="0"/>
                <a:cs typeface="Times New Roman" panose="02020603050405020304" pitchFamily="18" charset="0"/>
              </a:rPr>
              <a:t>@cumail.in</a:t>
            </a:r>
            <a:endParaRPr lang="en-IN" i="1"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fld id="{C3F54D28-3166-46FA-830B-CDFA17016EA9}" type="datetime1">
              <a:rPr lang="en-US" smtClean="0"/>
              <a:t>12/21/2024</a:t>
            </a:fld>
            <a:endParaRPr lang="en-US" dirty="0"/>
          </a:p>
        </p:txBody>
      </p:sp>
      <p:sp>
        <p:nvSpPr>
          <p:cNvPr id="6" name="Footer Placeholder 5"/>
          <p:cNvSpPr>
            <a:spLocks noGrp="1"/>
          </p:cNvSpPr>
          <p:nvPr>
            <p:ph type="ftr" sz="quarter" idx="11"/>
          </p:nvPr>
        </p:nvSpPr>
        <p:spPr/>
        <p:txBody>
          <a:bodyPr/>
          <a:lstStyle/>
          <a:p>
            <a:r>
              <a:rPr lang="en-US" dirty="0"/>
              <a:t>Dr. Heena Sharma, Asst. Prof., CSE, Chandigarh University</a:t>
            </a:r>
          </a:p>
        </p:txBody>
      </p:sp>
      <p:sp>
        <p:nvSpPr>
          <p:cNvPr id="7" name="Slide Number Placeholder 6"/>
          <p:cNvSpPr>
            <a:spLocks noGrp="1"/>
          </p:cNvSpPr>
          <p:nvPr>
            <p:ph type="sldNum" sz="quarter" idx="12"/>
          </p:nvPr>
        </p:nvSpPr>
        <p:spPr/>
        <p:txBody>
          <a:bodyPr/>
          <a:lstStyle/>
          <a:p>
            <a:fld id="{EBFB1032-EA64-7144-B003-9BCC9D94B503}" type="slidenum">
              <a:rPr lang="en-US" smtClean="0"/>
              <a:t>7</a:t>
            </a:fld>
            <a:endParaRPr lang="en-US" dirty="0"/>
          </a:p>
        </p:txBody>
      </p:sp>
    </p:spTree>
    <p:extLst>
      <p:ext uri="{BB962C8B-B14F-4D97-AF65-F5344CB8AC3E}">
        <p14:creationId xmlns:p14="http://schemas.microsoft.com/office/powerpoint/2010/main" val="3855251701"/>
      </p:ext>
    </p:extLst>
  </p:cSld>
  <p:clrMapOvr>
    <a:masterClrMapping/>
  </p:clrMapOvr>
</p:sld>
</file>

<file path=ppt/theme/theme1.xml><?xml version="1.0" encoding="utf-8"?>
<a:theme xmlns:a="http://schemas.openxmlformats.org/drawingml/2006/main" name="Theme1">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1" id="{B6D42BB5-B258-40DA-A2BD-23CC4410B433}" vid="{78C5852C-0C40-40EE-A5D6-7CC1AC678A84}"/>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Theme1</Template>
  <TotalTime>5142</TotalTime>
  <Words>551</Words>
  <Application>Microsoft Office PowerPoint</Application>
  <PresentationFormat>Widescreen</PresentationFormat>
  <Paragraphs>63</Paragraphs>
  <Slides>7</Slides>
  <Notes>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7</vt:i4>
      </vt:variant>
    </vt:vector>
  </HeadingPairs>
  <TitlesOfParts>
    <vt:vector size="15" baseType="lpstr">
      <vt:lpstr>Arial</vt:lpstr>
      <vt:lpstr>Calibri</vt:lpstr>
      <vt:lpstr>Calibri Light</vt:lpstr>
      <vt:lpstr>Cambria Math</vt:lpstr>
      <vt:lpstr>Times New Roman</vt:lpstr>
      <vt:lpstr>Wingdings</vt:lpstr>
      <vt:lpstr>Theme1</vt:lpstr>
      <vt:lpstr>Contents Slide Master</vt:lpstr>
      <vt:lpstr>PowerPoint Presentation</vt:lpstr>
      <vt:lpstr>PowerPoint Presentation</vt:lpstr>
      <vt:lpstr>PowerPoint Presentation</vt:lpstr>
      <vt:lpstr>Moments about Arbitrary Points</vt:lpstr>
      <vt:lpstr>Relation Between Central Moments and Moments about any Arbitrary Points</vt:lpstr>
      <vt:lpstr>Moments about Zero or Origin</vt:lpstr>
      <vt:lpstr>THANKS FOR PAYING ATTENTION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Unit 1</dc:title>
  <dc:creator>gaurav srivastav</dc:creator>
  <cp:lastModifiedBy>Heena Sharma</cp:lastModifiedBy>
  <cp:revision>204</cp:revision>
  <dcterms:created xsi:type="dcterms:W3CDTF">2020-08-04T18:57:56Z</dcterms:created>
  <dcterms:modified xsi:type="dcterms:W3CDTF">2024-12-21T04:02:38Z</dcterms:modified>
</cp:coreProperties>
</file>