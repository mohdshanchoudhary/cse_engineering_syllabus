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 id="2147483741" r:id="rId2"/>
  </p:sldMasterIdLst>
  <p:notesMasterIdLst>
    <p:notesMasterId r:id="rId13"/>
  </p:notesMasterIdLst>
  <p:handoutMasterIdLst>
    <p:handoutMasterId r:id="rId14"/>
  </p:handoutMasterIdLst>
  <p:sldIdLst>
    <p:sldId id="662" r:id="rId3"/>
    <p:sldId id="663" r:id="rId4"/>
    <p:sldId id="664" r:id="rId5"/>
    <p:sldId id="665" r:id="rId6"/>
    <p:sldId id="257" r:id="rId7"/>
    <p:sldId id="675" r:id="rId8"/>
    <p:sldId id="669" r:id="rId9"/>
    <p:sldId id="676" r:id="rId10"/>
    <p:sldId id="677" r:id="rId11"/>
    <p:sldId id="6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7" autoAdjust="0"/>
    <p:restoredTop sz="93922" autoAdjust="0"/>
  </p:normalViewPr>
  <p:slideViewPr>
    <p:cSldViewPr snapToGrid="0">
      <p:cViewPr varScale="1">
        <p:scale>
          <a:sx n="77" d="100"/>
          <a:sy n="77" d="100"/>
        </p:scale>
        <p:origin x="1003" y="53"/>
      </p:cViewPr>
      <p:guideLst/>
    </p:cSldViewPr>
  </p:slideViewPr>
  <p:outlineViewPr>
    <p:cViewPr>
      <p:scale>
        <a:sx n="33" d="100"/>
        <a:sy n="33" d="100"/>
      </p:scale>
      <p:origin x="0" y="-97452"/>
    </p:cViewPr>
  </p:outlin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na Sharma" userId="62c86d104d15e078" providerId="LiveId" clId="{F4567730-CF1C-49AC-91DE-FDB6A537FCD1}"/>
    <pc:docChg chg="undo custSel addSld delSld modSld">
      <pc:chgData name="Heena Sharma" userId="62c86d104d15e078" providerId="LiveId" clId="{F4567730-CF1C-49AC-91DE-FDB6A537FCD1}" dt="2024-12-17T10:32:51.890" v="5737" actId="2696"/>
      <pc:docMkLst>
        <pc:docMk/>
      </pc:docMkLst>
      <pc:sldChg chg="modSp mod">
        <pc:chgData name="Heena Sharma" userId="62c86d104d15e078" providerId="LiveId" clId="{F4567730-CF1C-49AC-91DE-FDB6A537FCD1}" dt="2024-12-16T08:35:37.743" v="1028" actId="5793"/>
        <pc:sldMkLst>
          <pc:docMk/>
          <pc:sldMk cId="2854741177" sldId="257"/>
        </pc:sldMkLst>
        <pc:spChg chg="mod">
          <ac:chgData name="Heena Sharma" userId="62c86d104d15e078" providerId="LiveId" clId="{F4567730-CF1C-49AC-91DE-FDB6A537FCD1}" dt="2024-12-16T08:32:44.405" v="611" actId="20577"/>
          <ac:spMkLst>
            <pc:docMk/>
            <pc:sldMk cId="2854741177" sldId="257"/>
            <ac:spMk id="2" creationId="{B9750E7C-41CC-4D1C-BB81-7714C2FF27DB}"/>
          </ac:spMkLst>
        </pc:spChg>
        <pc:spChg chg="mod">
          <ac:chgData name="Heena Sharma" userId="62c86d104d15e078" providerId="LiveId" clId="{F4567730-CF1C-49AC-91DE-FDB6A537FCD1}" dt="2024-12-16T08:35:37.743" v="1028" actId="5793"/>
          <ac:spMkLst>
            <pc:docMk/>
            <pc:sldMk cId="2854741177" sldId="257"/>
            <ac:spMk id="3" creationId="{04128A12-6969-43D5-A979-3A35910A7FDD}"/>
          </ac:spMkLst>
        </pc:spChg>
      </pc:sldChg>
      <pc:sldChg chg="delSp modSp mod">
        <pc:chgData name="Heena Sharma" userId="62c86d104d15e078" providerId="LiveId" clId="{F4567730-CF1C-49AC-91DE-FDB6A537FCD1}" dt="2024-12-16T08:32:20.243" v="583" actId="1035"/>
        <pc:sldMkLst>
          <pc:docMk/>
          <pc:sldMk cId="371773017" sldId="665"/>
        </pc:sldMkLst>
        <pc:spChg chg="mod">
          <ac:chgData name="Heena Sharma" userId="62c86d104d15e078" providerId="LiveId" clId="{F4567730-CF1C-49AC-91DE-FDB6A537FCD1}" dt="2024-12-16T08:32:20.243" v="583" actId="1035"/>
          <ac:spMkLst>
            <pc:docMk/>
            <pc:sldMk cId="371773017" sldId="665"/>
            <ac:spMk id="6" creationId="{00000000-0000-0000-0000-000000000000}"/>
          </ac:spMkLst>
        </pc:spChg>
        <pc:spChg chg="del">
          <ac:chgData name="Heena Sharma" userId="62c86d104d15e078" providerId="LiveId" clId="{F4567730-CF1C-49AC-91DE-FDB6A537FCD1}" dt="2024-12-16T08:27:54.150" v="42" actId="478"/>
          <ac:spMkLst>
            <pc:docMk/>
            <pc:sldMk cId="371773017" sldId="665"/>
            <ac:spMk id="7" creationId="{00000000-0000-0000-0000-000000000000}"/>
          </ac:spMkLst>
        </pc:spChg>
        <pc:spChg chg="mod">
          <ac:chgData name="Heena Sharma" userId="62c86d104d15e078" providerId="LiveId" clId="{F4567730-CF1C-49AC-91DE-FDB6A537FCD1}" dt="2024-12-16T08:27:48.640" v="41" actId="403"/>
          <ac:spMkLst>
            <pc:docMk/>
            <pc:sldMk cId="371773017" sldId="665"/>
            <ac:spMk id="9" creationId="{00000000-0000-0000-0000-000000000000}"/>
          </ac:spMkLst>
        </pc:spChg>
      </pc:sldChg>
      <pc:sldChg chg="delSp modSp del mod">
        <pc:chgData name="Heena Sharma" userId="62c86d104d15e078" providerId="LiveId" clId="{F4567730-CF1C-49AC-91DE-FDB6A537FCD1}" dt="2024-12-17T10:32:47.074" v="5736" actId="2696"/>
        <pc:sldMkLst>
          <pc:docMk/>
          <pc:sldMk cId="3167901213" sldId="666"/>
        </pc:sldMkLst>
        <pc:graphicFrameChg chg="del modGraphic">
          <ac:chgData name="Heena Sharma" userId="62c86d104d15e078" providerId="LiveId" clId="{F4567730-CF1C-49AC-91DE-FDB6A537FCD1}" dt="2024-12-16T08:53:14.084" v="2107" actId="478"/>
          <ac:graphicFrameMkLst>
            <pc:docMk/>
            <pc:sldMk cId="3167901213" sldId="666"/>
            <ac:graphicFrameMk id="3" creationId="{4DD6F950-093B-122F-D11F-0935096BA584}"/>
          </ac:graphicFrameMkLst>
        </pc:graphicFrameChg>
      </pc:sldChg>
      <pc:sldChg chg="delSp del">
        <pc:chgData name="Heena Sharma" userId="62c86d104d15e078" providerId="LiveId" clId="{F4567730-CF1C-49AC-91DE-FDB6A537FCD1}" dt="2024-12-17T10:32:51.890" v="5737" actId="2696"/>
        <pc:sldMkLst>
          <pc:docMk/>
          <pc:sldMk cId="2292020777" sldId="667"/>
        </pc:sldMkLst>
        <pc:picChg chg="del">
          <ac:chgData name="Heena Sharma" userId="62c86d104d15e078" providerId="LiveId" clId="{F4567730-CF1C-49AC-91DE-FDB6A537FCD1}" dt="2024-12-16T08:53:16.828" v="2108" actId="478"/>
          <ac:picMkLst>
            <pc:docMk/>
            <pc:sldMk cId="2292020777" sldId="667"/>
            <ac:picMk id="1026" creationId="{00000000-0000-0000-0000-000000000000}"/>
          </ac:picMkLst>
        </pc:picChg>
      </pc:sldChg>
      <pc:sldChg chg="addSp delSp modSp mod">
        <pc:chgData name="Heena Sharma" userId="62c86d104d15e078" providerId="LiveId" clId="{F4567730-CF1C-49AC-91DE-FDB6A537FCD1}" dt="2024-12-16T08:45:04.538" v="1832" actId="27636"/>
        <pc:sldMkLst>
          <pc:docMk/>
          <pc:sldMk cId="239812170" sldId="669"/>
        </pc:sldMkLst>
        <pc:spChg chg="mod">
          <ac:chgData name="Heena Sharma" userId="62c86d104d15e078" providerId="LiveId" clId="{F4567730-CF1C-49AC-91DE-FDB6A537FCD1}" dt="2024-12-16T08:39:03.297" v="1319" actId="20577"/>
          <ac:spMkLst>
            <pc:docMk/>
            <pc:sldMk cId="239812170" sldId="669"/>
            <ac:spMk id="2" creationId="{B9750E7C-41CC-4D1C-BB81-7714C2FF27DB}"/>
          </ac:spMkLst>
        </pc:spChg>
        <pc:spChg chg="del mod">
          <ac:chgData name="Heena Sharma" userId="62c86d104d15e078" providerId="LiveId" clId="{F4567730-CF1C-49AC-91DE-FDB6A537FCD1}" dt="2024-12-16T08:44:58.278" v="1828" actId="478"/>
          <ac:spMkLst>
            <pc:docMk/>
            <pc:sldMk cId="239812170" sldId="669"/>
            <ac:spMk id="3" creationId="{04128A12-6969-43D5-A979-3A35910A7FDD}"/>
          </ac:spMkLst>
        </pc:spChg>
        <pc:spChg chg="del">
          <ac:chgData name="Heena Sharma" userId="62c86d104d15e078" providerId="LiveId" clId="{F4567730-CF1C-49AC-91DE-FDB6A537FCD1}" dt="2024-12-16T08:38:55.406" v="1304" actId="478"/>
          <ac:spMkLst>
            <pc:docMk/>
            <pc:sldMk cId="239812170" sldId="669"/>
            <ac:spMk id="11" creationId="{11725F4A-AD2A-7B78-9298-459602AF71D3}"/>
          </ac:spMkLst>
        </pc:spChg>
        <pc:spChg chg="add mod">
          <ac:chgData name="Heena Sharma" userId="62c86d104d15e078" providerId="LiveId" clId="{F4567730-CF1C-49AC-91DE-FDB6A537FCD1}" dt="2024-12-16T08:45:04.538" v="1832" actId="27636"/>
          <ac:spMkLst>
            <pc:docMk/>
            <pc:sldMk cId="239812170" sldId="669"/>
            <ac:spMk id="12" creationId="{A0DB3F44-6AE8-E224-D613-DC4C3F479347}"/>
          </ac:spMkLst>
        </pc:spChg>
      </pc:sldChg>
      <pc:sldChg chg="addSp delSp modSp add del mod">
        <pc:chgData name="Heena Sharma" userId="62c86d104d15e078" providerId="LiveId" clId="{F4567730-CF1C-49AC-91DE-FDB6A537FCD1}" dt="2024-12-17T09:42:01.800" v="2464" actId="2696"/>
        <pc:sldMkLst>
          <pc:docMk/>
          <pc:sldMk cId="37086850" sldId="670"/>
        </pc:sldMkLst>
        <pc:spChg chg="mod">
          <ac:chgData name="Heena Sharma" userId="62c86d104d15e078" providerId="LiveId" clId="{F4567730-CF1C-49AC-91DE-FDB6A537FCD1}" dt="2024-12-17T09:38:43.617" v="2136" actId="20577"/>
          <ac:spMkLst>
            <pc:docMk/>
            <pc:sldMk cId="37086850" sldId="670"/>
            <ac:spMk id="2" creationId="{B9750E7C-41CC-4D1C-BB81-7714C2FF27DB}"/>
          </ac:spMkLst>
        </pc:spChg>
        <pc:spChg chg="del mod">
          <ac:chgData name="Heena Sharma" userId="62c86d104d15e078" providerId="LiveId" clId="{F4567730-CF1C-49AC-91DE-FDB6A537FCD1}" dt="2024-12-16T08:52:43.808" v="2100" actId="478"/>
          <ac:spMkLst>
            <pc:docMk/>
            <pc:sldMk cId="37086850" sldId="670"/>
            <ac:spMk id="3" creationId="{04128A12-6969-43D5-A979-3A35910A7FDD}"/>
          </ac:spMkLst>
        </pc:spChg>
        <pc:spChg chg="del">
          <ac:chgData name="Heena Sharma" userId="62c86d104d15e078" providerId="LiveId" clId="{F4567730-CF1C-49AC-91DE-FDB6A537FCD1}" dt="2024-12-17T09:38:11.357" v="2110" actId="478"/>
          <ac:spMkLst>
            <pc:docMk/>
            <pc:sldMk cId="37086850" sldId="670"/>
            <ac:spMk id="11" creationId="{11725F4A-AD2A-7B78-9298-459602AF71D3}"/>
          </ac:spMkLst>
        </pc:spChg>
        <pc:spChg chg="add del mod">
          <ac:chgData name="Heena Sharma" userId="62c86d104d15e078" providerId="LiveId" clId="{F4567730-CF1C-49AC-91DE-FDB6A537FCD1}" dt="2024-12-17T09:38:10.149" v="2109" actId="478"/>
          <ac:spMkLst>
            <pc:docMk/>
            <pc:sldMk cId="37086850" sldId="670"/>
            <ac:spMk id="12" creationId="{7C39DD99-B908-F0B9-AD5A-F0C001092F27}"/>
          </ac:spMkLst>
        </pc:spChg>
        <pc:spChg chg="add mod">
          <ac:chgData name="Heena Sharma" userId="62c86d104d15e078" providerId="LiveId" clId="{F4567730-CF1C-49AC-91DE-FDB6A537FCD1}" dt="2024-12-17T09:41:50.342" v="2462" actId="20577"/>
          <ac:spMkLst>
            <pc:docMk/>
            <pc:sldMk cId="37086850" sldId="670"/>
            <ac:spMk id="13" creationId="{E79E412A-FCE5-8165-D4BE-D8E66CEB5BA9}"/>
          </ac:spMkLst>
        </pc:spChg>
      </pc:sldChg>
      <pc:sldChg chg="modSp mod">
        <pc:chgData name="Heena Sharma" userId="62c86d104d15e078" providerId="LiveId" clId="{F4567730-CF1C-49AC-91DE-FDB6A537FCD1}" dt="2024-12-17T09:46:24.075" v="3259" actId="113"/>
        <pc:sldMkLst>
          <pc:docMk/>
          <pc:sldMk cId="2155790400" sldId="671"/>
        </pc:sldMkLst>
        <pc:spChg chg="mod">
          <ac:chgData name="Heena Sharma" userId="62c86d104d15e078" providerId="LiveId" clId="{F4567730-CF1C-49AC-91DE-FDB6A537FCD1}" dt="2024-12-17T09:43:51.506" v="2787" actId="20577"/>
          <ac:spMkLst>
            <pc:docMk/>
            <pc:sldMk cId="2155790400" sldId="671"/>
            <ac:spMk id="2" creationId="{B9750E7C-41CC-4D1C-BB81-7714C2FF27DB}"/>
          </ac:spMkLst>
        </pc:spChg>
        <pc:spChg chg="mod">
          <ac:chgData name="Heena Sharma" userId="62c86d104d15e078" providerId="LiveId" clId="{F4567730-CF1C-49AC-91DE-FDB6A537FCD1}" dt="2024-12-17T09:46:24.075" v="3259" actId="113"/>
          <ac:spMkLst>
            <pc:docMk/>
            <pc:sldMk cId="2155790400" sldId="671"/>
            <ac:spMk id="3" creationId="{04128A12-6969-43D5-A979-3A35910A7FDD}"/>
          </ac:spMkLst>
        </pc:spChg>
      </pc:sldChg>
      <pc:sldChg chg="addSp delSp modSp mod">
        <pc:chgData name="Heena Sharma" userId="62c86d104d15e078" providerId="LiveId" clId="{F4567730-CF1C-49AC-91DE-FDB6A537FCD1}" dt="2024-12-17T09:53:56.480" v="3775" actId="2710"/>
        <pc:sldMkLst>
          <pc:docMk/>
          <pc:sldMk cId="1703565890" sldId="672"/>
        </pc:sldMkLst>
        <pc:spChg chg="mod">
          <ac:chgData name="Heena Sharma" userId="62c86d104d15e078" providerId="LiveId" clId="{F4567730-CF1C-49AC-91DE-FDB6A537FCD1}" dt="2024-12-17T09:47:21.601" v="3329" actId="14100"/>
          <ac:spMkLst>
            <pc:docMk/>
            <pc:sldMk cId="1703565890" sldId="672"/>
            <ac:spMk id="2" creationId="{B9750E7C-41CC-4D1C-BB81-7714C2FF27DB}"/>
          </ac:spMkLst>
        </pc:spChg>
        <pc:spChg chg="del mod">
          <ac:chgData name="Heena Sharma" userId="62c86d104d15e078" providerId="LiveId" clId="{F4567730-CF1C-49AC-91DE-FDB6A537FCD1}" dt="2024-12-17T09:51:02.187" v="3559" actId="478"/>
          <ac:spMkLst>
            <pc:docMk/>
            <pc:sldMk cId="1703565890" sldId="672"/>
            <ac:spMk id="3" creationId="{04128A12-6969-43D5-A979-3A35910A7FDD}"/>
          </ac:spMkLst>
        </pc:spChg>
        <pc:spChg chg="add mod">
          <ac:chgData name="Heena Sharma" userId="62c86d104d15e078" providerId="LiveId" clId="{F4567730-CF1C-49AC-91DE-FDB6A537FCD1}" dt="2024-12-17T09:53:56.480" v="3775" actId="2710"/>
          <ac:spMkLst>
            <pc:docMk/>
            <pc:sldMk cId="1703565890" sldId="672"/>
            <ac:spMk id="11" creationId="{FC72746E-544F-97CF-9B9F-81C30BC6EB7E}"/>
          </ac:spMkLst>
        </pc:spChg>
      </pc:sldChg>
      <pc:sldChg chg="addSp delSp modSp mod">
        <pc:chgData name="Heena Sharma" userId="62c86d104d15e078" providerId="LiveId" clId="{F4567730-CF1C-49AC-91DE-FDB6A537FCD1}" dt="2024-12-17T09:53:39.788" v="3773" actId="122"/>
        <pc:sldMkLst>
          <pc:docMk/>
          <pc:sldMk cId="1578764613" sldId="673"/>
        </pc:sldMkLst>
        <pc:spChg chg="mod">
          <ac:chgData name="Heena Sharma" userId="62c86d104d15e078" providerId="LiveId" clId="{F4567730-CF1C-49AC-91DE-FDB6A537FCD1}" dt="2024-12-17T09:50:27.546" v="3551" actId="14100"/>
          <ac:spMkLst>
            <pc:docMk/>
            <pc:sldMk cId="1578764613" sldId="673"/>
            <ac:spMk id="2" creationId="{B9750E7C-41CC-4D1C-BB81-7714C2FF27DB}"/>
          </ac:spMkLst>
        </pc:spChg>
        <pc:spChg chg="del mod">
          <ac:chgData name="Heena Sharma" userId="62c86d104d15e078" providerId="LiveId" clId="{F4567730-CF1C-49AC-91DE-FDB6A537FCD1}" dt="2024-12-17T09:51:52.986" v="3596" actId="478"/>
          <ac:spMkLst>
            <pc:docMk/>
            <pc:sldMk cId="1578764613" sldId="673"/>
            <ac:spMk id="3" creationId="{04128A12-6969-43D5-A979-3A35910A7FDD}"/>
          </ac:spMkLst>
        </pc:spChg>
        <pc:spChg chg="add mod">
          <ac:chgData name="Heena Sharma" userId="62c86d104d15e078" providerId="LiveId" clId="{F4567730-CF1C-49AC-91DE-FDB6A537FCD1}" dt="2024-12-17T09:53:39.788" v="3773" actId="122"/>
          <ac:spMkLst>
            <pc:docMk/>
            <pc:sldMk cId="1578764613" sldId="673"/>
            <ac:spMk id="11" creationId="{4C723DD9-2682-91FB-E706-1EA5516E9C61}"/>
          </ac:spMkLst>
        </pc:spChg>
      </pc:sldChg>
      <pc:sldChg chg="addSp delSp modSp mod">
        <pc:chgData name="Heena Sharma" userId="62c86d104d15e078" providerId="LiveId" clId="{F4567730-CF1C-49AC-91DE-FDB6A537FCD1}" dt="2024-12-17T09:56:49.280" v="4157" actId="20577"/>
        <pc:sldMkLst>
          <pc:docMk/>
          <pc:sldMk cId="2284727555" sldId="674"/>
        </pc:sldMkLst>
        <pc:spChg chg="mod">
          <ac:chgData name="Heena Sharma" userId="62c86d104d15e078" providerId="LiveId" clId="{F4567730-CF1C-49AC-91DE-FDB6A537FCD1}" dt="2024-12-17T09:54:23.612" v="3795" actId="20577"/>
          <ac:spMkLst>
            <pc:docMk/>
            <pc:sldMk cId="2284727555" sldId="674"/>
            <ac:spMk id="2" creationId="{B9750E7C-41CC-4D1C-BB81-7714C2FF27DB}"/>
          </ac:spMkLst>
        </pc:spChg>
        <pc:spChg chg="del mod">
          <ac:chgData name="Heena Sharma" userId="62c86d104d15e078" providerId="LiveId" clId="{F4567730-CF1C-49AC-91DE-FDB6A537FCD1}" dt="2024-12-17T09:54:45.899" v="3844" actId="478"/>
          <ac:spMkLst>
            <pc:docMk/>
            <pc:sldMk cId="2284727555" sldId="674"/>
            <ac:spMk id="3" creationId="{04128A12-6969-43D5-A979-3A35910A7FDD}"/>
          </ac:spMkLst>
        </pc:spChg>
        <pc:spChg chg="add mod">
          <ac:chgData name="Heena Sharma" userId="62c86d104d15e078" providerId="LiveId" clId="{F4567730-CF1C-49AC-91DE-FDB6A537FCD1}" dt="2024-12-17T09:56:49.280" v="4157" actId="20577"/>
          <ac:spMkLst>
            <pc:docMk/>
            <pc:sldMk cId="2284727555" sldId="674"/>
            <ac:spMk id="11" creationId="{10A1F011-CC4B-1AE7-9AD4-D15077CB881D}"/>
          </ac:spMkLst>
        </pc:spChg>
      </pc:sldChg>
      <pc:sldChg chg="modSp add mod">
        <pc:chgData name="Heena Sharma" userId="62c86d104d15e078" providerId="LiveId" clId="{F4567730-CF1C-49AC-91DE-FDB6A537FCD1}" dt="2024-12-16T08:38:42.883" v="1303" actId="6549"/>
        <pc:sldMkLst>
          <pc:docMk/>
          <pc:sldMk cId="2326708223" sldId="675"/>
        </pc:sldMkLst>
        <pc:spChg chg="mod">
          <ac:chgData name="Heena Sharma" userId="62c86d104d15e078" providerId="LiveId" clId="{F4567730-CF1C-49AC-91DE-FDB6A537FCD1}" dt="2024-12-16T08:36:04.210" v="1039" actId="20577"/>
          <ac:spMkLst>
            <pc:docMk/>
            <pc:sldMk cId="2326708223" sldId="675"/>
            <ac:spMk id="2" creationId="{B9750E7C-41CC-4D1C-BB81-7714C2FF27DB}"/>
          </ac:spMkLst>
        </pc:spChg>
        <pc:spChg chg="mod">
          <ac:chgData name="Heena Sharma" userId="62c86d104d15e078" providerId="LiveId" clId="{F4567730-CF1C-49AC-91DE-FDB6A537FCD1}" dt="2024-12-16T08:38:42.883" v="1303" actId="6549"/>
          <ac:spMkLst>
            <pc:docMk/>
            <pc:sldMk cId="2326708223" sldId="675"/>
            <ac:spMk id="3" creationId="{04128A12-6969-43D5-A979-3A35910A7FDD}"/>
          </ac:spMkLst>
        </pc:spChg>
      </pc:sldChg>
      <pc:sldChg chg="modSp add mod">
        <pc:chgData name="Heena Sharma" userId="62c86d104d15e078" providerId="LiveId" clId="{F4567730-CF1C-49AC-91DE-FDB6A537FCD1}" dt="2024-12-16T08:48:56.670" v="2047" actId="1036"/>
        <pc:sldMkLst>
          <pc:docMk/>
          <pc:sldMk cId="3104098382" sldId="676"/>
        </pc:sldMkLst>
        <pc:spChg chg="mod">
          <ac:chgData name="Heena Sharma" userId="62c86d104d15e078" providerId="LiveId" clId="{F4567730-CF1C-49AC-91DE-FDB6A537FCD1}" dt="2024-12-16T08:45:46.417" v="1880" actId="1036"/>
          <ac:spMkLst>
            <pc:docMk/>
            <pc:sldMk cId="3104098382" sldId="676"/>
            <ac:spMk id="2" creationId="{B9750E7C-41CC-4D1C-BB81-7714C2FF27DB}"/>
          </ac:spMkLst>
        </pc:spChg>
        <pc:spChg chg="mod">
          <ac:chgData name="Heena Sharma" userId="62c86d104d15e078" providerId="LiveId" clId="{F4567730-CF1C-49AC-91DE-FDB6A537FCD1}" dt="2024-12-16T08:48:56.670" v="2047" actId="1036"/>
          <ac:spMkLst>
            <pc:docMk/>
            <pc:sldMk cId="3104098382" sldId="676"/>
            <ac:spMk id="12" creationId="{A0DB3F44-6AE8-E224-D613-DC4C3F479347}"/>
          </ac:spMkLst>
        </pc:spChg>
      </pc:sldChg>
      <pc:sldChg chg="modSp add mod">
        <pc:chgData name="Heena Sharma" userId="62c86d104d15e078" providerId="LiveId" clId="{F4567730-CF1C-49AC-91DE-FDB6A537FCD1}" dt="2024-12-16T08:52:32.004" v="2098" actId="20577"/>
        <pc:sldMkLst>
          <pc:docMk/>
          <pc:sldMk cId="3187826831" sldId="677"/>
        </pc:sldMkLst>
        <pc:spChg chg="mod">
          <ac:chgData name="Heena Sharma" userId="62c86d104d15e078" providerId="LiveId" clId="{F4567730-CF1C-49AC-91DE-FDB6A537FCD1}" dt="2024-12-16T08:50:44.684" v="2056" actId="20577"/>
          <ac:spMkLst>
            <pc:docMk/>
            <pc:sldMk cId="3187826831" sldId="677"/>
            <ac:spMk id="2" creationId="{B9750E7C-41CC-4D1C-BB81-7714C2FF27DB}"/>
          </ac:spMkLst>
        </pc:spChg>
        <pc:spChg chg="mod">
          <ac:chgData name="Heena Sharma" userId="62c86d104d15e078" providerId="LiveId" clId="{F4567730-CF1C-49AC-91DE-FDB6A537FCD1}" dt="2024-12-16T08:52:32.004" v="2098" actId="20577"/>
          <ac:spMkLst>
            <pc:docMk/>
            <pc:sldMk cId="3187826831" sldId="677"/>
            <ac:spMk id="12" creationId="{A0DB3F44-6AE8-E224-D613-DC4C3F479347}"/>
          </ac:spMkLst>
        </pc:spChg>
      </pc:sldChg>
      <pc:sldChg chg="modSp add mod">
        <pc:chgData name="Heena Sharma" userId="62c86d104d15e078" providerId="LiveId" clId="{F4567730-CF1C-49AC-91DE-FDB6A537FCD1}" dt="2024-12-17T09:43:41.143" v="2781" actId="20577"/>
        <pc:sldMkLst>
          <pc:docMk/>
          <pc:sldMk cId="2448649388" sldId="678"/>
        </pc:sldMkLst>
        <pc:spChg chg="mod">
          <ac:chgData name="Heena Sharma" userId="62c86d104d15e078" providerId="LiveId" clId="{F4567730-CF1C-49AC-91DE-FDB6A537FCD1}" dt="2024-12-17T09:42:13.770" v="2470" actId="20577"/>
          <ac:spMkLst>
            <pc:docMk/>
            <pc:sldMk cId="2448649388" sldId="678"/>
            <ac:spMk id="2" creationId="{B9750E7C-41CC-4D1C-BB81-7714C2FF27DB}"/>
          </ac:spMkLst>
        </pc:spChg>
        <pc:spChg chg="mod">
          <ac:chgData name="Heena Sharma" userId="62c86d104d15e078" providerId="LiveId" clId="{F4567730-CF1C-49AC-91DE-FDB6A537FCD1}" dt="2024-12-17T09:43:41.143" v="2781" actId="20577"/>
          <ac:spMkLst>
            <pc:docMk/>
            <pc:sldMk cId="2448649388" sldId="678"/>
            <ac:spMk id="13" creationId="{E79E412A-FCE5-8165-D4BE-D8E66CEB5BA9}"/>
          </ac:spMkLst>
        </pc:spChg>
      </pc:sldChg>
      <pc:sldChg chg="modSp add mod">
        <pc:chgData name="Heena Sharma" userId="62c86d104d15e078" providerId="LiveId" clId="{F4567730-CF1C-49AC-91DE-FDB6A537FCD1}" dt="2024-12-17T09:59:17.026" v="4416" actId="255"/>
        <pc:sldMkLst>
          <pc:docMk/>
          <pc:sldMk cId="2422031865" sldId="679"/>
        </pc:sldMkLst>
        <pc:spChg chg="mod">
          <ac:chgData name="Heena Sharma" userId="62c86d104d15e078" providerId="LiveId" clId="{F4567730-CF1C-49AC-91DE-FDB6A537FCD1}" dt="2024-12-17T09:57:35.317" v="4163" actId="20577"/>
          <ac:spMkLst>
            <pc:docMk/>
            <pc:sldMk cId="2422031865" sldId="679"/>
            <ac:spMk id="2" creationId="{B9750E7C-41CC-4D1C-BB81-7714C2FF27DB}"/>
          </ac:spMkLst>
        </pc:spChg>
        <pc:spChg chg="mod">
          <ac:chgData name="Heena Sharma" userId="62c86d104d15e078" providerId="LiveId" clId="{F4567730-CF1C-49AC-91DE-FDB6A537FCD1}" dt="2024-12-17T09:59:17.026" v="4416" actId="255"/>
          <ac:spMkLst>
            <pc:docMk/>
            <pc:sldMk cId="2422031865" sldId="679"/>
            <ac:spMk id="11" creationId="{10A1F011-CC4B-1AE7-9AD4-D15077CB881D}"/>
          </ac:spMkLst>
        </pc:spChg>
      </pc:sldChg>
      <pc:sldChg chg="modSp add del mod">
        <pc:chgData name="Heena Sharma" userId="62c86d104d15e078" providerId="LiveId" clId="{F4567730-CF1C-49AC-91DE-FDB6A537FCD1}" dt="2024-12-17T10:06:22.089" v="5128" actId="2696"/>
        <pc:sldMkLst>
          <pc:docMk/>
          <pc:sldMk cId="2754326288" sldId="680"/>
        </pc:sldMkLst>
        <pc:spChg chg="mod">
          <ac:chgData name="Heena Sharma" userId="62c86d104d15e078" providerId="LiveId" clId="{F4567730-CF1C-49AC-91DE-FDB6A537FCD1}" dt="2024-12-17T10:01:56.502" v="4699" actId="14100"/>
          <ac:spMkLst>
            <pc:docMk/>
            <pc:sldMk cId="2754326288" sldId="680"/>
            <ac:spMk id="2" creationId="{B9750E7C-41CC-4D1C-BB81-7714C2FF27DB}"/>
          </ac:spMkLst>
        </pc:spChg>
        <pc:spChg chg="mod">
          <ac:chgData name="Heena Sharma" userId="62c86d104d15e078" providerId="LiveId" clId="{F4567730-CF1C-49AC-91DE-FDB6A537FCD1}" dt="2024-12-17T10:05:59.612" v="5126" actId="20577"/>
          <ac:spMkLst>
            <pc:docMk/>
            <pc:sldMk cId="2754326288" sldId="680"/>
            <ac:spMk id="11" creationId="{10A1F011-CC4B-1AE7-9AD4-D15077CB881D}"/>
          </ac:spMkLst>
        </pc:spChg>
      </pc:sldChg>
      <pc:sldChg chg="modSp add mod">
        <pc:chgData name="Heena Sharma" userId="62c86d104d15e078" providerId="LiveId" clId="{F4567730-CF1C-49AC-91DE-FDB6A537FCD1}" dt="2024-12-17T10:16:08.548" v="5439" actId="5793"/>
        <pc:sldMkLst>
          <pc:docMk/>
          <pc:sldMk cId="1282544466" sldId="681"/>
        </pc:sldMkLst>
        <pc:spChg chg="mod">
          <ac:chgData name="Heena Sharma" userId="62c86d104d15e078" providerId="LiveId" clId="{F4567730-CF1C-49AC-91DE-FDB6A537FCD1}" dt="2024-12-17T10:06:40.762" v="5146" actId="20577"/>
          <ac:spMkLst>
            <pc:docMk/>
            <pc:sldMk cId="1282544466" sldId="681"/>
            <ac:spMk id="2" creationId="{B9750E7C-41CC-4D1C-BB81-7714C2FF27DB}"/>
          </ac:spMkLst>
        </pc:spChg>
        <pc:spChg chg="mod">
          <ac:chgData name="Heena Sharma" userId="62c86d104d15e078" providerId="LiveId" clId="{F4567730-CF1C-49AC-91DE-FDB6A537FCD1}" dt="2024-12-17T10:16:08.548" v="5439" actId="5793"/>
          <ac:spMkLst>
            <pc:docMk/>
            <pc:sldMk cId="1282544466" sldId="681"/>
            <ac:spMk id="11" creationId="{10A1F011-CC4B-1AE7-9AD4-D15077CB881D}"/>
          </ac:spMkLst>
        </pc:spChg>
      </pc:sldChg>
      <pc:sldChg chg="modSp add mod">
        <pc:chgData name="Heena Sharma" userId="62c86d104d15e078" providerId="LiveId" clId="{F4567730-CF1C-49AC-91DE-FDB6A537FCD1}" dt="2024-12-17T10:32:33.153" v="5735" actId="1036"/>
        <pc:sldMkLst>
          <pc:docMk/>
          <pc:sldMk cId="1105757346" sldId="682"/>
        </pc:sldMkLst>
        <pc:spChg chg="mod">
          <ac:chgData name="Heena Sharma" userId="62c86d104d15e078" providerId="LiveId" clId="{F4567730-CF1C-49AC-91DE-FDB6A537FCD1}" dt="2024-12-17T10:32:33.153" v="5735" actId="1036"/>
          <ac:spMkLst>
            <pc:docMk/>
            <pc:sldMk cId="1105757346" sldId="682"/>
            <ac:spMk id="2" creationId="{B9750E7C-41CC-4D1C-BB81-7714C2FF27DB}"/>
          </ac:spMkLst>
        </pc:spChg>
        <pc:spChg chg="mod">
          <ac:chgData name="Heena Sharma" userId="62c86d104d15e078" providerId="LiveId" clId="{F4567730-CF1C-49AC-91DE-FDB6A537FCD1}" dt="2024-12-17T10:32:25.503" v="5708" actId="1036"/>
          <ac:spMkLst>
            <pc:docMk/>
            <pc:sldMk cId="1105757346" sldId="682"/>
            <ac:spMk id="11" creationId="{10A1F011-CC4B-1AE7-9AD4-D15077CB88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805FB2-EF3E-4210-87F1-57F8CE6481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F554AD-B5F4-4FEF-96F5-28CD50CEB0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C78983-CC47-4F3F-A6B7-AEFDE2CDA9A3}" type="datetimeFigureOut">
              <a:rPr lang="en-US" smtClean="0"/>
              <a:t>12/21/2024</a:t>
            </a:fld>
            <a:endParaRPr lang="en-US"/>
          </a:p>
        </p:txBody>
      </p:sp>
      <p:sp>
        <p:nvSpPr>
          <p:cNvPr id="4" name="Footer Placeholder 3">
            <a:extLst>
              <a:ext uri="{FF2B5EF4-FFF2-40B4-BE49-F238E27FC236}">
                <a16:creationId xmlns:a16="http://schemas.microsoft.com/office/drawing/2014/main" id="{387AF080-6D6A-452B-9163-F97DC3A47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6DC612-1238-461C-9F9B-BD1171D7D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365888-1F24-4234-A756-C189EC23D43E}" type="slidenum">
              <a:rPr lang="en-US" smtClean="0"/>
              <a:t>‹#›</a:t>
            </a:fld>
            <a:endParaRPr lang="en-US"/>
          </a:p>
        </p:txBody>
      </p:sp>
    </p:spTree>
    <p:extLst>
      <p:ext uri="{BB962C8B-B14F-4D97-AF65-F5344CB8AC3E}">
        <p14:creationId xmlns:p14="http://schemas.microsoft.com/office/powerpoint/2010/main" val="4069296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E2C9C-23BE-43AC-9B60-0CBA78034A4C}" type="datetimeFigureOut">
              <a:rPr lang="en-US" smtClean="0"/>
              <a:t>12/21/2024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D835A-221B-4EB8-9871-0C56F7430662}" type="slidenum">
              <a:rPr lang="en-US" smtClean="0"/>
              <a:t>‹#›</a:t>
            </a:fld>
            <a:endParaRPr lang="en-US"/>
          </a:p>
        </p:txBody>
      </p:sp>
    </p:spTree>
    <p:extLst>
      <p:ext uri="{BB962C8B-B14F-4D97-AF65-F5344CB8AC3E}">
        <p14:creationId xmlns:p14="http://schemas.microsoft.com/office/powerpoint/2010/main" val="86907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1D835A-221B-4EB8-9871-0C56F7430662}" type="slidenum">
              <a:rPr lang="en-US" smtClean="0"/>
              <a:t>2</a:t>
            </a:fld>
            <a:endParaRPr lang="en-US"/>
          </a:p>
        </p:txBody>
      </p:sp>
    </p:spTree>
    <p:extLst>
      <p:ext uri="{BB962C8B-B14F-4D97-AF65-F5344CB8AC3E}">
        <p14:creationId xmlns:p14="http://schemas.microsoft.com/office/powerpoint/2010/main" val="313760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1D835A-221B-4EB8-9871-0C56F7430662}" type="slidenum">
              <a:rPr lang="en-US" smtClean="0"/>
              <a:t>3</a:t>
            </a:fld>
            <a:endParaRPr lang="en-US"/>
          </a:p>
        </p:txBody>
      </p:sp>
    </p:spTree>
    <p:extLst>
      <p:ext uri="{BB962C8B-B14F-4D97-AF65-F5344CB8AC3E}">
        <p14:creationId xmlns:p14="http://schemas.microsoft.com/office/powerpoint/2010/main" val="1971778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BB325B-DFED-47F9-A904-259EEF642FB6}"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a:t>Dr. J.S. Batth, Asst. Prof., AIT-CSE, Chandigarh University</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pic>
        <p:nvPicPr>
          <p:cNvPr id="7" name="Picture 6">
            <a:extLst>
              <a:ext uri="{FF2B5EF4-FFF2-40B4-BE49-F238E27FC236}">
                <a16:creationId xmlns:a16="http://schemas.microsoft.com/office/drawing/2014/main" id="{53D0DC85-1C62-4255-A510-48D2188EA4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147373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9CF93D-8C61-442B-B485-F4D8474918A0}"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
        <p:nvSpPr>
          <p:cNvPr id="7" name="Footer Placeholder 4">
            <a:extLst>
              <a:ext uri="{FF2B5EF4-FFF2-40B4-BE49-F238E27FC236}">
                <a16:creationId xmlns:a16="http://schemas.microsoft.com/office/drawing/2014/main" id="{52281D22-2779-40F1-B72E-8F2D8B334065}"/>
              </a:ext>
            </a:extLst>
          </p:cNvPr>
          <p:cNvSpPr txBox="1">
            <a:spLocks/>
          </p:cNvSpPr>
          <p:nvPr userDrawn="1"/>
        </p:nvSpPr>
        <p:spPr>
          <a:xfrm>
            <a:off x="4191000" y="639791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Gaurav Srivastav[E9988] ©                             </a:t>
            </a:r>
          </a:p>
          <a:p>
            <a:r>
              <a:rPr lang="en-US" dirty="0"/>
              <a:t>APEX Institute of Technology</a:t>
            </a:r>
          </a:p>
          <a:p>
            <a:endParaRPr lang="en-US" dirty="0"/>
          </a:p>
        </p:txBody>
      </p:sp>
    </p:spTree>
    <p:extLst>
      <p:ext uri="{BB962C8B-B14F-4D97-AF65-F5344CB8AC3E}">
        <p14:creationId xmlns:p14="http://schemas.microsoft.com/office/powerpoint/2010/main" val="272745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8DCC3F-9F68-46C0-8EF8-0B10E758F4E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4028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4112FE-19CB-4BD8-86D4-137DAE921136}"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415680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F5A72-103E-4E7C-A361-EAE8990A863A}" type="datetime1">
              <a:rPr lang="en-US" smtClean="0"/>
              <a:t>12/21/2024</a:t>
            </a:fld>
            <a:endParaRPr lang="en-US"/>
          </a:p>
        </p:txBody>
      </p:sp>
      <p:sp>
        <p:nvSpPr>
          <p:cNvPr id="8" name="Footer Placeholder 7"/>
          <p:cNvSpPr>
            <a:spLocks noGrp="1"/>
          </p:cNvSpPr>
          <p:nvPr>
            <p:ph type="ftr" sz="quarter" idx="11"/>
          </p:nvPr>
        </p:nvSpPr>
        <p:spPr/>
        <p:txBody>
          <a:bodyPr/>
          <a:lstStyle/>
          <a:p>
            <a:r>
              <a:rPr lang="en-US"/>
              <a:t>Dr. J.S. Batth, Asst. Prof., AIT-CSE, Chandigarh University</a:t>
            </a:r>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96227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9443E-70F3-429A-B264-A1BD965FEB18}" type="datetime1">
              <a:rPr lang="en-US" smtClean="0"/>
              <a:t>12/21/2024</a:t>
            </a:fld>
            <a:endParaRPr lang="en-US"/>
          </a:p>
        </p:txBody>
      </p:sp>
      <p:sp>
        <p:nvSpPr>
          <p:cNvPr id="4" name="Footer Placeholder 3"/>
          <p:cNvSpPr>
            <a:spLocks noGrp="1"/>
          </p:cNvSpPr>
          <p:nvPr>
            <p:ph type="ftr" sz="quarter" idx="11"/>
          </p:nvPr>
        </p:nvSpPr>
        <p:spPr/>
        <p:txBody>
          <a:bodyPr/>
          <a:lstStyle/>
          <a:p>
            <a:r>
              <a:rPr lang="en-US"/>
              <a:t>Dr. J.S. Batth, Asst. Prof., AIT-CSE, Chandigarh University</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5643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89073-2FCE-4868-A5ED-8B9252ABD3BE}" type="datetime1">
              <a:rPr lang="en-US" smtClean="0"/>
              <a:t>12/21/2024</a:t>
            </a:fld>
            <a:endParaRPr lang="en-US"/>
          </a:p>
        </p:txBody>
      </p:sp>
      <p:sp>
        <p:nvSpPr>
          <p:cNvPr id="3" name="Footer Placeholder 2"/>
          <p:cNvSpPr>
            <a:spLocks noGrp="1"/>
          </p:cNvSpPr>
          <p:nvPr>
            <p:ph type="ftr" sz="quarter" idx="11"/>
          </p:nvPr>
        </p:nvSpPr>
        <p:spPr/>
        <p:txBody>
          <a:bodyPr/>
          <a:lstStyle/>
          <a:p>
            <a:r>
              <a:rPr lang="en-US"/>
              <a:t>Dr. J.S. Batth, Asst. Prof., AIT-CSE, Chandigarh University</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5255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2B95A-1A77-4FC2-A89F-CE92B281980C}"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30956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5BEA05-7A3A-4745-8C66-FC9D3C58CAC2}" type="datetime1">
              <a:rPr lang="en-US" smtClean="0"/>
              <a:t>12/21/2024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288083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19AF4-EA1C-4628-A05C-8D7372678114}"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39705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90566-2CD0-4B8D-B6C7-D4740F954A97}" type="datetime1">
              <a:rPr lang="en-US" smtClean="0"/>
              <a:t>12/21/2024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5183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r>
              <a:rPr lang="en-US" noProof="0"/>
              <a:t>Click icon to add picture</a:t>
            </a:r>
            <a:endParaRPr lang="ru-RU" noProof="0" dirty="0"/>
          </a:p>
        </p:txBody>
      </p:sp>
    </p:spTree>
    <p:extLst>
      <p:ext uri="{BB962C8B-B14F-4D97-AF65-F5344CB8AC3E}">
        <p14:creationId xmlns:p14="http://schemas.microsoft.com/office/powerpoint/2010/main" val="2249146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563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436279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079315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2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31028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3" name="Isosceles Triangle 2"/>
          <p:cNvSpPr/>
          <p:nvPr/>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2" name="Isosceles Triangle 11"/>
          <p:cNvSpPr/>
          <p:nvPr/>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3" name="Isosceles Triangle 12"/>
          <p:cNvSpPr/>
          <p:nvPr/>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4" name="Isosceles Triangle 13"/>
          <p:cNvSpPr/>
          <p:nvPr/>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5" name="Rectangle 14"/>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53126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Images and Contents Layout">
    <p:spTree>
      <p:nvGrpSpPr>
        <p:cNvPr id="1" name=""/>
        <p:cNvGrpSpPr/>
        <p:nvPr/>
      </p:nvGrpSpPr>
      <p:grpSpPr>
        <a:xfrm>
          <a:off x="0" y="0"/>
          <a:ext cx="0" cy="0"/>
          <a:chOff x="0" y="0"/>
          <a:chExt cx="0" cy="0"/>
        </a:xfrm>
      </p:grpSpPr>
      <p:sp>
        <p:nvSpPr>
          <p:cNvPr id="2" name="Rectangle 1"/>
          <p:cNvSpPr/>
          <p:nvPr/>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3887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835657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139501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2" name="Rectangle 11"/>
          <p:cNvSpPr/>
          <p:nvPr/>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083293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75127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Rectangle 7"/>
          <p:cNvSpPr/>
          <p:nvPr/>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101557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Rectangle 15"/>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593844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206356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ICON SETS LAYOUT</a:t>
            </a:r>
          </a:p>
        </p:txBody>
      </p:sp>
      <p:grpSp>
        <p:nvGrpSpPr>
          <p:cNvPr id="5" name="Group 4"/>
          <p:cNvGrpSpPr/>
          <p:nvPr/>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415350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1DDDE-810D-4CD5-86D3-733AE9450C48}" type="datetime1">
              <a:rPr lang="en-US" smtClean="0"/>
              <a:t>12/21/2024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J.S. Batth, Asst. Prof., AIT-CSE, Chandigarh University</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1B0FB-D917-4C8C-928F-313BD683BF39}" type="slidenum">
              <a:rPr lang="en-US" smtClean="0"/>
              <a:pPr/>
              <a:t>‹#›</a:t>
            </a:fld>
            <a:endParaRPr lang="en-US"/>
          </a:p>
        </p:txBody>
      </p:sp>
      <p:pic>
        <p:nvPicPr>
          <p:cNvPr id="7" name="Picture 6">
            <a:extLst>
              <a:ext uri="{FF2B5EF4-FFF2-40B4-BE49-F238E27FC236}">
                <a16:creationId xmlns:a16="http://schemas.microsoft.com/office/drawing/2014/main" id="{28F03116-CB8E-4D02-84FD-384EC06A901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948191717"/>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89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hdr="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DR. HEENA SHARMA</a:t>
            </a:r>
          </a:p>
          <a:p>
            <a:pPr algn="l"/>
            <a:r>
              <a:rPr lang="en-US" sz="1400" b="1" dirty="0">
                <a:latin typeface="Times New Roman" panose="02020603050405020304" pitchFamily="18" charset="0"/>
                <a:cs typeface="Times New Roman" panose="02020603050405020304" pitchFamily="18" charset="0"/>
              </a:rPr>
              <a:t>E6398</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953782"/>
            <a:ext cx="9722858" cy="1938952"/>
          </a:xfrm>
          <a:prstGeom prst="rect">
            <a:avLst/>
          </a:prstGeom>
          <a:noFill/>
          <a:ln>
            <a:noFill/>
          </a:ln>
        </p:spPr>
        <p:txBody>
          <a:bodyPr spcFirstLastPara="1" wrap="square" lIns="91425" tIns="45700" rIns="91425" bIns="45700" anchor="t" anchorCtr="0">
            <a:spAutoFit/>
          </a:bodyPr>
          <a:lstStyle/>
          <a:p>
            <a:pPr algn="ctr"/>
            <a:endParaRPr lang="en-US" sz="6000" b="1" dirty="0">
              <a:solidFill>
                <a:srgbClr val="FF0000"/>
              </a:solidFill>
              <a:latin typeface="Times New Roman" panose="02020603050405020304" pitchFamily="18" charset="0"/>
              <a:ea typeface="Arial"/>
              <a:cs typeface="Times New Roman" panose="02020603050405020304" pitchFamily="18" charset="0"/>
              <a:sym typeface="Arial"/>
            </a:endParaRPr>
          </a:p>
          <a:p>
            <a:pPr algn="ctr"/>
            <a:r>
              <a:rPr lang="en-US" sz="6000" b="1" dirty="0">
                <a:solidFill>
                  <a:srgbClr val="FF0000"/>
                </a:solidFill>
                <a:latin typeface="Times New Roman" panose="02020603050405020304" pitchFamily="18" charset="0"/>
                <a:ea typeface="Arial"/>
                <a:cs typeface="Times New Roman" panose="02020603050405020304" pitchFamily="18" charset="0"/>
                <a:sym typeface="Arial"/>
              </a:rPr>
              <a:t>Curve Fitting </a:t>
            </a:r>
            <a:endParaRPr sz="6000" b="1" dirty="0">
              <a:solidFill>
                <a:srgbClr val="FF0000"/>
              </a:solidFill>
              <a:latin typeface="Times New Roman" panose="02020603050405020304" pitchFamily="18" charset="0"/>
              <a:ea typeface="Arial"/>
              <a:cs typeface="Times New Roman" panose="02020603050405020304" pitchFamily="18" charset="0"/>
              <a:sym typeface="Arial"/>
            </a:endParaRPr>
          </a:p>
        </p:txBody>
      </p:sp>
      <p:sp>
        <p:nvSpPr>
          <p:cNvPr id="2" name="Date Placeholder 1"/>
          <p:cNvSpPr>
            <a:spLocks noGrp="1"/>
          </p:cNvSpPr>
          <p:nvPr>
            <p:ph type="dt" sz="half" idx="10"/>
          </p:nvPr>
        </p:nvSpPr>
        <p:spPr/>
        <p:txBody>
          <a:bodyPr/>
          <a:lstStyle/>
          <a:p>
            <a:fld id="{DE06E73B-DFE1-4737-82D1-9EC3E866492B}" type="datetime1">
              <a:rPr lang="en-US" smtClean="0"/>
              <a:t>12/21/2024</a:t>
            </a:fld>
            <a:endParaRPr lang="en-US" dirty="0"/>
          </a:p>
        </p:txBody>
      </p:sp>
      <p:sp>
        <p:nvSpPr>
          <p:cNvPr id="10" name="Footer Placeholder 9"/>
          <p:cNvSpPr>
            <a:spLocks noGrp="1"/>
          </p:cNvSpPr>
          <p:nvPr>
            <p:ph type="ftr" sz="quarter" idx="11"/>
          </p:nvPr>
        </p:nvSpPr>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5" name="Content Placeholder 2"/>
          <p:cNvSpPr>
            <a:spLocks noGrp="1"/>
          </p:cNvSpPr>
          <p:nvPr>
            <p:ph idx="1"/>
          </p:nvPr>
        </p:nvSpPr>
        <p:spPr bwMode="auto">
          <a:xfrm>
            <a:off x="298173" y="1615440"/>
            <a:ext cx="11618843" cy="38789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noAutofit/>
          </a:bodyPr>
          <a:lstStyle/>
          <a:p>
            <a:pPr algn="just">
              <a:lnSpc>
                <a:spcPct val="150000"/>
              </a:lnSpc>
              <a:buFontTx/>
              <a:buNone/>
            </a:pPr>
            <a:r>
              <a:rPr lang="en-US" altLang="en-US" sz="2200" dirty="0">
                <a:latin typeface="Times New Roman" panose="02020603050405020304" pitchFamily="18" charset="0"/>
                <a:cs typeface="Times New Roman" panose="02020603050405020304" pitchFamily="18" charset="0"/>
              </a:rPr>
              <a:t>In interpolation, We have seen that when exact values of the function Y=f(x) is given we fit the function using various interpolation formulae. But sometimes the values of the function may not be given.  In such cases, the values of the required function may be taken experimentally. Generally these expt. Values contain some errors.  Hence by using these experimental values .  We can fit a curve just approximately  which is known as approximating curve. Now our aim is to find this approximating curve as much best as through minimizing errors of experimental values this is called best fit otherwise it is a bad fit.  In brief by using experimental values the process of establishing a mathematical relationship between two variables is called CURVE FITTING.</a:t>
            </a:r>
          </a:p>
          <a:p>
            <a:pPr marL="0" indent="0" algn="just">
              <a:lnSpc>
                <a:spcPct val="150000"/>
              </a:lnSpc>
              <a:buNone/>
            </a:pPr>
            <a:endParaRPr lang="en-GB" altLang="en-US" sz="22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3E677EF3-2C46-480E-8EDB-977BFADDC919}" type="datetime1">
              <a:rPr lang="en-US" smtClean="0"/>
              <a:t>12/21/2024</a:t>
            </a:fld>
            <a:endParaRPr lang="en-US" dirty="0"/>
          </a:p>
        </p:txBody>
      </p:sp>
      <p:sp>
        <p:nvSpPr>
          <p:cNvPr id="3" name="Footer Placeholder 2"/>
          <p:cNvSpPr>
            <a:spLocks noGrp="1"/>
          </p:cNvSpPr>
          <p:nvPr>
            <p:ph type="ftr" sz="quarter" idx="11"/>
          </p:nvPr>
        </p:nvSpPr>
        <p:spPr/>
        <p:txBody>
          <a:bodyPr/>
          <a:lstStyle/>
          <a:p>
            <a:r>
              <a:rPr lang="en-US" dirty="0"/>
              <a:t>Dr. Heena Sharma, Asst. Prof., CSE, Chandigarh University</a:t>
            </a:r>
          </a:p>
        </p:txBody>
      </p:sp>
      <p:sp>
        <p:nvSpPr>
          <p:cNvPr id="4" name="Slide Number Placeholder 3"/>
          <p:cNvSpPr>
            <a:spLocks noGrp="1"/>
          </p:cNvSpPr>
          <p:nvPr>
            <p:ph type="sldNum" sz="quarter" idx="12"/>
          </p:nvPr>
        </p:nvSpPr>
        <p:spPr/>
        <p:txBody>
          <a:bodyPr/>
          <a:lstStyle/>
          <a:p>
            <a:fld id="{EBFB1032-EA64-7144-B003-9BCC9D94B503}" type="slidenum">
              <a:rPr lang="en-US" smtClean="0"/>
              <a:t>2</a:t>
            </a:fld>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5" name="TextBox 4">
            <a:extLst>
              <a:ext uri="{FF2B5EF4-FFF2-40B4-BE49-F238E27FC236}">
                <a16:creationId xmlns:a16="http://schemas.microsoft.com/office/drawing/2014/main" id="{4C25FB59-DF5F-B8FF-5ABD-D7DF4F782036}"/>
              </a:ext>
            </a:extLst>
          </p:cNvPr>
          <p:cNvSpPr txBox="1"/>
          <p:nvPr/>
        </p:nvSpPr>
        <p:spPr>
          <a:xfrm>
            <a:off x="990600" y="533400"/>
            <a:ext cx="5989320" cy="861774"/>
          </a:xfrm>
          <a:prstGeom prst="rect">
            <a:avLst/>
          </a:prstGeom>
          <a:noFill/>
        </p:spPr>
        <p:txBody>
          <a:bodyPr wrap="square" rtlCol="0">
            <a:spAutoFit/>
          </a:bodyPr>
          <a:lstStyle/>
          <a:p>
            <a:r>
              <a:rPr lang="en-IN" sz="5000" b="1" dirty="0">
                <a:solidFill>
                  <a:srgbClr val="FF0000"/>
                </a:solidFill>
                <a:latin typeface="Times New Roman" panose="02020603050405020304" pitchFamily="18" charset="0"/>
                <a:cs typeface="Times New Roman" panose="02020603050405020304" pitchFamily="18" charset="0"/>
              </a:rPr>
              <a:t>Introduction</a:t>
            </a:r>
            <a:r>
              <a:rPr lang="en-IN" dirty="0"/>
              <a:t> </a:t>
            </a:r>
          </a:p>
        </p:txBody>
      </p:sp>
    </p:spTree>
    <p:extLst>
      <p:ext uri="{BB962C8B-B14F-4D97-AF65-F5344CB8AC3E}">
        <p14:creationId xmlns:p14="http://schemas.microsoft.com/office/powerpoint/2010/main" val="181111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71EB6E80-EE68-4000-96D8-C09964ACCAB5}" type="datetime1">
              <a:rPr lang="en-US" smtClean="0"/>
              <a:t>12/21/2024</a:t>
            </a:fld>
            <a:endParaRPr lang="en-US" dirty="0"/>
          </a:p>
        </p:txBody>
      </p:sp>
      <p:sp>
        <p:nvSpPr>
          <p:cNvPr id="9" name="Footer Placeholder 8"/>
          <p:cNvSpPr>
            <a:spLocks noGrp="1"/>
          </p:cNvSpPr>
          <p:nvPr>
            <p:ph type="ftr" sz="quarter" idx="11"/>
          </p:nvPr>
        </p:nvSpPr>
        <p:spPr/>
        <p:txBody>
          <a:bodyPr/>
          <a:lstStyle/>
          <a:p>
            <a:r>
              <a:rPr lang="en-US" dirty="0"/>
              <a:t>Dr. Heena Sharma, Asst. Prof., CSE, Chandigarh University</a:t>
            </a:r>
          </a:p>
        </p:txBody>
      </p:sp>
      <p:sp>
        <p:nvSpPr>
          <p:cNvPr id="13" name="Slide Number Placeholder 12"/>
          <p:cNvSpPr>
            <a:spLocks noGrp="1"/>
          </p:cNvSpPr>
          <p:nvPr>
            <p:ph type="sldNum" sz="quarter" idx="12"/>
          </p:nvPr>
        </p:nvSpPr>
        <p:spPr/>
        <p:txBody>
          <a:bodyPr/>
          <a:lstStyle/>
          <a:p>
            <a:fld id="{FA84A37A-AFC2-4A01-80A1-FC20F2C0D5BB}" type="slidenum">
              <a:rPr lang="en-US" smtClean="0"/>
              <a:pPr/>
              <a:t>3</a:t>
            </a:fld>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5" name="TextBox 4">
            <a:extLst>
              <a:ext uri="{FF2B5EF4-FFF2-40B4-BE49-F238E27FC236}">
                <a16:creationId xmlns:a16="http://schemas.microsoft.com/office/drawing/2014/main" id="{1A74A877-DEAA-5225-60E7-417B4427B803}"/>
              </a:ext>
            </a:extLst>
          </p:cNvPr>
          <p:cNvSpPr txBox="1"/>
          <p:nvPr/>
        </p:nvSpPr>
        <p:spPr>
          <a:xfrm>
            <a:off x="807720" y="272534"/>
            <a:ext cx="6096000" cy="707886"/>
          </a:xfrm>
          <a:prstGeom prst="rect">
            <a:avLst/>
          </a:prstGeom>
          <a:noFill/>
        </p:spPr>
        <p:txBody>
          <a:bodyPr wrap="square">
            <a:spAutoFit/>
          </a:bodyPr>
          <a:lstStyle/>
          <a:p>
            <a:r>
              <a:rPr lang="en-IN" sz="4000" b="1" dirty="0">
                <a:solidFill>
                  <a:srgbClr val="FF0000"/>
                </a:solidFill>
                <a:latin typeface="Times New Roman" panose="02020603050405020304" pitchFamily="18" charset="0"/>
                <a:cs typeface="Times New Roman" panose="02020603050405020304" pitchFamily="18" charset="0"/>
              </a:rPr>
              <a:t>Method of Least Squares</a:t>
            </a:r>
            <a:endParaRPr lang="en-IN" sz="4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950C5A1-4249-7363-18D1-2A4A7E8AFA7A}"/>
              </a:ext>
            </a:extLst>
          </p:cNvPr>
          <p:cNvSpPr txBox="1"/>
          <p:nvPr/>
        </p:nvSpPr>
        <p:spPr>
          <a:xfrm>
            <a:off x="365760" y="1016271"/>
            <a:ext cx="11490960" cy="5399363"/>
          </a:xfrm>
          <a:prstGeom prst="rect">
            <a:avLst/>
          </a:prstGeom>
          <a:noFill/>
        </p:spPr>
        <p:txBody>
          <a:bodyPr wrap="square">
            <a:spAutoFit/>
          </a:bodyPr>
          <a:lstStyle/>
          <a:p>
            <a:pPr marL="0" indent="0" algn="just">
              <a:lnSpc>
                <a:spcPct val="200000"/>
              </a:lnSpc>
              <a:buFontTx/>
              <a:buNone/>
            </a:pPr>
            <a:r>
              <a:rPr lang="en-US" altLang="en-US" sz="2000" dirty="0">
                <a:latin typeface="Times New Roman" panose="02020603050405020304" pitchFamily="18" charset="0"/>
                <a:cs typeface="Times New Roman" panose="02020603050405020304" pitchFamily="18" charset="0"/>
              </a:rPr>
              <a:t>Let y</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y</a:t>
            </a:r>
            <a:r>
              <a:rPr lang="en-US" altLang="en-US" sz="2000" baseline="-25000" dirty="0" err="1">
                <a:latin typeface="Times New Roman" panose="02020603050405020304" pitchFamily="18" charset="0"/>
                <a:cs typeface="Times New Roman" panose="02020603050405020304" pitchFamily="18" charset="0"/>
              </a:rPr>
              <a:t>n</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be the experimental values of f(x</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),f(x</a:t>
            </a:r>
            <a:r>
              <a:rPr lang="en-US" altLang="en-US" sz="2000" baseline="-25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),…..f(x</a:t>
            </a:r>
            <a:r>
              <a:rPr lang="en-US" altLang="en-US" sz="2000" baseline="-25000" dirty="0">
                <a:latin typeface="Times New Roman" panose="02020603050405020304" pitchFamily="18" charset="0"/>
                <a:cs typeface="Times New Roman" panose="02020603050405020304" pitchFamily="18" charset="0"/>
              </a:rPr>
              <a:t> n</a:t>
            </a:r>
            <a:r>
              <a:rPr lang="en-US" altLang="en-US" sz="2000" dirty="0">
                <a:latin typeface="Times New Roman" panose="02020603050405020304" pitchFamily="18" charset="0"/>
                <a:cs typeface="Times New Roman" panose="02020603050405020304" pitchFamily="18" charset="0"/>
              </a:rPr>
              <a:t>) be the exact values of the function y=f(x). Corresponding to the values of x=x</a:t>
            </a:r>
            <a:r>
              <a:rPr lang="en-US" altLang="en-US" sz="2000" baseline="-25000" dirty="0">
                <a:latin typeface="Times New Roman" panose="02020603050405020304" pitchFamily="18" charset="0"/>
                <a:cs typeface="Times New Roman" panose="02020603050405020304" pitchFamily="18" charset="0"/>
              </a:rPr>
              <a:t>o</a:t>
            </a:r>
            <a:r>
              <a:rPr lang="en-US" altLang="en-US" sz="2000" dirty="0">
                <a:latin typeface="Times New Roman" panose="02020603050405020304" pitchFamily="18" charset="0"/>
                <a:cs typeface="Times New Roman" panose="02020603050405020304" pitchFamily="18" charset="0"/>
              </a:rPr>
              <a:t>, x</a:t>
            </a:r>
            <a:r>
              <a:rPr lang="en-US" altLang="en-US" sz="2000" baseline="-25000" dirty="0">
                <a:latin typeface="Times New Roman" panose="02020603050405020304" pitchFamily="18" charset="0"/>
                <a:cs typeface="Times New Roman" panose="02020603050405020304" pitchFamily="18" charset="0"/>
              </a:rPr>
              <a:t>1, </a:t>
            </a:r>
            <a:r>
              <a:rPr lang="en-US" altLang="en-US" sz="2000" dirty="0">
                <a:latin typeface="Times New Roman" panose="02020603050405020304" pitchFamily="18" charset="0"/>
                <a:cs typeface="Times New Roman" panose="02020603050405020304" pitchFamily="18" charset="0"/>
              </a:rPr>
              <a:t>x</a:t>
            </a:r>
            <a:r>
              <a:rPr lang="en-US" altLang="en-US" sz="2000" baseline="-25000" dirty="0">
                <a:latin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cs typeface="Times New Roman" panose="02020603050405020304" pitchFamily="18" charset="0"/>
              </a:rPr>
              <a:t>…. x</a:t>
            </a:r>
            <a:r>
              <a:rPr lang="en-US" altLang="en-US" sz="2000" baseline="-25000" dirty="0">
                <a:latin typeface="Times New Roman" panose="02020603050405020304" pitchFamily="18" charset="0"/>
                <a:cs typeface="Times New Roman" panose="02020603050405020304" pitchFamily="18" charset="0"/>
              </a:rPr>
              <a:t> n </a:t>
            </a:r>
            <a:r>
              <a:rPr lang="en-US" altLang="en-US" sz="2000" dirty="0">
                <a:latin typeface="Times New Roman" panose="02020603050405020304" pitchFamily="18" charset="0"/>
                <a:cs typeface="Times New Roman" panose="02020603050405020304" pitchFamily="18" charset="0"/>
              </a:rPr>
              <a:t>. </a:t>
            </a:r>
          </a:p>
          <a:p>
            <a:pPr marL="0" indent="0" algn="just">
              <a:lnSpc>
                <a:spcPct val="200000"/>
              </a:lnSpc>
              <a:buFontTx/>
              <a:buNone/>
            </a:pPr>
            <a:r>
              <a:rPr lang="en-US" altLang="en-US" sz="2000" dirty="0">
                <a:latin typeface="Times New Roman" panose="02020603050405020304" pitchFamily="18" charset="0"/>
                <a:cs typeface="Times New Roman" panose="02020603050405020304" pitchFamily="18" charset="0"/>
              </a:rPr>
              <a:t>Now error = experimental values – exact value. </a:t>
            </a:r>
          </a:p>
          <a:p>
            <a:pPr marL="0" indent="0">
              <a:lnSpc>
                <a:spcPct val="200000"/>
              </a:lnSpc>
              <a:buFontTx/>
              <a:buNone/>
            </a:pPr>
            <a:r>
              <a:rPr lang="en-US" altLang="en-US" sz="2000" dirty="0">
                <a:latin typeface="Times New Roman" panose="02020603050405020304" pitchFamily="18" charset="0"/>
                <a:cs typeface="Times New Roman" panose="02020603050405020304" pitchFamily="18" charset="0"/>
              </a:rPr>
              <a:t>If we denote the corresponding errors of y</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y</a:t>
            </a:r>
            <a:r>
              <a:rPr lang="en-US" altLang="en-US" sz="2000" baseline="-25000" dirty="0" err="1">
                <a:latin typeface="Times New Roman" panose="02020603050405020304" pitchFamily="18" charset="0"/>
                <a:cs typeface="Times New Roman" panose="02020603050405020304" pitchFamily="18" charset="0"/>
              </a:rPr>
              <a:t>n</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as e</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e</a:t>
            </a:r>
            <a:r>
              <a:rPr lang="en-US" altLang="en-US" sz="2000" baseline="-25000" dirty="0" err="1">
                <a:latin typeface="Times New Roman" panose="02020603050405020304" pitchFamily="18" charset="0"/>
                <a:cs typeface="Times New Roman" panose="02020603050405020304" pitchFamily="18" charset="0"/>
              </a:rPr>
              <a:t>n</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then</a:t>
            </a:r>
          </a:p>
          <a:p>
            <a:pPr marL="0" indent="0">
              <a:lnSpc>
                <a:spcPct val="200000"/>
              </a:lnSpc>
              <a:buFontTx/>
              <a:buNone/>
            </a:pP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1 </a:t>
            </a:r>
            <a:r>
              <a:rPr lang="en-US" altLang="en-US" sz="2000" dirty="0">
                <a:latin typeface="Times New Roman" panose="02020603050405020304" pitchFamily="18" charset="0"/>
                <a:cs typeface="Times New Roman" panose="02020603050405020304" pitchFamily="18" charset="0"/>
              </a:rPr>
              <a:t>- f(x</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e</a:t>
            </a:r>
            <a:r>
              <a:rPr lang="en-US" altLang="en-US" sz="2000" baseline="-25000" dirty="0">
                <a:latin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cs typeface="Times New Roman" panose="02020603050405020304" pitchFamily="18" charset="0"/>
              </a:rPr>
              <a:t>- f(x</a:t>
            </a:r>
            <a:r>
              <a:rPr lang="en-US" altLang="en-US" sz="2000" baseline="-25000" dirty="0">
                <a:latin typeface="Times New Roman" panose="02020603050405020304" pitchFamily="18" charset="0"/>
                <a:cs typeface="Times New Roman" panose="02020603050405020304" pitchFamily="18" charset="0"/>
              </a:rPr>
              <a:t>2 </a:t>
            </a:r>
            <a:r>
              <a:rPr lang="en-US" altLang="en-US" sz="2000" dirty="0">
                <a:latin typeface="Times New Roman" panose="02020603050405020304" pitchFamily="18" charset="0"/>
                <a:cs typeface="Times New Roman" panose="02020603050405020304" pitchFamily="18" charset="0"/>
              </a:rPr>
              <a:t>). e</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 y</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 f(x</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e</a:t>
            </a:r>
            <a:r>
              <a:rPr lang="en-US" altLang="en-US" sz="2000" baseline="-25000" dirty="0" err="1">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y</a:t>
            </a:r>
            <a:r>
              <a:rPr lang="en-US" altLang="en-US" sz="2000" baseline="-25000" dirty="0" err="1">
                <a:latin typeface="Times New Roman" panose="02020603050405020304" pitchFamily="18" charset="0"/>
                <a:cs typeface="Times New Roman" panose="02020603050405020304" pitchFamily="18" charset="0"/>
              </a:rPr>
              <a:t>n</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f(</a:t>
            </a:r>
            <a:r>
              <a:rPr lang="en-US" altLang="en-US" sz="2000" dirty="0" err="1">
                <a:latin typeface="Times New Roman" panose="02020603050405020304" pitchFamily="18" charset="0"/>
                <a:cs typeface="Times New Roman" panose="02020603050405020304" pitchFamily="18" charset="0"/>
              </a:rPr>
              <a:t>x</a:t>
            </a:r>
            <a:r>
              <a:rPr lang="en-US" altLang="en-US" sz="2000" baseline="-25000" dirty="0" err="1">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 These errors e</a:t>
            </a:r>
            <a:r>
              <a:rPr lang="en-US" altLang="en-US" sz="2000" baseline="-25000"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3</a:t>
            </a: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e</a:t>
            </a:r>
            <a:r>
              <a:rPr lang="en-US" altLang="en-US" sz="2000" baseline="-25000" dirty="0" err="1">
                <a:latin typeface="Times New Roman" panose="02020603050405020304" pitchFamily="18" charset="0"/>
                <a:cs typeface="Times New Roman" panose="02020603050405020304" pitchFamily="18" charset="0"/>
              </a:rPr>
              <a:t>n</a:t>
            </a:r>
            <a:r>
              <a:rPr lang="en-US" altLang="en-US" sz="2000" dirty="0">
                <a:latin typeface="Times New Roman" panose="02020603050405020304" pitchFamily="18" charset="0"/>
                <a:cs typeface="Times New Roman" panose="02020603050405020304" pitchFamily="18" charset="0"/>
              </a:rPr>
              <a:t>, may be either positive or negative. For our convenient to make all errors into positive to the square of errors.</a:t>
            </a:r>
          </a:p>
          <a:p>
            <a:pPr marL="0" indent="0">
              <a:lnSpc>
                <a:spcPct val="200000"/>
              </a:lnSpc>
              <a:buFontTx/>
              <a:buNone/>
            </a:pPr>
            <a:r>
              <a:rPr lang="en-US" altLang="en-US" sz="2000" dirty="0" err="1">
                <a:latin typeface="Times New Roman" panose="02020603050405020304" pitchFamily="18" charset="0"/>
                <a:cs typeface="Times New Roman" panose="02020603050405020304" pitchFamily="18" charset="0"/>
              </a:rPr>
              <a:t>i.e</a:t>
            </a:r>
            <a:r>
              <a:rPr lang="en-US" altLang="en-US" sz="2000" dirty="0">
                <a:latin typeface="Times New Roman" panose="02020603050405020304" pitchFamily="18" charset="0"/>
                <a:cs typeface="Times New Roman" panose="02020603050405020304" pitchFamily="18" charset="0"/>
              </a:rPr>
              <a:t> e</a:t>
            </a:r>
            <a:r>
              <a:rPr lang="en-US" altLang="en-US" sz="2000" baseline="-25000" dirty="0">
                <a:latin typeface="Times New Roman" panose="02020603050405020304" pitchFamily="18" charset="0"/>
                <a:cs typeface="Times New Roman" panose="02020603050405020304" pitchFamily="18" charset="0"/>
              </a:rPr>
              <a:t>1</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2</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n</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In order to obtain the best fit of curve we have to make the sum of the squares of the errors as much minimum </a:t>
            </a:r>
            <a:r>
              <a:rPr lang="en-US" altLang="en-US" sz="2000" dirty="0" err="1">
                <a:latin typeface="Times New Roman" panose="02020603050405020304" pitchFamily="18" charset="0"/>
                <a:cs typeface="Times New Roman" panose="02020603050405020304" pitchFamily="18" charset="0"/>
              </a:rPr>
              <a:t>I.e</a:t>
            </a:r>
            <a:r>
              <a:rPr lang="en-US" altLang="en-US" sz="2000" dirty="0">
                <a:latin typeface="Times New Roman" panose="02020603050405020304" pitchFamily="18" charset="0"/>
                <a:cs typeface="Times New Roman" panose="02020603050405020304" pitchFamily="18" charset="0"/>
              </a:rPr>
              <a:t> e</a:t>
            </a:r>
            <a:r>
              <a:rPr lang="en-US" altLang="en-US" sz="2000" baseline="-25000" dirty="0">
                <a:latin typeface="Times New Roman" panose="02020603050405020304" pitchFamily="18" charset="0"/>
                <a:cs typeface="Times New Roman" panose="02020603050405020304" pitchFamily="18" charset="0"/>
              </a:rPr>
              <a:t>1</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2</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+……+e</a:t>
            </a:r>
            <a:r>
              <a:rPr lang="en-US" altLang="en-US" sz="2000" baseline="-25000" dirty="0">
                <a:latin typeface="Times New Roman" panose="02020603050405020304" pitchFamily="18" charset="0"/>
                <a:cs typeface="Times New Roman" panose="02020603050405020304" pitchFamily="18" charset="0"/>
              </a:rPr>
              <a:t>n</a:t>
            </a:r>
            <a:r>
              <a:rPr lang="en-US" altLang="en-US" sz="2000" baseline="30000"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is minimum.</a:t>
            </a:r>
          </a:p>
          <a:p>
            <a:pPr marL="0" indent="0" algn="just">
              <a:lnSpc>
                <a:spcPct val="200000"/>
              </a:lnSpc>
              <a:buFontTx/>
              <a:buNone/>
            </a:pPr>
            <a:endParaRPr lang="en-US" altLang="en-US" sz="22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004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p:nvPr/>
        </p:nvSpPr>
        <p:spPr>
          <a:xfrm>
            <a:off x="670560" y="1287393"/>
            <a:ext cx="10942320" cy="3852273"/>
          </a:xfrm>
          <a:prstGeom prst="rect">
            <a:avLst/>
          </a:prstGeom>
        </p:spPr>
        <p:txBody>
          <a:bodyPr wrap="square">
            <a:spAutoFit/>
          </a:bodyPr>
          <a:lstStyle/>
          <a:p>
            <a:pPr algn="just">
              <a:lnSpc>
                <a:spcPct val="150000"/>
              </a:lnSpc>
            </a:pPr>
            <a:r>
              <a:rPr lang="en-US" altLang="en-US" sz="2800" dirty="0">
                <a:latin typeface="Times New Roman" panose="02020603050405020304" pitchFamily="18" charset="0"/>
              </a:rPr>
              <a:t>Let S=e</a:t>
            </a:r>
            <a:r>
              <a:rPr lang="en-US" altLang="en-US" sz="2800" baseline="-25000" dirty="0">
                <a:latin typeface="Times New Roman" panose="02020603050405020304" pitchFamily="18" charset="0"/>
              </a:rPr>
              <a:t>1</a:t>
            </a:r>
            <a:r>
              <a:rPr lang="en-US" altLang="en-US" sz="2800" baseline="30000" dirty="0">
                <a:latin typeface="Times New Roman" panose="02020603050405020304" pitchFamily="18" charset="0"/>
              </a:rPr>
              <a:t>2</a:t>
            </a:r>
            <a:r>
              <a:rPr lang="en-US" altLang="en-US" sz="2800" dirty="0">
                <a:latin typeface="Times New Roman" panose="02020603050405020304" pitchFamily="18" charset="0"/>
              </a:rPr>
              <a:t>+e</a:t>
            </a:r>
            <a:r>
              <a:rPr lang="en-US" altLang="en-US" sz="2800" baseline="-25000" dirty="0">
                <a:latin typeface="Times New Roman" panose="02020603050405020304" pitchFamily="18" charset="0"/>
              </a:rPr>
              <a:t>2</a:t>
            </a:r>
            <a:r>
              <a:rPr lang="en-US" altLang="en-US" sz="2800" baseline="30000" dirty="0">
                <a:latin typeface="Times New Roman" panose="02020603050405020304" pitchFamily="18" charset="0"/>
              </a:rPr>
              <a:t>2</a:t>
            </a:r>
            <a:r>
              <a:rPr lang="en-US" altLang="en-US" sz="2800" dirty="0">
                <a:latin typeface="Times New Roman" panose="02020603050405020304" pitchFamily="18" charset="0"/>
              </a:rPr>
              <a:t>+……+e</a:t>
            </a:r>
            <a:r>
              <a:rPr lang="en-US" altLang="en-US" sz="2800" baseline="-25000" dirty="0">
                <a:latin typeface="Times New Roman" panose="02020603050405020304" pitchFamily="18" charset="0"/>
              </a:rPr>
              <a:t>n</a:t>
            </a:r>
            <a:r>
              <a:rPr lang="en-US" altLang="en-US" sz="2800" baseline="30000" dirty="0">
                <a:latin typeface="Times New Roman" panose="02020603050405020304" pitchFamily="18" charset="0"/>
              </a:rPr>
              <a:t>2</a:t>
            </a:r>
            <a:r>
              <a:rPr lang="en-US" altLang="en-US" sz="2800" dirty="0">
                <a:latin typeface="Times New Roman" panose="02020603050405020304" pitchFamily="18" charset="0"/>
              </a:rPr>
              <a:t>,  S is minimum. When S becomes as much as minimum. Then we obtain a best fitting of a curve to the given data, now to make S minimum we have to determine the coefficients involving in the curve, so that  S minimum. It will be possible when differentiating S with respect to the coefficients involving in the curve and equating to zero.</a:t>
            </a:r>
          </a:p>
          <a:p>
            <a:pPr marL="457200" indent="-457200">
              <a:lnSpc>
                <a:spcPct val="150000"/>
              </a:lnSpc>
              <a:buFont typeface="Arial" panose="020B0604020202020204" pitchFamily="34" charset="0"/>
              <a:buChar char="•"/>
            </a:pPr>
            <a:endParaRPr lang="en-US" sz="2600" dirty="0">
              <a:latin typeface="Times New Roman" panose="02020603050405020304" pitchFamily="18" charset="0"/>
              <a:cs typeface="Times New Roman" panose="02020603050405020304" pitchFamily="18" charset="0"/>
            </a:endParaRPr>
          </a:p>
        </p:txBody>
      </p:sp>
      <p:sp>
        <p:nvSpPr>
          <p:cNvPr id="9" name="Title 8"/>
          <p:cNvSpPr>
            <a:spLocks noGrp="1"/>
          </p:cNvSpPr>
          <p:nvPr>
            <p:ph type="title"/>
          </p:nvPr>
        </p:nvSpPr>
        <p:spPr>
          <a:xfrm>
            <a:off x="838200" y="401509"/>
            <a:ext cx="9458148" cy="646331"/>
          </a:xfrm>
          <a:prstGeom prst="rect">
            <a:avLst/>
          </a:prstGeom>
        </p:spPr>
        <p:txBody>
          <a:bodyPr wrap="square">
            <a:spAutoFit/>
          </a:bodyPr>
          <a:lstStyle/>
          <a:p>
            <a:r>
              <a:rPr lang="en-US" sz="4000" b="1" dirty="0">
                <a:solidFill>
                  <a:srgbClr val="FF0000"/>
                </a:solidFill>
                <a:latin typeface="Times New Roman" panose="02020603050405020304" pitchFamily="18" charset="0"/>
                <a:cs typeface="Times New Roman" panose="02020603050405020304" pitchFamily="18" charset="0"/>
              </a:rPr>
              <a:t>Method of Least Squares</a:t>
            </a:r>
            <a:endParaRPr lang="en-US" sz="3300" b="1" dirty="0">
              <a:solidFill>
                <a:srgbClr val="FF0000"/>
              </a:solidFill>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10"/>
          </p:nvPr>
        </p:nvSpPr>
        <p:spPr/>
        <p:txBody>
          <a:bodyPr/>
          <a:lstStyle/>
          <a:p>
            <a:fld id="{CE3EB930-5C9E-40EA-934B-7FCB33AEC890}" type="datetime1">
              <a:rPr lang="en-US" smtClean="0"/>
              <a:t>12/21/2024</a:t>
            </a:fld>
            <a:endParaRPr lang="en-US" dirty="0"/>
          </a:p>
        </p:txBody>
      </p:sp>
      <p:sp>
        <p:nvSpPr>
          <p:cNvPr id="11" name="Footer Placeholder 10"/>
          <p:cNvSpPr>
            <a:spLocks noGrp="1"/>
          </p:cNvSpPr>
          <p:nvPr>
            <p:ph type="ftr" sz="quarter" idx="11"/>
          </p:nvPr>
        </p:nvSpPr>
        <p:spPr>
          <a:xfrm>
            <a:off x="3948545" y="6231225"/>
            <a:ext cx="4114800" cy="365125"/>
          </a:xfrm>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EBFB1032-EA64-7144-B003-9BCC9D94B503}" type="slidenum">
              <a:rPr lang="en-US" smtClean="0"/>
              <a:t>4</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4" name="Picture 13"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7177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Fitting of Straight Line</a:t>
            </a: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335280" y="1292358"/>
            <a:ext cx="11536680" cy="5063992"/>
          </a:xfrm>
        </p:spPr>
        <p:txBody>
          <a:bodyPr>
            <a:noAutofit/>
          </a:bodyPr>
          <a:lstStyle/>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rPr>
              <a:t>Let y = a + bx be a straight line </a:t>
            </a: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rPr>
              <a:t>By using the principle of least squares  for solving the straight line equations.</a:t>
            </a: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rPr>
              <a:t>The normal equations are </a:t>
            </a:r>
          </a:p>
          <a:p>
            <a:pPr fontAlgn="auto">
              <a:spcAft>
                <a:spcPts val="0"/>
              </a:spcAft>
              <a:buFontTx/>
              <a:buNone/>
              <a:defRPr/>
            </a:pPr>
            <a:endParaRPr lang="en-US" altLang="en-US"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rPr>
              <a:t> </a:t>
            </a:r>
            <a:r>
              <a:rPr lang="en-US" altLang="en-US" dirty="0">
                <a:solidFill>
                  <a:schemeClr val="tx1">
                    <a:lumMod val="75000"/>
                    <a:lumOff val="25000"/>
                  </a:schemeClr>
                </a:solidFill>
                <a:latin typeface="Times New Roman" panose="02020603050405020304" pitchFamily="18" charset="0"/>
                <a:cs typeface="Arial" panose="020B0604020202020204" pitchFamily="34" charset="0"/>
              </a:rPr>
              <a:t>∑ y = </a:t>
            </a:r>
            <a:r>
              <a:rPr lang="en-US" altLang="en-US" dirty="0" err="1">
                <a:solidFill>
                  <a:schemeClr val="tx1">
                    <a:lumMod val="75000"/>
                    <a:lumOff val="25000"/>
                  </a:schemeClr>
                </a:solidFill>
                <a:latin typeface="Times New Roman" panose="02020603050405020304" pitchFamily="18" charset="0"/>
                <a:cs typeface="Arial" panose="020B0604020202020204" pitchFamily="34" charset="0"/>
              </a:rPr>
              <a:t>na</a:t>
            </a:r>
            <a:r>
              <a:rPr lang="en-US" altLang="en-US" dirty="0">
                <a:solidFill>
                  <a:schemeClr val="tx1">
                    <a:lumMod val="75000"/>
                    <a:lumOff val="25000"/>
                  </a:schemeClr>
                </a:solidFill>
                <a:latin typeface="Times New Roman" panose="02020603050405020304" pitchFamily="18" charset="0"/>
                <a:cs typeface="Arial" panose="020B0604020202020204" pitchFamily="34" charset="0"/>
              </a:rPr>
              <a:t> + b ∑ x</a:t>
            </a: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cs typeface="Arial" panose="020B0604020202020204" pitchFamily="34" charset="0"/>
              </a:rPr>
              <a:t> ∑ </a:t>
            </a:r>
            <a:r>
              <a:rPr lang="en-US" altLang="en-US" dirty="0" err="1">
                <a:solidFill>
                  <a:schemeClr val="tx1">
                    <a:lumMod val="75000"/>
                    <a:lumOff val="25000"/>
                  </a:schemeClr>
                </a:solidFill>
                <a:latin typeface="Times New Roman" panose="02020603050405020304" pitchFamily="18" charset="0"/>
                <a:cs typeface="Arial" panose="020B0604020202020204" pitchFamily="34" charset="0"/>
              </a:rPr>
              <a:t>xy</a:t>
            </a:r>
            <a:r>
              <a:rPr lang="en-US" altLang="en-US" dirty="0">
                <a:solidFill>
                  <a:schemeClr val="tx1">
                    <a:lumMod val="75000"/>
                    <a:lumOff val="25000"/>
                  </a:schemeClr>
                </a:solidFill>
                <a:latin typeface="Times New Roman" panose="02020603050405020304" pitchFamily="18" charset="0"/>
                <a:cs typeface="Arial" panose="020B0604020202020204" pitchFamily="34" charset="0"/>
              </a:rPr>
              <a:t> = a ∑ x + b ∑ x</a:t>
            </a:r>
            <a:r>
              <a:rPr lang="en-US" altLang="en-US" baseline="30000" dirty="0">
                <a:solidFill>
                  <a:schemeClr val="tx1">
                    <a:lumMod val="75000"/>
                    <a:lumOff val="25000"/>
                  </a:schemeClr>
                </a:solidFill>
                <a:latin typeface="Times New Roman" panose="02020603050405020304" pitchFamily="18" charset="0"/>
                <a:cs typeface="Arial" panose="020B0604020202020204" pitchFamily="34" charset="0"/>
              </a:rPr>
              <a:t>2 </a:t>
            </a:r>
          </a:p>
          <a:p>
            <a:pPr fontAlgn="auto">
              <a:spcAft>
                <a:spcPts val="0"/>
              </a:spcAft>
              <a:buFontTx/>
              <a:buNone/>
              <a:defRPr/>
            </a:pPr>
            <a:endParaRPr lang="en-US" altLang="en-US" baseline="30000" dirty="0">
              <a:solidFill>
                <a:schemeClr val="tx1">
                  <a:lumMod val="75000"/>
                  <a:lumOff val="25000"/>
                </a:schemeClr>
              </a:solidFill>
              <a:latin typeface="Times New Roman" panose="02020603050405020304" pitchFamily="18" charset="0"/>
              <a:cs typeface="Arial" panose="020B0604020202020204" pitchFamily="34" charset="0"/>
            </a:endParaRP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cs typeface="Arial" panose="020B0604020202020204" pitchFamily="34" charset="0"/>
              </a:rPr>
              <a:t>solving these two normal equations we get the values of a &amp; b ,substituting</a:t>
            </a:r>
          </a:p>
          <a:p>
            <a:pPr fontAlgn="auto">
              <a:spcAft>
                <a:spcPts val="0"/>
              </a:spcAft>
              <a:buFontTx/>
              <a:buNone/>
              <a:defRPr/>
            </a:pPr>
            <a:r>
              <a:rPr lang="en-US" altLang="en-US" dirty="0">
                <a:solidFill>
                  <a:schemeClr val="tx1">
                    <a:lumMod val="75000"/>
                    <a:lumOff val="25000"/>
                  </a:schemeClr>
                </a:solidFill>
                <a:latin typeface="Times New Roman" panose="02020603050405020304" pitchFamily="18" charset="0"/>
                <a:cs typeface="Arial" panose="020B0604020202020204" pitchFamily="34" charset="0"/>
              </a:rPr>
              <a:t>these values in the given straight line equation which gives the best fit.</a:t>
            </a:r>
            <a:endParaRPr lang="en-US" altLang="en-US" baseline="30000" dirty="0">
              <a:solidFill>
                <a:schemeClr val="tx1">
                  <a:lumMod val="75000"/>
                  <a:lumOff val="25000"/>
                </a:schemeClr>
              </a:solidFill>
              <a:latin typeface="Times New Roman" panose="02020603050405020304" pitchFamily="18" charset="0"/>
              <a:cs typeface="Arial" panose="020B0604020202020204" pitchFamily="34" charset="0"/>
            </a:endParaRP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85474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Fitting of Parabola</a:t>
            </a: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396240" y="1627638"/>
            <a:ext cx="11597640" cy="4351338"/>
          </a:xfrm>
        </p:spPr>
        <p:txBody>
          <a:bodyPr>
            <a:noAutofit/>
          </a:bodyPr>
          <a:lstStyle/>
          <a:p>
            <a:pPr fontAlgn="auto">
              <a:lnSpc>
                <a:spcPct val="150000"/>
              </a:lnSpc>
              <a:spcAft>
                <a:spcPts val="0"/>
              </a:spcAft>
              <a:buFontTx/>
              <a:buNone/>
              <a:defRPr/>
            </a:pPr>
            <a:r>
              <a:rPr lang="en-US" altLang="en-US" sz="2400" dirty="0">
                <a:solidFill>
                  <a:schemeClr val="tx1">
                    <a:lumMod val="75000"/>
                    <a:lumOff val="25000"/>
                  </a:schemeClr>
                </a:solidFill>
                <a:latin typeface="Times New Roman" panose="02020603050405020304" pitchFamily="18" charset="0"/>
              </a:rPr>
              <a:t>Let y = a + bx + cx</a:t>
            </a:r>
            <a:r>
              <a:rPr lang="en-US" altLang="en-US" sz="2400" baseline="30000" dirty="0">
                <a:solidFill>
                  <a:schemeClr val="tx1">
                    <a:lumMod val="75000"/>
                    <a:lumOff val="25000"/>
                  </a:schemeClr>
                </a:solidFill>
                <a:latin typeface="Times New Roman" panose="02020603050405020304" pitchFamily="18" charset="0"/>
              </a:rPr>
              <a:t>2</a:t>
            </a:r>
            <a:r>
              <a:rPr lang="en-US" altLang="en-US" sz="2400" dirty="0">
                <a:solidFill>
                  <a:schemeClr val="tx1">
                    <a:lumMod val="75000"/>
                    <a:lumOff val="25000"/>
                  </a:schemeClr>
                </a:solidFill>
                <a:latin typeface="Times New Roman" panose="02020603050405020304" pitchFamily="18" charset="0"/>
              </a:rPr>
              <a:t> be the parabola or 2</a:t>
            </a:r>
            <a:r>
              <a:rPr lang="en-US" altLang="en-US" sz="2400" baseline="30000" dirty="0">
                <a:solidFill>
                  <a:schemeClr val="tx1">
                    <a:lumMod val="75000"/>
                    <a:lumOff val="25000"/>
                  </a:schemeClr>
                </a:solidFill>
                <a:latin typeface="Times New Roman" panose="02020603050405020304" pitchFamily="18" charset="0"/>
              </a:rPr>
              <a:t>nd</a:t>
            </a:r>
            <a:r>
              <a:rPr lang="en-US" altLang="en-US" sz="2400" dirty="0">
                <a:solidFill>
                  <a:schemeClr val="tx1">
                    <a:lumMod val="75000"/>
                    <a:lumOff val="25000"/>
                  </a:schemeClr>
                </a:solidFill>
                <a:latin typeface="Times New Roman" panose="02020603050405020304" pitchFamily="18" charset="0"/>
              </a:rPr>
              <a:t> degree equation.</a:t>
            </a:r>
          </a:p>
          <a:p>
            <a:pPr fontAlgn="auto">
              <a:lnSpc>
                <a:spcPct val="150000"/>
              </a:lnSpc>
              <a:spcAft>
                <a:spcPts val="0"/>
              </a:spcAft>
              <a:buFontTx/>
              <a:buNone/>
              <a:defRPr/>
            </a:pPr>
            <a:r>
              <a:rPr lang="en-US" altLang="en-US" sz="2400" dirty="0">
                <a:solidFill>
                  <a:schemeClr val="tx1">
                    <a:lumMod val="75000"/>
                    <a:lumOff val="25000"/>
                  </a:schemeClr>
                </a:solidFill>
                <a:latin typeface="Times New Roman" panose="02020603050405020304" pitchFamily="18" charset="0"/>
              </a:rPr>
              <a:t>By using the principle of least squares for solving the parabola,  The normal equations are</a:t>
            </a:r>
          </a:p>
          <a:p>
            <a:pPr algn="ct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y = </a:t>
            </a:r>
            <a:r>
              <a:rPr lang="en-US" altLang="en-US" sz="2400" dirty="0" err="1">
                <a:solidFill>
                  <a:schemeClr val="tx1">
                    <a:lumMod val="75000"/>
                    <a:lumOff val="25000"/>
                  </a:schemeClr>
                </a:solidFill>
                <a:latin typeface="Times New Roman" panose="02020603050405020304" pitchFamily="18" charset="0"/>
                <a:cs typeface="Arial" panose="020B0604020202020204" pitchFamily="34" charset="0"/>
              </a:rPr>
              <a:t>na</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b ∑ x + c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2</a:t>
            </a:r>
            <a:endParaRPr lang="en-US" altLang="en-US" sz="2400" dirty="0">
              <a:solidFill>
                <a:schemeClr val="tx1">
                  <a:lumMod val="75000"/>
                  <a:lumOff val="25000"/>
                </a:schemeClr>
              </a:solidFill>
              <a:latin typeface="Times New Roman" panose="02020603050405020304" pitchFamily="18" charset="0"/>
              <a:cs typeface="Arial" panose="020B0604020202020204" pitchFamily="34" charset="0"/>
            </a:endParaRPr>
          </a:p>
          <a:p>
            <a:pPr algn="ct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a:t>
            </a:r>
            <a:r>
              <a:rPr lang="en-US" altLang="en-US" sz="2400" dirty="0" err="1">
                <a:solidFill>
                  <a:schemeClr val="tx1">
                    <a:lumMod val="75000"/>
                    <a:lumOff val="25000"/>
                  </a:schemeClr>
                </a:solidFill>
                <a:latin typeface="Times New Roman" panose="02020603050405020304" pitchFamily="18" charset="0"/>
                <a:cs typeface="Arial" panose="020B0604020202020204" pitchFamily="34" charset="0"/>
              </a:rPr>
              <a:t>xy</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a ∑ x + b∑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2 </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c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3</a:t>
            </a:r>
            <a:endParaRPr lang="en-US" altLang="en-US" sz="2400" dirty="0">
              <a:solidFill>
                <a:schemeClr val="tx1">
                  <a:lumMod val="75000"/>
                  <a:lumOff val="25000"/>
                </a:schemeClr>
              </a:solidFill>
              <a:latin typeface="Times New Roman" panose="02020603050405020304" pitchFamily="18" charset="0"/>
              <a:cs typeface="Arial" panose="020B0604020202020204" pitchFamily="34" charset="0"/>
            </a:endParaRPr>
          </a:p>
          <a:p>
            <a:pPr algn="ct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2</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y = a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2</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b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3</a:t>
            </a: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 + c ∑ x</a:t>
            </a: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4</a:t>
            </a:r>
          </a:p>
          <a:p>
            <a:pPr fontAlgn="auto">
              <a:spcAft>
                <a:spcPts val="0"/>
              </a:spcAft>
              <a:buFontTx/>
              <a:buNone/>
              <a:defRPr/>
            </a:pPr>
            <a:r>
              <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rPr>
              <a:t> </a:t>
            </a: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solving these equations, we get the values of a, b &amp; c. </a:t>
            </a: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cs typeface="Arial" panose="020B0604020202020204" pitchFamily="34" charset="0"/>
              </a:rPr>
              <a:t>substituting these values in the given parabola which gives the best fit.</a:t>
            </a:r>
            <a:endParaRPr lang="en-US" altLang="en-US" sz="2400" baseline="30000" dirty="0">
              <a:solidFill>
                <a:schemeClr val="tx1">
                  <a:lumMod val="75000"/>
                  <a:lumOff val="25000"/>
                </a:schemeClr>
              </a:solidFill>
              <a:latin typeface="Times New Roman" panose="02020603050405020304" pitchFamily="18" charset="0"/>
              <a:cs typeface="Arial" panose="020B0604020202020204" pitchFamily="34"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32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85800" y="231283"/>
            <a:ext cx="10806545"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Fitting of an Exponential Curve</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259080" y="1465406"/>
            <a:ext cx="11506200" cy="4711557"/>
          </a:xfrm>
        </p:spPr>
        <p:txBody>
          <a:bodyPr>
            <a:noAutofit/>
          </a:bodyPr>
          <a:lstStyle/>
          <a:p>
            <a:pPr algn="just">
              <a:lnSpc>
                <a:spcPct val="150000"/>
              </a:lnSpc>
              <a:buFontTx/>
              <a:buNone/>
            </a:pPr>
            <a:r>
              <a:rPr lang="en-US" altLang="en-US" sz="2000" dirty="0">
                <a:latin typeface="Times New Roman" panose="02020603050405020304" pitchFamily="18" charset="0"/>
                <a:cs typeface="Times New Roman" panose="02020603050405020304" pitchFamily="18" charset="0"/>
              </a:rPr>
              <a:t>The exponential curve of the form:                y = a </a:t>
            </a:r>
            <a:r>
              <a:rPr lang="en-US" altLang="en-US" sz="2000" dirty="0" err="1">
                <a:latin typeface="Times New Roman" panose="02020603050405020304" pitchFamily="18" charset="0"/>
                <a:cs typeface="Times New Roman" panose="02020603050405020304" pitchFamily="18" charset="0"/>
              </a:rPr>
              <a:t>e</a:t>
            </a:r>
            <a:r>
              <a:rPr lang="en-US" altLang="en-US" sz="2000" baseline="30000" dirty="0" err="1">
                <a:latin typeface="Times New Roman" panose="02020603050405020304" pitchFamily="18" charset="0"/>
                <a:cs typeface="Times New Roman" panose="02020603050405020304" pitchFamily="18" charset="0"/>
              </a:rPr>
              <a:t>bx</a:t>
            </a:r>
            <a:endParaRPr lang="en-US" altLang="en-US" sz="2000" dirty="0">
              <a:latin typeface="Times New Roman" panose="02020603050405020304" pitchFamily="18" charset="0"/>
              <a:cs typeface="Times New Roman" panose="02020603050405020304" pitchFamily="18" charset="0"/>
            </a:endParaRPr>
          </a:p>
          <a:p>
            <a:pPr algn="just">
              <a:lnSpc>
                <a:spcPct val="150000"/>
              </a:lnSpc>
              <a:buFontTx/>
              <a:buNone/>
            </a:pPr>
            <a:r>
              <a:rPr lang="en-US" altLang="en-US" sz="2000" dirty="0">
                <a:latin typeface="Times New Roman" panose="02020603050405020304" pitchFamily="18" charset="0"/>
                <a:cs typeface="Times New Roman" panose="02020603050405020304" pitchFamily="18" charset="0"/>
              </a:rPr>
              <a:t> Taking log on both sides we get </a:t>
            </a:r>
          </a:p>
          <a:p>
            <a:pPr algn="just">
              <a:lnSpc>
                <a:spcPct val="150000"/>
              </a:lnSpc>
              <a:buFontTx/>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y</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e</a:t>
            </a:r>
            <a:r>
              <a:rPr lang="en-US" altLang="en-US" sz="2000" dirty="0">
                <a:latin typeface="Times New Roman" panose="02020603050405020304" pitchFamily="18" charset="0"/>
                <a:cs typeface="Times New Roman" panose="02020603050405020304" pitchFamily="18" charset="0"/>
              </a:rPr>
              <a:t> </a:t>
            </a:r>
            <a:r>
              <a:rPr lang="en-US" altLang="en-US" sz="2000" baseline="30000" dirty="0">
                <a:latin typeface="Times New Roman" panose="02020603050405020304" pitchFamily="18" charset="0"/>
                <a:cs typeface="Times New Roman" panose="02020603050405020304" pitchFamily="18" charset="0"/>
              </a:rPr>
              <a:t>bx    </a:t>
            </a:r>
            <a:r>
              <a:rPr lang="en-US" altLang="en-US" sz="2000" dirty="0">
                <a:latin typeface="Times New Roman" panose="02020603050405020304" pitchFamily="18" charset="0"/>
                <a:cs typeface="Times New Roman" panose="02020603050405020304" pitchFamily="18" charset="0"/>
              </a:rPr>
              <a:t>   =&gt;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y</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 bx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e</a:t>
            </a:r>
            <a:r>
              <a:rPr lang="en-US" altLang="en-US" sz="2000" dirty="0">
                <a:latin typeface="Times New Roman" panose="02020603050405020304" pitchFamily="18" charset="0"/>
                <a:cs typeface="Times New Roman" panose="02020603050405020304" pitchFamily="18" charset="0"/>
              </a:rPr>
              <a:t>        =&gt;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y</a:t>
            </a:r>
            <a:r>
              <a:rPr lang="en-US" altLang="en-US" sz="2000" dirty="0">
                <a:latin typeface="Times New Roman" panose="02020603050405020304" pitchFamily="18" charset="0"/>
                <a:cs typeface="Times New Roman" panose="02020603050405020304" pitchFamily="18" charset="0"/>
              </a:rPr>
              <a:t> = </a:t>
            </a:r>
            <a:r>
              <a:rPr lang="en-US" altLang="en-US" sz="2000" dirty="0" err="1">
                <a:latin typeface="Times New Roman" panose="02020603050405020304" pitchFamily="18" charset="0"/>
                <a:cs typeface="Times New Roman" panose="02020603050405020304" pitchFamily="18" charset="0"/>
              </a:rPr>
              <a:t>log</a:t>
            </a:r>
            <a:r>
              <a:rPr lang="en-US" altLang="en-US" sz="2000" baseline="-25000" dirty="0" err="1">
                <a:latin typeface="Times New Roman" panose="02020603050405020304" pitchFamily="18" charset="0"/>
                <a:cs typeface="Times New Roman" panose="02020603050405020304" pitchFamily="18" charset="0"/>
              </a:rPr>
              <a:t>e</a:t>
            </a:r>
            <a:r>
              <a:rPr lang="en-US" altLang="en-US" sz="2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 bx </a:t>
            </a:r>
          </a:p>
          <a:p>
            <a:pPr marL="0" indent="0" fontAlgn="auto">
              <a:lnSpc>
                <a:spcPct val="150000"/>
              </a:lnSpc>
              <a:spcAft>
                <a:spcPts val="0"/>
              </a:spcAft>
              <a:buFontTx/>
              <a:buNone/>
              <a:defRPr/>
            </a:pPr>
            <a:r>
              <a:rPr lang="en-US" altLang="en-US" sz="2000" dirty="0">
                <a:solidFill>
                  <a:schemeClr val="tx1">
                    <a:lumMod val="75000"/>
                    <a:lumOff val="25000"/>
                  </a:schemeClr>
                </a:solidFill>
                <a:latin typeface="Times New Roman" panose="02020603050405020304" pitchFamily="18" charset="0"/>
              </a:rPr>
              <a:t>Y = A+ bx</a:t>
            </a:r>
          </a:p>
          <a:p>
            <a:pPr marL="0" indent="0" algn="just" fontAlgn="auto">
              <a:lnSpc>
                <a:spcPct val="150000"/>
              </a:lnSpc>
              <a:spcAft>
                <a:spcPts val="0"/>
              </a:spcAft>
              <a:buFontTx/>
              <a:buNone/>
              <a:defRPr/>
            </a:pPr>
            <a:r>
              <a:rPr lang="en-US" altLang="en-US" sz="2000" dirty="0">
                <a:solidFill>
                  <a:schemeClr val="tx1">
                    <a:lumMod val="75000"/>
                    <a:lumOff val="25000"/>
                  </a:schemeClr>
                </a:solidFill>
                <a:latin typeface="Times New Roman" panose="02020603050405020304" pitchFamily="18" charset="0"/>
              </a:rPr>
              <a:t>Where Y = </a:t>
            </a:r>
            <a:r>
              <a:rPr lang="en-US" altLang="en-US" sz="2000" dirty="0" err="1">
                <a:solidFill>
                  <a:schemeClr val="tx1">
                    <a:lumMod val="75000"/>
                    <a:lumOff val="25000"/>
                  </a:schemeClr>
                </a:solidFill>
                <a:latin typeface="Times New Roman" panose="02020603050405020304" pitchFamily="18" charset="0"/>
              </a:rPr>
              <a:t>log</a:t>
            </a:r>
            <a:r>
              <a:rPr lang="en-US" altLang="en-US" sz="2000" baseline="-25000" dirty="0" err="1">
                <a:solidFill>
                  <a:schemeClr val="tx1">
                    <a:lumMod val="75000"/>
                    <a:lumOff val="25000"/>
                  </a:schemeClr>
                </a:solidFill>
                <a:latin typeface="Times New Roman" panose="02020603050405020304" pitchFamily="18" charset="0"/>
              </a:rPr>
              <a:t>e</a:t>
            </a:r>
            <a:r>
              <a:rPr lang="en-US" altLang="en-US" sz="2000" dirty="0" err="1">
                <a:solidFill>
                  <a:schemeClr val="tx1">
                    <a:lumMod val="75000"/>
                    <a:lumOff val="25000"/>
                  </a:schemeClr>
                </a:solidFill>
                <a:latin typeface="Times New Roman" panose="02020603050405020304" pitchFamily="18" charset="0"/>
              </a:rPr>
              <a:t>y</a:t>
            </a:r>
            <a:r>
              <a:rPr lang="en-US" altLang="en-US" sz="2000" dirty="0">
                <a:solidFill>
                  <a:schemeClr val="tx1">
                    <a:lumMod val="75000"/>
                    <a:lumOff val="25000"/>
                  </a:schemeClr>
                </a:solidFill>
                <a:latin typeface="Times New Roman" panose="02020603050405020304" pitchFamily="18" charset="0"/>
              </a:rPr>
              <a:t>, A= </a:t>
            </a:r>
            <a:r>
              <a:rPr lang="en-US" altLang="en-US" sz="2000" dirty="0" err="1">
                <a:solidFill>
                  <a:schemeClr val="tx1">
                    <a:lumMod val="75000"/>
                    <a:lumOff val="25000"/>
                  </a:schemeClr>
                </a:solidFill>
                <a:latin typeface="Times New Roman" panose="02020603050405020304" pitchFamily="18" charset="0"/>
              </a:rPr>
              <a:t>log</a:t>
            </a:r>
            <a:r>
              <a:rPr lang="en-US" altLang="en-US" sz="2000" baseline="-25000" dirty="0" err="1">
                <a:solidFill>
                  <a:schemeClr val="tx1">
                    <a:lumMod val="75000"/>
                    <a:lumOff val="25000"/>
                  </a:schemeClr>
                </a:solidFill>
                <a:latin typeface="Times New Roman" panose="02020603050405020304" pitchFamily="18" charset="0"/>
              </a:rPr>
              <a:t>e</a:t>
            </a:r>
            <a:r>
              <a:rPr lang="en-US" altLang="en-US" sz="2000" dirty="0" err="1">
                <a:solidFill>
                  <a:schemeClr val="tx1">
                    <a:lumMod val="75000"/>
                    <a:lumOff val="25000"/>
                  </a:schemeClr>
                </a:solidFill>
                <a:latin typeface="Times New Roman" panose="02020603050405020304" pitchFamily="18" charset="0"/>
              </a:rPr>
              <a:t>a</a:t>
            </a:r>
            <a:endParaRPr lang="en-US" altLang="en-US" sz="2000" dirty="0">
              <a:solidFill>
                <a:schemeClr val="tx1">
                  <a:lumMod val="75000"/>
                  <a:lumOff val="25000"/>
                </a:schemeClr>
              </a:solidFill>
              <a:latin typeface="Times New Roman" panose="02020603050405020304" pitchFamily="18" charset="0"/>
            </a:endParaRPr>
          </a:p>
          <a:p>
            <a:pPr marL="0" indent="0" algn="just" fontAlgn="auto">
              <a:lnSpc>
                <a:spcPct val="150000"/>
              </a:lnSpc>
              <a:spcAft>
                <a:spcPts val="0"/>
              </a:spcAft>
              <a:buFontTx/>
              <a:buNone/>
              <a:defRPr/>
            </a:pPr>
            <a:r>
              <a:rPr lang="en-US" altLang="en-US" sz="2000" dirty="0">
                <a:solidFill>
                  <a:schemeClr val="tx1">
                    <a:lumMod val="75000"/>
                    <a:lumOff val="25000"/>
                  </a:schemeClr>
                </a:solidFill>
                <a:latin typeface="Times New Roman" panose="02020603050405020304" pitchFamily="18" charset="0"/>
              </a:rPr>
              <a:t>This is in the form of straight line equation  and this can be solved by using the straight line normal equations we get the values of A &amp; b, for a =</a:t>
            </a:r>
            <a:r>
              <a:rPr lang="en-US" altLang="en-US" sz="2000" dirty="0" err="1">
                <a:solidFill>
                  <a:schemeClr val="tx1">
                    <a:lumMod val="75000"/>
                    <a:lumOff val="25000"/>
                  </a:schemeClr>
                </a:solidFill>
                <a:latin typeface="Times New Roman" panose="02020603050405020304" pitchFamily="18" charset="0"/>
              </a:rPr>
              <a:t>e</a:t>
            </a:r>
            <a:r>
              <a:rPr lang="en-US" altLang="en-US" sz="2000" baseline="30000" dirty="0" err="1">
                <a:solidFill>
                  <a:schemeClr val="tx1">
                    <a:lumMod val="75000"/>
                    <a:lumOff val="25000"/>
                  </a:schemeClr>
                </a:solidFill>
                <a:latin typeface="Times New Roman" panose="02020603050405020304" pitchFamily="18" charset="0"/>
              </a:rPr>
              <a:t>A</a:t>
            </a:r>
            <a:r>
              <a:rPr lang="en-US" altLang="en-US" sz="2000" baseline="30000" dirty="0">
                <a:solidFill>
                  <a:schemeClr val="tx1">
                    <a:lumMod val="75000"/>
                    <a:lumOff val="25000"/>
                  </a:schemeClr>
                </a:solidFill>
                <a:latin typeface="Times New Roman" panose="02020603050405020304" pitchFamily="18" charset="0"/>
              </a:rPr>
              <a:t>,</a:t>
            </a:r>
            <a:r>
              <a:rPr lang="en-US" altLang="en-US" sz="2000" dirty="0">
                <a:solidFill>
                  <a:schemeClr val="tx1">
                    <a:lumMod val="75000"/>
                    <a:lumOff val="25000"/>
                  </a:schemeClr>
                </a:solidFill>
                <a:latin typeface="Times New Roman" panose="02020603050405020304" pitchFamily="18" charset="0"/>
              </a:rPr>
              <a:t>  substituting the values of a &amp; b in the given curve which gives the best fit.</a:t>
            </a:r>
            <a:endParaRPr lang="en-US" altLang="en-US" sz="20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812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Exponential Curve</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472440" y="1533242"/>
            <a:ext cx="11247120" cy="4711557"/>
          </a:xfrm>
        </p:spPr>
        <p:txBody>
          <a:bodyPr>
            <a:normAutofit/>
          </a:bodyPr>
          <a:lstStyle/>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The equation of exponential curve be of the form y = </a:t>
            </a:r>
            <a:r>
              <a:rPr lang="en-US" altLang="en-US" sz="2400" dirty="0" err="1">
                <a:solidFill>
                  <a:schemeClr val="tx1">
                    <a:lumMod val="75000"/>
                    <a:lumOff val="25000"/>
                  </a:schemeClr>
                </a:solidFill>
                <a:latin typeface="Times New Roman" panose="02020603050405020304" pitchFamily="18" charset="0"/>
              </a:rPr>
              <a:t>ab</a:t>
            </a:r>
            <a:r>
              <a:rPr lang="en-US" altLang="en-US" sz="2400" baseline="30000" dirty="0" err="1">
                <a:solidFill>
                  <a:schemeClr val="tx1">
                    <a:lumMod val="75000"/>
                    <a:lumOff val="25000"/>
                  </a:schemeClr>
                </a:solidFill>
                <a:latin typeface="Times New Roman" panose="02020603050405020304" pitchFamily="18" charset="0"/>
              </a:rPr>
              <a:t>x</a:t>
            </a:r>
            <a:endParaRPr lang="en-US" altLang="en-US" sz="2400"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sz="2400" baseline="30000" dirty="0">
                <a:solidFill>
                  <a:schemeClr val="tx1">
                    <a:lumMod val="75000"/>
                    <a:lumOff val="25000"/>
                  </a:schemeClr>
                </a:solidFill>
                <a:latin typeface="Times New Roman" panose="02020603050405020304" pitchFamily="18" charset="0"/>
              </a:rPr>
              <a:t>    </a:t>
            </a:r>
            <a:r>
              <a:rPr lang="en-US" altLang="en-US" sz="2400" dirty="0">
                <a:solidFill>
                  <a:schemeClr val="tx1">
                    <a:lumMod val="75000"/>
                    <a:lumOff val="25000"/>
                  </a:schemeClr>
                </a:solidFill>
                <a:latin typeface="Times New Roman" panose="02020603050405020304" pitchFamily="18" charset="0"/>
              </a:rPr>
              <a:t>taking log on both sides we get</a:t>
            </a: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      log </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y</a:t>
            </a:r>
            <a:r>
              <a:rPr lang="en-US" altLang="en-US" sz="2400" dirty="0">
                <a:solidFill>
                  <a:schemeClr val="tx1">
                    <a:lumMod val="75000"/>
                    <a:lumOff val="25000"/>
                  </a:schemeClr>
                </a:solidFill>
                <a:latin typeface="Times New Roman" panose="02020603050405020304" pitchFamily="18" charset="0"/>
              </a:rPr>
              <a:t> = log </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a</a:t>
            </a:r>
            <a:r>
              <a:rPr lang="en-US" altLang="en-US" sz="2400" dirty="0">
                <a:solidFill>
                  <a:schemeClr val="tx1">
                    <a:lumMod val="75000"/>
                    <a:lumOff val="25000"/>
                  </a:schemeClr>
                </a:solidFill>
                <a:latin typeface="Times New Roman" panose="02020603050405020304" pitchFamily="18" charset="0"/>
              </a:rPr>
              <a:t> +log </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b</a:t>
            </a:r>
            <a:r>
              <a:rPr lang="en-US" altLang="en-US" sz="2400" baseline="30000" dirty="0" err="1">
                <a:solidFill>
                  <a:schemeClr val="tx1">
                    <a:lumMod val="75000"/>
                    <a:lumOff val="25000"/>
                  </a:schemeClr>
                </a:solidFill>
                <a:latin typeface="Times New Roman" panose="02020603050405020304" pitchFamily="18" charset="0"/>
              </a:rPr>
              <a:t>x</a:t>
            </a:r>
            <a:endParaRPr lang="en-US" altLang="en-US" sz="2400"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          Y =  A + Bx</a:t>
            </a: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  where Y= </a:t>
            </a:r>
            <a:r>
              <a:rPr lang="en-US" altLang="en-US" sz="2400" dirty="0" err="1">
                <a:solidFill>
                  <a:schemeClr val="tx1">
                    <a:lumMod val="75000"/>
                    <a:lumOff val="25000"/>
                  </a:schemeClr>
                </a:solidFill>
                <a:latin typeface="Times New Roman" panose="02020603050405020304" pitchFamily="18" charset="0"/>
              </a:rPr>
              <a:t>log</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y</a:t>
            </a:r>
            <a:r>
              <a:rPr lang="en-US" altLang="en-US" sz="2400" dirty="0">
                <a:solidFill>
                  <a:schemeClr val="tx1">
                    <a:lumMod val="75000"/>
                    <a:lumOff val="25000"/>
                  </a:schemeClr>
                </a:solidFill>
                <a:latin typeface="Times New Roman" panose="02020603050405020304" pitchFamily="18" charset="0"/>
              </a:rPr>
              <a:t>, A= </a:t>
            </a:r>
            <a:r>
              <a:rPr lang="en-US" altLang="en-US" sz="2400" dirty="0" err="1">
                <a:solidFill>
                  <a:schemeClr val="tx1">
                    <a:lumMod val="75000"/>
                    <a:lumOff val="25000"/>
                  </a:schemeClr>
                </a:solidFill>
                <a:latin typeface="Times New Roman" panose="02020603050405020304" pitchFamily="18" charset="0"/>
              </a:rPr>
              <a:t>log</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a</a:t>
            </a:r>
            <a:r>
              <a:rPr lang="en-US" altLang="en-US" sz="2400" dirty="0">
                <a:solidFill>
                  <a:schemeClr val="tx1">
                    <a:lumMod val="75000"/>
                    <a:lumOff val="25000"/>
                  </a:schemeClr>
                </a:solidFill>
                <a:latin typeface="Times New Roman" panose="02020603050405020304" pitchFamily="18" charset="0"/>
              </a:rPr>
              <a:t> , B= </a:t>
            </a:r>
            <a:r>
              <a:rPr lang="en-US" altLang="en-US" sz="2400" dirty="0" err="1">
                <a:solidFill>
                  <a:schemeClr val="tx1">
                    <a:lumMod val="75000"/>
                    <a:lumOff val="25000"/>
                  </a:schemeClr>
                </a:solidFill>
                <a:latin typeface="Times New Roman" panose="02020603050405020304" pitchFamily="18" charset="0"/>
              </a:rPr>
              <a:t>log</a:t>
            </a:r>
            <a:r>
              <a:rPr lang="en-US" altLang="en-US" sz="2400" baseline="-25000" dirty="0" err="1">
                <a:solidFill>
                  <a:schemeClr val="tx1">
                    <a:lumMod val="75000"/>
                    <a:lumOff val="25000"/>
                  </a:schemeClr>
                </a:solidFill>
                <a:latin typeface="Times New Roman" panose="02020603050405020304" pitchFamily="18" charset="0"/>
              </a:rPr>
              <a:t>e</a:t>
            </a:r>
            <a:r>
              <a:rPr lang="en-US" altLang="en-US" sz="2400" dirty="0" err="1">
                <a:solidFill>
                  <a:schemeClr val="tx1">
                    <a:lumMod val="75000"/>
                    <a:lumOff val="25000"/>
                  </a:schemeClr>
                </a:solidFill>
                <a:latin typeface="Times New Roman" panose="02020603050405020304" pitchFamily="18" charset="0"/>
              </a:rPr>
              <a:t>b</a:t>
            </a:r>
            <a:endParaRPr lang="en-US" altLang="en-US" sz="2400"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 This is in the form of the straight line equation which can be solved by using the normal equations we get the values of A &amp; B for a = </a:t>
            </a:r>
            <a:r>
              <a:rPr lang="en-US" altLang="en-US" sz="2400" dirty="0" err="1">
                <a:solidFill>
                  <a:schemeClr val="tx1">
                    <a:lumMod val="75000"/>
                    <a:lumOff val="25000"/>
                  </a:schemeClr>
                </a:solidFill>
                <a:latin typeface="Times New Roman" panose="02020603050405020304" pitchFamily="18" charset="0"/>
              </a:rPr>
              <a:t>e</a:t>
            </a:r>
            <a:r>
              <a:rPr lang="en-US" altLang="en-US" sz="2400" baseline="30000" dirty="0" err="1">
                <a:solidFill>
                  <a:schemeClr val="tx1">
                    <a:lumMod val="75000"/>
                    <a:lumOff val="25000"/>
                  </a:schemeClr>
                </a:solidFill>
                <a:latin typeface="Times New Roman" panose="02020603050405020304" pitchFamily="18" charset="0"/>
              </a:rPr>
              <a:t>A</a:t>
            </a:r>
            <a:r>
              <a:rPr lang="en-US" altLang="en-US" sz="2400" dirty="0">
                <a:solidFill>
                  <a:schemeClr val="tx1">
                    <a:lumMod val="75000"/>
                    <a:lumOff val="25000"/>
                  </a:schemeClr>
                </a:solidFill>
                <a:latin typeface="Times New Roman" panose="02020603050405020304" pitchFamily="18" charset="0"/>
              </a:rPr>
              <a:t>         </a:t>
            </a:r>
          </a:p>
          <a:p>
            <a:pPr fontAlgn="auto">
              <a:spcAft>
                <a:spcPts val="0"/>
              </a:spcAft>
              <a:buFontTx/>
              <a:buNone/>
              <a:defRPr/>
            </a:pPr>
            <a:r>
              <a:rPr lang="en-US" altLang="en-US" sz="2400" dirty="0">
                <a:solidFill>
                  <a:schemeClr val="tx1">
                    <a:lumMod val="75000"/>
                    <a:lumOff val="25000"/>
                  </a:schemeClr>
                </a:solidFill>
                <a:latin typeface="Times New Roman" panose="02020603050405020304" pitchFamily="18" charset="0"/>
              </a:rPr>
              <a:t>      b = </a:t>
            </a:r>
            <a:r>
              <a:rPr lang="en-US" altLang="en-US" sz="2400" dirty="0" err="1">
                <a:solidFill>
                  <a:schemeClr val="tx1">
                    <a:lumMod val="75000"/>
                    <a:lumOff val="25000"/>
                  </a:schemeClr>
                </a:solidFill>
                <a:latin typeface="Times New Roman" panose="02020603050405020304" pitchFamily="18" charset="0"/>
              </a:rPr>
              <a:t>e</a:t>
            </a:r>
            <a:r>
              <a:rPr lang="en-US" altLang="en-US" sz="2400" baseline="30000" dirty="0" err="1">
                <a:solidFill>
                  <a:schemeClr val="tx1">
                    <a:lumMod val="75000"/>
                    <a:lumOff val="25000"/>
                  </a:schemeClr>
                </a:solidFill>
                <a:latin typeface="Times New Roman" panose="02020603050405020304" pitchFamily="18" charset="0"/>
              </a:rPr>
              <a:t>B</a:t>
            </a:r>
            <a:r>
              <a:rPr lang="en-US" altLang="en-US" sz="2400" dirty="0">
                <a:solidFill>
                  <a:schemeClr val="tx1">
                    <a:lumMod val="75000"/>
                    <a:lumOff val="25000"/>
                  </a:schemeClr>
                </a:solidFill>
                <a:latin typeface="Times New Roman" panose="02020603050405020304" pitchFamily="18" charset="0"/>
              </a:rPr>
              <a:t> substituting these values in the equation which gives the best fit.</a:t>
            </a:r>
            <a:endParaRPr lang="en-US" altLang="en-US" sz="2400" baseline="30000" dirty="0">
              <a:solidFill>
                <a:schemeClr val="tx1">
                  <a:lumMod val="75000"/>
                  <a:lumOff val="25000"/>
                </a:schemeClr>
              </a:solidFill>
              <a:latin typeface="Times New Roman" panose="02020603050405020304" pitchFamily="18" charset="0"/>
            </a:endParaRPr>
          </a:p>
          <a:p>
            <a:pPr marL="0" indent="0" algn="just">
              <a:lnSpc>
                <a:spcPct val="100000"/>
              </a:lnSpc>
              <a:buNone/>
            </a:pPr>
            <a:endParaRPr lang="en-IN" dirty="0"/>
          </a:p>
        </p:txBody>
      </p:sp>
    </p:spTree>
    <p:extLst>
      <p:ext uri="{BB962C8B-B14F-4D97-AF65-F5344CB8AC3E}">
        <p14:creationId xmlns:p14="http://schemas.microsoft.com/office/powerpoint/2010/main" val="310409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Fitting of Power Curve</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12/21/2024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563880" y="1594202"/>
            <a:ext cx="11216640" cy="4711557"/>
          </a:xfrm>
        </p:spPr>
        <p:txBody>
          <a:bodyPr>
            <a:normAutofit fontScale="92500" lnSpcReduction="10000"/>
          </a:bodyPr>
          <a:lstStyle/>
          <a:p>
            <a:pPr fontAlgn="auto">
              <a:spcAft>
                <a:spcPts val="0"/>
              </a:spcAft>
              <a:buFontTx/>
              <a:buNone/>
              <a:defRPr/>
            </a:pPr>
            <a:r>
              <a:rPr lang="en-US" altLang="en-US" sz="3200" dirty="0">
                <a:solidFill>
                  <a:schemeClr val="tx1">
                    <a:lumMod val="75000"/>
                    <a:lumOff val="25000"/>
                  </a:schemeClr>
                </a:solidFill>
                <a:latin typeface="Times New Roman" panose="02020603050405020304" pitchFamily="18" charset="0"/>
              </a:rPr>
              <a:t>Let the equation of the power curve be y = a </a:t>
            </a:r>
            <a:r>
              <a:rPr lang="en-US" altLang="en-US" sz="3200" dirty="0" err="1">
                <a:solidFill>
                  <a:schemeClr val="tx1">
                    <a:lumMod val="75000"/>
                    <a:lumOff val="25000"/>
                  </a:schemeClr>
                </a:solidFill>
                <a:latin typeface="Times New Roman" panose="02020603050405020304" pitchFamily="18" charset="0"/>
              </a:rPr>
              <a:t>x</a:t>
            </a:r>
            <a:r>
              <a:rPr lang="en-US" altLang="en-US" sz="3200" baseline="30000" dirty="0" err="1">
                <a:solidFill>
                  <a:schemeClr val="tx1">
                    <a:lumMod val="75000"/>
                    <a:lumOff val="25000"/>
                  </a:schemeClr>
                </a:solidFill>
                <a:latin typeface="Times New Roman" panose="02020603050405020304" pitchFamily="18" charset="0"/>
              </a:rPr>
              <a:t>b</a:t>
            </a:r>
            <a:endParaRPr lang="en-US" altLang="en-US" sz="3200"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sz="3200" dirty="0">
                <a:solidFill>
                  <a:schemeClr val="tx1">
                    <a:lumMod val="75000"/>
                    <a:lumOff val="25000"/>
                  </a:schemeClr>
                </a:solidFill>
                <a:latin typeface="Times New Roman" panose="02020603050405020304" pitchFamily="18" charset="0"/>
              </a:rPr>
              <a:t>  Taking log on both sides we get</a:t>
            </a:r>
          </a:p>
          <a:p>
            <a:pPr fontAlgn="auto">
              <a:spcAft>
                <a:spcPts val="0"/>
              </a:spcAft>
              <a:buFontTx/>
              <a:buNone/>
              <a:defRPr/>
            </a:pPr>
            <a:r>
              <a:rPr lang="en-US" altLang="en-US" sz="3200" dirty="0">
                <a:solidFill>
                  <a:schemeClr val="tx1">
                    <a:lumMod val="75000"/>
                    <a:lumOff val="25000"/>
                  </a:schemeClr>
                </a:solidFill>
                <a:latin typeface="Times New Roman" panose="02020603050405020304" pitchFamily="18" charset="0"/>
              </a:rPr>
              <a:t>        log </a:t>
            </a:r>
            <a:r>
              <a:rPr lang="en-US" altLang="en-US" sz="3200" baseline="-25000" dirty="0" err="1">
                <a:solidFill>
                  <a:schemeClr val="tx1">
                    <a:lumMod val="75000"/>
                    <a:lumOff val="25000"/>
                  </a:schemeClr>
                </a:solidFill>
                <a:latin typeface="Times New Roman" panose="02020603050405020304" pitchFamily="18" charset="0"/>
              </a:rPr>
              <a:t>e</a:t>
            </a:r>
            <a:r>
              <a:rPr lang="en-US" altLang="en-US" sz="3200" dirty="0" err="1">
                <a:solidFill>
                  <a:schemeClr val="tx1">
                    <a:lumMod val="75000"/>
                    <a:lumOff val="25000"/>
                  </a:schemeClr>
                </a:solidFill>
                <a:latin typeface="Times New Roman" panose="02020603050405020304" pitchFamily="18" charset="0"/>
              </a:rPr>
              <a:t>y</a:t>
            </a:r>
            <a:r>
              <a:rPr lang="en-US" altLang="en-US" sz="3200" dirty="0">
                <a:solidFill>
                  <a:schemeClr val="tx1">
                    <a:lumMod val="75000"/>
                    <a:lumOff val="25000"/>
                  </a:schemeClr>
                </a:solidFill>
                <a:latin typeface="Times New Roman" panose="02020603050405020304" pitchFamily="18" charset="0"/>
              </a:rPr>
              <a:t> = </a:t>
            </a:r>
            <a:r>
              <a:rPr lang="en-US" altLang="en-US" sz="3200" dirty="0" err="1">
                <a:solidFill>
                  <a:schemeClr val="tx1">
                    <a:lumMod val="75000"/>
                    <a:lumOff val="25000"/>
                  </a:schemeClr>
                </a:solidFill>
                <a:latin typeface="Times New Roman" panose="02020603050405020304" pitchFamily="18" charset="0"/>
              </a:rPr>
              <a:t>log</a:t>
            </a:r>
            <a:r>
              <a:rPr lang="en-US" altLang="en-US" sz="3200" baseline="-25000" dirty="0" err="1">
                <a:solidFill>
                  <a:schemeClr val="tx1">
                    <a:lumMod val="75000"/>
                    <a:lumOff val="25000"/>
                  </a:schemeClr>
                </a:solidFill>
                <a:latin typeface="Times New Roman" panose="02020603050405020304" pitchFamily="18" charset="0"/>
              </a:rPr>
              <a:t>e</a:t>
            </a:r>
            <a:r>
              <a:rPr lang="en-US" altLang="en-US" sz="3200" dirty="0" err="1">
                <a:solidFill>
                  <a:schemeClr val="tx1">
                    <a:lumMod val="75000"/>
                    <a:lumOff val="25000"/>
                  </a:schemeClr>
                </a:solidFill>
                <a:latin typeface="Times New Roman" panose="02020603050405020304" pitchFamily="18" charset="0"/>
              </a:rPr>
              <a:t>a</a:t>
            </a:r>
            <a:r>
              <a:rPr lang="en-US" altLang="en-US" sz="3200" dirty="0">
                <a:solidFill>
                  <a:schemeClr val="tx1">
                    <a:lumMod val="75000"/>
                    <a:lumOff val="25000"/>
                  </a:schemeClr>
                </a:solidFill>
                <a:latin typeface="Times New Roman" panose="02020603050405020304" pitchFamily="18" charset="0"/>
              </a:rPr>
              <a:t> + log </a:t>
            </a:r>
            <a:r>
              <a:rPr lang="en-US" altLang="en-US" sz="3200" baseline="-25000" dirty="0" err="1">
                <a:solidFill>
                  <a:schemeClr val="tx1">
                    <a:lumMod val="75000"/>
                    <a:lumOff val="25000"/>
                  </a:schemeClr>
                </a:solidFill>
                <a:latin typeface="Times New Roman" panose="02020603050405020304" pitchFamily="18" charset="0"/>
              </a:rPr>
              <a:t>e</a:t>
            </a:r>
            <a:r>
              <a:rPr lang="en-US" altLang="en-US" sz="3200" dirty="0" err="1">
                <a:solidFill>
                  <a:schemeClr val="tx1">
                    <a:lumMod val="75000"/>
                    <a:lumOff val="25000"/>
                  </a:schemeClr>
                </a:solidFill>
                <a:latin typeface="Times New Roman" panose="02020603050405020304" pitchFamily="18" charset="0"/>
              </a:rPr>
              <a:t>x</a:t>
            </a:r>
            <a:r>
              <a:rPr lang="en-US" altLang="en-US" sz="3200" baseline="30000" dirty="0" err="1">
                <a:solidFill>
                  <a:schemeClr val="tx1">
                    <a:lumMod val="75000"/>
                    <a:lumOff val="25000"/>
                  </a:schemeClr>
                </a:solidFill>
                <a:latin typeface="Times New Roman" panose="02020603050405020304" pitchFamily="18" charset="0"/>
              </a:rPr>
              <a:t>b</a:t>
            </a:r>
            <a:endParaRPr lang="en-US" altLang="en-US" sz="3200" dirty="0">
              <a:solidFill>
                <a:schemeClr val="tx1">
                  <a:lumMod val="75000"/>
                  <a:lumOff val="25000"/>
                </a:schemeClr>
              </a:solidFill>
              <a:latin typeface="Times New Roman" panose="02020603050405020304" pitchFamily="18" charset="0"/>
            </a:endParaRPr>
          </a:p>
          <a:p>
            <a:pPr fontAlgn="auto">
              <a:spcAft>
                <a:spcPts val="0"/>
              </a:spcAft>
              <a:buFontTx/>
              <a:buNone/>
              <a:defRPr/>
            </a:pPr>
            <a:r>
              <a:rPr lang="en-US" altLang="en-US" sz="3200" dirty="0">
                <a:solidFill>
                  <a:schemeClr val="tx1">
                    <a:lumMod val="75000"/>
                    <a:lumOff val="25000"/>
                  </a:schemeClr>
                </a:solidFill>
                <a:latin typeface="Times New Roman" panose="02020603050405020304" pitchFamily="18" charset="0"/>
              </a:rPr>
              <a:t>           Y = A + Bx</a:t>
            </a:r>
          </a:p>
          <a:p>
            <a:pPr fontAlgn="auto">
              <a:lnSpc>
                <a:spcPct val="150000"/>
              </a:lnSpc>
              <a:spcAft>
                <a:spcPts val="0"/>
              </a:spcAft>
              <a:buFontTx/>
              <a:buNone/>
              <a:defRPr/>
            </a:pPr>
            <a:r>
              <a:rPr lang="en-US" altLang="en-US" sz="3200" dirty="0">
                <a:solidFill>
                  <a:schemeClr val="tx1">
                    <a:lumMod val="75000"/>
                    <a:lumOff val="25000"/>
                  </a:schemeClr>
                </a:solidFill>
                <a:latin typeface="Times New Roman" panose="02020603050405020304" pitchFamily="18" charset="0"/>
              </a:rPr>
              <a:t> This is in the form of the straight line equation which can be solved by using the normal equations we get the values of A &amp; B, for a = </a:t>
            </a:r>
            <a:r>
              <a:rPr lang="en-US" altLang="en-US" sz="3200" dirty="0" err="1">
                <a:solidFill>
                  <a:schemeClr val="tx1">
                    <a:lumMod val="75000"/>
                    <a:lumOff val="25000"/>
                  </a:schemeClr>
                </a:solidFill>
                <a:latin typeface="Times New Roman" panose="02020603050405020304" pitchFamily="18" charset="0"/>
              </a:rPr>
              <a:t>e</a:t>
            </a:r>
            <a:r>
              <a:rPr lang="en-US" altLang="en-US" sz="3200" baseline="30000" dirty="0" err="1">
                <a:solidFill>
                  <a:schemeClr val="tx1">
                    <a:lumMod val="75000"/>
                    <a:lumOff val="25000"/>
                  </a:schemeClr>
                </a:solidFill>
                <a:latin typeface="Times New Roman" panose="02020603050405020304" pitchFamily="18" charset="0"/>
              </a:rPr>
              <a:t>A</a:t>
            </a:r>
            <a:r>
              <a:rPr lang="en-US" altLang="en-US" sz="3200" baseline="30000" dirty="0">
                <a:solidFill>
                  <a:schemeClr val="tx1">
                    <a:lumMod val="75000"/>
                    <a:lumOff val="25000"/>
                  </a:schemeClr>
                </a:solidFill>
                <a:latin typeface="Times New Roman" panose="02020603050405020304" pitchFamily="18" charset="0"/>
              </a:rPr>
              <a:t> </a:t>
            </a:r>
            <a:r>
              <a:rPr lang="en-US" altLang="en-US" sz="3200" dirty="0">
                <a:solidFill>
                  <a:schemeClr val="tx1">
                    <a:lumMod val="75000"/>
                    <a:lumOff val="25000"/>
                  </a:schemeClr>
                </a:solidFill>
                <a:latin typeface="Times New Roman" panose="02020603050405020304" pitchFamily="18" charset="0"/>
              </a:rPr>
              <a:t>b= </a:t>
            </a:r>
            <a:r>
              <a:rPr lang="en-US" altLang="en-US" sz="3200" dirty="0" err="1">
                <a:solidFill>
                  <a:schemeClr val="tx1">
                    <a:lumMod val="75000"/>
                    <a:lumOff val="25000"/>
                  </a:schemeClr>
                </a:solidFill>
                <a:latin typeface="Times New Roman" panose="02020603050405020304" pitchFamily="18" charset="0"/>
              </a:rPr>
              <a:t>e</a:t>
            </a:r>
            <a:r>
              <a:rPr lang="en-US" altLang="en-US" sz="3200" baseline="30000" dirty="0" err="1">
                <a:solidFill>
                  <a:schemeClr val="tx1">
                    <a:lumMod val="75000"/>
                    <a:lumOff val="25000"/>
                  </a:schemeClr>
                </a:solidFill>
                <a:latin typeface="Times New Roman" panose="02020603050405020304" pitchFamily="18" charset="0"/>
              </a:rPr>
              <a:t>B</a:t>
            </a:r>
            <a:r>
              <a:rPr lang="en-US" altLang="en-US" sz="3200" dirty="0">
                <a:solidFill>
                  <a:schemeClr val="tx1">
                    <a:lumMod val="75000"/>
                    <a:lumOff val="25000"/>
                  </a:schemeClr>
                </a:solidFill>
                <a:latin typeface="Times New Roman" panose="02020603050405020304" pitchFamily="18" charset="0"/>
              </a:rPr>
              <a:t>, substituting these values in the given equation which gives the best fit.</a:t>
            </a:r>
            <a:endParaRPr lang="en-US" altLang="en-US" sz="3200" baseline="30000" dirty="0">
              <a:solidFill>
                <a:schemeClr val="tx1">
                  <a:lumMod val="75000"/>
                  <a:lumOff val="25000"/>
                </a:schemeClr>
              </a:solidFill>
              <a:latin typeface="Times New Roman" panose="02020603050405020304" pitchFamily="18" charset="0"/>
            </a:endParaRPr>
          </a:p>
          <a:p>
            <a:pPr marL="0" indent="0">
              <a:lnSpc>
                <a:spcPct val="150000"/>
              </a:lnSpc>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82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0549"/>
            <a:ext cx="10352962" cy="1620763"/>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THANKS FOR PAYING ATTENTION</a:t>
            </a:r>
          </a:p>
        </p:txBody>
      </p:sp>
      <p:sp>
        <p:nvSpPr>
          <p:cNvPr id="3" name="Content Placeholder 2"/>
          <p:cNvSpPr>
            <a:spLocks noGrp="1"/>
          </p:cNvSpPr>
          <p:nvPr>
            <p:ph idx="1"/>
          </p:nvPr>
        </p:nvSpPr>
        <p:spPr>
          <a:xfrm>
            <a:off x="1511204" y="4751817"/>
            <a:ext cx="5581081" cy="1604535"/>
          </a:xfrm>
        </p:spPr>
        <p:txBody>
          <a:bodyPr/>
          <a:lstStyle/>
          <a:p>
            <a:pPr marL="0" indent="0">
              <a:buNone/>
            </a:pPr>
            <a:r>
              <a:rPr lang="en-IN" b="1" dirty="0">
                <a:latin typeface="Times New Roman" panose="02020603050405020304" pitchFamily="18" charset="0"/>
                <a:cs typeface="Times New Roman" panose="02020603050405020304" pitchFamily="18" charset="0"/>
              </a:rPr>
              <a:t>Please Send Your Queries on:</a:t>
            </a:r>
          </a:p>
          <a:p>
            <a:pPr marL="0" indent="0">
              <a:buNone/>
            </a:pPr>
            <a:endParaRPr lang="en-IN"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e-Mail:</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heena.e6398</a:t>
            </a:r>
            <a:r>
              <a:rPr lang="en-US" altLang="en-IN" dirty="0">
                <a:latin typeface="Times New Roman" panose="02020603050405020304" pitchFamily="18" charset="0"/>
                <a:cs typeface="Times New Roman" panose="02020603050405020304" pitchFamily="18" charset="0"/>
              </a:rPr>
              <a:t>@cumail.in</a:t>
            </a:r>
            <a:endParaRPr lang="en-IN" i="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C3F54D28-3166-46FA-830B-CDFA17016EA9}" type="datetime1">
              <a:rPr lang="en-US" smtClean="0"/>
              <a:t>12/21/2024</a:t>
            </a:fld>
            <a:endParaRPr lang="en-US" dirty="0"/>
          </a:p>
        </p:txBody>
      </p:sp>
      <p:sp>
        <p:nvSpPr>
          <p:cNvPr id="6" name="Footer Placeholder 5"/>
          <p:cNvSpPr>
            <a:spLocks noGrp="1"/>
          </p:cNvSpPr>
          <p:nvPr>
            <p:ph type="ftr" sz="quarter" idx="11"/>
          </p:nvPr>
        </p:nvSpPr>
        <p:spPr/>
        <p:txBody>
          <a:bodyPr/>
          <a:lstStyle/>
          <a:p>
            <a:r>
              <a:rPr lang="en-US" dirty="0"/>
              <a:t>Dr. Heena Sharma, Asst. Prof., CSE, Chandigarh University</a:t>
            </a:r>
          </a:p>
        </p:txBody>
      </p:sp>
      <p:sp>
        <p:nvSpPr>
          <p:cNvPr id="7" name="Slide Number Placeholder 6"/>
          <p:cNvSpPr>
            <a:spLocks noGrp="1"/>
          </p:cNvSpPr>
          <p:nvPr>
            <p:ph type="sldNum" sz="quarter" idx="12"/>
          </p:nvPr>
        </p:nvSpPr>
        <p:spPr/>
        <p:txBody>
          <a:bodyPr/>
          <a:lstStyle/>
          <a:p>
            <a:fld id="{EBFB1032-EA64-7144-B003-9BCC9D94B503}" type="slidenum">
              <a:rPr lang="en-US" smtClean="0"/>
              <a:t>10</a:t>
            </a:fld>
            <a:endParaRPr lang="en-US" dirty="0"/>
          </a:p>
        </p:txBody>
      </p:sp>
    </p:spTree>
    <p:extLst>
      <p:ext uri="{BB962C8B-B14F-4D97-AF65-F5344CB8AC3E}">
        <p14:creationId xmlns:p14="http://schemas.microsoft.com/office/powerpoint/2010/main" val="385525170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6D42BB5-B258-40DA-A2BD-23CC4410B433}" vid="{78C5852C-0C40-40EE-A5D6-7CC1AC678A84}"/>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5129</TotalTime>
  <Words>1088</Words>
  <Application>Microsoft Office PowerPoint</Application>
  <PresentationFormat>Widescreen</PresentationFormat>
  <Paragraphs>94</Paragraphs>
  <Slides>10</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Times New Roman</vt:lpstr>
      <vt:lpstr>Theme1</vt:lpstr>
      <vt:lpstr>Contents Slide Master</vt:lpstr>
      <vt:lpstr>PowerPoint Presentation</vt:lpstr>
      <vt:lpstr>PowerPoint Presentation</vt:lpstr>
      <vt:lpstr>PowerPoint Presentation</vt:lpstr>
      <vt:lpstr>Method of Least Squares</vt:lpstr>
      <vt:lpstr>Fitting of Straight Line</vt:lpstr>
      <vt:lpstr>Fitting of Parabola</vt:lpstr>
      <vt:lpstr>Fitting of an Exponential Curve</vt:lpstr>
      <vt:lpstr>Exponential Curve</vt:lpstr>
      <vt:lpstr>Fitting of Power Curve</vt:lpstr>
      <vt:lpstr>THANKS FOR PAYING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Unit 1</dc:title>
  <dc:creator>gaurav srivastav</dc:creator>
  <cp:lastModifiedBy>Heena Sharma</cp:lastModifiedBy>
  <cp:revision>204</cp:revision>
  <dcterms:created xsi:type="dcterms:W3CDTF">2020-08-04T18:57:56Z</dcterms:created>
  <dcterms:modified xsi:type="dcterms:W3CDTF">2024-12-21T04:26:14Z</dcterms:modified>
</cp:coreProperties>
</file>