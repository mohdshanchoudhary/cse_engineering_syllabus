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60" r:id="rId4"/>
    <p:sldId id="257" r:id="rId5"/>
    <p:sldId id="262" r:id="rId6"/>
    <p:sldId id="258" r:id="rId7"/>
    <p:sldId id="263" r:id="rId8"/>
    <p:sldId id="259" r:id="rId9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0187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8105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6857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4065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06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QTXqCohOM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youtube.com/watch?v=P1NlfPa-Id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1649" y="1219200"/>
            <a:ext cx="8527361" cy="2791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indent="5199501"/>
            <a:r>
              <a:rPr sz="3681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sz="3681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3681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3681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3681" spc="-81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681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3681" spc="-46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681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</a:t>
            </a:r>
            <a:r>
              <a:rPr sz="3681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3681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tions</a:t>
            </a:r>
            <a:endParaRPr sz="36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7"/>
              </a:spcBef>
            </a:pPr>
            <a:endParaRPr sz="46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9"/>
            <a:r>
              <a:rPr sz="2991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</a:t>
            </a:r>
            <a:r>
              <a:rPr sz="2991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991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991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991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991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991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</a:t>
            </a:r>
            <a:r>
              <a:rPr sz="2991" spc="-69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sz="2991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991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991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sz="299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7"/>
              </a:spcBef>
            </a:pPr>
            <a:endParaRPr sz="402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9"/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1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8051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ssemb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1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as 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ollows.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7000" y="4288679"/>
            <a:ext cx="4771348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LABEL: O</a:t>
            </a: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CODE OPER</a:t>
            </a:r>
            <a:r>
              <a:rPr sz="2761" b="1" spc="-12" dirty="0">
                <a:latin typeface="Times New Roman"/>
                <a:cs typeface="Times New Roman"/>
              </a:rPr>
              <a:t>A</a:t>
            </a:r>
            <a:r>
              <a:rPr sz="2761" b="1" dirty="0">
                <a:latin typeface="Times New Roman"/>
                <a:cs typeface="Times New Roman"/>
              </a:rPr>
              <a:t>ND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64800" y="4288679"/>
            <a:ext cx="2175302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; 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M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1649" y="4991100"/>
            <a:ext cx="14584351" cy="41315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761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r>
              <a:rPr sz="2761" spc="-12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EL:  </a:t>
            </a:r>
            <a:r>
              <a:rPr sz="2761" spc="161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2761" i="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 </a:t>
            </a:r>
            <a:r>
              <a:rPr sz="2761" i="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 </a:t>
            </a:r>
            <a:r>
              <a:rPr sz="2761" i="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i="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sz="2761" i="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</a:t>
            </a:r>
            <a:r>
              <a:rPr sz="2761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 </a:t>
            </a:r>
            <a:r>
              <a:rPr sz="2761" i="1" spc="1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</a:t>
            </a:r>
            <a:r>
              <a:rPr sz="2761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  </a:t>
            </a:r>
            <a:r>
              <a:rPr sz="2761" i="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2761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sz="2761" i="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</a:t>
            </a:r>
            <a:r>
              <a:rPr sz="2761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  </a:t>
            </a:r>
            <a:r>
              <a:rPr sz="2761" i="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 </a:t>
            </a:r>
            <a:r>
              <a:rPr sz="2761" i="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761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 </a:t>
            </a:r>
            <a:r>
              <a:rPr sz="2761" i="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761" i="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endParaRPr sz="276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9" marR="11688" algn="just">
              <a:lnSpc>
                <a:spcPct val="143600"/>
              </a:lnSpc>
              <a:spcBef>
                <a:spcPts val="184"/>
              </a:spcBef>
            </a:pP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</a:t>
            </a:r>
            <a:r>
              <a:rPr sz="2761" i="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sz="2761" spc="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sz="2761" spc="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sz="2761" spc="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761" spc="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761" spc="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1" spc="-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mbolic </a:t>
            </a:r>
            <a:r>
              <a:rPr sz="2761" spc="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ress </a:t>
            </a:r>
            <a:r>
              <a:rPr sz="2761" spc="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761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sz="2761" spc="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tion. </a:t>
            </a:r>
            <a:r>
              <a:rPr sz="2761" spc="1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761" spc="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761" spc="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sz="2761" spc="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ssembled,</a:t>
            </a:r>
            <a:r>
              <a:rPr sz="276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1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761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761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iven</a:t>
            </a:r>
            <a:r>
              <a:rPr sz="276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ific</a:t>
            </a:r>
            <a:r>
              <a:rPr sz="276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2761" spc="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761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76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76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761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sz="276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2761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sp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ific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instru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is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1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hing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 in the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 it is not n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to l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th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line.</a:t>
            </a:r>
          </a:p>
          <a:p>
            <a:pPr marL="29219" marR="17531" algn="just">
              <a:lnSpc>
                <a:spcPts val="4947"/>
              </a:lnSpc>
              <a:spcBef>
                <a:spcPts val="380"/>
              </a:spcBef>
            </a:pPr>
            <a:r>
              <a:rPr sz="2761" spc="-23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sz="2761" spc="-12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spc="-23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ODE:</a:t>
            </a:r>
            <a:r>
              <a:rPr sz="2761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311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 </a:t>
            </a:r>
            <a:r>
              <a:rPr sz="2761" spc="-2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761" spc="-2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761" spc="-2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1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mbolic </a:t>
            </a:r>
            <a:r>
              <a:rPr sz="2761" spc="-2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ntation </a:t>
            </a:r>
            <a:r>
              <a:rPr sz="2761" spc="-2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761" spc="-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761" spc="-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tion. </a:t>
            </a:r>
            <a:r>
              <a:rPr sz="2761" spc="-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761" spc="-2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ssembler </a:t>
            </a:r>
            <a:r>
              <a:rPr sz="2761" spc="-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rts </a:t>
            </a:r>
            <a:r>
              <a:rPr sz="2761" spc="-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unique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hine l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77D566-BA3A-CFD2-B0E9-692065A33C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00" y="243904"/>
            <a:ext cx="1750285" cy="27826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076801" y="2209800"/>
            <a:ext cx="13732601" cy="3944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spcBef>
                <a:spcPts val="1104"/>
              </a:spcBef>
            </a:pPr>
            <a:r>
              <a:rPr sz="2761" spc="-23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</a:t>
            </a:r>
            <a:r>
              <a:rPr sz="2761" spc="-12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23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spc="-12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spc="-12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761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127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hile </a:t>
            </a:r>
            <a:r>
              <a:rPr sz="2761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sz="2761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ifi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2761" spc="1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sz="2761" spc="1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 </a:t>
            </a:r>
            <a:r>
              <a:rPr sz="2761" spc="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761" spc="1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orm, </a:t>
            </a:r>
            <a:r>
              <a:rPr sz="2761" spc="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sz="2761" spc="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ifi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2761" spc="1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</a:t>
            </a:r>
            <a:r>
              <a:rPr sz="2761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</a:p>
          <a:p>
            <a:pPr marL="29219" marR="11688" algn="just">
              <a:lnSpc>
                <a:spcPct val="143800"/>
              </a:lnSpc>
              <a:spcBef>
                <a:spcPts val="184"/>
              </a:spcBef>
            </a:pP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orm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76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tion.</a:t>
            </a:r>
            <a:r>
              <a:rPr sz="276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1" spc="1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sz="276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sz="2761" spc="1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1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1" spc="1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ontains</a:t>
            </a:r>
            <a:r>
              <a:rPr sz="276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sz="276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stin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r>
              <a:rPr sz="276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ta. </a:t>
            </a:r>
            <a:r>
              <a:rPr sz="2761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spc="1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76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761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1" spc="1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761" spc="1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stin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r>
              <a:rPr sz="276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76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761" spc="1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76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1" spc="1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sz="2761" spc="1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76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ith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 of the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itself.</a:t>
            </a:r>
          </a:p>
          <a:p>
            <a:pPr marL="29219" marR="16070" algn="just">
              <a:lnSpc>
                <a:spcPts val="4947"/>
              </a:lnSpc>
              <a:spcBef>
                <a:spcPts val="368"/>
              </a:spcBef>
            </a:pPr>
            <a:r>
              <a:rPr sz="2761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spc="-23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1" spc="-58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  <a:r>
              <a:rPr sz="2761" spc="-23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2761" spc="-12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T:</a:t>
            </a:r>
            <a:r>
              <a:rPr sz="2761" spc="262" dirty="0">
                <a:solidFill>
                  <a:srgbClr val="1F37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76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1" spc="2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omm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sz="2761" spc="2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761" spc="2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761" spc="2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761" spc="2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sz="2761" i="1" spc="2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761" i="1" spc="2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sz="2761" i="1" spc="2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1" spc="-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mbol.</a:t>
            </a:r>
            <a:r>
              <a:rPr sz="2761" spc="2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761" spc="2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sz="2761" spc="2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1" spc="2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</a:t>
            </a:r>
            <a:r>
              <a:rPr sz="2761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761" spc="2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1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prog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m</a:t>
            </a:r>
            <a:r>
              <a:rPr sz="276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lw</a:t>
            </a:r>
            <a:r>
              <a:rPr sz="276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omm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nts in the p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</a:p>
        </p:txBody>
      </p:sp>
    </p:spTree>
    <p:extLst>
      <p:ext uri="{BB962C8B-B14F-4D97-AF65-F5344CB8AC3E}">
        <p14:creationId xmlns:p14="http://schemas.microsoft.com/office/powerpoint/2010/main" val="4220318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701800" y="1143000"/>
            <a:ext cx="13726758" cy="7144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2" algn="ctr"/>
            <a:r>
              <a:rPr sz="3681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sz="3681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3681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RESSI</a:t>
            </a:r>
            <a:r>
              <a:rPr sz="3681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sz="3681" spc="-9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sz="3681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3681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endParaRPr sz="36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1"/>
              </a:spcBef>
            </a:pPr>
            <a:endParaRPr sz="28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9" marR="11688">
              <a:lnSpc>
                <a:spcPct val="144200"/>
              </a:lnSpc>
            </a:pP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rious</a:t>
            </a:r>
            <a:r>
              <a:rPr sz="276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sz="2761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ssing</a:t>
            </a:r>
            <a:r>
              <a:rPr sz="2761" spc="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spc="1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1" spc="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modes.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8051</a:t>
            </a:r>
            <a:r>
              <a:rPr sz="2761" spc="1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1" spc="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modes</a:t>
            </a:r>
            <a:r>
              <a:rPr sz="276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lassifi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follows.</a:t>
            </a:r>
          </a:p>
          <a:p>
            <a:pPr marL="1753133" indent="-525940">
              <a:spcBef>
                <a:spcPts val="1438"/>
              </a:spcBef>
              <a:buSzPct val="91666"/>
              <a:buFont typeface="Cambria"/>
              <a:buAutoNum type="arabicPeriod"/>
              <a:tabLst>
                <a:tab pos="1754594" algn="l"/>
              </a:tabLst>
            </a:pPr>
            <a:r>
              <a:rPr sz="2761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ssin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sz="276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53133" indent="-525940">
              <a:spcBef>
                <a:spcPts val="1461"/>
              </a:spcBef>
              <a:buSzPct val="91666"/>
              <a:buFont typeface="Cambria"/>
              <a:buAutoNum type="arabicPeriod"/>
              <a:tabLst>
                <a:tab pos="1754594" algn="l"/>
              </a:tabLst>
            </a:pP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sz="276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53133" indent="-525940">
              <a:spcBef>
                <a:spcPts val="1438"/>
              </a:spcBef>
              <a:buSzPct val="91666"/>
              <a:buFont typeface="Cambria"/>
              <a:buAutoNum type="arabicPeriod"/>
              <a:tabLst>
                <a:tab pos="1754594" algn="l"/>
              </a:tabLst>
            </a:pP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ad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sz="276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53133" indent="-525940">
              <a:spcBef>
                <a:spcPts val="1461"/>
              </a:spcBef>
              <a:buSzPct val="91666"/>
              <a:buFont typeface="Cambria"/>
              <a:buAutoNum type="arabicPeriod"/>
              <a:tabLst>
                <a:tab pos="1754594" algn="l"/>
              </a:tabLst>
            </a:pPr>
            <a:r>
              <a:rPr sz="2761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ndi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ad</a:t>
            </a:r>
            <a:r>
              <a:rPr sz="276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</a:t>
            </a:r>
            <a:r>
              <a:rPr sz="276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276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53133" indent="-525940">
              <a:spcBef>
                <a:spcPts val="1461"/>
              </a:spcBef>
              <a:buSzPct val="91666"/>
              <a:buFont typeface="Cambria"/>
              <a:buAutoNum type="arabicPeriod"/>
              <a:tabLst>
                <a:tab pos="1754594" algn="l"/>
              </a:tabLst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endParaRPr lang="en-US" sz="2761" dirty="0">
              <a:latin typeface="Times New Roman"/>
              <a:cs typeface="Times New Roman"/>
            </a:endParaRPr>
          </a:p>
          <a:p>
            <a:pPr marL="1753133" indent="-525940">
              <a:spcBef>
                <a:spcPts val="1461"/>
              </a:spcBef>
              <a:buSzPct val="91666"/>
              <a:buFont typeface="Cambria"/>
              <a:buAutoNum type="arabicPeriod"/>
              <a:tabLst>
                <a:tab pos="1754594" algn="l"/>
              </a:tabLst>
            </a:pP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it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endParaRPr lang="en-US" sz="2761" dirty="0">
              <a:latin typeface="Times New Roman"/>
              <a:cs typeface="Times New Roman"/>
            </a:endParaRPr>
          </a:p>
          <a:p>
            <a:pPr marL="1753133" indent="-525940">
              <a:spcBef>
                <a:spcPts val="1461"/>
              </a:spcBef>
              <a:buSzPct val="91666"/>
              <a:buFont typeface="Cambria"/>
              <a:buAutoNum type="arabicPeriod"/>
              <a:tabLst>
                <a:tab pos="1754594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Absolute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endParaRPr lang="en-US" sz="2761" dirty="0">
              <a:latin typeface="Times New Roman"/>
              <a:cs typeface="Times New Roman"/>
            </a:endParaRPr>
          </a:p>
          <a:p>
            <a:pPr marL="1753133" indent="-525940">
              <a:spcBef>
                <a:spcPts val="1461"/>
              </a:spcBef>
              <a:buSzPct val="91666"/>
              <a:buFont typeface="Cambria"/>
              <a:buAutoNum type="arabicPeriod"/>
              <a:tabLst>
                <a:tab pos="1754594" algn="l"/>
              </a:tabLst>
            </a:pPr>
            <a:endParaRPr sz="276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917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46814" y="1371600"/>
            <a:ext cx="13587971" cy="7040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081" marR="11688" indent="-530321">
              <a:lnSpc>
                <a:spcPct val="149500"/>
              </a:lnSpc>
            </a:pPr>
            <a:r>
              <a:rPr sz="27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sz="2760" b="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sz="2760" spc="-58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81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46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ssin</a:t>
            </a:r>
            <a:r>
              <a:rPr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 its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lf.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oth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ords, 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the instru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tion.</a:t>
            </a:r>
            <a:endParaRPr lang="en-US"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081" marR="11688" indent="-530321">
              <a:lnSpc>
                <a:spcPct val="149500"/>
              </a:lnSpc>
            </a:pP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	</a:t>
            </a:r>
            <a:r>
              <a:rPr lang="pt-BR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pt-BR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#30H</a:t>
            </a:r>
          </a:p>
          <a:p>
            <a:pPr marL="558081" marR="11688" indent="-530321">
              <a:lnSpc>
                <a:spcPct val="149500"/>
              </a:lnSpc>
            </a:pPr>
            <a:r>
              <a:rPr lang="pt-BR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A</a:t>
            </a:r>
            <a:r>
              <a:rPr lang="pt-BR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pt-BR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#83		;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276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760" spc="-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mbol indi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 the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is imm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diat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58081" marR="11688" indent="-530321">
              <a:lnSpc>
                <a:spcPct val="149500"/>
              </a:lnSpc>
            </a:pPr>
            <a:endParaRPr lang="en-US"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081" marR="11688" indent="-530321">
              <a:lnSpc>
                <a:spcPct val="150300"/>
              </a:lnSpc>
            </a:pPr>
            <a:r>
              <a:rPr lang="en-US" sz="27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sz="2760" b="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46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gist</a:t>
            </a:r>
            <a:r>
              <a:rPr lang="en-US"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288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lang="en-US"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ssing.</a:t>
            </a:r>
            <a:r>
              <a:rPr lang="en-US"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368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760" spc="-2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760" spc="-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ssing </a:t>
            </a:r>
            <a:r>
              <a:rPr lang="en-US" sz="2760" spc="-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</a:t>
            </a:r>
            <a:r>
              <a:rPr lang="en-US" sz="2760" spc="-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760" spc="-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760" spc="-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lang="en-US" sz="2760" spc="-2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 </a:t>
            </a:r>
            <a:r>
              <a:rPr lang="en-US" sz="2760" spc="-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760" spc="-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ta. </a:t>
            </a:r>
            <a:r>
              <a:rPr lang="en-US" sz="2760" spc="-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2760" spc="-3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760" spc="-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 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to R7) 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be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ifi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the o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nd.</a:t>
            </a:r>
          </a:p>
          <a:p>
            <a:pPr marL="558081" marR="11688" indent="-530321">
              <a:lnSpc>
                <a:spcPct val="150300"/>
              </a:lnSpc>
            </a:pP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	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R0</a:t>
            </a:r>
          </a:p>
          <a:p>
            <a:pPr marL="558081" marR="11688" indent="-530321">
              <a:lnSpc>
                <a:spcPct val="150300"/>
              </a:lnSpc>
            </a:pP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A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R6</a:t>
            </a:r>
          </a:p>
          <a:p>
            <a:pPr marL="558081" marR="11688" indent="-530321">
              <a:lnSpc>
                <a:spcPct val="150300"/>
              </a:lnSpc>
            </a:pP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R0</a:t>
            </a:r>
            <a:r>
              <a:rPr lang="en-US"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R7</a:t>
            </a:r>
            <a:r>
              <a:rPr lang="en-US"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sz="2760" spc="3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760" spc="3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</a:t>
            </a:r>
            <a:r>
              <a:rPr lang="en-US" sz="2760" spc="3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 </a:t>
            </a:r>
            <a:r>
              <a:rPr lang="en-US" sz="2760" spc="-3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r>
              <a:rPr lang="en-US"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760" spc="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nk.</a:t>
            </a:r>
            <a:r>
              <a:rPr lang="en-US"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</a:t>
            </a:r>
            <a:r>
              <a:rPr lang="en-US" sz="2760" spc="3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b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nk will be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nk 0.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218976" y="10397566"/>
            <a:ext cx="13583588" cy="2460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081" marR="11688" indent="-530321" algn="just">
              <a:lnSpc>
                <a:spcPct val="145900"/>
              </a:lnSpc>
            </a:pPr>
            <a:r>
              <a:rPr sz="2761" b="1" dirty="0">
                <a:latin typeface="Times New Roman"/>
                <a:cs typeface="Times New Roman"/>
              </a:rPr>
              <a:t>4.  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Calibri Light"/>
                <a:cs typeface="Calibri Light"/>
              </a:rPr>
              <a:t>Indi</a:t>
            </a:r>
            <a:r>
              <a:rPr sz="2991" dirty="0">
                <a:solidFill>
                  <a:srgbClr val="2E5395"/>
                </a:solidFill>
                <a:latin typeface="Calibri Light"/>
                <a:cs typeface="Calibri Light"/>
              </a:rPr>
              <a:t>r</a:t>
            </a:r>
            <a:r>
              <a:rPr sz="2991" spc="-35" dirty="0">
                <a:solidFill>
                  <a:srgbClr val="2E5395"/>
                </a:solidFill>
                <a:latin typeface="Calibri Light"/>
                <a:cs typeface="Calibri Light"/>
              </a:rPr>
              <a:t>ec</a:t>
            </a:r>
            <a:r>
              <a:rPr sz="2991" spc="-12" dirty="0">
                <a:solidFill>
                  <a:srgbClr val="2E5395"/>
                </a:solidFill>
                <a:latin typeface="Calibri Light"/>
                <a:cs typeface="Calibri Light"/>
              </a:rPr>
              <a:t>t</a:t>
            </a:r>
            <a:r>
              <a:rPr sz="2991" spc="-58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Calibri Light"/>
                <a:cs typeface="Calibri Light"/>
              </a:rPr>
              <a:t>ad</a:t>
            </a:r>
            <a:r>
              <a:rPr sz="2991" dirty="0">
                <a:solidFill>
                  <a:srgbClr val="2E5395"/>
                </a:solidFill>
                <a:latin typeface="Calibri Light"/>
                <a:cs typeface="Calibri Light"/>
              </a:rPr>
              <a:t>d</a:t>
            </a:r>
            <a:r>
              <a:rPr sz="2991" spc="-12" dirty="0">
                <a:solidFill>
                  <a:srgbClr val="2E5395"/>
                </a:solidFill>
                <a:latin typeface="Calibri Light"/>
                <a:cs typeface="Calibri Light"/>
              </a:rPr>
              <a:t>r</a:t>
            </a:r>
            <a:r>
              <a:rPr sz="2991" spc="-46" dirty="0">
                <a:solidFill>
                  <a:srgbClr val="2E5395"/>
                </a:solidFill>
                <a:latin typeface="Calibri Light"/>
                <a:cs typeface="Calibri Light"/>
              </a:rPr>
              <a:t>e</a:t>
            </a:r>
            <a:r>
              <a:rPr sz="2991" spc="-12" dirty="0">
                <a:solidFill>
                  <a:srgbClr val="2E5395"/>
                </a:solidFill>
                <a:latin typeface="Calibri Light"/>
                <a:cs typeface="Calibri Light"/>
              </a:rPr>
              <a:t>ssing.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hold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tual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that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movem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R0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R1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DPTR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that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 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ssing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nnot  be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 S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 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oth R0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R1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hold </a:t>
            </a:r>
            <a:r>
              <a:rPr sz="2761" spc="23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and 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PTR 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hold 1</a:t>
            </a:r>
            <a:r>
              <a:rPr sz="2761" spc="23" dirty="0">
                <a:latin typeface="Times New Roman"/>
                <a:cs typeface="Times New Roman"/>
              </a:rPr>
              <a:t>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ss.</a:t>
            </a:r>
            <a:endParaRPr sz="276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48421" y="12885044"/>
            <a:ext cx="616506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35" dirty="0">
                <a:latin typeface="Times New Roman"/>
                <a:cs typeface="Times New Roman"/>
              </a:rPr>
              <a:t>g.</a:t>
            </a:r>
            <a:endParaRPr sz="276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63109" y="12885044"/>
            <a:ext cx="2863393" cy="1765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indent="115415">
              <a:lnSpc>
                <a:spcPct val="143700"/>
              </a:lnSpc>
            </a:pPr>
            <a:r>
              <a:rPr sz="2761" dirty="0">
                <a:latin typeface="Times New Roman"/>
                <a:cs typeface="Times New Roman"/>
              </a:rPr>
              <a:t>MOV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A, @R0 A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 @R1 MO</a:t>
            </a:r>
            <a:r>
              <a:rPr sz="2761" spc="-12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X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 @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PTR</a:t>
            </a:r>
            <a:endParaRPr sz="276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397000" y="378439"/>
            <a:ext cx="14935200" cy="9301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081" marR="11688" indent="-530321" algn="just">
              <a:lnSpc>
                <a:spcPct val="145100"/>
              </a:lnSpc>
            </a:pPr>
            <a:r>
              <a:rPr sz="27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sz="2760" b="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sz="2760" spc="-46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ssin</a:t>
            </a:r>
            <a:r>
              <a:rPr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760" spc="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76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0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760" spc="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2760" spc="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0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0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</a:t>
            </a:r>
            <a:r>
              <a:rPr sz="276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760" spc="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sz="2760" spc="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0" spc="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 </a:t>
            </a:r>
            <a:r>
              <a:rPr sz="2760" spc="-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sz="2760" spc="-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ss. </a:t>
            </a:r>
            <a:r>
              <a:rPr sz="2760" spc="-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 </a:t>
            </a:r>
            <a:r>
              <a:rPr sz="2760" spc="-3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sz="2760" spc="-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sz="2760" spc="-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</a:t>
            </a:r>
            <a:r>
              <a:rPr sz="276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760" spc="-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sz="2760" spc="-3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760" spc="-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760" spc="-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sz="2760" spc="-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 </a:t>
            </a:r>
            <a:r>
              <a:rPr sz="2760" spc="-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760" spc="-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memo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sz="2760" spc="-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 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lso. 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760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sz="2760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sz="2760" spc="-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 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sp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ifi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1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0" spc="1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</a:t>
            </a:r>
            <a:r>
              <a:rPr sz="2760" spc="1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760" spc="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0" spc="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r>
              <a:rPr sz="2760" spc="1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sz="2760" spc="1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760" spc="1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760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spc="1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0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0" spc="1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2760" spc="1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760" spc="1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0" spc="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00H to 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</a:t>
            </a:r>
            <a:r>
              <a:rPr sz="2760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this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ssing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mode, 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is obt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ined di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0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 the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081" marR="11688" indent="-530321" algn="just">
              <a:lnSpc>
                <a:spcPct val="145100"/>
              </a:lnSpc>
            </a:pP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	</a:t>
            </a:r>
            <a:r>
              <a:rPr lang="pt-BR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pt-BR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60h</a:t>
            </a:r>
          </a:p>
          <a:p>
            <a:pPr marL="558081" marR="11688" indent="-530321" algn="just">
              <a:lnSpc>
                <a:spcPct val="145100"/>
              </a:lnSpc>
            </a:pPr>
            <a:r>
              <a:rPr lang="pt-BR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A</a:t>
            </a:r>
            <a:r>
              <a:rPr lang="pt-BR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pt-BR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30h</a:t>
            </a:r>
          </a:p>
          <a:p>
            <a:pPr marL="558081" marR="11688" indent="-530321" algn="just">
              <a:lnSpc>
                <a:spcPct val="145100"/>
              </a:lnSpc>
            </a:pPr>
            <a:endParaRPr lang="pt-BR"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081" marR="11688" indent="-530321" algn="just">
              <a:lnSpc>
                <a:spcPct val="145900"/>
              </a:lnSpc>
            </a:pPr>
            <a:r>
              <a:rPr lang="en-US" sz="27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en-US" sz="2760" b="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</a:t>
            </a:r>
            <a:r>
              <a:rPr lang="en-US"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en-US"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spc="-58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46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ssing.</a:t>
            </a:r>
            <a:r>
              <a:rPr lang="en-US"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tual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 that</a:t>
            </a:r>
            <a:r>
              <a:rPr lang="en-US" sz="2760" spc="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sz="2760" spc="2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760" spc="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760" spc="2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en-US" sz="2760" spc="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movem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nt.</a:t>
            </a:r>
            <a:r>
              <a:rPr lang="en-US" sz="2760" spc="2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760" spc="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</a:t>
            </a:r>
            <a:r>
              <a:rPr lang="en-US" sz="2760" spc="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760" spc="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r>
              <a:rPr lang="en-US" sz="2760" spc="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760" spc="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DPTR</a:t>
            </a:r>
            <a:r>
              <a:rPr lang="en-US" sz="2760" spc="2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760" spc="1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760" spc="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760" spc="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 that 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76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76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rs. 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ndir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ssing 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nnot  be </a:t>
            </a:r>
            <a:r>
              <a:rPr lang="en-US" sz="276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76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S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re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rs.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 R0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 R1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hold 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 and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PTR c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hold 1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ss.</a:t>
            </a:r>
          </a:p>
          <a:p>
            <a:pPr marL="558081" marR="11688" indent="-530321" algn="just">
              <a:lnSpc>
                <a:spcPct val="145900"/>
              </a:lnSpc>
            </a:pP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	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@R0</a:t>
            </a:r>
          </a:p>
          <a:p>
            <a:pPr marL="558081" marR="11688" indent="-530321" algn="just">
              <a:lnSpc>
                <a:spcPct val="145900"/>
              </a:lnSpc>
            </a:pP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A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@R1</a:t>
            </a:r>
          </a:p>
          <a:p>
            <a:pPr marL="558081" marR="11688" indent="-530321" algn="just">
              <a:lnSpc>
                <a:spcPct val="145900"/>
              </a:lnSpc>
            </a:pP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MO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@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</a:p>
        </p:txBody>
      </p:sp>
    </p:spTree>
    <p:extLst>
      <p:ext uri="{BB962C8B-B14F-4D97-AF65-F5344CB8AC3E}">
        <p14:creationId xmlns:p14="http://schemas.microsoft.com/office/powerpoint/2010/main" val="3998805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371600"/>
            <a:ext cx="14706600" cy="6097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8453" marR="11688" lvl="1" indent="-530321" algn="just">
              <a:lnSpc>
                <a:spcPct val="145300"/>
              </a:lnSpc>
            </a:pPr>
            <a:r>
              <a:rPr lang="en-US" sz="27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</a:t>
            </a:r>
            <a:r>
              <a:rPr lang="en-US" sz="2760" b="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23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46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ssing.</a:t>
            </a:r>
            <a:r>
              <a:rPr lang="en-US" sz="2760" spc="311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760" spc="-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ssin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ith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760" spc="3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ounter</a:t>
            </a:r>
            <a:r>
              <a:rPr lang="en-US" sz="2760" spc="3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(PC),</a:t>
            </a:r>
            <a:r>
              <a:rPr lang="en-US" sz="2760" spc="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760" spc="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point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760" spc="-2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TPR)—is </a:t>
            </a:r>
            <a:r>
              <a:rPr lang="en-US" sz="2760" spc="-2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760" spc="-2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760" spc="-2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 </a:t>
            </a:r>
            <a:r>
              <a:rPr lang="en-US" sz="2760" spc="-2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760" spc="-2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2760" spc="-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ss, </a:t>
            </a:r>
            <a:r>
              <a:rPr lang="en-US" sz="2760" spc="-2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 </a:t>
            </a:r>
            <a:r>
              <a:rPr lang="en-US" sz="2760" spc="-2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760" spc="-2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760" spc="-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760" spc="-2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760" spc="-2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760" spc="-2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 </a:t>
            </a:r>
            <a:r>
              <a:rPr lang="en-US" sz="2760" spc="-2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760" spc="-2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ss.</a:t>
            </a:r>
            <a:r>
              <a:rPr lang="en-US" sz="2760" spc="2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spc="2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760" spc="2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ue</a:t>
            </a:r>
            <a:r>
              <a:rPr lang="en-US" sz="2760" spc="2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760" spc="2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760" spc="2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lang="en-US" sz="2760" spc="2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lang="en-US" sz="2760" spc="2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760" spc="2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760" spc="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lue</a:t>
            </a:r>
            <a:r>
              <a:rPr lang="en-US" sz="2760" spc="2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760" spc="2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760" spc="2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spc="2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lang="en-US" sz="2760" spc="2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760" spc="2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tive </a:t>
            </a:r>
            <a:r>
              <a:rPr lang="en-US" sz="2760" spc="-2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ss. </a:t>
            </a:r>
            <a:r>
              <a:rPr lang="en-US" sz="2760" spc="-2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760" spc="-2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2760" spc="-2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760" spc="-2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760" spc="-2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760" spc="-2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 </a:t>
            </a:r>
            <a:r>
              <a:rPr lang="en-US" sz="2760" spc="-2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760" spc="-2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2760" spc="-2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</a:t>
            </a:r>
            <a:r>
              <a:rPr lang="en-US" sz="276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tions. </a:t>
            </a:r>
            <a:r>
              <a:rPr lang="en-US" sz="2760" spc="-2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ook </a:t>
            </a:r>
            <a:r>
              <a:rPr lang="en-US" sz="2760" spc="-2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tabl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2760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nted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ith the h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 of index</a:t>
            </a:r>
            <a:r>
              <a:rPr lang="en-US"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ssin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693939" marR="11688" lvl="1" indent="-3535486">
              <a:lnSpc>
                <a:spcPct val="143300"/>
              </a:lnSpc>
              <a:spcBef>
                <a:spcPts val="23"/>
              </a:spcBef>
              <a:tabLst>
                <a:tab pos="2131518" algn="l"/>
                <a:tab pos="5811637" algn="l"/>
              </a:tabLst>
            </a:pP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	MO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A,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DPTR	//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opies   the  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ontents  </a:t>
            </a:r>
            <a:r>
              <a:rPr lang="en-US" sz="2760" i="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  m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mory  </a:t>
            </a:r>
            <a:r>
              <a:rPr lang="en-US" sz="2760" i="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ation  </a:t>
            </a:r>
            <a:r>
              <a:rPr lang="en-US" sz="2760" i="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by</a:t>
            </a:r>
            <a:r>
              <a:rPr lang="en-US" sz="2760" i="1" spc="2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760" i="1" spc="2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2760" i="1" spc="2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760" i="1" spc="2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760" i="1" spc="2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umulator</a:t>
            </a:r>
            <a:r>
              <a:rPr lang="en-US" sz="2760" i="1" spc="2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i="1" spc="2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760" i="1" spc="2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760" i="1" spc="2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760" i="1" spc="2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z="2760" i="1" spc="2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umulator 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en-US"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3939" lvl="1" indent="-2105221">
              <a:spcBef>
                <a:spcPts val="1438"/>
              </a:spcBef>
              <a:tabLst>
                <a:tab pos="5288619" algn="l"/>
              </a:tabLst>
            </a:pP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A, </a:t>
            </a:r>
            <a:r>
              <a:rPr lang="en-US"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	// </a:t>
            </a:r>
            <a:r>
              <a:rPr lang="en-US" sz="2760" spc="-1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opies </a:t>
            </a:r>
            <a:r>
              <a:rPr lang="en-US" sz="2760" i="1" spc="-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760" i="1" spc="-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760" i="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nts </a:t>
            </a:r>
            <a:r>
              <a:rPr lang="en-US" sz="2760" i="1" spc="-1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760" i="1" spc="-1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760" i="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mory </a:t>
            </a:r>
            <a:r>
              <a:rPr lang="en-US" sz="2760" i="1" spc="-1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</a:t>
            </a:r>
            <a:r>
              <a:rPr lang="en-US" sz="2760" i="1" spc="-1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760" i="1" spc="-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760" i="1" spc="-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i="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3939" marR="11688" lvl="1">
              <a:lnSpc>
                <a:spcPct val="143300"/>
              </a:lnSpc>
              <a:spcBef>
                <a:spcPts val="23"/>
              </a:spcBef>
            </a:pP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 </a:t>
            </a:r>
            <a:r>
              <a:rPr lang="en-US" sz="2760" i="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 </a:t>
            </a:r>
            <a:r>
              <a:rPr lang="en-US" sz="2760" i="1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lang="en-US" sz="2760" i="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umula</a:t>
            </a:r>
            <a:r>
              <a:rPr lang="en-US" sz="2760" i="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 </a:t>
            </a:r>
            <a:r>
              <a:rPr lang="en-US" sz="2760" i="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en-US" sz="2760" i="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lang="en-US" sz="2760" i="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lang="en-US" sz="2760" i="1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</a:t>
            </a:r>
            <a:r>
              <a:rPr lang="en-US" sz="2760" i="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 </a:t>
            </a:r>
            <a:r>
              <a:rPr lang="en-US" sz="2760" i="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ounter  </a:t>
            </a:r>
            <a:r>
              <a:rPr lang="en-US" sz="2760" i="1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a</a:t>
            </a:r>
            <a:r>
              <a:rPr lang="en-US" sz="2760" i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sz="276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umulator A.</a:t>
            </a:r>
            <a:endParaRPr lang="en-US"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1149911"/>
            <a:ext cx="13732601" cy="7429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01253" marR="13149" lvl="0" indent="-530321" algn="just" defTabSz="914400" rtl="0" eaLnBrk="1" fontAlgn="auto" latinLnBrk="0" hangingPunct="1">
              <a:lnSpc>
                <a:spcPct val="14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6.  </a:t>
            </a:r>
            <a:r>
              <a:rPr kumimoji="0" lang="en-US" sz="2760" b="1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-35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276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-35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sz="2760" b="0" i="0" u="none" strike="noStrike" kern="1200" cap="none" spc="-35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ssing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299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-35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en-US" sz="2760" b="0" i="0" u="none" strike="noStrike" kern="1200" cap="none" spc="-46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sz="2760" b="0" i="0" u="none" strike="noStrike" kern="1200" cap="none" spc="-35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334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  </a:t>
            </a:r>
            <a:r>
              <a:rPr kumimoji="0" lang="en-US" sz="2760" b="0" i="0" u="none" strike="noStrike" kern="1200" cap="none" spc="-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kumimoji="0" lang="en-US" sz="2760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ssing  </a:t>
            </a:r>
            <a:r>
              <a:rPr kumimoji="0" lang="en-US" sz="2760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kumimoji="0" lang="en-US" sz="2760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  </a:t>
            </a:r>
            <a:r>
              <a:rPr kumimoji="0" lang="en-US" sz="2760" b="0" i="0" u="none" strike="noStrike" kern="1200" cap="none" spc="-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  </a:t>
            </a:r>
            <a:r>
              <a:rPr kumimoji="0" lang="en-US" sz="2760" b="0" i="0" u="none" strike="noStrike" kern="1200" cap="none" spc="-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ifi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sz="2760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y  </a:t>
            </a:r>
            <a:r>
              <a:rPr kumimoji="0" lang="en-US" sz="2760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sz="2760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sz="276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sz="2760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  </a:t>
            </a:r>
            <a:r>
              <a:rPr kumimoji="0" lang="en-US" sz="2760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kumimoji="0" lang="en-US" sz="2760" b="0" i="0" u="none" strike="noStrike" kern="1200" cap="none" spc="-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manipulate individual </a:t>
            </a:r>
            <a:r>
              <a:rPr kumimoji="0" lang="en-US" sz="2760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bits </a:t>
            </a:r>
            <a:r>
              <a:rPr kumimoji="0" lang="en-US" sz="2760" b="0" i="0" u="none" strike="noStrike" kern="1200" cap="none" spc="-3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within </a:t>
            </a:r>
            <a:r>
              <a:rPr kumimoji="0" lang="en-US" sz="2760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sz="2760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ial </a:t>
            </a:r>
            <a:r>
              <a:rPr kumimoji="0" lang="en-US" sz="2760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0" lang="en-US" sz="2760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tion </a:t>
            </a:r>
            <a:r>
              <a:rPr kumimoji="0" lang="en-US" sz="2760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sz="2760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rs </a:t>
            </a:r>
            <a:r>
              <a:rPr kumimoji="0" lang="en-US" sz="2760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kumimoji="0" lang="en-US" sz="2760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Rs) </a:t>
            </a:r>
            <a:r>
              <a:rPr kumimoji="0" lang="en-US" sz="2760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kumimoji="0" lang="en-US" sz="2760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sz="2760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kumimoji="0" lang="en-US" sz="2760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0" lang="en-US" sz="2760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kumimoji="0" lang="en-US" sz="2760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ontroll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r. S</a:t>
            </a:r>
            <a:r>
              <a:rPr kumimoji="0" lang="en-US" sz="2760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kumimoji="0" lang="en-US" sz="2760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kumimoji="0" lang="en-US" sz="2760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sz="2760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sz="2760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0" lang="en-US" sz="2760" b="0" i="0" u="none" strike="noStrike" kern="1200" cap="none" spc="2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mem</a:t>
            </a:r>
            <a:r>
              <a:rPr kumimoji="0" lang="en-US" sz="2760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2760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sz="2760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sz="2760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pp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sz="2760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rdw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kumimoji="0" lang="en-US" sz="2760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regist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kumimoji="0" lang="en-US" sz="2760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sz="2760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kumimoji="0" lang="en-US" sz="2760" b="0" i="0" u="none" strike="noStrike" kern="1200" cap="none" spc="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ontrolling</a:t>
            </a:r>
            <a:r>
              <a:rPr kumimoji="0" lang="en-US" sz="2760" b="0" i="0" u="none" strike="noStrike" kern="1200" cap="none" spc="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rious</a:t>
            </a:r>
            <a:r>
              <a:rPr kumimoji="0" lang="en-US" sz="2760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-c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hip p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riph</a:t>
            </a:r>
            <a:r>
              <a:rPr kumimoji="0" lang="en-US" sz="2760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ls. This mode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llows 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rea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kumimoji="0" lang="en-US" sz="2760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sz="276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 modi</a:t>
            </a:r>
            <a:r>
              <a:rPr kumimoji="0" lang="en-US" sz="2760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sz="2760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sz="2760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sz="276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kumimoji="0" lang="en-US" sz="2760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ific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bits within these</a:t>
            </a:r>
            <a:r>
              <a:rPr kumimoji="0" lang="en-US" sz="2760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kumimoji="0" lang="en-US" sz="276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rs.</a:t>
            </a:r>
          </a:p>
          <a:p>
            <a:pPr marL="701253" marR="0" lvl="0" indent="0" algn="l" defTabSz="914400" rtl="0" eaLnBrk="1" fontAlgn="auto" latinLnBrk="0" hangingPunct="1">
              <a:lnSpc>
                <a:spcPct val="100000"/>
              </a:lnSpc>
              <a:spcBef>
                <a:spcPts val="1438"/>
              </a:spcBef>
              <a:spcAft>
                <a:spcPts val="0"/>
              </a:spcAft>
              <a:buClrTx/>
              <a:buSzTx/>
              <a:buFontTx/>
              <a:buNone/>
              <a:tabLst>
                <a:tab pos="2131518" algn="l"/>
                <a:tab pos="4236739" algn="l"/>
              </a:tabLst>
              <a:defRPr/>
            </a:pPr>
            <a:r>
              <a:rPr kumimoji="0" lang="en-US" sz="276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sz="276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	SETB</a:t>
            </a:r>
            <a:r>
              <a:rPr kumimoji="0" lang="en-US" sz="276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P1.2	; sets bit 2 of Port 1</a:t>
            </a:r>
          </a:p>
          <a:p>
            <a:pPr marL="701253" marR="11688" indent="-530321" algn="just">
              <a:lnSpc>
                <a:spcPct val="144900"/>
              </a:lnSpc>
            </a:pPr>
            <a:endParaRPr lang="en-US" sz="27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01253" marR="11688" indent="-530321" algn="just">
              <a:lnSpc>
                <a:spcPct val="144900"/>
              </a:lnSpc>
            </a:pPr>
            <a:r>
              <a:rPr sz="27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 </a:t>
            </a:r>
            <a:r>
              <a:rPr sz="2760" b="1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Absol</a:t>
            </a:r>
            <a:r>
              <a:rPr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ssing.</a:t>
            </a:r>
            <a:r>
              <a:rPr sz="2760" spc="69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bsolute</a:t>
            </a:r>
            <a:r>
              <a:rPr sz="2760" spc="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ssing</a:t>
            </a:r>
            <a:r>
              <a:rPr sz="2760" spc="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760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1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0" spc="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sz="2760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bsolute</a:t>
            </a:r>
            <a:r>
              <a:rPr sz="2760" spc="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mp)</a:t>
            </a:r>
            <a:r>
              <a:rPr sz="2760" spc="1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 AC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 </a:t>
            </a:r>
            <a:r>
              <a:rPr sz="2760" spc="-2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 </a:t>
            </a:r>
            <a:r>
              <a:rPr sz="2760" spc="-1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ll)  </a:t>
            </a:r>
            <a:r>
              <a:rPr sz="2760" spc="-1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tions.  </a:t>
            </a:r>
            <a:r>
              <a:rPr sz="2760" spc="-1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 </a:t>
            </a:r>
            <a:r>
              <a:rPr sz="2760" spc="-1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 </a:t>
            </a:r>
            <a:r>
              <a:rPr sz="2760" spc="-1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sz="2760" spc="-1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 </a:t>
            </a:r>
            <a:r>
              <a:rPr sz="2760" spc="-1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tions.  </a:t>
            </a:r>
            <a:r>
              <a:rPr sz="2760" spc="-1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760" spc="-1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bsolute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ifi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tion. The upp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stin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sz="2760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0" spc="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sz="2760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760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ounte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760" spc="-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bsolute</a:t>
            </a:r>
            <a:r>
              <a:rPr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276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sz="2760" spc="2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llows</a:t>
            </a:r>
            <a:r>
              <a:rPr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0" spc="2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z="2760" spc="2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urr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sz="2760" spc="3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sz="2760" spc="3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sz="2760" spc="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760" spc="3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m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sz="2760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48421" y="10981179"/>
            <a:ext cx="616506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35" dirty="0">
                <a:latin typeface="Times New Roman"/>
                <a:cs typeface="Times New Roman"/>
              </a:rPr>
              <a:t>g.</a:t>
            </a:r>
            <a:endParaRPr sz="276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0763" y="10981180"/>
            <a:ext cx="2407588" cy="1146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indent="27758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MP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P1 AC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2</a:t>
            </a:r>
            <a:endParaRPr sz="276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5214" y="13183731"/>
            <a:ext cx="6943729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tabLst>
                <a:tab pos="933544" algn="l"/>
              </a:tabLst>
            </a:pPr>
            <a:r>
              <a:rPr sz="3681" spc="-23" dirty="0">
                <a:solidFill>
                  <a:srgbClr val="2E5395"/>
                </a:solidFill>
                <a:latin typeface="Calibri Light"/>
                <a:cs typeface="Calibri Light"/>
              </a:rPr>
              <a:t>A.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	</a:t>
            </a:r>
            <a:r>
              <a:rPr sz="3681" spc="-35" dirty="0">
                <a:solidFill>
                  <a:srgbClr val="2E5395"/>
                </a:solidFill>
                <a:latin typeface="Calibri Light"/>
                <a:cs typeface="Calibri Light"/>
              </a:rPr>
              <a:t>TEX</a:t>
            </a:r>
            <a:r>
              <a:rPr sz="3681" spc="-12" dirty="0">
                <a:solidFill>
                  <a:srgbClr val="2E5395"/>
                </a:solidFill>
                <a:latin typeface="Calibri Light"/>
                <a:cs typeface="Calibri Light"/>
              </a:rPr>
              <a:t>T</a:t>
            </a:r>
            <a:r>
              <a:rPr sz="3681" spc="-35" dirty="0">
                <a:solidFill>
                  <a:srgbClr val="2E5395"/>
                </a:solidFill>
                <a:latin typeface="Calibri Light"/>
                <a:cs typeface="Calibri Light"/>
              </a:rPr>
              <a:t>BO</a:t>
            </a:r>
            <a:r>
              <a:rPr sz="3681" spc="-23" dirty="0">
                <a:solidFill>
                  <a:srgbClr val="2E5395"/>
                </a:solidFill>
                <a:latin typeface="Calibri Light"/>
                <a:cs typeface="Calibri Light"/>
              </a:rPr>
              <a:t>O</a:t>
            </a:r>
            <a:r>
              <a:rPr sz="3681" spc="-35" dirty="0">
                <a:solidFill>
                  <a:srgbClr val="2E5395"/>
                </a:solidFill>
                <a:latin typeface="Calibri Light"/>
                <a:cs typeface="Calibri Light"/>
              </a:rPr>
              <a:t>KS/</a:t>
            </a:r>
            <a:r>
              <a:rPr sz="3681" dirty="0">
                <a:solidFill>
                  <a:srgbClr val="2E5395"/>
                </a:solidFill>
                <a:latin typeface="Calibri Light"/>
                <a:cs typeface="Calibri Light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Calibri Light"/>
                <a:cs typeface="Calibri Light"/>
              </a:rPr>
              <a:t>EFERENCE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Calibri Light"/>
                <a:cs typeface="Calibri Light"/>
              </a:rPr>
              <a:t>BO</a:t>
            </a:r>
            <a:r>
              <a:rPr sz="3681" spc="-23" dirty="0">
                <a:solidFill>
                  <a:srgbClr val="2E5395"/>
                </a:solidFill>
                <a:latin typeface="Calibri Light"/>
                <a:cs typeface="Calibri Light"/>
              </a:rPr>
              <a:t>O</a:t>
            </a:r>
            <a:r>
              <a:rPr sz="3681" spc="-35" dirty="0">
                <a:solidFill>
                  <a:srgbClr val="2E5395"/>
                </a:solidFill>
                <a:latin typeface="Calibri Light"/>
                <a:cs typeface="Calibri Light"/>
              </a:rPr>
              <a:t>KS</a:t>
            </a:r>
            <a:endParaRPr sz="3681"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555031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00" y="718533"/>
            <a:ext cx="14859000" cy="87880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98572">
              <a:buClr>
                <a:srgbClr val="2E5395"/>
              </a:buClr>
              <a:tabLst>
                <a:tab pos="2610708" algn="l"/>
              </a:tabLst>
            </a:pPr>
            <a:endParaRPr lang="en-US" sz="2760" spc="-23" dirty="0">
              <a:solidFill>
                <a:srgbClr val="2E539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9"/>
            <a:r>
              <a:rPr lang="en-US"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	</a:t>
            </a:r>
            <a:r>
              <a:rPr lang="en-US"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</a:t>
            </a:r>
            <a:r>
              <a:rPr lang="en-US"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</a:t>
            </a:r>
            <a:r>
              <a:rPr lang="en-US"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KS/</a:t>
            </a:r>
            <a:r>
              <a:rPr lang="en-US"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EFERENCE</a:t>
            </a:r>
            <a:r>
              <a:rPr lang="en-US" sz="2760" spc="-81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</a:t>
            </a:r>
            <a:r>
              <a:rPr lang="en-US"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KS</a:t>
            </a:r>
            <a:endParaRPr lang="en-US"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9"/>
            <a:endParaRPr lang="en-US" sz="276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09247" marR="0" lvl="0" indent="-610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395"/>
              </a:buClr>
              <a:buSzTx/>
              <a:buFont typeface="Calibri Light"/>
              <a:buAutoNum type="romanLcPeriod"/>
              <a:tabLst>
                <a:tab pos="2610708" algn="l"/>
              </a:tabLst>
              <a:defRPr/>
            </a:pPr>
            <a:r>
              <a:rPr kumimoji="0" lang="en-US" sz="2760" b="0" i="0" u="none" strike="noStrike" kern="1200" cap="none" spc="-35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TEXT</a:t>
            </a:r>
            <a:r>
              <a:rPr kumimoji="0" lang="en-US" sz="2760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en-US" sz="2760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OO</a:t>
            </a:r>
            <a:r>
              <a:rPr kumimoji="0" lang="en-US" sz="2760" b="0" i="0" u="none" strike="noStrike" kern="1200" cap="none" spc="-46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kumimoji="0" lang="en-US" sz="2760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en-US" sz="2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9219"/>
            <a:r>
              <a:rPr sz="27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sz="2760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la,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8051 Mi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ontroll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r, C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rni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ndia, 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3r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Edition, Nov 2007</a:t>
            </a:r>
            <a:endParaRPr lang="en-US"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9"/>
            <a:r>
              <a:rPr sz="27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 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nta R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sz="276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stems, 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sz="276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1st E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ition,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2011</a:t>
            </a:r>
            <a:endParaRPr lang="en-US"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9"/>
            <a:r>
              <a:rPr sz="27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 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ohn 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ll, A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duino 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orkshop: A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76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ntrod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 with 65 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roj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ts, No Sta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Pr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ss, 1st Edition, M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013</a:t>
            </a:r>
          </a:p>
          <a:p>
            <a:endParaRPr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04864" indent="-689566">
              <a:buClr>
                <a:srgbClr val="2E5395"/>
              </a:buClr>
              <a:buFont typeface="Calibri Light"/>
              <a:buAutoNum type="romanLcPeriod" startAt="2"/>
              <a:tabLst>
                <a:tab pos="2606325" algn="l"/>
              </a:tabLst>
            </a:pPr>
            <a:r>
              <a:rPr sz="2760" spc="-46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ENCE</a:t>
            </a:r>
            <a:r>
              <a:rPr sz="2760" spc="-81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</a:t>
            </a:r>
            <a:r>
              <a:rPr sz="2760" spc="-46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9"/>
            <a:r>
              <a:rPr sz="2760" b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of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oproc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ssors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Mic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ontroll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rs,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RP,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8th Edition, Nov</a:t>
            </a: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</a:p>
          <a:p>
            <a:pPr marL="29219" marR="11688">
              <a:spcBef>
                <a:spcPts val="12"/>
              </a:spcBef>
            </a:pPr>
            <a:r>
              <a:rPr sz="2760" b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ssimo 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 G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tting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ted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duino, M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</a:t>
            </a:r>
            <a:r>
              <a:rPr sz="276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0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3rd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dition, 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2015</a:t>
            </a:r>
            <a:endParaRPr lang="en-US"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9" marR="11688">
              <a:spcBef>
                <a:spcPts val="12"/>
              </a:spcBef>
            </a:pPr>
            <a:r>
              <a:rPr sz="2760" b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lum, E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duino: Tools and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hniques 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</a:t>
            </a:r>
            <a:r>
              <a:rPr sz="27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76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sz="276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sz="276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1st Edition, Aug</a:t>
            </a:r>
            <a:r>
              <a:rPr sz="276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2013</a:t>
            </a:r>
          </a:p>
          <a:p>
            <a:endParaRPr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9"/>
              </a:spcBef>
            </a:pPr>
            <a:endParaRPr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9"/>
            <a:r>
              <a:rPr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760" spc="-9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</a:t>
            </a:r>
            <a:r>
              <a:rPr sz="2760" spc="-46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60" spc="-35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60" spc="-9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60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60" spc="-12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760" spc="-46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60" spc="-23" dirty="0">
                <a:solidFill>
                  <a:srgbClr val="2E53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ks:</a:t>
            </a:r>
            <a:endParaRPr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9846" indent="-350627">
              <a:spcBef>
                <a:spcPts val="2784"/>
              </a:spcBef>
              <a:buFont typeface="Times New Roman"/>
              <a:buAutoNum type="arabicPeriod"/>
              <a:tabLst>
                <a:tab pos="379846" algn="l"/>
              </a:tabLst>
            </a:pPr>
            <a:r>
              <a:rPr lang="en-US" sz="276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https://www.youtube.com/watch?v=wQTXqCohOMM</a:t>
            </a:r>
            <a:endParaRPr lang="en-US" sz="27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9846" indent="-350627">
              <a:spcBef>
                <a:spcPts val="2784"/>
              </a:spcBef>
              <a:buFont typeface="Times New Roman"/>
              <a:buAutoNum type="arabicPeriod"/>
              <a:tabLst>
                <a:tab pos="379846" algn="l"/>
              </a:tabLst>
            </a:pPr>
            <a:r>
              <a:rPr lang="en-US" sz="276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https://www.youtube.com/watch?v=P1NlfPa-Idw</a:t>
            </a:r>
            <a:endParaRPr lang="en-US" sz="276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1139</Words>
  <Application>Microsoft Office PowerPoint</Application>
  <PresentationFormat>Custom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4</cp:revision>
  <dcterms:created xsi:type="dcterms:W3CDTF">2024-06-07T08:49:55Z</dcterms:created>
  <dcterms:modified xsi:type="dcterms:W3CDTF">2024-07-29T07:24:26Z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2024-06-07T00:00:00Z</vt:filetime>
  </property>
  <property fmtid="{D5CDD505-2E9C-101B-9397-08002B2CF9AE}" pid="3" name="LastSaved">
    <vt:filetime>2024-06-07T00:00:00Z</vt:filetime>
  </property>
</Properties>
</file>