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71" r:id="rId3"/>
    <p:sldId id="257" r:id="rId4"/>
    <p:sldId id="272" r:id="rId5"/>
    <p:sldId id="258" r:id="rId6"/>
    <p:sldId id="273" r:id="rId7"/>
    <p:sldId id="259" r:id="rId8"/>
    <p:sldId id="274" r:id="rId9"/>
    <p:sldId id="260" r:id="rId10"/>
    <p:sldId id="275" r:id="rId11"/>
    <p:sldId id="276" r:id="rId12"/>
    <p:sldId id="261" r:id="rId13"/>
    <p:sldId id="262" r:id="rId14"/>
    <p:sldId id="277" r:id="rId15"/>
    <p:sldId id="263" r:id="rId16"/>
    <p:sldId id="278" r:id="rId17"/>
    <p:sldId id="279" r:id="rId18"/>
    <p:sldId id="264" r:id="rId19"/>
    <p:sldId id="265" r:id="rId20"/>
    <p:sldId id="280" r:id="rId21"/>
    <p:sldId id="281" r:id="rId22"/>
    <p:sldId id="266" r:id="rId23"/>
    <p:sldId id="282" r:id="rId24"/>
    <p:sldId id="267" r:id="rId25"/>
    <p:sldId id="283" r:id="rId26"/>
    <p:sldId id="268" r:id="rId27"/>
    <p:sldId id="284" r:id="rId28"/>
    <p:sldId id="269" r:id="rId29"/>
    <p:sldId id="285" r:id="rId30"/>
    <p:sldId id="270" r:id="rId31"/>
    <p:sldId id="286" r:id="rId32"/>
  </p:sldIdLst>
  <p:sldSz cx="17881600" cy="10058400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4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821" y="72"/>
      </p:cViewPr>
      <p:guideLst>
        <p:guide orient="horz" pos="2880"/>
        <p:guide pos="4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6765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12534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145362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97643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056404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680346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06907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075713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808759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236506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44882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712111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322485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625436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641573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5557200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30453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41120" y="3118105"/>
            <a:ext cx="15199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82241" y="5632704"/>
            <a:ext cx="1251711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94080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209022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4081" y="402336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81" y="2313432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79745" y="9354312"/>
            <a:ext cx="572211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94080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874752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3200" y="1143000"/>
            <a:ext cx="14935200" cy="4919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Network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nnection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of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duino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n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d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ojects</a:t>
            </a:r>
            <a:endParaRPr sz="3681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</a:pPr>
            <a:endParaRPr sz="3681" dirty="0">
              <a:latin typeface="Times New Roman"/>
              <a:cs typeface="Times New Roman"/>
            </a:endParaRPr>
          </a:p>
          <a:p>
            <a:pPr marL="29219" algn="just">
              <a:spcBef>
                <a:spcPts val="2623"/>
              </a:spcBef>
            </a:pP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dui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o</a:t>
            </a:r>
            <a:r>
              <a:rPr sz="2761" b="1" spc="-35" dirty="0">
                <a:latin typeface="Times New Roman"/>
                <a:cs typeface="Times New Roman"/>
              </a:rPr>
              <a:t> </a:t>
            </a:r>
            <a:r>
              <a:rPr sz="2761" b="1" spc="12" dirty="0">
                <a:latin typeface="Times New Roman"/>
                <a:cs typeface="Times New Roman"/>
              </a:rPr>
              <a:t>w</a:t>
            </a:r>
            <a:r>
              <a:rPr sz="2761" b="1" dirty="0">
                <a:latin typeface="Times New Roman"/>
                <a:cs typeface="Times New Roman"/>
              </a:rPr>
              <a:t>ith Eth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n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t Shield</a:t>
            </a:r>
            <a:endParaRPr sz="2761" dirty="0">
              <a:latin typeface="Times New Roman"/>
              <a:cs typeface="Times New Roman"/>
            </a:endParaRPr>
          </a:p>
          <a:p>
            <a:pPr marL="29219" marR="16070" algn="just">
              <a:lnSpc>
                <a:spcPts val="4739"/>
              </a:lnSpc>
              <a:spcBef>
                <a:spcPts val="380"/>
              </a:spcBef>
            </a:pP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Shield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llows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il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our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o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t.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 shield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bles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our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uino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46" dirty="0">
                <a:latin typeface="Times New Roman"/>
                <a:cs typeface="Times New Roman"/>
              </a:rPr>
              <a:t>n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where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ld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You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stuff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like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robots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mot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bsit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o</a:t>
            </a:r>
            <a:r>
              <a:rPr sz="2761" dirty="0">
                <a:latin typeface="Times New Roman"/>
                <a:cs typeface="Times New Roman"/>
              </a:rPr>
              <a:t>r ring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twitter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mess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shield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ndless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mounts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possibili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llowi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 to conn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our </a:t>
            </a:r>
            <a:r>
              <a:rPr sz="2761" spc="-12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12" dirty="0">
                <a:latin typeface="Times New Roman"/>
                <a:cs typeface="Times New Roman"/>
              </a:rPr>
              <a:t>j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 to the in</a:t>
            </a:r>
            <a:r>
              <a:rPr sz="2761" spc="46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in no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time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lat.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20800" y="1071562"/>
            <a:ext cx="2549297" cy="5664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Step 1: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Setup</a:t>
            </a:r>
            <a:endParaRPr sz="3681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20800" y="7772400"/>
            <a:ext cx="15011400" cy="1765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 algn="just">
              <a:lnSpc>
                <a:spcPct val="143900"/>
              </a:lnSpc>
            </a:pP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tting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  up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 si</a:t>
            </a:r>
            <a:r>
              <a:rPr sz="2761" spc="-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ple 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s  plug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  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  the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shield  into 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duino. This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ric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shield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Uno 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v. 3 bo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rds </a:t>
            </a:r>
            <a:r>
              <a:rPr sz="2761" spc="-23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12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).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 h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too 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 to plug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into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rli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version Arduino boa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ds.</a:t>
            </a:r>
          </a:p>
        </p:txBody>
      </p:sp>
      <p:sp>
        <p:nvSpPr>
          <p:cNvPr id="5" name="object 5"/>
          <p:cNvSpPr/>
          <p:nvPr/>
        </p:nvSpPr>
        <p:spPr>
          <a:xfrm>
            <a:off x="4813668" y="1071562"/>
            <a:ext cx="8252744" cy="63324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4191297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69288" y="1219200"/>
            <a:ext cx="4379823" cy="5664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Step 2: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Shield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Fea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ures</a:t>
            </a:r>
            <a:endParaRPr sz="3681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59200" y="1981200"/>
            <a:ext cx="10636605" cy="75850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73200" y="990600"/>
            <a:ext cx="14859000" cy="58388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 algn="just">
              <a:lnSpc>
                <a:spcPct val="150000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Shield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upon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51000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hip,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16K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10/100Mb.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stest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58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nd,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ill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ks 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ll.</a:t>
            </a:r>
          </a:p>
          <a:p>
            <a:pPr marL="29219" marR="17531" algn="just">
              <a:lnSpc>
                <a:spcPct val="150000"/>
              </a:lnSpc>
              <a:spcBef>
                <a:spcPts val="368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 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libr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 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hich 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omes 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bundled 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lopm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nvironme</a:t>
            </a:r>
            <a:r>
              <a:rPr sz="2761" spc="-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t.</a:t>
            </a:r>
          </a:p>
          <a:p>
            <a:pPr marL="29219" algn="just">
              <a:lnSpc>
                <a:spcPct val="150000"/>
              </a:lnSpc>
              <a:spcBef>
                <a:spcPts val="1024"/>
              </a:spcBef>
            </a:pP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SD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slot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</a:t>
            </a:r>
            <a:r>
              <a:rPr sz="2761" spc="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ec</a:t>
            </a:r>
            <a:r>
              <a:rPr sz="2761" spc="58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f-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lot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ta,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rve</a:t>
            </a:r>
            <a:r>
              <a:rPr sz="2761" spc="23" dirty="0">
                <a:latin typeface="Times New Roman"/>
                <a:cs typeface="Times New Roman"/>
              </a:rPr>
              <a:t> u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nti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bsit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using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ju</a:t>
            </a:r>
            <a:r>
              <a:rPr sz="2761" spc="35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rduino.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lib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 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do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not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ome bu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dled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ith the so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tw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a dif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topic to be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on.</a:t>
            </a:r>
          </a:p>
          <a:p>
            <a:pPr marL="29219" marR="27758" algn="just">
              <a:lnSpc>
                <a:spcPct val="1500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ddition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(PoE)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modul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llows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u to pow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our Arduino ov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Eth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con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tion.</a:t>
            </a:r>
          </a:p>
        </p:txBody>
      </p:sp>
    </p:spTree>
    <p:extLst>
      <p:ext uri="{BB962C8B-B14F-4D97-AF65-F5344CB8AC3E}">
        <p14:creationId xmlns:p14="http://schemas.microsoft.com/office/powerpoint/2010/main" val="3795963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400" y="1219200"/>
            <a:ext cx="3599695" cy="5664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Step 3: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Get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S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tarted</a:t>
            </a:r>
            <a:endParaRPr sz="3681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601394" y="1169192"/>
            <a:ext cx="6530585" cy="29860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5" name="object 5"/>
          <p:cNvSpPr/>
          <p:nvPr/>
        </p:nvSpPr>
        <p:spPr>
          <a:xfrm>
            <a:off x="1749621" y="3628118"/>
            <a:ext cx="9899183" cy="521108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58900" y="838200"/>
            <a:ext cx="15163800" cy="87086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672034" algn="just">
              <a:lnSpc>
                <a:spcPct val="150000"/>
              </a:lnSpc>
            </a:pPr>
            <a:r>
              <a:rPr sz="2761" dirty="0">
                <a:latin typeface="Times New Roman"/>
                <a:cs typeface="Times New Roman"/>
              </a:rPr>
              <a:t>Plug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rduino into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ur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omput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 USB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rt,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the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shi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ld into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our 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ou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(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 dir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 inte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co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tio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).</a:t>
            </a:r>
          </a:p>
          <a:p>
            <a:pPr marL="29219" algn="just">
              <a:lnSpc>
                <a:spcPct val="150000"/>
              </a:lnSpc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t, open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dev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lopm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envi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onment.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omm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 u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gr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1.0 or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if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 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ot done so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46" dirty="0">
                <a:latin typeface="Times New Roman"/>
                <a:cs typeface="Times New Roman"/>
              </a:rPr>
              <a:t>d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. This ve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sion of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soft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built in DHCP support,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do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not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q</a:t>
            </a:r>
            <a:r>
              <a:rPr sz="2761" dirty="0">
                <a:latin typeface="Times New Roman"/>
                <a:cs typeface="Times New Roman"/>
              </a:rPr>
              <a:t>uire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manu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onf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uri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ss.</a:t>
            </a:r>
          </a:p>
          <a:p>
            <a:pPr marL="29219" algn="just">
              <a:lnSpc>
                <a:spcPct val="150000"/>
              </a:lnSpc>
              <a:spcBef>
                <a:spcPts val="1024"/>
              </a:spcBef>
            </a:pP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 wh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P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dr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has be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our </a:t>
            </a:r>
            <a:r>
              <a:rPr sz="2761" spc="-12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 err="1">
                <a:latin typeface="Times New Roman"/>
                <a:cs typeface="Times New Roman"/>
              </a:rPr>
              <a:t>D</a:t>
            </a:r>
            <a:r>
              <a:rPr sz="2761" dirty="0" err="1">
                <a:latin typeface="Times New Roman"/>
                <a:cs typeface="Times New Roman"/>
              </a:rPr>
              <a:t>h</a:t>
            </a:r>
            <a:r>
              <a:rPr sz="2761" spc="-12" dirty="0" err="1">
                <a:latin typeface="Times New Roman"/>
                <a:cs typeface="Times New Roman"/>
              </a:rPr>
              <a:t>c</a:t>
            </a:r>
            <a:r>
              <a:rPr sz="2761" dirty="0" err="1">
                <a:latin typeface="Times New Roman"/>
                <a:cs typeface="Times New Roman"/>
              </a:rPr>
              <a:t>pAdd</a:t>
            </a:r>
            <a:r>
              <a:rPr sz="2761" spc="-23" dirty="0" err="1">
                <a:latin typeface="Times New Roman"/>
                <a:cs typeface="Times New Roman"/>
              </a:rPr>
              <a:t>r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ss</a:t>
            </a:r>
            <a:r>
              <a:rPr sz="2761" spc="12" dirty="0" err="1">
                <a:latin typeface="Times New Roman"/>
                <a:cs typeface="Times New Roman"/>
              </a:rPr>
              <a:t>P</a:t>
            </a:r>
            <a:r>
              <a:rPr sz="2761" dirty="0" err="1">
                <a:latin typeface="Times New Roman"/>
                <a:cs typeface="Times New Roman"/>
              </a:rPr>
              <a:t>rint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tch. 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his 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be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fou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t:</a:t>
            </a:r>
          </a:p>
          <a:p>
            <a:pPr marL="29219" algn="just">
              <a:lnSpc>
                <a:spcPct val="150000"/>
              </a:lnSpc>
              <a:spcBef>
                <a:spcPts val="1438"/>
              </a:spcBef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ile</a:t>
            </a:r>
            <a:r>
              <a:rPr sz="2761" spc="-12" dirty="0">
                <a:latin typeface="Times New Roman"/>
                <a:cs typeface="Times New Roman"/>
              </a:rPr>
              <a:t> -</a:t>
            </a:r>
            <a:r>
              <a:rPr sz="2761" spc="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&gt;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2" dirty="0">
                <a:latin typeface="Times New Roman"/>
                <a:cs typeface="Times New Roman"/>
              </a:rPr>
              <a:t>--</a:t>
            </a:r>
            <a:r>
              <a:rPr sz="2761" dirty="0">
                <a:latin typeface="Times New Roman"/>
                <a:cs typeface="Times New Roman"/>
              </a:rPr>
              <a:t>&gt;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spc="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&gt;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DhcpAdd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</a:t>
            </a:r>
            <a:r>
              <a:rPr sz="2761" spc="35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</a:p>
          <a:p>
            <a:pPr marL="29219" marR="11688" algn="just">
              <a:lnSpc>
                <a:spcPct val="1500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 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ch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Mac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ss. On 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wer v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rsions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shi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ld,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u should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ress on a sti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58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o the bo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rd.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missing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r, simp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 making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uniq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mac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should wo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k.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multiple shi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lds, 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ke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sure </a:t>
            </a:r>
            <a:r>
              <a:rPr sz="2761" spc="-12" dirty="0">
                <a:latin typeface="Times New Roman"/>
                <a:cs typeface="Times New Roman"/>
              </a:rPr>
              <a:t>eac</a:t>
            </a:r>
            <a:r>
              <a:rPr sz="2761" dirty="0">
                <a:latin typeface="Times New Roman"/>
                <a:cs typeface="Times New Roman"/>
              </a:rPr>
              <a:t>h 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unique 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ss.</a:t>
            </a:r>
          </a:p>
          <a:p>
            <a:pPr marL="29219" marR="451432" algn="just">
              <a:lnSpc>
                <a:spcPct val="1500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m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is prop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46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onf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d, up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 the sk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tch to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our 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duino, and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the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monitor.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should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print out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P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in 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27449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3200" y="1214018"/>
            <a:ext cx="2702693" cy="5664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Step 4: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Server</a:t>
            </a:r>
            <a:endParaRPr sz="3681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975577" y="762000"/>
            <a:ext cx="8602730" cy="64543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4" name="object 4"/>
          <p:cNvSpPr/>
          <p:nvPr/>
        </p:nvSpPr>
        <p:spPr>
          <a:xfrm>
            <a:off x="1710569" y="3200400"/>
            <a:ext cx="7835506" cy="58714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2692400" y="1676400"/>
            <a:ext cx="6624661" cy="49634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6" name="object 3"/>
          <p:cNvSpPr/>
          <p:nvPr/>
        </p:nvSpPr>
        <p:spPr>
          <a:xfrm>
            <a:off x="10083800" y="1828800"/>
            <a:ext cx="6574118" cy="49262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749888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20800" y="990600"/>
            <a:ext cx="15011400" cy="86051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>
              <a:lnSpc>
                <a:spcPct val="143800"/>
              </a:lnSpc>
            </a:pPr>
            <a:r>
              <a:rPr sz="2761" dirty="0">
                <a:latin typeface="Times New Roman"/>
                <a:cs typeface="Times New Roman"/>
              </a:rPr>
              <a:t>You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use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shi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ld as a 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rv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to lo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H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a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se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 </a:t>
            </a:r>
            <a:r>
              <a:rPr sz="2761" spc="-23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rse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sts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</a:t>
            </a:r>
            <a:r>
              <a:rPr sz="2761" spc="58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nt, su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a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b br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ws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 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following two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show how to use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 to se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ve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s,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p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rse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</a:t>
            </a:r>
            <a:r>
              <a:rPr sz="2761" spc="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  <a:p>
            <a:pPr marL="29219" marR="227907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One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import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 thing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23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p in mind is that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ill have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ent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our Ar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uino</a:t>
            </a:r>
            <a:r>
              <a:rPr sz="2761" spc="-23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P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in both of the</a:t>
            </a:r>
            <a:r>
              <a:rPr sz="2761" spc="-12" dirty="0">
                <a:latin typeface="Times New Roman"/>
                <a:cs typeface="Times New Roman"/>
              </a:rPr>
              <a:t> 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 in ord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 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 to wo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k.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>
              <a:spcBef>
                <a:spcPts val="127"/>
              </a:spcBef>
            </a:pPr>
            <a:endParaRPr sz="2531" dirty="0">
              <a:latin typeface="Times New Roman"/>
              <a:cs typeface="Times New Roman"/>
            </a:endParaRPr>
          </a:p>
          <a:p>
            <a:pPr marL="29219"/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following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b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rv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on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button p</a:t>
            </a:r>
            <a:r>
              <a:rPr sz="2761" spc="-12" dirty="0">
                <a:latin typeface="Times New Roman"/>
                <a:cs typeface="Times New Roman"/>
              </a:rPr>
              <a:t>re</a:t>
            </a:r>
            <a:r>
              <a:rPr sz="2761" dirty="0">
                <a:latin typeface="Times New Roman"/>
                <a:cs typeface="Times New Roman"/>
              </a:rPr>
              <a:t>ss: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>
              <a:spcBef>
                <a:spcPts val="131"/>
              </a:spcBef>
            </a:pPr>
            <a:endParaRPr sz="2531" dirty="0">
              <a:latin typeface="Times New Roman"/>
              <a:cs typeface="Times New Roman"/>
            </a:endParaRPr>
          </a:p>
          <a:p>
            <a:pPr marL="29219"/>
            <a:r>
              <a:rPr sz="2761" spc="-12" dirty="0">
                <a:latin typeface="Times New Roman"/>
                <a:cs typeface="Times New Roman"/>
              </a:rPr>
              <a:t>&lt;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&gt;</a:t>
            </a:r>
            <a:r>
              <a:rPr sz="2761" dirty="0">
                <a:latin typeface="Times New Roman"/>
                <a:cs typeface="Times New Roman"/>
              </a:rPr>
              <a:t>/*</a:t>
            </a:r>
          </a:p>
          <a:p>
            <a:pPr marL="116876" marR="1500390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A simple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b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that ch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the page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rv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d, tr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tton p</a:t>
            </a:r>
            <a:r>
              <a:rPr sz="2761" spc="-12" dirty="0">
                <a:latin typeface="Times New Roman"/>
                <a:cs typeface="Times New Roman"/>
              </a:rPr>
              <a:t>re</a:t>
            </a:r>
            <a:r>
              <a:rPr sz="2761" dirty="0">
                <a:latin typeface="Times New Roman"/>
                <a:cs typeface="Times New Roman"/>
              </a:rPr>
              <a:t>ss. Cir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uit:</a:t>
            </a:r>
          </a:p>
          <a:p>
            <a:pPr marL="379846" indent="-262970">
              <a:spcBef>
                <a:spcPts val="1461"/>
              </a:spcBef>
              <a:buFont typeface="Times New Roman"/>
              <a:buChar char="*"/>
              <a:tabLst>
                <a:tab pos="379846" algn="l"/>
              </a:tabLst>
            </a:pPr>
            <a:r>
              <a:rPr sz="2761" dirty="0">
                <a:latin typeface="Times New Roman"/>
                <a:cs typeface="Times New Roman"/>
              </a:rPr>
              <a:t>Eth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shi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ld atta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pins 10, 11, 12, 13</a:t>
            </a:r>
          </a:p>
          <a:p>
            <a:pPr marL="379846" indent="-262970">
              <a:spcBef>
                <a:spcPts val="1438"/>
              </a:spcBef>
              <a:buFont typeface="Times New Roman"/>
              <a:buChar char="*"/>
              <a:tabLst>
                <a:tab pos="379846" algn="l"/>
              </a:tabLst>
            </a:pPr>
            <a:r>
              <a:rPr sz="2761" dirty="0">
                <a:latin typeface="Times New Roman"/>
                <a:cs typeface="Times New Roman"/>
              </a:rPr>
              <a:t>Conn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 a button bet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 D2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5V</a:t>
            </a:r>
          </a:p>
          <a:p>
            <a:pPr marL="379846" indent="-262970">
              <a:spcBef>
                <a:spcPts val="1461"/>
              </a:spcBef>
              <a:buFont typeface="Times New Roman"/>
              <a:buChar char="*"/>
              <a:tabLst>
                <a:tab pos="379846" algn="l"/>
              </a:tabLst>
            </a:pPr>
            <a:r>
              <a:rPr sz="2761" dirty="0">
                <a:latin typeface="Times New Roman"/>
                <a:cs typeface="Times New Roman"/>
              </a:rPr>
              <a:t>Conn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 a 10K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sistor b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tw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n Pin D2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gr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und</a:t>
            </a:r>
          </a:p>
          <a:p>
            <a:pPr marL="116876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*/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35100" y="1143000"/>
            <a:ext cx="15011400" cy="76195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dirty="0">
                <a:latin typeface="Times New Roman"/>
                <a:cs typeface="Times New Roman"/>
              </a:rPr>
              <a:t>#include</a:t>
            </a:r>
            <a:r>
              <a:rPr sz="2761" spc="-12" dirty="0">
                <a:latin typeface="Times New Roman"/>
                <a:cs typeface="Times New Roman"/>
              </a:rPr>
              <a:t> &lt;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35" dirty="0">
                <a:latin typeface="Times New Roman"/>
                <a:cs typeface="Times New Roman"/>
              </a:rPr>
              <a:t>P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&gt;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#include</a:t>
            </a:r>
            <a:r>
              <a:rPr sz="2761" spc="-12" dirty="0">
                <a:latin typeface="Times New Roman"/>
                <a:cs typeface="Times New Roman"/>
              </a:rPr>
              <a:t> &lt;</a:t>
            </a:r>
            <a:r>
              <a:rPr sz="2761" dirty="0">
                <a:latin typeface="Times New Roman"/>
                <a:cs typeface="Times New Roman"/>
              </a:rPr>
              <a:t>Eth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t.h&gt;</a:t>
            </a:r>
          </a:p>
          <a:p>
            <a:pPr marL="29219">
              <a:spcBef>
                <a:spcPts val="143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// Ent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a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MAC add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P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for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b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low.</a:t>
            </a:r>
          </a:p>
          <a:p>
            <a:pPr marL="29219" marR="5306150">
              <a:lnSpc>
                <a:spcPct val="143300"/>
              </a:lnSpc>
              <a:spcBef>
                <a:spcPts val="23"/>
              </a:spcBef>
            </a:pPr>
            <a:r>
              <a:rPr lang="en-US" sz="2761" dirty="0">
                <a:latin typeface="Times New Roman"/>
                <a:cs typeface="Times New Roman"/>
              </a:rPr>
              <a:t>// The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P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 will be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 on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our loc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twor</a:t>
            </a:r>
            <a:r>
              <a:rPr lang="en-US" sz="2761" spc="-12" dirty="0">
                <a:latin typeface="Times New Roman"/>
                <a:cs typeface="Times New Roman"/>
              </a:rPr>
              <a:t>k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29219" marR="5306150">
              <a:lnSpc>
                <a:spcPct val="143300"/>
              </a:lnSpc>
              <a:spcBef>
                <a:spcPts val="23"/>
              </a:spcBef>
            </a:pPr>
            <a:endParaRPr lang="en-US" sz="2761" spc="23" dirty="0">
              <a:latin typeface="Times New Roman"/>
              <a:cs typeface="Times New Roman"/>
            </a:endParaRPr>
          </a:p>
          <a:p>
            <a:pPr marL="29219" marR="5306150">
              <a:lnSpc>
                <a:spcPct val="143300"/>
              </a:lnSpc>
              <a:spcBef>
                <a:spcPts val="23"/>
              </a:spcBef>
            </a:pP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 m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[</a:t>
            </a:r>
            <a:r>
              <a:rPr sz="2761" dirty="0">
                <a:latin typeface="Times New Roman"/>
                <a:cs typeface="Times New Roman"/>
              </a:rPr>
              <a:t>]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 0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00, </a:t>
            </a:r>
            <a:r>
              <a:rPr sz="2761" spc="-12" dirty="0">
                <a:latin typeface="Times New Roman"/>
                <a:cs typeface="Times New Roman"/>
              </a:rPr>
              <a:t>0</a:t>
            </a:r>
            <a:r>
              <a:rPr sz="2761" dirty="0">
                <a:latin typeface="Times New Roman"/>
                <a:cs typeface="Times New Roman"/>
              </a:rPr>
              <a:t>xA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, 0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23" dirty="0">
                <a:latin typeface="Times New Roman"/>
                <a:cs typeface="Times New Roman"/>
              </a:rPr>
              <a:t>BB</a:t>
            </a:r>
            <a:r>
              <a:rPr sz="2761" dirty="0">
                <a:latin typeface="Times New Roman"/>
                <a:cs typeface="Times New Roman"/>
              </a:rPr>
              <a:t>, 0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CC, </a:t>
            </a:r>
            <a:r>
              <a:rPr sz="2761" spc="-35" dirty="0">
                <a:latin typeface="Times New Roman"/>
                <a:cs typeface="Times New Roman"/>
              </a:rPr>
              <a:t>0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, 0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02 };</a:t>
            </a:r>
          </a:p>
          <a:p>
            <a:pPr marL="29219">
              <a:spcBef>
                <a:spcPts val="1461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PAddr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ip(19</a:t>
            </a:r>
            <a:r>
              <a:rPr sz="2761" spc="-12" dirty="0">
                <a:latin typeface="Times New Roman"/>
                <a:cs typeface="Times New Roman"/>
              </a:rPr>
              <a:t>1</a:t>
            </a:r>
            <a:r>
              <a:rPr sz="2761" dirty="0">
                <a:latin typeface="Times New Roman"/>
                <a:cs typeface="Times New Roman"/>
              </a:rPr>
              <a:t>,11,1,1</a:t>
            </a:r>
            <a:r>
              <a:rPr sz="2761" spc="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 //&lt;</a:t>
            </a:r>
            <a:r>
              <a:rPr sz="2761" spc="-23" dirty="0">
                <a:latin typeface="Times New Roman"/>
                <a:cs typeface="Times New Roman"/>
              </a:rPr>
              <a:t>&lt;</a:t>
            </a:r>
            <a:r>
              <a:rPr sz="2761" dirty="0">
                <a:latin typeface="Times New Roman"/>
                <a:cs typeface="Times New Roman"/>
              </a:rPr>
              <a:t>&lt;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TER Y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IP A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DRESS 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!</a:t>
            </a:r>
            <a:r>
              <a:rPr sz="2761" dirty="0">
                <a:latin typeface="Times New Roman"/>
                <a:cs typeface="Times New Roman"/>
              </a:rPr>
              <a:t>!!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61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/>
            <a:r>
              <a:rPr lang="en-US" sz="2761" dirty="0">
                <a:latin typeface="Times New Roman"/>
                <a:cs typeface="Times New Roman"/>
              </a:rPr>
              <a:t>//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nitiali</a:t>
            </a:r>
            <a:r>
              <a:rPr lang="en-US" sz="2761" spc="12" dirty="0">
                <a:latin typeface="Times New Roman"/>
                <a:cs typeface="Times New Roman"/>
              </a:rPr>
              <a:t>z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 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rv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lib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with 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ddr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 and p</a:t>
            </a:r>
            <a:r>
              <a:rPr lang="en-US" sz="2761" spc="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rt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ou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t to use</a:t>
            </a:r>
          </a:p>
          <a:p>
            <a:pPr marL="29219" marR="7146940">
              <a:lnSpc>
                <a:spcPts val="4785"/>
              </a:lnSpc>
              <a:spcBef>
                <a:spcPts val="368"/>
              </a:spcBef>
            </a:pPr>
            <a:r>
              <a:rPr lang="en-US" sz="2761" dirty="0">
                <a:latin typeface="Times New Roman"/>
                <a:cs typeface="Times New Roman"/>
              </a:rPr>
              <a:t>// (po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t 80 is 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ult for H</a:t>
            </a:r>
            <a:r>
              <a:rPr lang="en-US" sz="2761" spc="-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TP):</a:t>
            </a:r>
          </a:p>
          <a:p>
            <a:pPr marL="29219" marR="7146940">
              <a:lnSpc>
                <a:spcPts val="4785"/>
              </a:lnSpc>
              <a:spcBef>
                <a:spcPts val="368"/>
              </a:spcBef>
            </a:pPr>
            <a:r>
              <a:rPr lang="en-US" sz="2761" dirty="0" err="1">
                <a:latin typeface="Times New Roman"/>
                <a:cs typeface="Times New Roman"/>
              </a:rPr>
              <a:t>Eth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rn</a:t>
            </a:r>
            <a:r>
              <a:rPr lang="en-US" sz="2761" spc="-23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t</a:t>
            </a:r>
            <a:r>
              <a:rPr lang="en-US" sz="2761" spc="12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rver</a:t>
            </a:r>
            <a:r>
              <a:rPr lang="en-US" sz="2761" dirty="0">
                <a:latin typeface="Times New Roman"/>
                <a:cs typeface="Times New Roman"/>
              </a:rPr>
              <a:t> s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(</a:t>
            </a:r>
            <a:r>
              <a:rPr lang="en-US" sz="2761" dirty="0">
                <a:latin typeface="Times New Roman"/>
                <a:cs typeface="Times New Roman"/>
              </a:rPr>
              <a:t>8</a:t>
            </a:r>
            <a:r>
              <a:rPr lang="en-US" sz="2761" spc="23" dirty="0">
                <a:latin typeface="Times New Roman"/>
                <a:cs typeface="Times New Roman"/>
              </a:rPr>
              <a:t>0</a:t>
            </a:r>
            <a:r>
              <a:rPr lang="en-US" sz="2761" dirty="0">
                <a:latin typeface="Times New Roman"/>
                <a:cs typeface="Times New Roman"/>
              </a:rPr>
              <a:t>);</a:t>
            </a:r>
          </a:p>
          <a:p>
            <a:pPr marL="29219">
              <a:spcBef>
                <a:spcPts val="1024"/>
              </a:spcBef>
            </a:pPr>
            <a:r>
              <a:rPr lang="en-US" sz="2761" dirty="0">
                <a:latin typeface="Times New Roman"/>
                <a:cs typeface="Times New Roman"/>
              </a:rPr>
              <a:t>int </a:t>
            </a:r>
            <a:r>
              <a:rPr lang="en-US" sz="2761" dirty="0" err="1">
                <a:latin typeface="Times New Roman"/>
                <a:cs typeface="Times New Roman"/>
              </a:rPr>
              <a:t>buttonPr</a:t>
            </a:r>
            <a:r>
              <a:rPr lang="en-US" sz="2761" spc="-23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ss</a:t>
            </a:r>
            <a:r>
              <a:rPr lang="en-US" sz="2761" dirty="0">
                <a:latin typeface="Times New Roman"/>
                <a:cs typeface="Times New Roman"/>
              </a:rPr>
              <a:t> = 1;</a:t>
            </a:r>
          </a:p>
        </p:txBody>
      </p:sp>
    </p:spTree>
    <p:extLst>
      <p:ext uri="{BB962C8B-B14F-4D97-AF65-F5344CB8AC3E}">
        <p14:creationId xmlns:p14="http://schemas.microsoft.com/office/powerpoint/2010/main" val="496075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35100" y="1044551"/>
            <a:ext cx="15011400" cy="7969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void 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tup()</a:t>
            </a:r>
          </a:p>
          <a:p>
            <a:pPr marL="2921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{</a:t>
            </a:r>
          </a:p>
          <a:p>
            <a:pPr marL="204532">
              <a:spcBef>
                <a:spcPts val="1461"/>
              </a:spcBef>
            </a:pPr>
            <a:r>
              <a:rPr lang="en-US" sz="2761" dirty="0" err="1">
                <a:latin typeface="Times New Roman"/>
                <a:cs typeface="Times New Roman"/>
              </a:rPr>
              <a:t>pinMode</a:t>
            </a:r>
            <a:r>
              <a:rPr lang="en-US" sz="2761" spc="-12" dirty="0">
                <a:latin typeface="Times New Roman"/>
                <a:cs typeface="Times New Roman"/>
              </a:rPr>
              <a:t>(</a:t>
            </a:r>
            <a:r>
              <a:rPr lang="en-US" sz="2761" dirty="0">
                <a:latin typeface="Times New Roman"/>
                <a:cs typeface="Times New Roman"/>
              </a:rPr>
              <a:t>2,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NPUT</a:t>
            </a:r>
            <a:r>
              <a:rPr lang="en-US" sz="2761" spc="-12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204532" marR="4980360">
              <a:lnSpc>
                <a:spcPts val="4785"/>
              </a:lnSpc>
              <a:spcBef>
                <a:spcPts val="368"/>
              </a:spcBef>
            </a:pPr>
            <a:r>
              <a:rPr lang="en-US" sz="2761" dirty="0">
                <a:latin typeface="Times New Roman"/>
                <a:cs typeface="Times New Roman"/>
              </a:rPr>
              <a:t>// sta</a:t>
            </a:r>
            <a:r>
              <a:rPr lang="en-US" sz="2761" spc="-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t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Eth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rn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 co</a:t>
            </a:r>
            <a:r>
              <a:rPr lang="en-US" sz="2761" spc="12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tion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the serv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r:</a:t>
            </a:r>
          </a:p>
          <a:p>
            <a:pPr marL="204532" marR="4980360">
              <a:lnSpc>
                <a:spcPts val="4785"/>
              </a:lnSpc>
              <a:spcBef>
                <a:spcPts val="368"/>
              </a:spcBef>
            </a:pPr>
            <a:r>
              <a:rPr lang="en-US" sz="2761" dirty="0" err="1">
                <a:latin typeface="Times New Roman"/>
                <a:cs typeface="Times New Roman"/>
              </a:rPr>
              <a:t>Eth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rn</a:t>
            </a:r>
            <a:r>
              <a:rPr lang="en-US" sz="2761" spc="-23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t.b</a:t>
            </a:r>
            <a:r>
              <a:rPr lang="en-US" sz="2761" spc="12" dirty="0" err="1">
                <a:latin typeface="Times New Roman"/>
                <a:cs typeface="Times New Roman"/>
              </a:rPr>
              <a:t>e</a:t>
            </a:r>
            <a:r>
              <a:rPr lang="en-US" sz="2761" spc="-35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in</a:t>
            </a:r>
            <a:r>
              <a:rPr lang="en-US" sz="2761" dirty="0">
                <a:latin typeface="Times New Roman"/>
                <a:cs typeface="Times New Roman"/>
              </a:rPr>
              <a:t>(m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dirty="0" err="1">
                <a:latin typeface="Times New Roman"/>
                <a:cs typeface="Times New Roman"/>
              </a:rPr>
              <a:t>ip</a:t>
            </a:r>
            <a:r>
              <a:rPr lang="en-US" sz="2761" spc="12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204532">
              <a:spcBef>
                <a:spcPts val="1024"/>
              </a:spcBef>
            </a:pP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rv</a:t>
            </a:r>
            <a:r>
              <a:rPr lang="en-US" sz="2761" spc="-23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r.</a:t>
            </a:r>
            <a:r>
              <a:rPr lang="en-US" sz="2761" spc="12" dirty="0" err="1">
                <a:latin typeface="Times New Roman"/>
                <a:cs typeface="Times New Roman"/>
              </a:rPr>
              <a:t>be</a:t>
            </a:r>
            <a:r>
              <a:rPr lang="en-US" sz="2761" spc="-35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in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12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2921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}</a:t>
            </a: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r>
              <a:rPr lang="en-US" sz="2761" dirty="0">
                <a:latin typeface="Times New Roman"/>
                <a:cs typeface="Times New Roman"/>
              </a:rPr>
              <a:t>void loop()</a:t>
            </a:r>
          </a:p>
          <a:p>
            <a:pPr marL="2921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{</a:t>
            </a:r>
          </a:p>
          <a:p>
            <a:pPr marL="204532">
              <a:spcBef>
                <a:spcPts val="1461"/>
              </a:spcBef>
            </a:pPr>
            <a:r>
              <a:rPr lang="en-US" sz="2761" dirty="0" err="1">
                <a:latin typeface="Times New Roman"/>
                <a:cs typeface="Times New Roman"/>
              </a:rPr>
              <a:t>buttonPr</a:t>
            </a:r>
            <a:r>
              <a:rPr lang="en-US" sz="2761" spc="-23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ss</a:t>
            </a:r>
            <a:r>
              <a:rPr lang="en-US" sz="2761" dirty="0">
                <a:latin typeface="Times New Roman"/>
                <a:cs typeface="Times New Roman"/>
              </a:rPr>
              <a:t> = </a:t>
            </a:r>
            <a:r>
              <a:rPr lang="en-US" sz="2761" dirty="0" err="1">
                <a:latin typeface="Times New Roman"/>
                <a:cs typeface="Times New Roman"/>
              </a:rPr>
              <a:t>di</a:t>
            </a:r>
            <a:r>
              <a:rPr lang="en-US" sz="2761" spc="-35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it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lR</a:t>
            </a:r>
            <a:r>
              <a:rPr lang="en-US" sz="2761" spc="12" dirty="0" err="1">
                <a:latin typeface="Times New Roman"/>
                <a:cs typeface="Times New Roman"/>
              </a:rPr>
              <a:t>e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(2</a:t>
            </a:r>
            <a:r>
              <a:rPr lang="en-US" sz="2761" spc="-23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204532">
              <a:spcBef>
                <a:spcPts val="143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04532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// listen </a:t>
            </a:r>
            <a:r>
              <a:rPr lang="en-US" sz="2761" spc="-12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or in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oming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35" dirty="0">
                <a:latin typeface="Times New Roman"/>
                <a:cs typeface="Times New Roman"/>
              </a:rPr>
              <a:t>i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nts</a:t>
            </a:r>
          </a:p>
          <a:p>
            <a:pPr marL="204532" marR="5608566">
              <a:lnSpc>
                <a:spcPct val="143300"/>
              </a:lnSpc>
              <a:spcBef>
                <a:spcPts val="35"/>
              </a:spcBef>
            </a:pPr>
            <a:r>
              <a:rPr lang="en-US" sz="2761" dirty="0" err="1">
                <a:latin typeface="Times New Roman"/>
                <a:cs typeface="Times New Roman"/>
              </a:rPr>
              <a:t>Eth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rn</a:t>
            </a:r>
            <a:r>
              <a:rPr lang="en-US" sz="2761" spc="-23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tCli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nt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li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 =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rv</a:t>
            </a:r>
            <a:r>
              <a:rPr lang="en-US" sz="2761" spc="-23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</a:t>
            </a:r>
            <a:r>
              <a:rPr lang="en-US" sz="2761" spc="12" dirty="0" err="1">
                <a:latin typeface="Times New Roman"/>
                <a:cs typeface="Times New Roman"/>
              </a:rPr>
              <a:t>.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v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il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bl</a:t>
            </a:r>
            <a:r>
              <a:rPr lang="en-US" sz="2761" spc="12" dirty="0" err="1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23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058557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3200" y="851421"/>
            <a:ext cx="14478000" cy="83555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dirty="0">
                <a:latin typeface="Times New Roman"/>
                <a:cs typeface="Times New Roman"/>
              </a:rPr>
              <a:t>if </a:t>
            </a:r>
            <a:r>
              <a:rPr sz="2761" spc="-12" dirty="0">
                <a:latin typeface="Times New Roman"/>
                <a:cs typeface="Times New Roman"/>
              </a:rPr>
              <a:t>(c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nt) {</a:t>
            </a:r>
          </a:p>
          <a:p>
            <a:pPr marL="379846" marR="5742973">
              <a:lnSpc>
                <a:spcPct val="1438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//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http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st ends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a bl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nk line boole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lank =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;</a:t>
            </a:r>
            <a:endParaRPr lang="en-US" sz="2761" dirty="0">
              <a:latin typeface="Times New Roman"/>
              <a:cs typeface="Times New Roman"/>
            </a:endParaRPr>
          </a:p>
          <a:p>
            <a:pPr marL="379846" marR="5742973">
              <a:lnSpc>
                <a:spcPct val="1438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while </a:t>
            </a:r>
            <a:r>
              <a:rPr sz="2761" spc="-23" dirty="0">
                <a:latin typeface="Times New Roman"/>
                <a:cs typeface="Times New Roman"/>
              </a:rPr>
              <a:t>(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nt.conne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d(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) {</a:t>
            </a:r>
          </a:p>
          <a:p>
            <a:pPr marL="730472" marR="7886176" indent="-175313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if </a:t>
            </a:r>
            <a:r>
              <a:rPr sz="2761" spc="-12" dirty="0">
                <a:latin typeface="Times New Roman"/>
                <a:cs typeface="Times New Roman"/>
              </a:rPr>
              <a:t>(c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nt.av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  <a:endParaRPr lang="en-US" sz="2761" dirty="0">
              <a:latin typeface="Times New Roman"/>
              <a:cs typeface="Times New Roman"/>
            </a:endParaRPr>
          </a:p>
          <a:p>
            <a:pPr marL="730472" marR="7886176" indent="-175313">
              <a:lnSpc>
                <a:spcPts val="4785"/>
              </a:lnSpc>
              <a:spcBef>
                <a:spcPts val="368"/>
              </a:spcBef>
            </a:pPr>
            <a:r>
              <a:rPr lang="en-US" sz="2761" spc="-12" dirty="0">
                <a:latin typeface="Times New Roman"/>
                <a:cs typeface="Times New Roman"/>
              </a:rPr>
              <a:t> 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 c =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nt.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  <a:p>
            <a:pPr marL="730472">
              <a:spcBef>
                <a:spcPts val="1024"/>
              </a:spcBef>
            </a:pPr>
            <a:r>
              <a:rPr sz="2761" dirty="0">
                <a:latin typeface="Times New Roman"/>
                <a:cs typeface="Times New Roman"/>
              </a:rPr>
              <a:t>// if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ve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ott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 of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line (r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wline</a:t>
            </a:r>
          </a:p>
          <a:p>
            <a:pPr marL="730472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//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r)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line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bl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nk, the http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st has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d,</a:t>
            </a:r>
          </a:p>
          <a:p>
            <a:pPr marL="730472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// so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 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</a:p>
          <a:p>
            <a:pPr marL="730472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if 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=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'</a:t>
            </a:r>
            <a:r>
              <a:rPr sz="2761" spc="-58" dirty="0">
                <a:latin typeface="Times New Roman"/>
                <a:cs typeface="Times New Roman"/>
              </a:rPr>
              <a:t>\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'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&amp;&amp;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46" dirty="0">
                <a:latin typeface="Times New Roman"/>
                <a:cs typeface="Times New Roman"/>
              </a:rPr>
              <a:t>e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nk) {</a:t>
            </a:r>
          </a:p>
          <a:p>
            <a:pPr marL="904325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//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stand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 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ttp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sponse 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</a:p>
          <a:p>
            <a:pPr marL="904325" marR="4908774">
              <a:lnSpc>
                <a:spcPct val="143700"/>
              </a:lnSpc>
              <a:spcBef>
                <a:spcPts val="12"/>
              </a:spcBef>
            </a:pP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nt.println(</a:t>
            </a:r>
            <a:r>
              <a:rPr sz="2761" spc="-35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TP/1.1 200 OK</a:t>
            </a:r>
            <a:r>
              <a:rPr sz="2761" spc="-35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);</a:t>
            </a:r>
            <a:endParaRPr lang="en-US" sz="2761" dirty="0">
              <a:latin typeface="Times New Roman"/>
              <a:cs typeface="Times New Roman"/>
            </a:endParaRPr>
          </a:p>
          <a:p>
            <a:pPr marL="904325" marR="4908774">
              <a:lnSpc>
                <a:spcPct val="143700"/>
              </a:lnSpc>
              <a:spcBef>
                <a:spcPts val="12"/>
              </a:spcBef>
            </a:pPr>
            <a:r>
              <a:rPr sz="2761" spc="-12" dirty="0" err="1">
                <a:latin typeface="Times New Roman"/>
                <a:cs typeface="Times New Roman"/>
              </a:rPr>
              <a:t>c</a:t>
            </a:r>
            <a:r>
              <a:rPr sz="2761" dirty="0" err="1">
                <a:latin typeface="Times New Roman"/>
                <a:cs typeface="Times New Roman"/>
              </a:rPr>
              <a:t>li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nt.println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35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Co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ten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 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t/html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);</a:t>
            </a:r>
            <a:endParaRPr lang="en-US" sz="2761" dirty="0">
              <a:latin typeface="Times New Roman"/>
              <a:cs typeface="Times New Roman"/>
            </a:endParaRPr>
          </a:p>
          <a:p>
            <a:pPr marL="904325" marR="4908774">
              <a:lnSpc>
                <a:spcPct val="143700"/>
              </a:lnSpc>
              <a:spcBef>
                <a:spcPts val="12"/>
              </a:spcBef>
            </a:pPr>
            <a:r>
              <a:rPr sz="2761" spc="-12" dirty="0" err="1">
                <a:latin typeface="Times New Roman"/>
                <a:cs typeface="Times New Roman"/>
              </a:rPr>
              <a:t>c</a:t>
            </a:r>
            <a:r>
              <a:rPr sz="2761" dirty="0" err="1">
                <a:latin typeface="Times New Roman"/>
                <a:cs typeface="Times New Roman"/>
              </a:rPr>
              <a:t>li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nt.println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1800" y="990600"/>
            <a:ext cx="14630400" cy="71978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4325"/>
            <a:r>
              <a:rPr sz="2761" dirty="0">
                <a:latin typeface="Times New Roman"/>
                <a:cs typeface="Times New Roman"/>
              </a:rPr>
              <a:t>//s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rv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dif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rsion of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bsite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 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 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button</a:t>
            </a:r>
          </a:p>
          <a:p>
            <a:pPr marL="904325" marR="6812384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//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ted to pin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 is pr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ssed.</a:t>
            </a:r>
            <a:endParaRPr lang="en-US" sz="2761" dirty="0">
              <a:latin typeface="Times New Roman"/>
              <a:cs typeface="Times New Roman"/>
            </a:endParaRPr>
          </a:p>
          <a:p>
            <a:pPr marL="904325" marR="6812384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if 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buttonPr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== 1) {</a:t>
            </a:r>
          </a:p>
          <a:p>
            <a:pPr marL="29219" marR="4184143" indent="1050419">
              <a:lnSpc>
                <a:spcPct val="143300"/>
              </a:lnSpc>
              <a:spcBef>
                <a:spcPts val="23"/>
              </a:spcBef>
            </a:pP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nt.println(</a:t>
            </a:r>
            <a:r>
              <a:rPr sz="2761" spc="-35" dirty="0">
                <a:latin typeface="Times New Roman"/>
                <a:cs typeface="Times New Roman"/>
              </a:rPr>
              <a:t>"</a:t>
            </a:r>
            <a:r>
              <a:rPr sz="2761" spc="12" dirty="0">
                <a:latin typeface="Times New Roman"/>
                <a:cs typeface="Times New Roman"/>
              </a:rPr>
              <a:t>&lt;c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:html</a:t>
            </a:r>
            <a:r>
              <a:rPr sz="2761" spc="-12" dirty="0">
                <a:latin typeface="Times New Roman"/>
                <a:cs typeface="Times New Roman"/>
              </a:rPr>
              <a:t>&gt;&lt;</a:t>
            </a:r>
            <a:r>
              <a:rPr sz="2761" spc="-12" dirty="0" err="1">
                <a:latin typeface="Times New Roman"/>
                <a:cs typeface="Times New Roman"/>
              </a:rPr>
              <a:t>c</a:t>
            </a:r>
            <a:r>
              <a:rPr sz="2761" dirty="0" err="1">
                <a:latin typeface="Times New Roman"/>
                <a:cs typeface="Times New Roman"/>
              </a:rPr>
              <a:t>k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:bo</a:t>
            </a:r>
            <a:r>
              <a:rPr sz="2761" spc="58" dirty="0" err="1">
                <a:latin typeface="Times New Roman"/>
                <a:cs typeface="Times New Roman"/>
              </a:rPr>
              <a:t>d</a:t>
            </a:r>
            <a:r>
              <a:rPr sz="2761" dirty="0" err="1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 err="1">
                <a:latin typeface="Times New Roman"/>
                <a:cs typeface="Times New Roman"/>
              </a:rPr>
              <a:t>b</a:t>
            </a:r>
            <a:r>
              <a:rPr sz="2761" spc="-35" dirty="0" err="1">
                <a:latin typeface="Times New Roman"/>
                <a:cs typeface="Times New Roman"/>
              </a:rPr>
              <a:t>g</a:t>
            </a:r>
            <a:r>
              <a:rPr sz="2761" spc="-12" dirty="0" err="1">
                <a:latin typeface="Times New Roman"/>
                <a:cs typeface="Times New Roman"/>
              </a:rPr>
              <a:t>c</a:t>
            </a:r>
            <a:r>
              <a:rPr sz="2761" dirty="0" err="1">
                <a:latin typeface="Times New Roman"/>
                <a:cs typeface="Times New Roman"/>
              </a:rPr>
              <a:t>olo</a:t>
            </a:r>
            <a:r>
              <a:rPr sz="2761" spc="12" dirty="0" err="1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=</a:t>
            </a:r>
            <a:r>
              <a:rPr sz="2761" spc="23" dirty="0">
                <a:latin typeface="Times New Roman"/>
                <a:cs typeface="Times New Roman"/>
              </a:rPr>
              <a:t>#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FF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&gt;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spc="46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!</a:t>
            </a:r>
            <a:r>
              <a:rPr sz="2761" spc="-23" dirty="0">
                <a:latin typeface="Times New Roman"/>
                <a:cs typeface="Times New Roman"/>
              </a:rPr>
              <a:t>&lt;</a:t>
            </a:r>
            <a:r>
              <a:rPr sz="2761" dirty="0">
                <a:latin typeface="Times New Roman"/>
                <a:cs typeface="Times New Roman"/>
              </a:rPr>
              <a:t>/c</a:t>
            </a:r>
            <a:r>
              <a:rPr sz="2761" spc="12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:bo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12" dirty="0">
                <a:latin typeface="Times New Roman"/>
                <a:cs typeface="Times New Roman"/>
              </a:rPr>
              <a:t>&gt;</a:t>
            </a:r>
            <a:r>
              <a:rPr sz="2761" spc="-12" dirty="0">
                <a:latin typeface="Times New Roman"/>
                <a:cs typeface="Times New Roman"/>
              </a:rPr>
              <a:t>&lt;</a:t>
            </a:r>
            <a:r>
              <a:rPr sz="2761" dirty="0">
                <a:latin typeface="Times New Roman"/>
                <a:cs typeface="Times New Roman"/>
              </a:rPr>
              <a:t>/c</a:t>
            </a:r>
            <a:r>
              <a:rPr sz="2761" spc="12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:html</a:t>
            </a:r>
            <a:r>
              <a:rPr sz="2761" spc="-12" dirty="0">
                <a:latin typeface="Times New Roman"/>
                <a:cs typeface="Times New Roman"/>
              </a:rPr>
              <a:t>&gt;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  <a:p>
            <a:pPr marL="904325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1079638" marR="3211156" indent="-175313">
              <a:lnSpc>
                <a:spcPts val="4785"/>
              </a:lnSpc>
              <a:spcBef>
                <a:spcPts val="368"/>
              </a:spcBef>
            </a:pP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lse if </a:t>
            </a:r>
            <a:r>
              <a:rPr sz="2761" spc="-23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buttonPr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=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0){</a:t>
            </a:r>
            <a:endParaRPr lang="en-US" sz="2761" dirty="0">
              <a:latin typeface="Times New Roman"/>
              <a:cs typeface="Times New Roman"/>
            </a:endParaRPr>
          </a:p>
          <a:p>
            <a:pPr marL="1079638" marR="3211156" indent="-175313">
              <a:lnSpc>
                <a:spcPts val="4785"/>
              </a:lnSpc>
              <a:spcBef>
                <a:spcPts val="368"/>
              </a:spcBef>
            </a:pPr>
            <a:r>
              <a:rPr lang="en-US" sz="2761" spc="-12" dirty="0">
                <a:latin typeface="Times New Roman"/>
                <a:cs typeface="Times New Roman"/>
              </a:rPr>
              <a:t>   </a:t>
            </a:r>
            <a:r>
              <a:rPr sz="2761" spc="-12" dirty="0" err="1">
                <a:latin typeface="Times New Roman"/>
                <a:cs typeface="Times New Roman"/>
              </a:rPr>
              <a:t>c</a:t>
            </a:r>
            <a:r>
              <a:rPr sz="2761" dirty="0" err="1">
                <a:latin typeface="Times New Roman"/>
                <a:cs typeface="Times New Roman"/>
              </a:rPr>
              <a:t>li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nt.println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35" dirty="0">
                <a:latin typeface="Times New Roman"/>
                <a:cs typeface="Times New Roman"/>
              </a:rPr>
              <a:t>"</a:t>
            </a:r>
            <a:r>
              <a:rPr sz="2761" spc="12" dirty="0">
                <a:latin typeface="Times New Roman"/>
                <a:cs typeface="Times New Roman"/>
              </a:rPr>
              <a:t>&lt;c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:html</a:t>
            </a:r>
            <a:r>
              <a:rPr sz="2761" spc="-12" dirty="0">
                <a:latin typeface="Times New Roman"/>
                <a:cs typeface="Times New Roman"/>
              </a:rPr>
              <a:t>&gt;&lt;c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:bo</a:t>
            </a:r>
            <a:r>
              <a:rPr sz="2761" spc="58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lor</a:t>
            </a:r>
            <a:r>
              <a:rPr sz="2761" spc="-23" dirty="0">
                <a:latin typeface="Times New Roman"/>
                <a:cs typeface="Times New Roman"/>
              </a:rPr>
              <a:t>=</a:t>
            </a:r>
            <a:r>
              <a:rPr sz="2761" dirty="0">
                <a:latin typeface="Times New Roman"/>
                <a:cs typeface="Times New Roman"/>
              </a:rPr>
              <a:t>#000</a:t>
            </a:r>
            <a:r>
              <a:rPr sz="2761" spc="35" dirty="0">
                <a:latin typeface="Times New Roman"/>
                <a:cs typeface="Times New Roman"/>
              </a:rPr>
              <a:t>0</a:t>
            </a:r>
            <a:r>
              <a:rPr sz="2761" dirty="0">
                <a:latin typeface="Times New Roman"/>
                <a:cs typeface="Times New Roman"/>
              </a:rPr>
              <a:t>00</a:t>
            </a:r>
          </a:p>
          <a:p>
            <a:pPr marL="29219">
              <a:spcBef>
                <a:spcPts val="1024"/>
              </a:spcBef>
            </a:pP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t=#</a:t>
            </a:r>
            <a:r>
              <a:rPr sz="2761" spc="-23" dirty="0">
                <a:latin typeface="Times New Roman"/>
                <a:cs typeface="Times New Roman"/>
              </a:rPr>
              <a:t>FF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&gt;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RK!</a:t>
            </a:r>
            <a:r>
              <a:rPr sz="2761" spc="12" dirty="0">
                <a:latin typeface="Times New Roman"/>
                <a:cs typeface="Times New Roman"/>
              </a:rPr>
              <a:t>&lt;</a:t>
            </a:r>
            <a:r>
              <a:rPr sz="2761" dirty="0">
                <a:latin typeface="Times New Roman"/>
                <a:cs typeface="Times New Roman"/>
              </a:rPr>
              <a:t>/ck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:bo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12" dirty="0">
                <a:latin typeface="Times New Roman"/>
                <a:cs typeface="Times New Roman"/>
              </a:rPr>
              <a:t>&gt;</a:t>
            </a:r>
            <a:r>
              <a:rPr sz="2761" spc="-12" dirty="0">
                <a:latin typeface="Times New Roman"/>
                <a:cs typeface="Times New Roman"/>
              </a:rPr>
              <a:t>&lt;</a:t>
            </a:r>
            <a:r>
              <a:rPr sz="2761" dirty="0">
                <a:latin typeface="Times New Roman"/>
                <a:cs typeface="Times New Roman"/>
              </a:rPr>
              <a:t>/c</a:t>
            </a:r>
            <a:r>
              <a:rPr sz="2761" spc="12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:html</a:t>
            </a:r>
            <a:r>
              <a:rPr sz="2761" spc="-12" dirty="0">
                <a:latin typeface="Times New Roman"/>
                <a:cs typeface="Times New Roman"/>
              </a:rPr>
              <a:t>&gt;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spc="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904325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904325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br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k;</a:t>
            </a:r>
          </a:p>
          <a:p>
            <a:pPr marL="730472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5600" y="685800"/>
            <a:ext cx="14630400" cy="8974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0472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if 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=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'</a:t>
            </a:r>
            <a:r>
              <a:rPr sz="2761" spc="-58" dirty="0">
                <a:latin typeface="Times New Roman"/>
                <a:cs typeface="Times New Roman"/>
              </a:rPr>
              <a:t>\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')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904325" marR="7326637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//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rting 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w line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46" dirty="0">
                <a:latin typeface="Times New Roman"/>
                <a:cs typeface="Times New Roman"/>
              </a:rPr>
              <a:t>e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k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tru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730472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730472">
              <a:spcBef>
                <a:spcPts val="1438"/>
              </a:spcBef>
            </a:pP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lse if </a:t>
            </a:r>
            <a:r>
              <a:rPr sz="2761" spc="-23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!= '</a:t>
            </a:r>
            <a:r>
              <a:rPr sz="2761" spc="-23" dirty="0">
                <a:latin typeface="Times New Roman"/>
                <a:cs typeface="Times New Roman"/>
              </a:rPr>
              <a:t>\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) {</a:t>
            </a:r>
          </a:p>
          <a:p>
            <a:pPr marL="904325" marR="4707163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//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ve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ott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on the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urr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line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46" dirty="0">
                <a:latin typeface="Times New Roman"/>
                <a:cs typeface="Times New Roman"/>
              </a:rPr>
              <a:t>e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k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lse;</a:t>
            </a:r>
          </a:p>
          <a:p>
            <a:pPr marL="730472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55515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379846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379846" marR="5019805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//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ive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b br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wser time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ive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(1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379846">
              <a:spcBef>
                <a:spcPts val="1035"/>
              </a:spcBef>
            </a:pPr>
            <a:r>
              <a:rPr sz="2761" dirty="0">
                <a:latin typeface="Times New Roman"/>
                <a:cs typeface="Times New Roman"/>
              </a:rPr>
              <a:t>//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lose the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tio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:</a:t>
            </a:r>
          </a:p>
          <a:p>
            <a:pPr marL="379846">
              <a:spcBef>
                <a:spcPts val="1461"/>
              </a:spcBef>
            </a:pP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nt.stop(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204532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27547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20800" y="1295400"/>
            <a:ext cx="13560213" cy="6151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>
              <a:lnSpc>
                <a:spcPct val="143600"/>
              </a:lnSpc>
            </a:pPr>
            <a:r>
              <a:rPr sz="2761" dirty="0">
                <a:latin typeface="Times New Roman"/>
                <a:cs typeface="Times New Roman"/>
              </a:rPr>
              <a:t>To 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ke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k, simp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tt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h 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button 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tw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n pin D2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5V, a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10K 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sistor 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tw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n pin D2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nd,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then lo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P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of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our Arduino into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our w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b bro</a:t>
            </a:r>
            <a:r>
              <a:rPr sz="2761" spc="-23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 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shou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d load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ith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bla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 b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k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roun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. P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and hold the button, and 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sh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bro</a:t>
            </a:r>
            <a:r>
              <a:rPr sz="2761" spc="-23" dirty="0">
                <a:latin typeface="Times New Roman"/>
                <a:cs typeface="Times New Roman"/>
              </a:rPr>
              <a:t>w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pag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site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should now lo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 with a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hite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spc="23" dirty="0">
                <a:latin typeface="Times New Roman"/>
                <a:cs typeface="Times New Roman"/>
              </a:rPr>
              <a:t>k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rou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d.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>
              <a:spcBef>
                <a:spcPts val="127"/>
              </a:spcBef>
            </a:pPr>
            <a:endParaRPr sz="2531" dirty="0">
              <a:latin typeface="Times New Roman"/>
              <a:cs typeface="Times New Roman"/>
            </a:endParaRPr>
          </a:p>
          <a:p>
            <a:pPr marL="29219"/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following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s up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ED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 the </a:t>
            </a:r>
            <a:r>
              <a:rPr sz="2761" spc="-12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is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rduino:</a:t>
            </a:r>
          </a:p>
          <a:p>
            <a:pPr marL="29219">
              <a:spcBef>
                <a:spcPts val="1461"/>
              </a:spcBef>
            </a:pPr>
            <a:r>
              <a:rPr sz="2761" spc="-12" dirty="0">
                <a:latin typeface="Times New Roman"/>
                <a:cs typeface="Times New Roman"/>
              </a:rPr>
              <a:t>&lt;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&gt;</a:t>
            </a:r>
            <a:r>
              <a:rPr sz="2761" dirty="0">
                <a:latin typeface="Times New Roman"/>
                <a:cs typeface="Times New Roman"/>
              </a:rPr>
              <a:t>/*</a:t>
            </a:r>
          </a:p>
          <a:p>
            <a:pPr marL="116876" marR="4403284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Allows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 to turn 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d off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ED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 dif</a:t>
            </a:r>
            <a:r>
              <a:rPr sz="2761" spc="-12" dirty="0">
                <a:latin typeface="Times New Roman"/>
                <a:cs typeface="Times New Roman"/>
              </a:rPr>
              <a:t>fe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rls. To turn it on: http:</a:t>
            </a:r>
            <a:r>
              <a:rPr sz="2761" spc="-23" dirty="0">
                <a:latin typeface="Times New Roman"/>
                <a:cs typeface="Times New Roman"/>
              </a:rPr>
              <a:t>/</a:t>
            </a:r>
            <a:r>
              <a:rPr sz="2761" spc="23" dirty="0">
                <a:latin typeface="Times New Roman"/>
                <a:cs typeface="Times New Roman"/>
              </a:rPr>
              <a:t>/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</a:t>
            </a:r>
            <a:r>
              <a:rPr sz="2761" spc="23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-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spc="35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-a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ss/$1</a:t>
            </a:r>
          </a:p>
          <a:p>
            <a:pPr marL="116876">
              <a:spcBef>
                <a:spcPts val="1024"/>
              </a:spcBef>
            </a:pP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o turn it of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: http:/</a:t>
            </a:r>
            <a:r>
              <a:rPr sz="2761" spc="35" dirty="0">
                <a:latin typeface="Times New Roman"/>
                <a:cs typeface="Times New Roman"/>
              </a:rPr>
              <a:t>/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-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spc="35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-a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ss/$2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000" y="990600"/>
            <a:ext cx="13560213" cy="76550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876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Cir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uit:</a:t>
            </a:r>
          </a:p>
          <a:p>
            <a:pPr marL="379846" indent="-262970">
              <a:spcBef>
                <a:spcPts val="1438"/>
              </a:spcBef>
              <a:buFont typeface="Times New Roman"/>
              <a:buChar char="*"/>
              <a:tabLst>
                <a:tab pos="379846" algn="l"/>
              </a:tabLst>
            </a:pPr>
            <a:r>
              <a:rPr sz="2761" dirty="0">
                <a:latin typeface="Times New Roman"/>
                <a:cs typeface="Times New Roman"/>
              </a:rPr>
              <a:t>Eth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shi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ld atta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pins 10, 11, 12, 13</a:t>
            </a:r>
          </a:p>
          <a:p>
            <a:pPr marL="379846" indent="-262970">
              <a:spcBef>
                <a:spcPts val="1461"/>
              </a:spcBef>
              <a:buFont typeface="Times New Roman"/>
              <a:buChar char="*"/>
              <a:tabLst>
                <a:tab pos="379846" algn="l"/>
              </a:tabLst>
            </a:pPr>
            <a:r>
              <a:rPr sz="2761" dirty="0">
                <a:latin typeface="Times New Roman"/>
                <a:cs typeface="Times New Roman"/>
              </a:rPr>
              <a:t>Conn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 an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ED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p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 D2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put it in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with a 220 ohm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sistor to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round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*/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 marL="29219"/>
            <a:r>
              <a:rPr sz="2761" dirty="0">
                <a:latin typeface="Times New Roman"/>
                <a:cs typeface="Times New Roman"/>
              </a:rPr>
              <a:t>#include</a:t>
            </a:r>
            <a:r>
              <a:rPr sz="2761" spc="-12" dirty="0">
                <a:latin typeface="Times New Roman"/>
                <a:cs typeface="Times New Roman"/>
              </a:rPr>
              <a:t> &lt;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35" dirty="0">
                <a:latin typeface="Times New Roman"/>
                <a:cs typeface="Times New Roman"/>
              </a:rPr>
              <a:t>P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&gt;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#include</a:t>
            </a:r>
            <a:r>
              <a:rPr sz="2761" spc="-12" dirty="0">
                <a:latin typeface="Times New Roman"/>
                <a:cs typeface="Times New Roman"/>
              </a:rPr>
              <a:t> &lt;</a:t>
            </a:r>
            <a:r>
              <a:rPr sz="2761" dirty="0">
                <a:latin typeface="Times New Roman"/>
                <a:cs typeface="Times New Roman"/>
              </a:rPr>
              <a:t>Eth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t.h&gt;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 marL="29219"/>
            <a:r>
              <a:rPr sz="2761" dirty="0" err="1">
                <a:latin typeface="Times New Roman"/>
                <a:cs typeface="Times New Roman"/>
              </a:rPr>
              <a:t>boole</a:t>
            </a:r>
            <a:r>
              <a:rPr sz="2761" spc="-23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 incoming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0;</a:t>
            </a:r>
          </a:p>
          <a:p>
            <a:pPr>
              <a:spcBef>
                <a:spcPts val="127"/>
              </a:spcBef>
            </a:pPr>
            <a:endParaRPr sz="2531" dirty="0">
              <a:latin typeface="Times New Roman"/>
              <a:cs typeface="Times New Roman"/>
            </a:endParaRPr>
          </a:p>
          <a:p>
            <a:pPr marL="29219"/>
            <a:r>
              <a:rPr sz="2761" dirty="0">
                <a:latin typeface="Times New Roman"/>
                <a:cs typeface="Times New Roman"/>
              </a:rPr>
              <a:t>// Enter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MAC add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P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for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b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low.</a:t>
            </a:r>
          </a:p>
          <a:p>
            <a:pPr marL="29219" marR="5307611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// The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P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will be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on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our loc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twor</a:t>
            </a:r>
            <a:r>
              <a:rPr sz="2761" spc="-12" dirty="0">
                <a:latin typeface="Times New Roman"/>
                <a:cs typeface="Times New Roman"/>
              </a:rPr>
              <a:t>k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 m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[</a:t>
            </a:r>
            <a:r>
              <a:rPr sz="2761" dirty="0">
                <a:latin typeface="Times New Roman"/>
                <a:cs typeface="Times New Roman"/>
              </a:rPr>
              <a:t>]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 0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00, </a:t>
            </a:r>
            <a:r>
              <a:rPr sz="2761" spc="-35" dirty="0">
                <a:latin typeface="Times New Roman"/>
                <a:cs typeface="Times New Roman"/>
              </a:rPr>
              <a:t>0</a:t>
            </a:r>
            <a:r>
              <a:rPr sz="2761" dirty="0">
                <a:latin typeface="Times New Roman"/>
                <a:cs typeface="Times New Roman"/>
              </a:rPr>
              <a:t>xA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, 0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23" dirty="0">
                <a:latin typeface="Times New Roman"/>
                <a:cs typeface="Times New Roman"/>
              </a:rPr>
              <a:t>BB</a:t>
            </a:r>
            <a:r>
              <a:rPr sz="2761" dirty="0">
                <a:latin typeface="Times New Roman"/>
                <a:cs typeface="Times New Roman"/>
              </a:rPr>
              <a:t>, 0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CC, </a:t>
            </a:r>
            <a:r>
              <a:rPr sz="2761" spc="-35" dirty="0">
                <a:latin typeface="Times New Roman"/>
                <a:cs typeface="Times New Roman"/>
              </a:rPr>
              <a:t>0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, 0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02 };</a:t>
            </a:r>
          </a:p>
          <a:p>
            <a:pPr marL="29219">
              <a:spcBef>
                <a:spcPts val="1024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PAddr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ip(19</a:t>
            </a:r>
            <a:r>
              <a:rPr sz="2761" spc="-12" dirty="0">
                <a:latin typeface="Times New Roman"/>
                <a:cs typeface="Times New Roman"/>
              </a:rPr>
              <a:t>1</a:t>
            </a:r>
            <a:r>
              <a:rPr sz="2761" dirty="0">
                <a:latin typeface="Times New Roman"/>
                <a:cs typeface="Times New Roman"/>
              </a:rPr>
              <a:t>,11,1,1</a:t>
            </a:r>
            <a:r>
              <a:rPr sz="2761" spc="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   //&lt;</a:t>
            </a:r>
            <a:r>
              <a:rPr sz="2761" spc="-23" dirty="0">
                <a:latin typeface="Times New Roman"/>
                <a:cs typeface="Times New Roman"/>
              </a:rPr>
              <a:t>&lt;</a:t>
            </a:r>
            <a:r>
              <a:rPr sz="2761" dirty="0">
                <a:latin typeface="Times New Roman"/>
                <a:cs typeface="Times New Roman"/>
              </a:rPr>
              <a:t>&lt;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TER Y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P A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DRESS 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!</a:t>
            </a:r>
            <a:r>
              <a:rPr sz="2761" dirty="0">
                <a:latin typeface="Times New Roman"/>
                <a:cs typeface="Times New Roman"/>
              </a:rPr>
              <a:t>!!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655045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000" y="838200"/>
            <a:ext cx="13560213" cy="87628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dirty="0">
                <a:latin typeface="Times New Roman"/>
                <a:cs typeface="Times New Roman"/>
              </a:rPr>
              <a:t>//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nitiali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Eth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rv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lib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and p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rt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t to use</a:t>
            </a:r>
          </a:p>
          <a:p>
            <a:pPr marL="29219" marR="9053473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// (po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 80 is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ult for H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TP): Eth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rver s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8</a:t>
            </a:r>
            <a:r>
              <a:rPr sz="2761" spc="23" dirty="0">
                <a:latin typeface="Times New Roman"/>
                <a:cs typeface="Times New Roman"/>
              </a:rPr>
              <a:t>0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 marL="29219"/>
            <a:r>
              <a:rPr sz="2761" dirty="0">
                <a:latin typeface="Times New Roman"/>
                <a:cs typeface="Times New Roman"/>
              </a:rPr>
              <a:t>void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tup()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{</a:t>
            </a:r>
            <a:endParaRPr lang="en-US" sz="2761" dirty="0">
              <a:latin typeface="Times New Roman"/>
              <a:cs typeface="Times New Roman"/>
            </a:endParaRPr>
          </a:p>
          <a:p>
            <a:pPr marL="204532"/>
            <a:r>
              <a:rPr lang="en-US" sz="2761" dirty="0" err="1">
                <a:latin typeface="Times New Roman"/>
                <a:cs typeface="Times New Roman"/>
              </a:rPr>
              <a:t>pinMode</a:t>
            </a:r>
            <a:r>
              <a:rPr lang="en-US" sz="2761" spc="-12" dirty="0">
                <a:latin typeface="Times New Roman"/>
                <a:cs typeface="Times New Roman"/>
              </a:rPr>
              <a:t>(</a:t>
            </a:r>
            <a:r>
              <a:rPr lang="en-US" sz="2761" dirty="0">
                <a:latin typeface="Times New Roman"/>
                <a:cs typeface="Times New Roman"/>
              </a:rPr>
              <a:t>2, O</a:t>
            </a:r>
            <a:r>
              <a:rPr lang="en-US" sz="2761" spc="-12" dirty="0">
                <a:latin typeface="Times New Roman"/>
                <a:cs typeface="Times New Roman"/>
              </a:rPr>
              <a:t>U</a:t>
            </a:r>
            <a:r>
              <a:rPr lang="en-US" sz="2761" dirty="0">
                <a:latin typeface="Times New Roman"/>
                <a:cs typeface="Times New Roman"/>
              </a:rPr>
              <a:t>TPU</a:t>
            </a:r>
            <a:r>
              <a:rPr lang="en-US" sz="2761" spc="-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);</a:t>
            </a:r>
          </a:p>
          <a:p>
            <a:pPr marL="204532" marR="2580028">
              <a:lnSpc>
                <a:spcPts val="4785"/>
              </a:lnSpc>
              <a:spcBef>
                <a:spcPts val="368"/>
              </a:spcBef>
            </a:pPr>
            <a:r>
              <a:rPr lang="en-US" sz="2761" dirty="0">
                <a:latin typeface="Times New Roman"/>
                <a:cs typeface="Times New Roman"/>
              </a:rPr>
              <a:t>// sta</a:t>
            </a:r>
            <a:r>
              <a:rPr lang="en-US" sz="2761" spc="-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t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Eth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rn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 co</a:t>
            </a:r>
            <a:r>
              <a:rPr lang="en-US" sz="2761" spc="12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tion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the serv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r: </a:t>
            </a:r>
            <a:r>
              <a:rPr lang="en-US" sz="2761" dirty="0" err="1">
                <a:latin typeface="Times New Roman"/>
                <a:cs typeface="Times New Roman"/>
              </a:rPr>
              <a:t>Eth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rn</a:t>
            </a:r>
            <a:r>
              <a:rPr lang="en-US" sz="2761" spc="-23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t.b</a:t>
            </a:r>
            <a:r>
              <a:rPr lang="en-US" sz="2761" spc="12" dirty="0" err="1">
                <a:latin typeface="Times New Roman"/>
                <a:cs typeface="Times New Roman"/>
              </a:rPr>
              <a:t>e</a:t>
            </a:r>
            <a:r>
              <a:rPr lang="en-US" sz="2761" spc="-35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in</a:t>
            </a:r>
            <a:r>
              <a:rPr lang="en-US" sz="2761" dirty="0">
                <a:latin typeface="Times New Roman"/>
                <a:cs typeface="Times New Roman"/>
              </a:rPr>
              <a:t>(m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dirty="0" err="1">
                <a:latin typeface="Times New Roman"/>
                <a:cs typeface="Times New Roman"/>
              </a:rPr>
              <a:t>ip</a:t>
            </a:r>
            <a:r>
              <a:rPr lang="en-US" sz="2761" spc="12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204532">
              <a:spcBef>
                <a:spcPts val="1024"/>
              </a:spcBef>
            </a:pP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rv</a:t>
            </a:r>
            <a:r>
              <a:rPr lang="en-US" sz="2761" spc="-23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r.</a:t>
            </a:r>
            <a:r>
              <a:rPr lang="en-US" sz="2761" spc="12" dirty="0" err="1">
                <a:latin typeface="Times New Roman"/>
                <a:cs typeface="Times New Roman"/>
              </a:rPr>
              <a:t>be</a:t>
            </a:r>
            <a:r>
              <a:rPr lang="en-US" sz="2761" spc="-35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in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12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204532">
              <a:spcBef>
                <a:spcPts val="1461"/>
              </a:spcBef>
            </a:pP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l.b</a:t>
            </a:r>
            <a:r>
              <a:rPr lang="en-US" sz="2761" spc="12" dirty="0" err="1">
                <a:latin typeface="Times New Roman"/>
                <a:cs typeface="Times New Roman"/>
              </a:rPr>
              <a:t>e</a:t>
            </a:r>
            <a:r>
              <a:rPr lang="en-US" sz="2761" spc="-35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in</a:t>
            </a:r>
            <a:r>
              <a:rPr lang="en-US" sz="2761" dirty="0">
                <a:latin typeface="Times New Roman"/>
                <a:cs typeface="Times New Roman"/>
              </a:rPr>
              <a:t>(9600</a:t>
            </a:r>
            <a:r>
              <a:rPr lang="en-US" sz="2761" spc="-12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2921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}</a:t>
            </a:r>
          </a:p>
          <a:p>
            <a:pPr marL="29219">
              <a:spcBef>
                <a:spcPts val="143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/>
            <a:r>
              <a:rPr lang="en-US" sz="2761" dirty="0">
                <a:latin typeface="Times New Roman"/>
                <a:cs typeface="Times New Roman"/>
              </a:rPr>
              <a:t>void loop()</a:t>
            </a:r>
          </a:p>
          <a:p>
            <a:pPr marL="29219">
              <a:spcBef>
                <a:spcPts val="1472"/>
              </a:spcBef>
            </a:pPr>
            <a:r>
              <a:rPr lang="en-US" sz="2761" dirty="0">
                <a:latin typeface="Times New Roman"/>
                <a:cs typeface="Times New Roman"/>
              </a:rPr>
              <a:t>{</a:t>
            </a:r>
          </a:p>
          <a:p>
            <a:pPr marL="204532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// listen </a:t>
            </a:r>
            <a:r>
              <a:rPr lang="en-US" sz="2761" spc="-12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or in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oming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35" dirty="0">
                <a:latin typeface="Times New Roman"/>
                <a:cs typeface="Times New Roman"/>
              </a:rPr>
              <a:t>i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nts</a:t>
            </a:r>
          </a:p>
          <a:p>
            <a:pPr marL="204532" marR="3209695">
              <a:lnSpc>
                <a:spcPct val="143300"/>
              </a:lnSpc>
              <a:spcBef>
                <a:spcPts val="23"/>
              </a:spcBef>
            </a:pPr>
            <a:r>
              <a:rPr lang="en-US" sz="2761" dirty="0" err="1">
                <a:latin typeface="Times New Roman"/>
                <a:cs typeface="Times New Roman"/>
              </a:rPr>
              <a:t>Eth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rn</a:t>
            </a:r>
            <a:r>
              <a:rPr lang="en-US" sz="2761" spc="-23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tCli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nt</a:t>
            </a:r>
            <a:r>
              <a:rPr lang="en-US" sz="2761" dirty="0">
                <a:latin typeface="Times New Roman"/>
                <a:cs typeface="Times New Roman"/>
              </a:rPr>
              <a:t> client =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rv</a:t>
            </a:r>
            <a:r>
              <a:rPr lang="en-US" sz="2761" spc="-23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</a:t>
            </a:r>
            <a:r>
              <a:rPr lang="en-US" sz="2761" spc="12" dirty="0" err="1">
                <a:latin typeface="Times New Roman"/>
                <a:cs typeface="Times New Roman"/>
              </a:rPr>
              <a:t>.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v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il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bl</a:t>
            </a:r>
            <a:r>
              <a:rPr lang="en-US" sz="2761" spc="12" dirty="0" err="1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23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0635089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1800" y="609600"/>
            <a:ext cx="14630400" cy="903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dirty="0">
                <a:latin typeface="Times New Roman"/>
                <a:cs typeface="Times New Roman"/>
              </a:rPr>
              <a:t>if </a:t>
            </a:r>
            <a:r>
              <a:rPr sz="2761" spc="-12" dirty="0">
                <a:latin typeface="Times New Roman"/>
                <a:cs typeface="Times New Roman"/>
              </a:rPr>
              <a:t>(c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nt) {</a:t>
            </a:r>
          </a:p>
          <a:p>
            <a:pPr marL="379846" marR="3342641">
              <a:lnSpc>
                <a:spcPct val="1438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//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http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st ends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a bl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nk line</a:t>
            </a:r>
            <a:endParaRPr lang="en-US" sz="2761" dirty="0">
              <a:latin typeface="Times New Roman"/>
              <a:cs typeface="Times New Roman"/>
            </a:endParaRPr>
          </a:p>
          <a:p>
            <a:pPr marL="379846" marR="3342641">
              <a:lnSpc>
                <a:spcPct val="143800"/>
              </a:lnSpc>
              <a:spcBef>
                <a:spcPts val="12"/>
              </a:spcBef>
            </a:pPr>
            <a:r>
              <a:rPr sz="2761" dirty="0" err="1">
                <a:latin typeface="Times New Roman"/>
                <a:cs typeface="Times New Roman"/>
              </a:rPr>
              <a:t>boole</a:t>
            </a:r>
            <a:r>
              <a:rPr sz="2761" spc="-23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lank =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;</a:t>
            </a:r>
            <a:endParaRPr lang="en-US" sz="2761" dirty="0">
              <a:latin typeface="Times New Roman"/>
              <a:cs typeface="Times New Roman"/>
            </a:endParaRPr>
          </a:p>
          <a:p>
            <a:pPr marL="379846" marR="3342641">
              <a:lnSpc>
                <a:spcPct val="1438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while </a:t>
            </a:r>
            <a:r>
              <a:rPr sz="2761" spc="-23" dirty="0">
                <a:latin typeface="Times New Roman"/>
                <a:cs typeface="Times New Roman"/>
              </a:rPr>
              <a:t>(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nt.co</a:t>
            </a:r>
            <a:r>
              <a:rPr sz="2761" spc="-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d(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) {</a:t>
            </a:r>
          </a:p>
          <a:p>
            <a:pPr marL="730472" marR="5487308" indent="-175313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if </a:t>
            </a:r>
            <a:r>
              <a:rPr sz="2761" spc="-12" dirty="0">
                <a:latin typeface="Times New Roman"/>
                <a:cs typeface="Times New Roman"/>
              </a:rPr>
              <a:t>(c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nt.av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  <a:endParaRPr lang="en-US" sz="2761" dirty="0">
              <a:latin typeface="Times New Roman"/>
              <a:cs typeface="Times New Roman"/>
            </a:endParaRPr>
          </a:p>
          <a:p>
            <a:pPr marL="730472" marR="5487308" indent="-175313">
              <a:lnSpc>
                <a:spcPts val="4785"/>
              </a:lnSpc>
              <a:spcBef>
                <a:spcPts val="368"/>
              </a:spcBef>
            </a:pPr>
            <a:r>
              <a:rPr lang="en-US" sz="2761" spc="-12" dirty="0">
                <a:latin typeface="Times New Roman"/>
                <a:cs typeface="Times New Roman"/>
              </a:rPr>
              <a:t> 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 c =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nt.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  <a:p>
            <a:pPr marL="730472">
              <a:spcBef>
                <a:spcPts val="1024"/>
              </a:spcBef>
            </a:pPr>
            <a:r>
              <a:rPr sz="2761" dirty="0">
                <a:latin typeface="Times New Roman"/>
                <a:cs typeface="Times New Roman"/>
              </a:rPr>
              <a:t>// if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ve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ott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 of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line (r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wline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r)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line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bl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nk</a:t>
            </a:r>
            <a:endParaRPr lang="en-US" sz="2761" dirty="0">
              <a:latin typeface="Times New Roman"/>
              <a:cs typeface="Times New Roman"/>
            </a:endParaRPr>
          </a:p>
          <a:p>
            <a:pPr marL="730472">
              <a:spcBef>
                <a:spcPts val="1024"/>
              </a:spcBef>
            </a:pPr>
            <a:r>
              <a:rPr lang="en-US" sz="2761" dirty="0">
                <a:latin typeface="Times New Roman"/>
                <a:cs typeface="Times New Roman"/>
              </a:rPr>
              <a:t>// </a:t>
            </a:r>
            <a:r>
              <a:rPr sz="2761" dirty="0">
                <a:latin typeface="Times New Roman"/>
                <a:cs typeface="Times New Roman"/>
              </a:rPr>
              <a:t>the http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st has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d,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 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</a:p>
          <a:p>
            <a:pPr marL="730472" marR="2119830">
              <a:lnSpc>
                <a:spcPct val="144200"/>
              </a:lnSpc>
            </a:pPr>
            <a:r>
              <a:rPr sz="2761" dirty="0">
                <a:latin typeface="Times New Roman"/>
                <a:cs typeface="Times New Roman"/>
              </a:rPr>
              <a:t>//r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ds U</a:t>
            </a:r>
            <a:r>
              <a:rPr sz="2761" spc="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string 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rom $ to fi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st bl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nk sp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e</a:t>
            </a:r>
            <a:endParaRPr lang="en-US" sz="2761" dirty="0">
              <a:latin typeface="Times New Roman"/>
              <a:cs typeface="Times New Roman"/>
            </a:endParaRPr>
          </a:p>
          <a:p>
            <a:pPr marL="730472" marR="2119830">
              <a:lnSpc>
                <a:spcPct val="144200"/>
              </a:lnSpc>
            </a:pPr>
            <a:r>
              <a:rPr sz="2761" dirty="0">
                <a:latin typeface="Times New Roman"/>
                <a:cs typeface="Times New Roman"/>
              </a:rPr>
              <a:t>if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incoming &amp;&amp;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 =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'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‘</a:t>
            </a:r>
            <a:r>
              <a:rPr sz="2761" spc="-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{</a:t>
            </a:r>
            <a:endParaRPr lang="en-US" sz="2761" dirty="0">
              <a:latin typeface="Times New Roman"/>
              <a:cs typeface="Times New Roman"/>
            </a:endParaRPr>
          </a:p>
          <a:p>
            <a:pPr marL="730472" marR="2119830">
              <a:lnSpc>
                <a:spcPct val="144200"/>
              </a:lnSpc>
            </a:pPr>
            <a:r>
              <a:rPr lang="en-US" sz="2761" dirty="0">
                <a:latin typeface="Times New Roman"/>
                <a:cs typeface="Times New Roman"/>
              </a:rPr>
              <a:t>   </a:t>
            </a:r>
            <a:r>
              <a:rPr sz="2761" dirty="0">
                <a:latin typeface="Times New Roman"/>
                <a:cs typeface="Times New Roman"/>
              </a:rPr>
              <a:t>incoming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0;</a:t>
            </a:r>
          </a:p>
          <a:p>
            <a:pPr marL="730472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904325" marR="6362413" indent="-175313">
              <a:lnSpc>
                <a:spcPts val="4785"/>
              </a:lnSpc>
              <a:spcBef>
                <a:spcPts val="368"/>
              </a:spcBef>
            </a:pP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lse {</a:t>
            </a:r>
            <a:endParaRPr lang="en-US" sz="2761" dirty="0">
              <a:latin typeface="Times New Roman"/>
              <a:cs typeface="Times New Roman"/>
            </a:endParaRPr>
          </a:p>
          <a:p>
            <a:pPr marL="904325" marR="6362413" indent="-175313">
              <a:lnSpc>
                <a:spcPts val="4785"/>
              </a:lnSpc>
              <a:spcBef>
                <a:spcPts val="368"/>
              </a:spcBef>
            </a:pPr>
            <a:r>
              <a:rPr lang="en-US" sz="2761" dirty="0">
                <a:latin typeface="Times New Roman"/>
                <a:cs typeface="Times New Roman"/>
              </a:rPr>
              <a:t>   </a:t>
            </a:r>
            <a:r>
              <a:rPr sz="2761" dirty="0">
                <a:latin typeface="Times New Roman"/>
                <a:cs typeface="Times New Roman"/>
              </a:rPr>
              <a:t>incoming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1;</a:t>
            </a:r>
          </a:p>
          <a:p>
            <a:pPr marL="730472">
              <a:spcBef>
                <a:spcPts val="1024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400" y="762000"/>
            <a:ext cx="13241734" cy="89745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0472">
              <a:spcBef>
                <a:spcPts val="1024"/>
              </a:spcBef>
            </a:pPr>
            <a:r>
              <a:rPr lang="en-US" sz="2761" dirty="0">
                <a:latin typeface="Times New Roman"/>
                <a:cs typeface="Times New Roman"/>
              </a:rPr>
              <a:t>//Ch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ks for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12" dirty="0">
                <a:latin typeface="Times New Roman"/>
                <a:cs typeface="Times New Roman"/>
              </a:rPr>
              <a:t>U</a:t>
            </a:r>
            <a:r>
              <a:rPr lang="en-US" sz="2761" spc="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stri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$1 or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$2</a:t>
            </a:r>
          </a:p>
          <a:p>
            <a:pPr marL="904325" marR="5821864" indent="-175313">
              <a:lnSpc>
                <a:spcPct val="143700"/>
              </a:lnSpc>
              <a:spcBef>
                <a:spcPts val="12"/>
              </a:spcBef>
            </a:pPr>
            <a:r>
              <a:rPr lang="en-US" sz="2761" dirty="0">
                <a:latin typeface="Times New Roman"/>
                <a:cs typeface="Times New Roman"/>
              </a:rPr>
              <a:t>if</a:t>
            </a:r>
            <a:r>
              <a:rPr lang="en-US" sz="2761" spc="-12" dirty="0">
                <a:latin typeface="Times New Roman"/>
                <a:cs typeface="Times New Roman"/>
              </a:rPr>
              <a:t>(</a:t>
            </a:r>
            <a:r>
              <a:rPr lang="en-US" sz="2761" dirty="0">
                <a:latin typeface="Times New Roman"/>
                <a:cs typeface="Times New Roman"/>
              </a:rPr>
              <a:t>incoming </a:t>
            </a:r>
            <a:r>
              <a:rPr lang="en-US" sz="2761" spc="-12" dirty="0">
                <a:latin typeface="Times New Roman"/>
                <a:cs typeface="Times New Roman"/>
              </a:rPr>
              <a:t>=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1){ 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l.println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); if</a:t>
            </a:r>
            <a:r>
              <a:rPr lang="en-US" sz="2761" spc="-12" dirty="0">
                <a:latin typeface="Times New Roman"/>
                <a:cs typeface="Times New Roman"/>
              </a:rPr>
              <a:t>(</a:t>
            </a:r>
            <a:r>
              <a:rPr lang="en-US" sz="2761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=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'</a:t>
            </a:r>
            <a:r>
              <a:rPr lang="en-US" sz="2761" spc="23" dirty="0">
                <a:latin typeface="Times New Roman"/>
                <a:cs typeface="Times New Roman"/>
              </a:rPr>
              <a:t>1</a:t>
            </a:r>
            <a:r>
              <a:rPr lang="en-US" sz="2761" spc="-35" dirty="0">
                <a:latin typeface="Times New Roman"/>
                <a:cs typeface="Times New Roman"/>
              </a:rPr>
              <a:t>'</a:t>
            </a:r>
            <a:r>
              <a:rPr lang="en-US" sz="2761" dirty="0">
                <a:latin typeface="Times New Roman"/>
                <a:cs typeface="Times New Roman"/>
              </a:rPr>
              <a:t>){</a:t>
            </a:r>
          </a:p>
          <a:p>
            <a:pPr marL="1079638" marR="8894228">
              <a:lnSpc>
                <a:spcPct val="143300"/>
              </a:lnSpc>
            </a:pPr>
            <a:r>
              <a:rPr sz="2761" dirty="0" err="1">
                <a:latin typeface="Times New Roman"/>
                <a:cs typeface="Times New Roman"/>
              </a:rPr>
              <a:t>S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ri</a:t>
            </a:r>
            <a:r>
              <a:rPr sz="2761" spc="-23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l.println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35" dirty="0">
                <a:latin typeface="Times New Roman"/>
                <a:cs typeface="Times New Roman"/>
              </a:rPr>
              <a:t>"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);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(2, HI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904325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904325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if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=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spc="23" dirty="0">
                <a:latin typeface="Times New Roman"/>
                <a:cs typeface="Times New Roman"/>
              </a:rPr>
              <a:t>2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){</a:t>
            </a:r>
          </a:p>
          <a:p>
            <a:pPr marL="1079638" marR="8967275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l.println(</a:t>
            </a:r>
            <a:r>
              <a:rPr sz="2761" spc="-35" dirty="0">
                <a:latin typeface="Times New Roman"/>
                <a:cs typeface="Times New Roman"/>
              </a:rPr>
              <a:t>"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);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(2,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  <a:p>
            <a:pPr marL="904325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642816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642816">
              <a:spcBef>
                <a:spcPts val="1472"/>
              </a:spcBef>
            </a:pPr>
            <a:r>
              <a:rPr sz="2761" dirty="0">
                <a:latin typeface="Times New Roman"/>
                <a:cs typeface="Times New Roman"/>
              </a:rPr>
              <a:t>if 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=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'</a:t>
            </a:r>
            <a:r>
              <a:rPr sz="2761" spc="-58" dirty="0">
                <a:latin typeface="Times New Roman"/>
                <a:cs typeface="Times New Roman"/>
              </a:rPr>
              <a:t>\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')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818129" marR="8508541" indent="86196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//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rting 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w line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46" dirty="0">
                <a:latin typeface="Times New Roman"/>
                <a:cs typeface="Times New Roman"/>
              </a:rPr>
              <a:t>e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nk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tru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642816">
              <a:spcBef>
                <a:spcPts val="1024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3200" y="1143000"/>
            <a:ext cx="14935200" cy="71337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2816">
              <a:spcBef>
                <a:spcPts val="1461"/>
              </a:spcBef>
            </a:pP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lse if </a:t>
            </a:r>
            <a:r>
              <a:rPr sz="2761" spc="-23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!= '</a:t>
            </a:r>
            <a:r>
              <a:rPr sz="2761" spc="-23" dirty="0">
                <a:latin typeface="Times New Roman"/>
                <a:cs typeface="Times New Roman"/>
              </a:rPr>
              <a:t>\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) {</a:t>
            </a:r>
          </a:p>
          <a:p>
            <a:pPr marL="904325" marR="5890528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//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ve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ott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a</a:t>
            </a:r>
            <a:r>
              <a:rPr sz="2761" spc="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on the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urr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line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46" dirty="0">
                <a:latin typeface="Times New Roman"/>
                <a:cs typeface="Times New Roman"/>
              </a:rPr>
              <a:t>e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k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lse;</a:t>
            </a:r>
          </a:p>
          <a:p>
            <a:pPr marL="818129">
              <a:spcBef>
                <a:spcPts val="1024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29218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292189" marR="6284983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//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ive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b br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wser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 to </a:t>
            </a:r>
            <a:r>
              <a:rPr sz="2761" spc="-12" dirty="0">
                <a:latin typeface="Times New Roman"/>
                <a:cs typeface="Times New Roman"/>
              </a:rPr>
              <a:t>rece</a:t>
            </a:r>
            <a:r>
              <a:rPr sz="2761" dirty="0">
                <a:latin typeface="Times New Roman"/>
                <a:cs typeface="Times New Roman"/>
              </a:rPr>
              <a:t>ive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endParaRPr lang="en-US" sz="2761" dirty="0">
              <a:latin typeface="Times New Roman"/>
              <a:cs typeface="Times New Roman"/>
            </a:endParaRPr>
          </a:p>
          <a:p>
            <a:pPr marL="292189" marR="6284983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(1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292189" marR="9789789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//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lose the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nt.stop(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204532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031136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3200" y="1143000"/>
            <a:ext cx="14935200" cy="4270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>
              <a:lnSpc>
                <a:spcPct val="1435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To 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ke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 wo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k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positive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pin D2,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the neg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tive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 in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with a 220 ohm </a:t>
            </a:r>
            <a:r>
              <a:rPr sz="2761" spc="-12" dirty="0">
                <a:latin typeface="Times New Roman"/>
                <a:cs typeface="Times New Roman"/>
              </a:rPr>
              <a:t>re</a:t>
            </a:r>
            <a:r>
              <a:rPr sz="2761" dirty="0">
                <a:latin typeface="Times New Roman"/>
                <a:cs typeface="Times New Roman"/>
              </a:rPr>
              <a:t>sistor to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roun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 marR="6368257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To turn on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ED</a:t>
            </a:r>
            <a:r>
              <a:rPr sz="2761" spc="-12" dirty="0">
                <a:latin typeface="Times New Roman"/>
                <a:cs typeface="Times New Roman"/>
              </a:rPr>
              <a:t> 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 into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our </a:t>
            </a:r>
            <a:r>
              <a:rPr sz="2761" spc="12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r: http://</a:t>
            </a:r>
            <a:r>
              <a:rPr sz="2761" b="1" dirty="0">
                <a:latin typeface="Times New Roman"/>
                <a:cs typeface="Times New Roman"/>
              </a:rPr>
              <a:t>[</a:t>
            </a:r>
            <a:r>
              <a:rPr sz="2761" b="1" spc="-23" dirty="0">
                <a:latin typeface="Times New Roman"/>
                <a:cs typeface="Times New Roman"/>
              </a:rPr>
              <a:t>Y</a:t>
            </a:r>
            <a:r>
              <a:rPr sz="2761" b="1" dirty="0">
                <a:latin typeface="Times New Roman"/>
                <a:cs typeface="Times New Roman"/>
              </a:rPr>
              <a:t>OUR IP</a:t>
            </a:r>
            <a:r>
              <a:rPr sz="2761" b="1" spc="-35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-12" dirty="0">
                <a:latin typeface="Times New Roman"/>
                <a:cs typeface="Times New Roman"/>
              </a:rPr>
              <a:t>D</a:t>
            </a:r>
            <a:r>
              <a:rPr sz="2761" b="1" spc="12" dirty="0">
                <a:latin typeface="Times New Roman"/>
                <a:cs typeface="Times New Roman"/>
              </a:rPr>
              <a:t>DR</a:t>
            </a:r>
            <a:r>
              <a:rPr sz="2761" b="1" dirty="0">
                <a:latin typeface="Times New Roman"/>
                <a:cs typeface="Times New Roman"/>
              </a:rPr>
              <a:t>ESS </a:t>
            </a:r>
            <a:r>
              <a:rPr sz="2761" b="1" spc="-23" dirty="0">
                <a:latin typeface="Times New Roman"/>
                <a:cs typeface="Times New Roman"/>
              </a:rPr>
              <a:t>H</a:t>
            </a:r>
            <a:r>
              <a:rPr sz="2761" b="1" dirty="0">
                <a:latin typeface="Times New Roman"/>
                <a:cs typeface="Times New Roman"/>
              </a:rPr>
              <a:t>ERE</a:t>
            </a:r>
            <a:r>
              <a:rPr sz="2761" b="1" spc="12" dirty="0">
                <a:latin typeface="Times New Roman"/>
                <a:cs typeface="Times New Roman"/>
              </a:rPr>
              <a:t>]</a:t>
            </a:r>
            <a:r>
              <a:rPr sz="2761" dirty="0">
                <a:latin typeface="Times New Roman"/>
                <a:cs typeface="Times New Roman"/>
              </a:rPr>
              <a:t>/$1</a:t>
            </a:r>
          </a:p>
          <a:p>
            <a:pPr marL="29219" marR="6315663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To turn o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f the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this into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 b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ow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r: http://</a:t>
            </a:r>
            <a:r>
              <a:rPr sz="2761" b="1" dirty="0">
                <a:latin typeface="Times New Roman"/>
                <a:cs typeface="Times New Roman"/>
              </a:rPr>
              <a:t>[</a:t>
            </a:r>
            <a:r>
              <a:rPr sz="2761" b="1" spc="-23" dirty="0">
                <a:latin typeface="Times New Roman"/>
                <a:cs typeface="Times New Roman"/>
              </a:rPr>
              <a:t>Y</a:t>
            </a:r>
            <a:r>
              <a:rPr sz="2761" b="1" dirty="0">
                <a:latin typeface="Times New Roman"/>
                <a:cs typeface="Times New Roman"/>
              </a:rPr>
              <a:t>OUR IP</a:t>
            </a:r>
            <a:r>
              <a:rPr sz="2761" b="1" spc="-35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-12" dirty="0">
                <a:latin typeface="Times New Roman"/>
                <a:cs typeface="Times New Roman"/>
              </a:rPr>
              <a:t>D</a:t>
            </a:r>
            <a:r>
              <a:rPr sz="2761" b="1" spc="12" dirty="0">
                <a:latin typeface="Times New Roman"/>
                <a:cs typeface="Times New Roman"/>
              </a:rPr>
              <a:t>DR</a:t>
            </a:r>
            <a:r>
              <a:rPr sz="2761" b="1" dirty="0">
                <a:latin typeface="Times New Roman"/>
                <a:cs typeface="Times New Roman"/>
              </a:rPr>
              <a:t>ESS </a:t>
            </a:r>
            <a:r>
              <a:rPr sz="2761" b="1" spc="-23" dirty="0">
                <a:latin typeface="Times New Roman"/>
                <a:cs typeface="Times New Roman"/>
              </a:rPr>
              <a:t>H</a:t>
            </a:r>
            <a:r>
              <a:rPr sz="2761" b="1" dirty="0">
                <a:latin typeface="Times New Roman"/>
                <a:cs typeface="Times New Roman"/>
              </a:rPr>
              <a:t>ERE</a:t>
            </a:r>
            <a:r>
              <a:rPr sz="2761" b="1" spc="12" dirty="0">
                <a:latin typeface="Times New Roman"/>
                <a:cs typeface="Times New Roman"/>
              </a:rPr>
              <a:t>]</a:t>
            </a:r>
            <a:r>
              <a:rPr sz="2761" dirty="0">
                <a:latin typeface="Times New Roman"/>
                <a:cs typeface="Times New Roman"/>
              </a:rPr>
              <a:t>/$2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Not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 You should obvious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[</a:t>
            </a:r>
            <a:r>
              <a:rPr sz="2761" b="1" spc="-23" dirty="0">
                <a:latin typeface="Times New Roman"/>
                <a:cs typeface="Times New Roman"/>
              </a:rPr>
              <a:t>Y</a:t>
            </a:r>
            <a:r>
              <a:rPr sz="2761" b="1" dirty="0">
                <a:latin typeface="Times New Roman"/>
                <a:cs typeface="Times New Roman"/>
              </a:rPr>
              <a:t>OUR </a:t>
            </a:r>
            <a:r>
              <a:rPr sz="2761" b="1" spc="12" dirty="0">
                <a:latin typeface="Times New Roman"/>
                <a:cs typeface="Times New Roman"/>
              </a:rPr>
              <a:t>I</a:t>
            </a:r>
            <a:r>
              <a:rPr sz="2761" b="1" dirty="0">
                <a:latin typeface="Times New Roman"/>
                <a:cs typeface="Times New Roman"/>
              </a:rPr>
              <a:t>P</a:t>
            </a:r>
            <a:r>
              <a:rPr sz="2761" b="1" spc="-35" dirty="0">
                <a:latin typeface="Times New Roman"/>
                <a:cs typeface="Times New Roman"/>
              </a:rPr>
              <a:t> </a:t>
            </a:r>
            <a:r>
              <a:rPr sz="2761" b="1" spc="12" dirty="0">
                <a:latin typeface="Times New Roman"/>
                <a:cs typeface="Times New Roman"/>
              </a:rPr>
              <a:t>A</a:t>
            </a:r>
            <a:r>
              <a:rPr sz="2761" b="1" dirty="0">
                <a:latin typeface="Times New Roman"/>
                <a:cs typeface="Times New Roman"/>
              </a:rPr>
              <a:t>D</a:t>
            </a:r>
            <a:r>
              <a:rPr sz="2761" b="1" spc="-12" dirty="0">
                <a:latin typeface="Times New Roman"/>
                <a:cs typeface="Times New Roman"/>
              </a:rPr>
              <a:t>D</a:t>
            </a:r>
            <a:r>
              <a:rPr sz="2761" b="1" dirty="0">
                <a:latin typeface="Times New Roman"/>
                <a:cs typeface="Times New Roman"/>
              </a:rPr>
              <a:t>RESS HERE]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ss.</a:t>
            </a:r>
          </a:p>
        </p:txBody>
      </p:sp>
    </p:spTree>
    <p:extLst>
      <p:ext uri="{BB962C8B-B14F-4D97-AF65-F5344CB8AC3E}">
        <p14:creationId xmlns:p14="http://schemas.microsoft.com/office/powerpoint/2010/main" val="22588522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400" y="1023938"/>
            <a:ext cx="2628186" cy="5664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Step 5: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Clie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nt</a:t>
            </a:r>
            <a:endParaRPr sz="3681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21200" y="914400"/>
            <a:ext cx="12337110" cy="85697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97000" y="533400"/>
            <a:ext cx="14859000" cy="9322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21914" algn="just">
              <a:lnSpc>
                <a:spcPct val="144300"/>
              </a:lnSpc>
            </a:pPr>
            <a:r>
              <a:rPr sz="2760" dirty="0">
                <a:latin typeface="Times New Roman"/>
                <a:cs typeface="Times New Roman"/>
              </a:rPr>
              <a:t>You</a:t>
            </a:r>
            <a:r>
              <a:rPr sz="2760" spc="127" dirty="0">
                <a:latin typeface="Times New Roman"/>
                <a:cs typeface="Times New Roman"/>
              </a:rPr>
              <a:t> </a:t>
            </a:r>
            <a:r>
              <a:rPr sz="2760" spc="-12" dirty="0">
                <a:latin typeface="Times New Roman"/>
                <a:cs typeface="Times New Roman"/>
              </a:rPr>
              <a:t>ca</a:t>
            </a:r>
            <a:r>
              <a:rPr sz="2760" dirty="0">
                <a:latin typeface="Times New Roman"/>
                <a:cs typeface="Times New Roman"/>
              </a:rPr>
              <a:t>n</a:t>
            </a:r>
            <a:r>
              <a:rPr sz="2760" spc="161" dirty="0">
                <a:latin typeface="Times New Roman"/>
                <a:cs typeface="Times New Roman"/>
              </a:rPr>
              <a:t> 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lso</a:t>
            </a:r>
            <a:r>
              <a:rPr sz="2760" spc="138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use</a:t>
            </a:r>
            <a:r>
              <a:rPr sz="2760" spc="127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the</a:t>
            </a:r>
            <a:r>
              <a:rPr sz="2760" spc="150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Eth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rn</a:t>
            </a:r>
            <a:r>
              <a:rPr sz="2760" spc="-23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t</a:t>
            </a:r>
            <a:r>
              <a:rPr sz="2760" spc="138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Shield</a:t>
            </a:r>
            <a:r>
              <a:rPr sz="2760" spc="127" dirty="0">
                <a:latin typeface="Times New Roman"/>
                <a:cs typeface="Times New Roman"/>
              </a:rPr>
              <a:t> 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s</a:t>
            </a:r>
            <a:r>
              <a:rPr sz="2760" spc="161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a</a:t>
            </a:r>
            <a:r>
              <a:rPr sz="2760" spc="115" dirty="0">
                <a:latin typeface="Times New Roman"/>
                <a:cs typeface="Times New Roman"/>
              </a:rPr>
              <a:t> </a:t>
            </a:r>
            <a:r>
              <a:rPr sz="2760" spc="-12" dirty="0">
                <a:latin typeface="Times New Roman"/>
                <a:cs typeface="Times New Roman"/>
              </a:rPr>
              <a:t>c</a:t>
            </a:r>
            <a:r>
              <a:rPr sz="2760" dirty="0">
                <a:latin typeface="Times New Roman"/>
                <a:cs typeface="Times New Roman"/>
              </a:rPr>
              <a:t>li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nt.</a:t>
            </a:r>
            <a:r>
              <a:rPr sz="2760" spc="161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In</a:t>
            </a:r>
            <a:r>
              <a:rPr sz="2760" spc="127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other</a:t>
            </a:r>
            <a:r>
              <a:rPr sz="2760" spc="115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wo</a:t>
            </a:r>
            <a:r>
              <a:rPr sz="2760" spc="-23" dirty="0">
                <a:latin typeface="Times New Roman"/>
                <a:cs typeface="Times New Roman"/>
              </a:rPr>
              <a:t>r</a:t>
            </a:r>
            <a:r>
              <a:rPr sz="2760" dirty="0">
                <a:latin typeface="Times New Roman"/>
                <a:cs typeface="Times New Roman"/>
              </a:rPr>
              <a:t>ds,</a:t>
            </a:r>
            <a:r>
              <a:rPr sz="2760" spc="184" dirty="0">
                <a:latin typeface="Times New Roman"/>
                <a:cs typeface="Times New Roman"/>
              </a:rPr>
              <a:t> </a:t>
            </a:r>
            <a:r>
              <a:rPr sz="2760" spc="-58" dirty="0">
                <a:latin typeface="Times New Roman"/>
                <a:cs typeface="Times New Roman"/>
              </a:rPr>
              <a:t>y</a:t>
            </a:r>
            <a:r>
              <a:rPr sz="2760" dirty="0">
                <a:latin typeface="Times New Roman"/>
                <a:cs typeface="Times New Roman"/>
              </a:rPr>
              <a:t>ou</a:t>
            </a:r>
            <a:r>
              <a:rPr sz="2760" spc="150" dirty="0">
                <a:latin typeface="Times New Roman"/>
                <a:cs typeface="Times New Roman"/>
              </a:rPr>
              <a:t> </a:t>
            </a:r>
            <a:r>
              <a:rPr sz="2760" spc="-12" dirty="0">
                <a:latin typeface="Times New Roman"/>
                <a:cs typeface="Times New Roman"/>
              </a:rPr>
              <a:t>ca</a:t>
            </a:r>
            <a:r>
              <a:rPr sz="2760" dirty="0">
                <a:latin typeface="Times New Roman"/>
                <a:cs typeface="Times New Roman"/>
              </a:rPr>
              <a:t>n</a:t>
            </a:r>
            <a:r>
              <a:rPr sz="2760" spc="150" dirty="0">
                <a:latin typeface="Times New Roman"/>
                <a:cs typeface="Times New Roman"/>
              </a:rPr>
              <a:t> </a:t>
            </a:r>
            <a:r>
              <a:rPr sz="2760" spc="23" dirty="0">
                <a:latin typeface="Times New Roman"/>
                <a:cs typeface="Times New Roman"/>
              </a:rPr>
              <a:t>u</a:t>
            </a:r>
            <a:r>
              <a:rPr sz="2760" dirty="0">
                <a:latin typeface="Times New Roman"/>
                <a:cs typeface="Times New Roman"/>
              </a:rPr>
              <a:t>se</a:t>
            </a:r>
            <a:r>
              <a:rPr sz="2760" spc="127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it</a:t>
            </a:r>
            <a:r>
              <a:rPr sz="2760" spc="138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to</a:t>
            </a:r>
            <a:r>
              <a:rPr sz="2760" spc="138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r</a:t>
            </a:r>
            <a:r>
              <a:rPr sz="2760" spc="-23" dirty="0">
                <a:latin typeface="Times New Roman"/>
                <a:cs typeface="Times New Roman"/>
              </a:rPr>
              <a:t>e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d</a:t>
            </a:r>
            <a:r>
              <a:rPr sz="2760" spc="161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w</a:t>
            </a:r>
            <a:r>
              <a:rPr sz="2760" spc="-23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bsit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s like</a:t>
            </a:r>
            <a:r>
              <a:rPr sz="2760" spc="-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a</a:t>
            </a:r>
            <a:r>
              <a:rPr sz="2760" spc="-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w</a:t>
            </a:r>
            <a:r>
              <a:rPr sz="2760" spc="-23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b br</a:t>
            </a:r>
            <a:r>
              <a:rPr sz="2760" spc="12" dirty="0">
                <a:latin typeface="Times New Roman"/>
                <a:cs typeface="Times New Roman"/>
              </a:rPr>
              <a:t>o</a:t>
            </a:r>
            <a:r>
              <a:rPr sz="2760" dirty="0">
                <a:latin typeface="Times New Roman"/>
                <a:cs typeface="Times New Roman"/>
              </a:rPr>
              <a:t>ws</a:t>
            </a:r>
            <a:r>
              <a:rPr sz="2760" spc="-23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r.</a:t>
            </a:r>
          </a:p>
          <a:p>
            <a:pPr marL="29219" marR="14609" algn="just">
              <a:lnSpc>
                <a:spcPts val="4785"/>
              </a:lnSpc>
              <a:spcBef>
                <a:spcPts val="368"/>
              </a:spcBef>
            </a:pPr>
            <a:r>
              <a:rPr sz="2760" spc="12" dirty="0">
                <a:latin typeface="Times New Roman"/>
                <a:cs typeface="Times New Roman"/>
              </a:rPr>
              <a:t>W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bsit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s</a:t>
            </a:r>
            <a:r>
              <a:rPr sz="2760" spc="46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h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ve</a:t>
            </a:r>
            <a:r>
              <a:rPr sz="2760" spc="35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a</a:t>
            </a:r>
            <a:r>
              <a:rPr sz="2760" spc="35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lot</a:t>
            </a:r>
            <a:r>
              <a:rPr sz="2760" spc="58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of</a:t>
            </a:r>
            <a:r>
              <a:rPr sz="2760" spc="35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t</a:t>
            </a:r>
            <a:r>
              <a:rPr sz="2760" spc="-35" dirty="0">
                <a:latin typeface="Times New Roman"/>
                <a:cs typeface="Times New Roman"/>
              </a:rPr>
              <a:t>e</a:t>
            </a:r>
            <a:r>
              <a:rPr sz="2760" spc="23" dirty="0">
                <a:latin typeface="Times New Roman"/>
                <a:cs typeface="Times New Roman"/>
              </a:rPr>
              <a:t>x</a:t>
            </a:r>
            <a:r>
              <a:rPr sz="2760" dirty="0">
                <a:latin typeface="Times New Roman"/>
                <a:cs typeface="Times New Roman"/>
              </a:rPr>
              <a:t>t</a:t>
            </a:r>
            <a:r>
              <a:rPr sz="2760" spc="23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both</a:t>
            </a:r>
            <a:r>
              <a:rPr sz="2760" spc="58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vi</a:t>
            </a:r>
            <a:r>
              <a:rPr sz="2760" spc="-23" dirty="0">
                <a:latin typeface="Times New Roman"/>
                <a:cs typeface="Times New Roman"/>
              </a:rPr>
              <a:t>s</a:t>
            </a:r>
            <a:r>
              <a:rPr sz="2760" dirty="0">
                <a:latin typeface="Times New Roman"/>
                <a:cs typeface="Times New Roman"/>
              </a:rPr>
              <a:t>ible</a:t>
            </a:r>
            <a:r>
              <a:rPr sz="2760" spc="35" dirty="0">
                <a:latin typeface="Times New Roman"/>
                <a:cs typeface="Times New Roman"/>
              </a:rPr>
              <a:t> 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nd</a:t>
            </a:r>
            <a:r>
              <a:rPr sz="2760" spc="46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hidd</a:t>
            </a:r>
            <a:r>
              <a:rPr sz="2760" spc="-35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n,</a:t>
            </a:r>
            <a:r>
              <a:rPr sz="2760" spc="46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whi</a:t>
            </a:r>
            <a:r>
              <a:rPr sz="2760" spc="-12" dirty="0">
                <a:latin typeface="Times New Roman"/>
                <a:cs typeface="Times New Roman"/>
              </a:rPr>
              <a:t>c</a:t>
            </a:r>
            <a:r>
              <a:rPr sz="2760" dirty="0">
                <a:latin typeface="Times New Roman"/>
                <a:cs typeface="Times New Roman"/>
              </a:rPr>
              <a:t>h</a:t>
            </a:r>
            <a:r>
              <a:rPr sz="2760" spc="46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mak</a:t>
            </a:r>
            <a:r>
              <a:rPr sz="2760" spc="-23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s</a:t>
            </a:r>
            <a:r>
              <a:rPr sz="2760" spc="46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pro</a:t>
            </a:r>
            <a:r>
              <a:rPr sz="2760" spc="-46" dirty="0">
                <a:latin typeface="Times New Roman"/>
                <a:cs typeface="Times New Roman"/>
              </a:rPr>
              <a:t>g</a:t>
            </a:r>
            <a:r>
              <a:rPr sz="2760" spc="12" dirty="0">
                <a:latin typeface="Times New Roman"/>
                <a:cs typeface="Times New Roman"/>
              </a:rPr>
              <a:t>r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spc="23" dirty="0">
                <a:latin typeface="Times New Roman"/>
                <a:cs typeface="Times New Roman"/>
              </a:rPr>
              <a:t>m</a:t>
            </a:r>
            <a:r>
              <a:rPr sz="2760" dirty="0">
                <a:latin typeface="Times New Roman"/>
                <a:cs typeface="Times New Roman"/>
              </a:rPr>
              <a:t>ming</a:t>
            </a:r>
            <a:r>
              <a:rPr sz="2760" spc="23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on</a:t>
            </a:r>
            <a:r>
              <a:rPr sz="2760" spc="46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the</a:t>
            </a:r>
            <a:r>
              <a:rPr sz="2760" spc="46" dirty="0">
                <a:latin typeface="Times New Roman"/>
                <a:cs typeface="Times New Roman"/>
              </a:rPr>
              <a:t> </a:t>
            </a:r>
            <a:r>
              <a:rPr sz="2760" spc="-12" dirty="0">
                <a:latin typeface="Times New Roman"/>
                <a:cs typeface="Times New Roman"/>
              </a:rPr>
              <a:t>c</a:t>
            </a:r>
            <a:r>
              <a:rPr sz="2760" dirty="0">
                <a:latin typeface="Times New Roman"/>
                <a:cs typeface="Times New Roman"/>
              </a:rPr>
              <a:t>li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nt</a:t>
            </a:r>
            <a:r>
              <a:rPr sz="2760" spc="58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side v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spc="35" dirty="0">
                <a:latin typeface="Times New Roman"/>
                <a:cs typeface="Times New Roman"/>
              </a:rPr>
              <a:t>r</a:t>
            </a:r>
            <a:r>
              <a:rPr sz="2760" dirty="0">
                <a:latin typeface="Times New Roman"/>
                <a:cs typeface="Times New Roman"/>
              </a:rPr>
              <a:t>y</a:t>
            </a:r>
            <a:r>
              <a:rPr sz="2760" spc="-58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tri</a:t>
            </a:r>
            <a:r>
              <a:rPr sz="2760" spc="-12" dirty="0">
                <a:latin typeface="Times New Roman"/>
                <a:cs typeface="Times New Roman"/>
              </a:rPr>
              <a:t>c</a:t>
            </a:r>
            <a:r>
              <a:rPr sz="2760" spc="46" dirty="0">
                <a:latin typeface="Times New Roman"/>
                <a:cs typeface="Times New Roman"/>
              </a:rPr>
              <a:t>k</a:t>
            </a:r>
            <a:r>
              <a:rPr sz="2760" spc="-58" dirty="0">
                <a:latin typeface="Times New Roman"/>
                <a:cs typeface="Times New Roman"/>
              </a:rPr>
              <a:t>y</a:t>
            </a:r>
            <a:r>
              <a:rPr sz="2760" dirty="0">
                <a:latin typeface="Times New Roman"/>
                <a:cs typeface="Times New Roman"/>
              </a:rPr>
              <a:t>. R</a:t>
            </a:r>
            <a:r>
              <a:rPr sz="2760" spc="-12" dirty="0">
                <a:latin typeface="Times New Roman"/>
                <a:cs typeface="Times New Roman"/>
              </a:rPr>
              <a:t>ea</a:t>
            </a:r>
            <a:r>
              <a:rPr sz="2760" dirty="0">
                <a:latin typeface="Times New Roman"/>
                <a:cs typeface="Times New Roman"/>
              </a:rPr>
              <a:t>di</a:t>
            </a:r>
            <a:r>
              <a:rPr sz="2760" spc="23" dirty="0">
                <a:latin typeface="Times New Roman"/>
                <a:cs typeface="Times New Roman"/>
              </a:rPr>
              <a:t>n</a:t>
            </a:r>
            <a:r>
              <a:rPr sz="2760" dirty="0">
                <a:latin typeface="Times New Roman"/>
                <a:cs typeface="Times New Roman"/>
              </a:rPr>
              <a:t>g</a:t>
            </a:r>
            <a:r>
              <a:rPr sz="2760" spc="-35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inf</a:t>
            </a:r>
            <a:r>
              <a:rPr sz="2760" spc="12" dirty="0">
                <a:latin typeface="Times New Roman"/>
                <a:cs typeface="Times New Roman"/>
              </a:rPr>
              <a:t>o</a:t>
            </a:r>
            <a:r>
              <a:rPr sz="2760" dirty="0">
                <a:latin typeface="Times New Roman"/>
                <a:cs typeface="Times New Roman"/>
              </a:rPr>
              <a:t>rm</a:t>
            </a:r>
            <a:r>
              <a:rPr sz="2760" spc="-23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tion f</a:t>
            </a:r>
            <a:r>
              <a:rPr sz="2760" spc="-23" dirty="0">
                <a:latin typeface="Times New Roman"/>
                <a:cs typeface="Times New Roman"/>
              </a:rPr>
              <a:t>r</a:t>
            </a:r>
            <a:r>
              <a:rPr sz="2760" dirty="0">
                <a:latin typeface="Times New Roman"/>
                <a:cs typeface="Times New Roman"/>
              </a:rPr>
              <a:t>om w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bsit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s </a:t>
            </a:r>
            <a:r>
              <a:rPr sz="2760" spc="58" dirty="0">
                <a:latin typeface="Times New Roman"/>
                <a:cs typeface="Times New Roman"/>
              </a:rPr>
              <a:t>t</a:t>
            </a:r>
            <a:r>
              <a:rPr sz="2760" spc="-35" dirty="0">
                <a:latin typeface="Times New Roman"/>
                <a:cs typeface="Times New Roman"/>
              </a:rPr>
              <a:t>y</a:t>
            </a:r>
            <a:r>
              <a:rPr sz="2760" dirty="0">
                <a:latin typeface="Times New Roman"/>
                <a:cs typeface="Times New Roman"/>
              </a:rPr>
              <a:t>pic</a:t>
            </a:r>
            <a:r>
              <a:rPr sz="2760" spc="-23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l</a:t>
            </a:r>
            <a:r>
              <a:rPr sz="2760" spc="35" dirty="0">
                <a:latin typeface="Times New Roman"/>
                <a:cs typeface="Times New Roman"/>
              </a:rPr>
              <a:t>l</a:t>
            </a:r>
            <a:r>
              <a:rPr sz="2760" dirty="0">
                <a:latin typeface="Times New Roman"/>
                <a:cs typeface="Times New Roman"/>
              </a:rPr>
              <a:t>y</a:t>
            </a:r>
            <a:r>
              <a:rPr sz="2760" spc="-58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i</a:t>
            </a:r>
            <a:r>
              <a:rPr sz="2760" spc="35" dirty="0">
                <a:latin typeface="Times New Roman"/>
                <a:cs typeface="Times New Roman"/>
              </a:rPr>
              <a:t>n</a:t>
            </a:r>
            <a:r>
              <a:rPr sz="2760" dirty="0">
                <a:latin typeface="Times New Roman"/>
                <a:cs typeface="Times New Roman"/>
              </a:rPr>
              <a:t>volves parsing</a:t>
            </a:r>
            <a:r>
              <a:rPr sz="2760" spc="-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a</a:t>
            </a:r>
            <a:r>
              <a:rPr sz="2760" spc="-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lot of st</a:t>
            </a:r>
            <a:r>
              <a:rPr sz="2760" spc="-12" dirty="0">
                <a:latin typeface="Times New Roman"/>
                <a:cs typeface="Times New Roman"/>
              </a:rPr>
              <a:t>r</a:t>
            </a:r>
            <a:r>
              <a:rPr sz="2760" dirty="0">
                <a:latin typeface="Times New Roman"/>
                <a:cs typeface="Times New Roman"/>
              </a:rPr>
              <a:t>in</a:t>
            </a:r>
            <a:r>
              <a:rPr sz="2760" spc="-23" dirty="0">
                <a:latin typeface="Times New Roman"/>
                <a:cs typeface="Times New Roman"/>
              </a:rPr>
              <a:t>g</a:t>
            </a:r>
            <a:r>
              <a:rPr sz="2760" dirty="0">
                <a:latin typeface="Times New Roman"/>
                <a:cs typeface="Times New Roman"/>
              </a:rPr>
              <a:t>s.</a:t>
            </a:r>
          </a:p>
          <a:p>
            <a:pPr marL="29219" algn="just">
              <a:spcBef>
                <a:spcPts val="1024"/>
              </a:spcBef>
            </a:pPr>
            <a:r>
              <a:rPr sz="2760" spc="12" dirty="0">
                <a:latin typeface="Times New Roman"/>
                <a:cs typeface="Times New Roman"/>
              </a:rPr>
              <a:t>W</a:t>
            </a:r>
            <a:r>
              <a:rPr sz="2760" dirty="0">
                <a:latin typeface="Times New Roman"/>
                <a:cs typeface="Times New Roman"/>
              </a:rPr>
              <a:t>e</a:t>
            </a:r>
            <a:r>
              <a:rPr sz="2760" spc="92" dirty="0">
                <a:latin typeface="Times New Roman"/>
                <a:cs typeface="Times New Roman"/>
              </a:rPr>
              <a:t> </a:t>
            </a:r>
            <a:r>
              <a:rPr sz="2760" spc="-12" dirty="0">
                <a:latin typeface="Times New Roman"/>
                <a:cs typeface="Times New Roman"/>
              </a:rPr>
              <a:t>ca</a:t>
            </a:r>
            <a:r>
              <a:rPr sz="2760" dirty="0">
                <a:latin typeface="Times New Roman"/>
                <a:cs typeface="Times New Roman"/>
              </a:rPr>
              <a:t>n</a:t>
            </a:r>
            <a:r>
              <a:rPr sz="2760" spc="104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w</a:t>
            </a:r>
            <a:r>
              <a:rPr sz="2760" spc="-23" dirty="0">
                <a:latin typeface="Times New Roman"/>
                <a:cs typeface="Times New Roman"/>
              </a:rPr>
              <a:t>r</a:t>
            </a:r>
            <a:r>
              <a:rPr sz="2760" dirty="0">
                <a:latin typeface="Times New Roman"/>
                <a:cs typeface="Times New Roman"/>
              </a:rPr>
              <a:t>ite</a:t>
            </a:r>
            <a:r>
              <a:rPr sz="2760" spc="115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some</a:t>
            </a:r>
            <a:r>
              <a:rPr sz="2760" spc="104" dirty="0">
                <a:latin typeface="Times New Roman"/>
                <a:cs typeface="Times New Roman"/>
              </a:rPr>
              <a:t> </a:t>
            </a:r>
            <a:r>
              <a:rPr sz="2760" spc="-12" dirty="0">
                <a:latin typeface="Times New Roman"/>
                <a:cs typeface="Times New Roman"/>
              </a:rPr>
              <a:t>c</a:t>
            </a:r>
            <a:r>
              <a:rPr sz="2760" dirty="0">
                <a:latin typeface="Times New Roman"/>
                <a:cs typeface="Times New Roman"/>
              </a:rPr>
              <a:t>o</a:t>
            </a:r>
            <a:r>
              <a:rPr sz="2760" spc="23" dirty="0">
                <a:latin typeface="Times New Roman"/>
                <a:cs typeface="Times New Roman"/>
              </a:rPr>
              <a:t>d</a:t>
            </a:r>
            <a:r>
              <a:rPr sz="2760" dirty="0">
                <a:latin typeface="Times New Roman"/>
                <a:cs typeface="Times New Roman"/>
              </a:rPr>
              <a:t>e</a:t>
            </a:r>
            <a:r>
              <a:rPr sz="2760" spc="115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to</a:t>
            </a:r>
            <a:r>
              <a:rPr sz="2760" spc="104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r</a:t>
            </a:r>
            <a:r>
              <a:rPr sz="2760" spc="-23" dirty="0">
                <a:latin typeface="Times New Roman"/>
                <a:cs typeface="Times New Roman"/>
              </a:rPr>
              <a:t>e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d</a:t>
            </a:r>
            <a:r>
              <a:rPr sz="2760" spc="104" dirty="0">
                <a:latin typeface="Times New Roman"/>
                <a:cs typeface="Times New Roman"/>
              </a:rPr>
              <a:t> </a:t>
            </a:r>
            <a:r>
              <a:rPr sz="2760" spc="12" dirty="0">
                <a:latin typeface="Times New Roman"/>
                <a:cs typeface="Times New Roman"/>
              </a:rPr>
              <a:t>T</a:t>
            </a:r>
            <a:r>
              <a:rPr sz="2760" dirty="0">
                <a:latin typeface="Times New Roman"/>
                <a:cs typeface="Times New Roman"/>
              </a:rPr>
              <a:t>witt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r</a:t>
            </a:r>
            <a:r>
              <a:rPr sz="2760" spc="9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mess</a:t>
            </a:r>
            <a:r>
              <a:rPr sz="2760" spc="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g</a:t>
            </a:r>
            <a:r>
              <a:rPr sz="2760" spc="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s</a:t>
            </a:r>
            <a:r>
              <a:rPr sz="2760" spc="104" dirty="0">
                <a:latin typeface="Times New Roman"/>
                <a:cs typeface="Times New Roman"/>
              </a:rPr>
              <a:t> 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nd</a:t>
            </a:r>
            <a:r>
              <a:rPr sz="2760" spc="104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su</a:t>
            </a:r>
            <a:r>
              <a:rPr sz="2760" spc="-12" dirty="0">
                <a:latin typeface="Times New Roman"/>
                <a:cs typeface="Times New Roman"/>
              </a:rPr>
              <a:t>c</a:t>
            </a:r>
            <a:r>
              <a:rPr sz="2760" dirty="0">
                <a:latin typeface="Times New Roman"/>
                <a:cs typeface="Times New Roman"/>
              </a:rPr>
              <a:t>h</a:t>
            </a:r>
            <a:r>
              <a:rPr sz="2760" spc="127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a</a:t>
            </a:r>
            <a:r>
              <a:rPr sz="2760" spc="92" dirty="0">
                <a:latin typeface="Times New Roman"/>
                <a:cs typeface="Times New Roman"/>
              </a:rPr>
              <a:t> </a:t>
            </a:r>
            <a:r>
              <a:rPr sz="2760" spc="-12" dirty="0">
                <a:latin typeface="Times New Roman"/>
                <a:cs typeface="Times New Roman"/>
              </a:rPr>
              <a:t>c</a:t>
            </a:r>
            <a:r>
              <a:rPr sz="2760" dirty="0">
                <a:latin typeface="Times New Roman"/>
                <a:cs typeface="Times New Roman"/>
              </a:rPr>
              <a:t>o</a:t>
            </a:r>
            <a:r>
              <a:rPr sz="2760" spc="23" dirty="0">
                <a:latin typeface="Times New Roman"/>
                <a:cs typeface="Times New Roman"/>
              </a:rPr>
              <a:t>d</a:t>
            </a:r>
            <a:r>
              <a:rPr sz="2760" dirty="0">
                <a:latin typeface="Times New Roman"/>
                <a:cs typeface="Times New Roman"/>
              </a:rPr>
              <a:t>e</a:t>
            </a:r>
            <a:r>
              <a:rPr sz="2760" spc="92" dirty="0">
                <a:latin typeface="Times New Roman"/>
                <a:cs typeface="Times New Roman"/>
              </a:rPr>
              <a:t> 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l</a:t>
            </a:r>
            <a:r>
              <a:rPr sz="2760" spc="12" dirty="0">
                <a:latin typeface="Times New Roman"/>
                <a:cs typeface="Times New Roman"/>
              </a:rPr>
              <a:t>r</a:t>
            </a:r>
            <a:r>
              <a:rPr sz="2760" spc="-12" dirty="0">
                <a:latin typeface="Times New Roman"/>
                <a:cs typeface="Times New Roman"/>
              </a:rPr>
              <a:t>ea</a:t>
            </a:r>
            <a:r>
              <a:rPr sz="2760" spc="23" dirty="0">
                <a:latin typeface="Times New Roman"/>
                <a:cs typeface="Times New Roman"/>
              </a:rPr>
              <a:t>d</a:t>
            </a:r>
            <a:r>
              <a:rPr sz="2760" dirty="0">
                <a:latin typeface="Times New Roman"/>
                <a:cs typeface="Times New Roman"/>
              </a:rPr>
              <a:t>y</a:t>
            </a:r>
            <a:r>
              <a:rPr sz="2760" spc="69" dirty="0">
                <a:latin typeface="Times New Roman"/>
                <a:cs typeface="Times New Roman"/>
              </a:rPr>
              <a:t> 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spc="23" dirty="0">
                <a:latin typeface="Times New Roman"/>
                <a:cs typeface="Times New Roman"/>
              </a:rPr>
              <a:t>x</a:t>
            </a:r>
            <a:r>
              <a:rPr sz="2760" dirty="0">
                <a:latin typeface="Times New Roman"/>
                <a:cs typeface="Times New Roman"/>
              </a:rPr>
              <a:t>ists</a:t>
            </a:r>
            <a:r>
              <a:rPr sz="2760" spc="104" dirty="0">
                <a:latin typeface="Times New Roman"/>
                <a:cs typeface="Times New Roman"/>
              </a:rPr>
              <a:t> 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s</a:t>
            </a:r>
            <a:r>
              <a:rPr sz="2760" spc="104" dirty="0">
                <a:latin typeface="Times New Roman"/>
                <a:cs typeface="Times New Roman"/>
              </a:rPr>
              <a:t> 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n</a:t>
            </a:r>
            <a:r>
              <a:rPr sz="2760" spc="127" dirty="0">
                <a:latin typeface="Times New Roman"/>
                <a:cs typeface="Times New Roman"/>
              </a:rPr>
              <a:t> 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spc="23" dirty="0">
                <a:latin typeface="Times New Roman"/>
                <a:cs typeface="Times New Roman"/>
              </a:rPr>
              <a:t>x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mple</a:t>
            </a:r>
          </a:p>
          <a:p>
            <a:pPr marL="29219" algn="just">
              <a:spcBef>
                <a:spcPts val="1461"/>
              </a:spcBef>
            </a:pPr>
            <a:r>
              <a:rPr sz="2760" dirty="0">
                <a:latin typeface="Times New Roman"/>
                <a:cs typeface="Times New Roman"/>
              </a:rPr>
              <a:t>within the 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rduino p</a:t>
            </a:r>
            <a:r>
              <a:rPr sz="2760" spc="-12" dirty="0">
                <a:latin typeface="Times New Roman"/>
                <a:cs typeface="Times New Roman"/>
              </a:rPr>
              <a:t>r</a:t>
            </a:r>
            <a:r>
              <a:rPr sz="2760" dirty="0">
                <a:latin typeface="Times New Roman"/>
                <a:cs typeface="Times New Roman"/>
              </a:rPr>
              <a:t>og</a:t>
            </a:r>
            <a:r>
              <a:rPr sz="2760" spc="12" dirty="0">
                <a:latin typeface="Times New Roman"/>
                <a:cs typeface="Times New Roman"/>
              </a:rPr>
              <a:t>r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mm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r.</a:t>
            </a:r>
          </a:p>
          <a:p>
            <a:pPr marL="29219" algn="just">
              <a:spcBef>
                <a:spcPts val="1438"/>
              </a:spcBef>
            </a:pPr>
            <a:r>
              <a:rPr sz="2760" spc="12" dirty="0">
                <a:latin typeface="Times New Roman"/>
                <a:cs typeface="Times New Roman"/>
              </a:rPr>
              <a:t>W</a:t>
            </a:r>
            <a:r>
              <a:rPr sz="2760" dirty="0">
                <a:latin typeface="Times New Roman"/>
                <a:cs typeface="Times New Roman"/>
              </a:rPr>
              <a:t>e</a:t>
            </a:r>
            <a:r>
              <a:rPr sz="2760" spc="-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will w</a:t>
            </a:r>
            <a:r>
              <a:rPr sz="2760" spc="-23" dirty="0">
                <a:latin typeface="Times New Roman"/>
                <a:cs typeface="Times New Roman"/>
              </a:rPr>
              <a:t>r</a:t>
            </a:r>
            <a:r>
              <a:rPr sz="2760" dirty="0">
                <a:latin typeface="Times New Roman"/>
                <a:cs typeface="Times New Roman"/>
              </a:rPr>
              <a:t>ite</a:t>
            </a:r>
            <a:r>
              <a:rPr sz="2760" spc="-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a</a:t>
            </a:r>
            <a:r>
              <a:rPr sz="2760" spc="-12" dirty="0">
                <a:latin typeface="Times New Roman"/>
                <a:cs typeface="Times New Roman"/>
              </a:rPr>
              <a:t> c</a:t>
            </a:r>
            <a:r>
              <a:rPr sz="2760" dirty="0">
                <a:latin typeface="Times New Roman"/>
                <a:cs typeface="Times New Roman"/>
              </a:rPr>
              <a:t>ode</a:t>
            </a:r>
            <a:r>
              <a:rPr sz="2760" spc="-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to </a:t>
            </a:r>
            <a:r>
              <a:rPr sz="2760" spc="35" dirty="0">
                <a:latin typeface="Times New Roman"/>
                <a:cs typeface="Times New Roman"/>
              </a:rPr>
              <a:t>t</a:t>
            </a:r>
            <a:r>
              <a:rPr sz="2760" dirty="0">
                <a:latin typeface="Times New Roman"/>
                <a:cs typeface="Times New Roman"/>
              </a:rPr>
              <a:t>urn </a:t>
            </a:r>
            <a:r>
              <a:rPr sz="2760" spc="-12" dirty="0">
                <a:latin typeface="Times New Roman"/>
                <a:cs typeface="Times New Roman"/>
              </a:rPr>
              <a:t>o</a:t>
            </a:r>
            <a:r>
              <a:rPr sz="2760" dirty="0">
                <a:latin typeface="Times New Roman"/>
                <a:cs typeface="Times New Roman"/>
              </a:rPr>
              <a:t>n 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n</a:t>
            </a:r>
            <a:r>
              <a:rPr sz="2760" spc="23" dirty="0">
                <a:latin typeface="Times New Roman"/>
                <a:cs typeface="Times New Roman"/>
              </a:rPr>
              <a:t> </a:t>
            </a:r>
            <a:r>
              <a:rPr sz="2760" spc="-35" dirty="0">
                <a:latin typeface="Times New Roman"/>
                <a:cs typeface="Times New Roman"/>
              </a:rPr>
              <a:t>L</a:t>
            </a:r>
            <a:r>
              <a:rPr sz="2760" dirty="0">
                <a:latin typeface="Times New Roman"/>
                <a:cs typeface="Times New Roman"/>
              </a:rPr>
              <a:t>ED</a:t>
            </a:r>
            <a:r>
              <a:rPr sz="2760" spc="-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if</a:t>
            </a:r>
            <a:r>
              <a:rPr sz="2760" spc="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a</a:t>
            </a:r>
            <a:r>
              <a:rPr sz="2760" spc="-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sp</a:t>
            </a:r>
            <a:r>
              <a:rPr sz="2760" spc="-12" dirty="0">
                <a:latin typeface="Times New Roman"/>
                <a:cs typeface="Times New Roman"/>
              </a:rPr>
              <a:t>ec</a:t>
            </a:r>
            <a:r>
              <a:rPr sz="2760" spc="23" dirty="0">
                <a:latin typeface="Times New Roman"/>
                <a:cs typeface="Times New Roman"/>
              </a:rPr>
              <a:t>i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l m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ss</a:t>
            </a:r>
            <a:r>
              <a:rPr sz="2760" spc="12" dirty="0">
                <a:latin typeface="Times New Roman"/>
                <a:cs typeface="Times New Roman"/>
              </a:rPr>
              <a:t>a</a:t>
            </a:r>
            <a:r>
              <a:rPr sz="2760" spc="-35" dirty="0">
                <a:latin typeface="Times New Roman"/>
                <a:cs typeface="Times New Roman"/>
              </a:rPr>
              <a:t>g</a:t>
            </a:r>
            <a:r>
              <a:rPr sz="2760" dirty="0">
                <a:latin typeface="Times New Roman"/>
                <a:cs typeface="Times New Roman"/>
              </a:rPr>
              <a:t>e</a:t>
            </a:r>
            <a:r>
              <a:rPr sz="2760" spc="-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is r</a:t>
            </a:r>
            <a:r>
              <a:rPr sz="2760" spc="12" dirty="0">
                <a:latin typeface="Times New Roman"/>
                <a:cs typeface="Times New Roman"/>
              </a:rPr>
              <a:t>e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d.</a:t>
            </a:r>
          </a:p>
          <a:p>
            <a:pPr marL="29219" marR="11688" algn="just">
              <a:lnSpc>
                <a:spcPct val="143300"/>
              </a:lnSpc>
              <a:spcBef>
                <a:spcPts val="23"/>
              </a:spcBef>
            </a:pPr>
            <a:r>
              <a:rPr sz="2760" dirty="0">
                <a:latin typeface="Times New Roman"/>
                <a:cs typeface="Times New Roman"/>
              </a:rPr>
              <a:t>To</a:t>
            </a:r>
            <a:r>
              <a:rPr sz="2760" spc="207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make</a:t>
            </a:r>
            <a:r>
              <a:rPr sz="2760" spc="196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this</a:t>
            </a:r>
            <a:r>
              <a:rPr sz="2760" spc="219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wo</a:t>
            </a:r>
            <a:r>
              <a:rPr sz="2760" spc="-23" dirty="0">
                <a:latin typeface="Times New Roman"/>
                <a:cs typeface="Times New Roman"/>
              </a:rPr>
              <a:t>r</a:t>
            </a:r>
            <a:r>
              <a:rPr sz="2760" dirty="0">
                <a:latin typeface="Times New Roman"/>
                <a:cs typeface="Times New Roman"/>
              </a:rPr>
              <a:t>k</a:t>
            </a:r>
            <a:r>
              <a:rPr sz="2760" spc="207" dirty="0">
                <a:latin typeface="Times New Roman"/>
                <a:cs typeface="Times New Roman"/>
              </a:rPr>
              <a:t> </a:t>
            </a:r>
            <a:r>
              <a:rPr sz="2760" spc="-12" dirty="0">
                <a:latin typeface="Times New Roman"/>
                <a:cs typeface="Times New Roman"/>
              </a:rPr>
              <a:t>c</a:t>
            </a:r>
            <a:r>
              <a:rPr sz="2760" dirty="0">
                <a:latin typeface="Times New Roman"/>
                <a:cs typeface="Times New Roman"/>
              </a:rPr>
              <a:t>onn</a:t>
            </a:r>
            <a:r>
              <a:rPr sz="2760" spc="-12" dirty="0">
                <a:latin typeface="Times New Roman"/>
                <a:cs typeface="Times New Roman"/>
              </a:rPr>
              <a:t>ec</a:t>
            </a:r>
            <a:r>
              <a:rPr sz="2760" dirty="0">
                <a:latin typeface="Times New Roman"/>
                <a:cs typeface="Times New Roman"/>
              </a:rPr>
              <a:t>t</a:t>
            </a:r>
            <a:r>
              <a:rPr sz="2760" spc="219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the</a:t>
            </a:r>
            <a:r>
              <a:rPr sz="2760" spc="230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positive</a:t>
            </a:r>
            <a:r>
              <a:rPr sz="2760" spc="207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le</a:t>
            </a:r>
            <a:r>
              <a:rPr sz="2760" spc="-23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d</a:t>
            </a:r>
            <a:r>
              <a:rPr sz="2760" spc="207" dirty="0">
                <a:latin typeface="Times New Roman"/>
                <a:cs typeface="Times New Roman"/>
              </a:rPr>
              <a:t> 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n</a:t>
            </a:r>
            <a:r>
              <a:rPr sz="2760" spc="207" dirty="0">
                <a:latin typeface="Times New Roman"/>
                <a:cs typeface="Times New Roman"/>
              </a:rPr>
              <a:t> </a:t>
            </a:r>
            <a:r>
              <a:rPr sz="2760" spc="-35" dirty="0">
                <a:latin typeface="Times New Roman"/>
                <a:cs typeface="Times New Roman"/>
              </a:rPr>
              <a:t>L</a:t>
            </a:r>
            <a:r>
              <a:rPr sz="2760" dirty="0">
                <a:latin typeface="Times New Roman"/>
                <a:cs typeface="Times New Roman"/>
              </a:rPr>
              <a:t>ED</a:t>
            </a:r>
            <a:r>
              <a:rPr sz="2760" spc="207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to</a:t>
            </a:r>
            <a:r>
              <a:rPr sz="2760" spc="219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pin</a:t>
            </a:r>
            <a:r>
              <a:rPr sz="2760" spc="219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D2,</a:t>
            </a:r>
            <a:r>
              <a:rPr sz="2760" spc="207" dirty="0">
                <a:latin typeface="Times New Roman"/>
                <a:cs typeface="Times New Roman"/>
              </a:rPr>
              <a:t> 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nd</a:t>
            </a:r>
            <a:r>
              <a:rPr sz="2760" spc="207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the</a:t>
            </a:r>
            <a:r>
              <a:rPr sz="2760" spc="207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n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g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tive</a:t>
            </a:r>
            <a:r>
              <a:rPr sz="2760" spc="207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le</a:t>
            </a:r>
            <a:r>
              <a:rPr sz="2760" spc="-23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d</a:t>
            </a:r>
            <a:r>
              <a:rPr sz="2760" spc="207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in</a:t>
            </a:r>
            <a:r>
              <a:rPr sz="2760" spc="219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s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ri</a:t>
            </a:r>
            <a:r>
              <a:rPr sz="2760" spc="-23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s with a 220 ohm </a:t>
            </a:r>
            <a:r>
              <a:rPr sz="2760" spc="-12" dirty="0">
                <a:latin typeface="Times New Roman"/>
                <a:cs typeface="Times New Roman"/>
              </a:rPr>
              <a:t>re</a:t>
            </a:r>
            <a:r>
              <a:rPr sz="2760" dirty="0">
                <a:latin typeface="Times New Roman"/>
                <a:cs typeface="Times New Roman"/>
              </a:rPr>
              <a:t>sistor to </a:t>
            </a:r>
            <a:r>
              <a:rPr sz="2760" spc="-35" dirty="0">
                <a:latin typeface="Times New Roman"/>
                <a:cs typeface="Times New Roman"/>
              </a:rPr>
              <a:t>g</a:t>
            </a:r>
            <a:r>
              <a:rPr sz="2760" dirty="0">
                <a:latin typeface="Times New Roman"/>
                <a:cs typeface="Times New Roman"/>
              </a:rPr>
              <a:t>roun</a:t>
            </a:r>
            <a:r>
              <a:rPr sz="2760" spc="-12" dirty="0">
                <a:latin typeface="Times New Roman"/>
                <a:cs typeface="Times New Roman"/>
              </a:rPr>
              <a:t>d</a:t>
            </a:r>
            <a:r>
              <a:rPr sz="2760" dirty="0">
                <a:latin typeface="Times New Roman"/>
                <a:cs typeface="Times New Roman"/>
              </a:rPr>
              <a:t>.</a:t>
            </a:r>
          </a:p>
          <a:p>
            <a:pPr marL="29219" marR="2233784" algn="just">
              <a:lnSpc>
                <a:spcPct val="143300"/>
              </a:lnSpc>
              <a:spcBef>
                <a:spcPts val="35"/>
              </a:spcBef>
            </a:pPr>
            <a:r>
              <a:rPr sz="2760" dirty="0">
                <a:latin typeface="Times New Roman"/>
                <a:cs typeface="Times New Roman"/>
              </a:rPr>
              <a:t>Don</a:t>
            </a:r>
            <a:r>
              <a:rPr sz="2760" spc="-35" dirty="0">
                <a:latin typeface="Times New Roman"/>
                <a:cs typeface="Times New Roman"/>
              </a:rPr>
              <a:t>'</a:t>
            </a:r>
            <a:r>
              <a:rPr sz="2760" dirty="0">
                <a:latin typeface="Times New Roman"/>
                <a:cs typeface="Times New Roman"/>
              </a:rPr>
              <a:t>t f</a:t>
            </a:r>
            <a:r>
              <a:rPr sz="2760" spc="12" dirty="0">
                <a:latin typeface="Times New Roman"/>
                <a:cs typeface="Times New Roman"/>
              </a:rPr>
              <a:t>or</a:t>
            </a:r>
            <a:r>
              <a:rPr sz="2760" spc="-35" dirty="0">
                <a:latin typeface="Times New Roman"/>
                <a:cs typeface="Times New Roman"/>
              </a:rPr>
              <a:t>g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t to 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nter</a:t>
            </a:r>
            <a:r>
              <a:rPr sz="2760" spc="35" dirty="0">
                <a:latin typeface="Times New Roman"/>
                <a:cs typeface="Times New Roman"/>
              </a:rPr>
              <a:t> </a:t>
            </a:r>
            <a:r>
              <a:rPr sz="2760" spc="-58" dirty="0">
                <a:latin typeface="Times New Roman"/>
                <a:cs typeface="Times New Roman"/>
              </a:rPr>
              <a:t>y</a:t>
            </a:r>
            <a:r>
              <a:rPr sz="2760" spc="23" dirty="0">
                <a:latin typeface="Times New Roman"/>
                <a:cs typeface="Times New Roman"/>
              </a:rPr>
              <a:t>o</a:t>
            </a:r>
            <a:r>
              <a:rPr sz="2760" dirty="0">
                <a:latin typeface="Times New Roman"/>
                <a:cs typeface="Times New Roman"/>
              </a:rPr>
              <a:t>ur</a:t>
            </a:r>
            <a:r>
              <a:rPr sz="2760" spc="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own</a:t>
            </a:r>
            <a:r>
              <a:rPr sz="2760" spc="12" dirty="0">
                <a:latin typeface="Times New Roman"/>
                <a:cs typeface="Times New Roman"/>
              </a:rPr>
              <a:t> </a:t>
            </a:r>
            <a:r>
              <a:rPr sz="2760" spc="-69" dirty="0">
                <a:latin typeface="Times New Roman"/>
                <a:cs typeface="Times New Roman"/>
              </a:rPr>
              <a:t>I</a:t>
            </a:r>
            <a:r>
              <a:rPr sz="2760" dirty="0">
                <a:latin typeface="Times New Roman"/>
                <a:cs typeface="Times New Roman"/>
              </a:rPr>
              <a:t>P</a:t>
            </a:r>
            <a:r>
              <a:rPr sz="2760" spc="23" dirty="0">
                <a:latin typeface="Times New Roman"/>
                <a:cs typeface="Times New Roman"/>
              </a:rPr>
              <a:t> 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ddr</a:t>
            </a:r>
            <a:r>
              <a:rPr sz="2760" spc="-23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ss into the</a:t>
            </a:r>
            <a:r>
              <a:rPr sz="2760" spc="12" dirty="0">
                <a:latin typeface="Times New Roman"/>
                <a:cs typeface="Times New Roman"/>
              </a:rPr>
              <a:t> </a:t>
            </a:r>
            <a:r>
              <a:rPr sz="2760" spc="-12" dirty="0">
                <a:latin typeface="Times New Roman"/>
                <a:cs typeface="Times New Roman"/>
              </a:rPr>
              <a:t>c</a:t>
            </a:r>
            <a:r>
              <a:rPr sz="2760" dirty="0">
                <a:latin typeface="Times New Roman"/>
                <a:cs typeface="Times New Roman"/>
              </a:rPr>
              <a:t>ode</a:t>
            </a:r>
            <a:r>
              <a:rPr sz="2760" spc="-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b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low, </a:t>
            </a:r>
            <a:r>
              <a:rPr sz="2760" spc="23" dirty="0">
                <a:latin typeface="Times New Roman"/>
                <a:cs typeface="Times New Roman"/>
              </a:rPr>
              <a:t>o</a:t>
            </a:r>
            <a:r>
              <a:rPr sz="2760" dirty="0">
                <a:latin typeface="Times New Roman"/>
                <a:cs typeface="Times New Roman"/>
              </a:rPr>
              <a:t>r it will not</a:t>
            </a:r>
            <a:r>
              <a:rPr sz="2760" spc="-23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wo</a:t>
            </a:r>
            <a:r>
              <a:rPr sz="2760" spc="-23" dirty="0">
                <a:latin typeface="Times New Roman"/>
                <a:cs typeface="Times New Roman"/>
              </a:rPr>
              <a:t>r</a:t>
            </a:r>
            <a:r>
              <a:rPr sz="2760" dirty="0">
                <a:latin typeface="Times New Roman"/>
                <a:cs typeface="Times New Roman"/>
              </a:rPr>
              <a:t>k. H</a:t>
            </a:r>
            <a:r>
              <a:rPr sz="2760" spc="-23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re</a:t>
            </a:r>
            <a:r>
              <a:rPr sz="2760" spc="-23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is</a:t>
            </a:r>
            <a:r>
              <a:rPr lang="en-US" sz="2760" dirty="0">
                <a:latin typeface="Times New Roman"/>
                <a:cs typeface="Times New Roman"/>
              </a:rPr>
              <a:t> t</a:t>
            </a:r>
            <a:r>
              <a:rPr sz="2760" dirty="0">
                <a:latin typeface="Times New Roman"/>
                <a:cs typeface="Times New Roman"/>
              </a:rPr>
              <a:t>he</a:t>
            </a:r>
            <a:r>
              <a:rPr sz="2760" spc="12" dirty="0">
                <a:latin typeface="Times New Roman"/>
                <a:cs typeface="Times New Roman"/>
              </a:rPr>
              <a:t> </a:t>
            </a:r>
            <a:r>
              <a:rPr sz="2760" spc="-12" dirty="0">
                <a:latin typeface="Times New Roman"/>
                <a:cs typeface="Times New Roman"/>
              </a:rPr>
              <a:t>c</a:t>
            </a:r>
            <a:r>
              <a:rPr sz="2760" dirty="0">
                <a:latin typeface="Times New Roman"/>
                <a:cs typeface="Times New Roman"/>
              </a:rPr>
              <a:t>od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:</a:t>
            </a:r>
            <a:endParaRPr lang="en-US" sz="2760" dirty="0">
              <a:latin typeface="Times New Roman"/>
              <a:cs typeface="Times New Roman"/>
            </a:endParaRPr>
          </a:p>
          <a:p>
            <a:pPr marL="29219" algn="just"/>
            <a:r>
              <a:rPr lang="en-US" sz="2760" spc="-12" dirty="0">
                <a:latin typeface="Times New Roman"/>
                <a:cs typeface="Times New Roman"/>
              </a:rPr>
              <a:t> &lt;</a:t>
            </a:r>
            <a:r>
              <a:rPr lang="en-US" sz="2760" dirty="0">
                <a:latin typeface="Times New Roman"/>
                <a:cs typeface="Times New Roman"/>
              </a:rPr>
              <a:t>pr</a:t>
            </a:r>
            <a:r>
              <a:rPr lang="en-US" sz="2760" spc="-23" dirty="0">
                <a:latin typeface="Times New Roman"/>
                <a:cs typeface="Times New Roman"/>
              </a:rPr>
              <a:t>e</a:t>
            </a:r>
            <a:r>
              <a:rPr lang="en-US" sz="2760" spc="-12" dirty="0">
                <a:latin typeface="Times New Roman"/>
                <a:cs typeface="Times New Roman"/>
              </a:rPr>
              <a:t>&gt;</a:t>
            </a:r>
          </a:p>
          <a:p>
            <a:pPr marL="29219" algn="just"/>
            <a:r>
              <a:rPr lang="en-US" sz="2760" dirty="0">
                <a:latin typeface="Times New Roman"/>
                <a:cs typeface="Times New Roman"/>
              </a:rPr>
              <a:t>/*</a:t>
            </a:r>
          </a:p>
          <a:p>
            <a:pPr marL="204532" algn="just">
              <a:spcBef>
                <a:spcPts val="1461"/>
              </a:spcBef>
            </a:pPr>
            <a:r>
              <a:rPr lang="en-US" sz="2760" dirty="0">
                <a:latin typeface="Times New Roman"/>
                <a:cs typeface="Times New Roman"/>
              </a:rPr>
              <a:t>T</a:t>
            </a:r>
            <a:r>
              <a:rPr lang="en-US" sz="2760" spc="-12" dirty="0">
                <a:latin typeface="Times New Roman"/>
                <a:cs typeface="Times New Roman"/>
              </a:rPr>
              <a:t>w</a:t>
            </a:r>
            <a:r>
              <a:rPr lang="en-US" sz="2760" dirty="0">
                <a:latin typeface="Times New Roman"/>
                <a:cs typeface="Times New Roman"/>
              </a:rPr>
              <a:t>itter</a:t>
            </a:r>
            <a:r>
              <a:rPr lang="en-US" sz="2760" spc="-23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Cli</a:t>
            </a:r>
            <a:r>
              <a:rPr lang="en-US" sz="2760" spc="-12" dirty="0">
                <a:latin typeface="Times New Roman"/>
                <a:cs typeface="Times New Roman"/>
              </a:rPr>
              <a:t>e</a:t>
            </a:r>
            <a:r>
              <a:rPr lang="en-US" sz="2760" dirty="0">
                <a:latin typeface="Times New Roman"/>
                <a:cs typeface="Times New Roman"/>
              </a:rPr>
              <a:t>nt with Str</a:t>
            </a:r>
            <a:r>
              <a:rPr lang="en-US" sz="2760" spc="-35" dirty="0">
                <a:latin typeface="Times New Roman"/>
                <a:cs typeface="Times New Roman"/>
              </a:rPr>
              <a:t>i</a:t>
            </a:r>
            <a:r>
              <a:rPr lang="en-US" sz="2760" dirty="0">
                <a:latin typeface="Times New Roman"/>
                <a:cs typeface="Times New Roman"/>
              </a:rPr>
              <a:t>n</a:t>
            </a:r>
            <a:r>
              <a:rPr lang="en-US" sz="2760" spc="-35" dirty="0">
                <a:latin typeface="Times New Roman"/>
                <a:cs typeface="Times New Roman"/>
              </a:rPr>
              <a:t>g</a:t>
            </a:r>
            <a:r>
              <a:rPr lang="en-US" sz="2760" dirty="0">
                <a:latin typeface="Times New Roman"/>
                <a:cs typeface="Times New Roman"/>
              </a:rPr>
              <a:t>s</a:t>
            </a:r>
          </a:p>
          <a:p>
            <a:pPr marL="116876" marR="727550">
              <a:lnSpc>
                <a:spcPct val="143300"/>
              </a:lnSpc>
            </a:pPr>
            <a:r>
              <a:rPr lang="en-US" sz="2761" dirty="0">
                <a:latin typeface="Times New Roman"/>
                <a:cs typeface="Times New Roman"/>
              </a:rPr>
              <a:t> This sk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tch 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onn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ts to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itter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using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Eth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rn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shi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ld.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p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rs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the </a:t>
            </a:r>
            <a:r>
              <a:rPr lang="en-US" sz="2761" spc="-12" dirty="0">
                <a:latin typeface="Times New Roman"/>
                <a:cs typeface="Times New Roman"/>
              </a:rPr>
              <a:t>X</a:t>
            </a:r>
            <a:r>
              <a:rPr lang="en-US" sz="2761" spc="23" dirty="0">
                <a:latin typeface="Times New Roman"/>
                <a:cs typeface="Times New Roman"/>
              </a:rPr>
              <a:t>M</a:t>
            </a:r>
            <a:r>
              <a:rPr lang="en-US" sz="2761" dirty="0">
                <a:latin typeface="Times New Roman"/>
                <a:cs typeface="Times New Roman"/>
              </a:rPr>
              <a:t>L 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turn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d,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looks for</a:t>
            </a:r>
            <a:r>
              <a:rPr lang="en-US" sz="2761" spc="-23" dirty="0">
                <a:latin typeface="Times New Roman"/>
                <a:cs typeface="Times New Roman"/>
              </a:rPr>
              <a:t>         </a:t>
            </a:r>
            <a:r>
              <a:rPr lang="en-US" sz="2761" spc="12" dirty="0">
                <a:latin typeface="Times New Roman"/>
                <a:cs typeface="Times New Roman"/>
              </a:rPr>
              <a:t>&lt;</a:t>
            </a:r>
            <a:r>
              <a:rPr lang="en-US" sz="2761" dirty="0">
                <a:latin typeface="Times New Roman"/>
                <a:cs typeface="Times New Roman"/>
              </a:rPr>
              <a:t>te</a:t>
            </a:r>
            <a:r>
              <a:rPr lang="en-US" sz="2761" spc="12" dirty="0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t&gt;this is a tw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t&lt;/te</a:t>
            </a:r>
            <a:r>
              <a:rPr lang="en-US" sz="2761" spc="12" dirty="0">
                <a:latin typeface="Times New Roman"/>
                <a:cs typeface="Times New Roman"/>
              </a:rPr>
              <a:t>x</a:t>
            </a:r>
            <a:r>
              <a:rPr lang="en-US" sz="2761" spc="-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5749652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000" y="970014"/>
            <a:ext cx="15087600" cy="8390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lang="en-US" sz="2760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You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use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o Eth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shi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ld, or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Ad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uit Eth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shi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ld,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one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wo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k,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long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i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ot a Wi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Eth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module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 bo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rd.</a:t>
            </a:r>
          </a:p>
          <a:p>
            <a:pPr marL="116876" marR="11688">
              <a:lnSpc>
                <a:spcPct val="143300"/>
              </a:lnSpc>
              <a:spcBef>
                <a:spcPts val="1599"/>
              </a:spcBef>
            </a:pPr>
            <a:r>
              <a:rPr sz="2761" dirty="0">
                <a:latin typeface="Times New Roman"/>
                <a:cs typeface="Times New Roman"/>
              </a:rPr>
              <a:t>This 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the 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HCP routines in the Eth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libr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is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the 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co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 v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rsion 1.0 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ta 1</a:t>
            </a:r>
          </a:p>
          <a:p>
            <a:pPr marL="116876" marR="655964">
              <a:lnSpc>
                <a:spcPct val="143300"/>
              </a:lnSpc>
              <a:spcBef>
                <a:spcPts val="35"/>
              </a:spcBef>
            </a:pPr>
            <a:r>
              <a:rPr sz="2761" dirty="0">
                <a:latin typeface="Times New Roman"/>
                <a:cs typeface="Times New Roman"/>
              </a:rPr>
              <a:t>This 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the S</a:t>
            </a:r>
            <a:r>
              <a:rPr sz="2761" spc="-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ring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libra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 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is 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c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m 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rsion 0019.</a:t>
            </a:r>
          </a:p>
          <a:p>
            <a:pPr marL="116876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Cir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uit:</a:t>
            </a:r>
          </a:p>
          <a:p>
            <a:pPr marL="204532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* Eth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shi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ld atta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pins 10, 11, 12, 13</a:t>
            </a:r>
          </a:p>
          <a:p>
            <a:pPr marL="116876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*/</a:t>
            </a:r>
          </a:p>
          <a:p>
            <a:pPr marL="29219">
              <a:spcBef>
                <a:spcPts val="143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#include</a:t>
            </a:r>
            <a:r>
              <a:rPr sz="2761" spc="-12" dirty="0">
                <a:latin typeface="Times New Roman"/>
                <a:cs typeface="Times New Roman"/>
              </a:rPr>
              <a:t> &lt;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35" dirty="0">
                <a:latin typeface="Times New Roman"/>
                <a:cs typeface="Times New Roman"/>
              </a:rPr>
              <a:t>P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&gt;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#include</a:t>
            </a:r>
            <a:r>
              <a:rPr sz="2761" spc="-12" dirty="0">
                <a:latin typeface="Times New Roman"/>
                <a:cs typeface="Times New Roman"/>
              </a:rPr>
              <a:t> &lt;</a:t>
            </a:r>
            <a:r>
              <a:rPr sz="2761" dirty="0">
                <a:latin typeface="Times New Roman"/>
                <a:cs typeface="Times New Roman"/>
              </a:rPr>
              <a:t>Eth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t.h&gt;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>
              <a:spcBef>
                <a:spcPts val="131"/>
              </a:spcBef>
            </a:pPr>
            <a:endParaRPr sz="2531" dirty="0">
              <a:latin typeface="Times New Roman"/>
              <a:cs typeface="Times New Roman"/>
            </a:endParaRPr>
          </a:p>
          <a:p>
            <a:pPr marL="29219"/>
            <a:r>
              <a:rPr sz="2761" dirty="0">
                <a:latin typeface="Times New Roman"/>
                <a:cs typeface="Times New Roman"/>
              </a:rPr>
              <a:t>// Ent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a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MAC add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P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for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b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low.</a:t>
            </a:r>
          </a:p>
          <a:p>
            <a:pPr marL="29219" marR="3208234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// The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P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will be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on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our loc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twor</a:t>
            </a:r>
            <a:r>
              <a:rPr sz="2761" spc="-12" dirty="0">
                <a:latin typeface="Times New Roman"/>
                <a:cs typeface="Times New Roman"/>
              </a:rPr>
              <a:t>k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000" y="970014"/>
            <a:ext cx="15087600" cy="8161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3208234">
              <a:lnSpc>
                <a:spcPct val="150000"/>
              </a:lnSpc>
              <a:spcBef>
                <a:spcPts val="368"/>
              </a:spcBef>
            </a:pP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 m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[</a:t>
            </a:r>
            <a:r>
              <a:rPr sz="2761" dirty="0">
                <a:latin typeface="Times New Roman"/>
                <a:cs typeface="Times New Roman"/>
              </a:rPr>
              <a:t>]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00, </a:t>
            </a:r>
            <a:r>
              <a:rPr sz="2761" spc="-35" dirty="0">
                <a:latin typeface="Times New Roman"/>
                <a:cs typeface="Times New Roman"/>
              </a:rPr>
              <a:t>0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35" dirty="0">
                <a:latin typeface="Times New Roman"/>
                <a:cs typeface="Times New Roman"/>
              </a:rPr>
              <a:t>0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23" dirty="0">
                <a:latin typeface="Times New Roman"/>
                <a:cs typeface="Times New Roman"/>
              </a:rPr>
              <a:t>BB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CC, </a:t>
            </a:r>
            <a:r>
              <a:rPr sz="2761" spc="-35" dirty="0">
                <a:latin typeface="Times New Roman"/>
                <a:cs typeface="Times New Roman"/>
              </a:rPr>
              <a:t>0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0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01 };</a:t>
            </a:r>
          </a:p>
          <a:p>
            <a:pPr marL="29219">
              <a:lnSpc>
                <a:spcPct val="150000"/>
              </a:lnSpc>
              <a:spcBef>
                <a:spcPts val="1461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PAddr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ip(19</a:t>
            </a:r>
            <a:r>
              <a:rPr sz="2761" spc="-12" dirty="0">
                <a:latin typeface="Times New Roman"/>
                <a:cs typeface="Times New Roman"/>
              </a:rPr>
              <a:t>1</a:t>
            </a:r>
            <a:r>
              <a:rPr sz="2761" dirty="0">
                <a:latin typeface="Times New Roman"/>
                <a:cs typeface="Times New Roman"/>
              </a:rPr>
              <a:t>,11,1,1</a:t>
            </a:r>
            <a:r>
              <a:rPr sz="2761" spc="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 //&lt;</a:t>
            </a:r>
            <a:r>
              <a:rPr sz="2761" spc="-23" dirty="0">
                <a:latin typeface="Times New Roman"/>
                <a:cs typeface="Times New Roman"/>
              </a:rPr>
              <a:t>&lt;</a:t>
            </a:r>
            <a:r>
              <a:rPr sz="2761" dirty="0">
                <a:latin typeface="Times New Roman"/>
                <a:cs typeface="Times New Roman"/>
              </a:rPr>
              <a:t>&lt;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TER Y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IP A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DRESS 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!</a:t>
            </a:r>
            <a:r>
              <a:rPr sz="2761" dirty="0">
                <a:latin typeface="Times New Roman"/>
                <a:cs typeface="Times New Roman"/>
              </a:rPr>
              <a:t>!!</a:t>
            </a:r>
          </a:p>
          <a:p>
            <a:pPr>
              <a:lnSpc>
                <a:spcPct val="15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 marL="29219" marR="7035909">
              <a:lnSpc>
                <a:spcPct val="150000"/>
              </a:lnSpc>
              <a:spcBef>
                <a:spcPts val="1599"/>
              </a:spcBef>
            </a:pPr>
            <a:r>
              <a:rPr sz="2761" dirty="0">
                <a:latin typeface="Times New Roman"/>
                <a:cs typeface="Times New Roman"/>
              </a:rPr>
              <a:t>// initi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libr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tan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 Eth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tCli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client;</a:t>
            </a:r>
          </a:p>
          <a:p>
            <a:pPr marL="29219" marR="2974483">
              <a:lnSpc>
                <a:spcPct val="150000"/>
              </a:lnSpc>
            </a:pP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onst int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= 60000;  //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tw</a:t>
            </a:r>
            <a:r>
              <a:rPr sz="2761" spc="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n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sts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2974483">
              <a:lnSpc>
                <a:spcPct val="150000"/>
              </a:lnSpc>
            </a:pP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 serv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me[]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.twitte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;  // twitt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L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lnSpc>
                <a:spcPct val="150000"/>
              </a:lnSpc>
            </a:pPr>
            <a:r>
              <a:rPr lang="en-US" sz="2761" dirty="0" err="1">
                <a:latin typeface="Times New Roman"/>
                <a:cs typeface="Times New Roman"/>
              </a:rPr>
              <a:t>boole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 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q</a:t>
            </a:r>
            <a:r>
              <a:rPr lang="en-US" sz="2761" spc="23" dirty="0">
                <a:latin typeface="Times New Roman"/>
                <a:cs typeface="Times New Roman"/>
              </a:rPr>
              <a:t>u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sted;			// wh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ther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23" dirty="0">
                <a:latin typeface="Times New Roman"/>
                <a:cs typeface="Times New Roman"/>
              </a:rPr>
              <a:t>u</a:t>
            </a:r>
            <a:r>
              <a:rPr lang="en-US" sz="2761" spc="-35" dirty="0">
                <a:latin typeface="Times New Roman"/>
                <a:cs typeface="Times New Roman"/>
              </a:rPr>
              <a:t>'</a:t>
            </a:r>
            <a:r>
              <a:rPr lang="en-US" sz="2761" dirty="0">
                <a:latin typeface="Times New Roman"/>
                <a:cs typeface="Times New Roman"/>
              </a:rPr>
              <a:t>ve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made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qu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st since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ting</a:t>
            </a:r>
          </a:p>
          <a:p>
            <a:pPr marL="29219">
              <a:lnSpc>
                <a:spcPct val="150000"/>
              </a:lnSpc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long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 err="1">
                <a:latin typeface="Times New Roman"/>
                <a:cs typeface="Times New Roman"/>
              </a:rPr>
              <a:t>lastAtt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mptTime</a:t>
            </a:r>
            <a:r>
              <a:rPr lang="en-US" sz="2761" dirty="0">
                <a:latin typeface="Times New Roman"/>
                <a:cs typeface="Times New Roman"/>
              </a:rPr>
              <a:t> = 0;	// l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st time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92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ou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nn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ted to the serv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r, in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millise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onds</a:t>
            </a:r>
          </a:p>
          <a:p>
            <a:pPr marL="29219" marR="2974483">
              <a:lnSpc>
                <a:spcPct val="150000"/>
              </a:lnSpc>
            </a:pPr>
            <a:r>
              <a:rPr lang="en-US" sz="2761" dirty="0">
                <a:latin typeface="Times New Roman"/>
                <a:cs typeface="Times New Roman"/>
              </a:rPr>
              <a:t>String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-12" dirty="0" err="1">
                <a:latin typeface="Times New Roman"/>
                <a:cs typeface="Times New Roman"/>
              </a:rPr>
              <a:t>c</a:t>
            </a:r>
            <a:r>
              <a:rPr lang="en-US" sz="2761" dirty="0" err="1">
                <a:latin typeface="Times New Roman"/>
                <a:cs typeface="Times New Roman"/>
              </a:rPr>
              <a:t>u</a:t>
            </a:r>
            <a:r>
              <a:rPr lang="en-US" sz="2761" spc="12" dirty="0" err="1">
                <a:latin typeface="Times New Roman"/>
                <a:cs typeface="Times New Roman"/>
              </a:rPr>
              <a:t>r</a:t>
            </a:r>
            <a:r>
              <a:rPr lang="en-US" sz="2761" dirty="0" err="1">
                <a:latin typeface="Times New Roman"/>
                <a:cs typeface="Times New Roman"/>
              </a:rPr>
              <a:t>r</a:t>
            </a:r>
            <a:r>
              <a:rPr lang="en-US" sz="2761" spc="-23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n</a:t>
            </a:r>
            <a:r>
              <a:rPr lang="en-US" sz="2761" spc="23" dirty="0" err="1">
                <a:latin typeface="Times New Roman"/>
                <a:cs typeface="Times New Roman"/>
              </a:rPr>
              <a:t>t</a:t>
            </a:r>
            <a:r>
              <a:rPr lang="en-US" sz="2761" spc="-35" dirty="0" err="1">
                <a:latin typeface="Times New Roman"/>
                <a:cs typeface="Times New Roman"/>
              </a:rPr>
              <a:t>L</a:t>
            </a:r>
            <a:r>
              <a:rPr lang="en-US" sz="2761" dirty="0" err="1">
                <a:latin typeface="Times New Roman"/>
                <a:cs typeface="Times New Roman"/>
              </a:rPr>
              <a:t>ine</a:t>
            </a:r>
            <a:r>
              <a:rPr lang="en-US" sz="2761" dirty="0">
                <a:latin typeface="Times New Roman"/>
                <a:cs typeface="Times New Roman"/>
              </a:rPr>
              <a:t> = "</a:t>
            </a:r>
            <a:r>
              <a:rPr lang="en-US" sz="2761" spc="-23" dirty="0">
                <a:latin typeface="Times New Roman"/>
                <a:cs typeface="Times New Roman"/>
              </a:rPr>
              <a:t>"</a:t>
            </a:r>
            <a:r>
              <a:rPr lang="en-US" sz="2761" dirty="0">
                <a:latin typeface="Times New Roman"/>
                <a:cs typeface="Times New Roman"/>
              </a:rPr>
              <a:t>;		// string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hold the 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t f</a:t>
            </a:r>
            <a:r>
              <a:rPr lang="en-US" sz="2761" spc="-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om </a:t>
            </a:r>
            <a:r>
              <a:rPr lang="en-US" sz="2761" spc="35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rv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</a:p>
          <a:p>
            <a:pPr marL="29219" marR="2974483">
              <a:lnSpc>
                <a:spcPct val="1500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lnSpc>
                <a:spcPct val="150000"/>
              </a:lnSpc>
            </a:pPr>
            <a:r>
              <a:rPr lang="en-US" sz="2761" dirty="0">
                <a:latin typeface="Times New Roman"/>
                <a:cs typeface="Times New Roman"/>
              </a:rPr>
              <a:t>String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tw</a:t>
            </a:r>
            <a:r>
              <a:rPr lang="en-US" sz="2761" spc="-12" dirty="0">
                <a:latin typeface="Times New Roman"/>
                <a:cs typeface="Times New Roman"/>
              </a:rPr>
              <a:t>ee</a:t>
            </a:r>
            <a:r>
              <a:rPr lang="en-US" sz="2761" dirty="0">
                <a:latin typeface="Times New Roman"/>
                <a:cs typeface="Times New Roman"/>
              </a:rPr>
              <a:t>t =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"</a:t>
            </a:r>
            <a:r>
              <a:rPr lang="en-US" sz="2761" spc="-23" dirty="0">
                <a:latin typeface="Times New Roman"/>
                <a:cs typeface="Times New Roman"/>
              </a:rPr>
              <a:t>"</a:t>
            </a:r>
            <a:r>
              <a:rPr lang="en-US" sz="2761" dirty="0">
                <a:latin typeface="Times New Roman"/>
                <a:cs typeface="Times New Roman"/>
              </a:rPr>
              <a:t>;			// string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hold the tw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</a:p>
          <a:p>
            <a:pPr marL="29219">
              <a:lnSpc>
                <a:spcPct val="150000"/>
              </a:lnSpc>
            </a:pPr>
            <a:r>
              <a:rPr lang="en-US" sz="2761" dirty="0" err="1">
                <a:latin typeface="Times New Roman"/>
                <a:cs typeface="Times New Roman"/>
              </a:rPr>
              <a:t>boole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lang="en-US" sz="2761" dirty="0" err="1">
                <a:latin typeface="Times New Roman"/>
                <a:cs typeface="Times New Roman"/>
              </a:rPr>
              <a:t>re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dingTwe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 =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lse;	// if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23" dirty="0">
                <a:latin typeface="Times New Roman"/>
                <a:cs typeface="Times New Roman"/>
              </a:rPr>
              <a:t>u</a:t>
            </a:r>
            <a:r>
              <a:rPr lang="en-US" sz="2761" dirty="0">
                <a:latin typeface="Times New Roman"/>
                <a:cs typeface="Times New Roman"/>
              </a:rPr>
              <a:t>'</a:t>
            </a:r>
            <a:r>
              <a:rPr lang="en-US" sz="2761" spc="-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c</a:t>
            </a:r>
            <a:r>
              <a:rPr lang="en-US" sz="2761" spc="23" dirty="0">
                <a:latin typeface="Times New Roman"/>
                <a:cs typeface="Times New Roman"/>
              </a:rPr>
              <a:t>u</a:t>
            </a:r>
            <a:r>
              <a:rPr lang="en-US" sz="2761" dirty="0">
                <a:latin typeface="Times New Roman"/>
                <a:cs typeface="Times New Roman"/>
              </a:rPr>
              <a:t>rr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</a:t>
            </a:r>
            <a:r>
              <a:rPr lang="en-US" sz="2761" spc="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ea</a:t>
            </a:r>
            <a:r>
              <a:rPr lang="en-US" sz="2761" dirty="0">
                <a:latin typeface="Times New Roman"/>
                <a:cs typeface="Times New Roman"/>
              </a:rPr>
              <a:t>di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twe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40438282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473200" y="457200"/>
            <a:ext cx="14104586" cy="9402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dirty="0">
                <a:latin typeface="Times New Roman"/>
                <a:cs typeface="Times New Roman"/>
              </a:rPr>
              <a:t>void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tup()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379846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pinMode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2, O</a:t>
            </a:r>
            <a:r>
              <a:rPr sz="2761" spc="-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TPU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>
              <a:spcBef>
                <a:spcPts val="127"/>
              </a:spcBef>
            </a:pPr>
            <a:endParaRPr sz="4026" dirty="0">
              <a:latin typeface="Times New Roman"/>
              <a:cs typeface="Times New Roman"/>
            </a:endParaRPr>
          </a:p>
          <a:p>
            <a:pPr marL="204532" marR="2743654">
              <a:lnSpc>
                <a:spcPct val="143900"/>
              </a:lnSpc>
            </a:pPr>
            <a:r>
              <a:rPr sz="2761" dirty="0">
                <a:latin typeface="Times New Roman"/>
                <a:cs typeface="Times New Roman"/>
              </a:rPr>
              <a:t>//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rve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trin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s:</a:t>
            </a:r>
            <a:endParaRPr lang="en-US" sz="2761" dirty="0">
              <a:latin typeface="Times New Roman"/>
              <a:cs typeface="Times New Roman"/>
            </a:endParaRPr>
          </a:p>
          <a:p>
            <a:pPr marL="204532" marR="2743654">
              <a:lnSpc>
                <a:spcPct val="143900"/>
              </a:lnSpc>
            </a:pPr>
            <a:r>
              <a:rPr sz="2761" spc="-12" dirty="0" err="1">
                <a:latin typeface="Times New Roman"/>
                <a:cs typeface="Times New Roman"/>
              </a:rPr>
              <a:t>c</a:t>
            </a:r>
            <a:r>
              <a:rPr sz="2761" dirty="0" err="1">
                <a:latin typeface="Times New Roman"/>
                <a:cs typeface="Times New Roman"/>
              </a:rPr>
              <a:t>ur</a:t>
            </a:r>
            <a:r>
              <a:rPr sz="2761" spc="-23" dirty="0" err="1">
                <a:latin typeface="Times New Roman"/>
                <a:cs typeface="Times New Roman"/>
              </a:rPr>
              <a:t>r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n</a:t>
            </a:r>
            <a:r>
              <a:rPr sz="2761" spc="23" dirty="0" err="1">
                <a:latin typeface="Times New Roman"/>
                <a:cs typeface="Times New Roman"/>
              </a:rPr>
              <a:t>t</a:t>
            </a:r>
            <a:r>
              <a:rPr sz="2761" spc="-35" dirty="0" err="1">
                <a:latin typeface="Times New Roman"/>
                <a:cs typeface="Times New Roman"/>
              </a:rPr>
              <a:t>L</a:t>
            </a:r>
            <a:r>
              <a:rPr sz="2761" dirty="0" err="1">
                <a:latin typeface="Times New Roman"/>
                <a:cs typeface="Times New Roman"/>
              </a:rPr>
              <a:t>ine</a:t>
            </a:r>
            <a:r>
              <a:rPr sz="2761" spc="12" dirty="0" err="1">
                <a:latin typeface="Times New Roman"/>
                <a:cs typeface="Times New Roman"/>
              </a:rPr>
              <a:t>.</a:t>
            </a:r>
            <a:r>
              <a:rPr sz="2761" dirty="0" err="1">
                <a:latin typeface="Times New Roman"/>
                <a:cs typeface="Times New Roman"/>
              </a:rPr>
              <a:t>r</a:t>
            </a:r>
            <a:r>
              <a:rPr sz="2761" spc="-23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s</a:t>
            </a:r>
            <a:r>
              <a:rPr sz="2761" spc="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rv</a:t>
            </a:r>
            <a:r>
              <a:rPr sz="2761" spc="-23" dirty="0" err="1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(25</a:t>
            </a:r>
            <a:r>
              <a:rPr sz="2761" spc="12" dirty="0">
                <a:latin typeface="Times New Roman"/>
                <a:cs typeface="Times New Roman"/>
              </a:rPr>
              <a:t>6</a:t>
            </a:r>
            <a:r>
              <a:rPr sz="2761" dirty="0">
                <a:latin typeface="Times New Roman"/>
                <a:cs typeface="Times New Roman"/>
              </a:rPr>
              <a:t>);</a:t>
            </a:r>
            <a:endParaRPr lang="en-US" sz="2761" dirty="0">
              <a:latin typeface="Times New Roman"/>
              <a:cs typeface="Times New Roman"/>
            </a:endParaRPr>
          </a:p>
          <a:p>
            <a:pPr marL="204532" marR="2743654">
              <a:lnSpc>
                <a:spcPct val="143900"/>
              </a:lnSpc>
            </a:pPr>
            <a:r>
              <a:rPr sz="2761" dirty="0" err="1">
                <a:latin typeface="Times New Roman"/>
                <a:cs typeface="Times New Roman"/>
              </a:rPr>
              <a:t>tw</a:t>
            </a:r>
            <a:r>
              <a:rPr sz="2761" spc="-12" dirty="0" err="1">
                <a:latin typeface="Times New Roman"/>
                <a:cs typeface="Times New Roman"/>
              </a:rPr>
              <a:t>ee</a:t>
            </a:r>
            <a:r>
              <a:rPr sz="2761" dirty="0" err="1">
                <a:latin typeface="Times New Roman"/>
                <a:cs typeface="Times New Roman"/>
              </a:rPr>
              <a:t>t.r</a:t>
            </a:r>
            <a:r>
              <a:rPr sz="2761" spc="-23" dirty="0" err="1">
                <a:latin typeface="Times New Roman"/>
                <a:cs typeface="Times New Roman"/>
              </a:rPr>
              <a:t>e</a:t>
            </a:r>
            <a:r>
              <a:rPr sz="2761" spc="23" dirty="0" err="1">
                <a:latin typeface="Times New Roman"/>
                <a:cs typeface="Times New Roman"/>
              </a:rPr>
              <a:t>s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rve</a:t>
            </a:r>
            <a:r>
              <a:rPr sz="2761" dirty="0">
                <a:latin typeface="Times New Roman"/>
                <a:cs typeface="Times New Roman"/>
              </a:rPr>
              <a:t>(150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204532" marR="4320013" indent="-175313">
              <a:lnSpc>
                <a:spcPct val="143300"/>
              </a:lnSpc>
              <a:spcBef>
                <a:spcPts val="1599"/>
              </a:spcBef>
            </a:pPr>
            <a:r>
              <a:rPr lang="en-US" sz="2761" dirty="0">
                <a:latin typeface="Times New Roman"/>
                <a:cs typeface="Times New Roman"/>
              </a:rPr>
              <a:t>	</a:t>
            </a:r>
            <a:r>
              <a:rPr sz="2761" dirty="0">
                <a:latin typeface="Times New Roman"/>
                <a:cs typeface="Times New Roman"/>
              </a:rPr>
              <a:t>// initi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l:</a:t>
            </a:r>
            <a:endParaRPr lang="en-US" sz="2761" dirty="0">
              <a:latin typeface="Times New Roman"/>
              <a:cs typeface="Times New Roman"/>
            </a:endParaRPr>
          </a:p>
          <a:p>
            <a:pPr marL="204532" marR="4320013" indent="-175313">
              <a:lnSpc>
                <a:spcPct val="143300"/>
              </a:lnSpc>
              <a:spcBef>
                <a:spcPts val="1599"/>
              </a:spcBef>
            </a:pPr>
            <a:r>
              <a:rPr lang="en-US" sz="2761" dirty="0">
                <a:latin typeface="Times New Roman"/>
                <a:cs typeface="Times New Roman"/>
              </a:rPr>
              <a:t>	</a:t>
            </a:r>
            <a:r>
              <a:rPr sz="2761" dirty="0" err="1">
                <a:latin typeface="Times New Roman"/>
                <a:cs typeface="Times New Roman"/>
              </a:rPr>
              <a:t>S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ri</a:t>
            </a:r>
            <a:r>
              <a:rPr sz="2761" spc="-23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l.b</a:t>
            </a:r>
            <a:r>
              <a:rPr sz="2761" spc="12" dirty="0" err="1">
                <a:latin typeface="Times New Roman"/>
                <a:cs typeface="Times New Roman"/>
              </a:rPr>
              <a:t>e</a:t>
            </a:r>
            <a:r>
              <a:rPr sz="2761" spc="-35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in</a:t>
            </a:r>
            <a:r>
              <a:rPr sz="2761" dirty="0">
                <a:latin typeface="Times New Roman"/>
                <a:cs typeface="Times New Roman"/>
              </a:rPr>
              <a:t>(9600</a:t>
            </a:r>
            <a:r>
              <a:rPr sz="2761" spc="-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204532" marR="2712974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//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mpt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CP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tion:</a:t>
            </a:r>
            <a:endParaRPr lang="en-US" sz="2761" dirty="0">
              <a:latin typeface="Times New Roman"/>
              <a:cs typeface="Times New Roman"/>
            </a:endParaRPr>
          </a:p>
          <a:p>
            <a:pPr marL="204532" marR="2712974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if 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!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t.b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in(m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) {</a:t>
            </a:r>
          </a:p>
          <a:p>
            <a:pPr marL="379846" marR="11688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// if 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HCP f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ils, 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ith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d-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s:</a:t>
            </a:r>
            <a:endParaRPr lang="en-US" sz="2761" dirty="0">
              <a:latin typeface="Times New Roman"/>
              <a:cs typeface="Times New Roman"/>
            </a:endParaRPr>
          </a:p>
          <a:p>
            <a:pPr marL="379846" marR="11688">
              <a:lnSpc>
                <a:spcPct val="143300"/>
              </a:lnSpc>
              <a:spcBef>
                <a:spcPts val="23"/>
              </a:spcBef>
            </a:pPr>
            <a:r>
              <a:rPr sz="2761" dirty="0" err="1">
                <a:latin typeface="Times New Roman"/>
                <a:cs typeface="Times New Roman"/>
              </a:rPr>
              <a:t>Eth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rn</a:t>
            </a:r>
            <a:r>
              <a:rPr sz="2761" spc="-23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t.b</a:t>
            </a:r>
            <a:r>
              <a:rPr sz="2761" spc="12" dirty="0" err="1">
                <a:latin typeface="Times New Roman"/>
                <a:cs typeface="Times New Roman"/>
              </a:rPr>
              <a:t>e</a:t>
            </a:r>
            <a:r>
              <a:rPr sz="2761" spc="-35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in</a:t>
            </a:r>
            <a:r>
              <a:rPr sz="2761" dirty="0">
                <a:latin typeface="Times New Roman"/>
                <a:cs typeface="Times New Roman"/>
              </a:rPr>
              <a:t>(m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, i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  <a:p>
            <a:pPr marL="204532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204532" marR="4086262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//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 to T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itte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: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tToS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r();</a:t>
            </a:r>
          </a:p>
          <a:p>
            <a:pPr marL="29219">
              <a:spcBef>
                <a:spcPts val="1024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473200" y="1219200"/>
            <a:ext cx="14104586" cy="74426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dirty="0">
                <a:latin typeface="Times New Roman"/>
                <a:cs typeface="Times New Roman"/>
              </a:rPr>
              <a:t>void loop()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379846" marR="3704955" indent="-175313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if </a:t>
            </a:r>
            <a:r>
              <a:rPr sz="2761" spc="-12" dirty="0">
                <a:latin typeface="Times New Roman"/>
                <a:cs typeface="Times New Roman"/>
              </a:rPr>
              <a:t>(c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nt.conne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-23" dirty="0">
                <a:latin typeface="Times New Roman"/>
                <a:cs typeface="Times New Roman"/>
              </a:rPr>
              <a:t>(</a:t>
            </a:r>
            <a:r>
              <a:rPr sz="2761" spc="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) {</a:t>
            </a:r>
            <a:endParaRPr lang="en-US" sz="2761" dirty="0">
              <a:latin typeface="Times New Roman"/>
              <a:cs typeface="Times New Roman"/>
            </a:endParaRPr>
          </a:p>
          <a:p>
            <a:pPr marL="379846" marR="3704955" indent="-175313">
              <a:lnSpc>
                <a:spcPct val="143300"/>
              </a:lnSpc>
              <a:spcBef>
                <a:spcPts val="23"/>
              </a:spcBef>
            </a:pPr>
            <a:r>
              <a:rPr lang="en-US" sz="2761" dirty="0">
                <a:latin typeface="Times New Roman"/>
                <a:cs typeface="Times New Roman"/>
              </a:rPr>
              <a:t>		</a:t>
            </a:r>
            <a:r>
              <a:rPr sz="2761" dirty="0">
                <a:latin typeface="Times New Roman"/>
                <a:cs typeface="Times New Roman"/>
              </a:rPr>
              <a:t>if </a:t>
            </a:r>
            <a:r>
              <a:rPr sz="2761" spc="-12" dirty="0">
                <a:latin typeface="Times New Roman"/>
                <a:cs typeface="Times New Roman"/>
              </a:rPr>
              <a:t>(c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nt.av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) {</a:t>
            </a:r>
          </a:p>
          <a:p>
            <a:pPr marL="555159" marR="2869295">
              <a:lnSpc>
                <a:spcPct val="143500"/>
              </a:lnSpc>
              <a:spcBef>
                <a:spcPts val="23"/>
              </a:spcBef>
            </a:pPr>
            <a:r>
              <a:rPr lang="en-US" sz="2761" dirty="0">
                <a:latin typeface="Times New Roman"/>
                <a:cs typeface="Times New Roman"/>
              </a:rPr>
              <a:t>	</a:t>
            </a:r>
            <a:r>
              <a:rPr sz="2761" dirty="0">
                <a:latin typeface="Times New Roman"/>
                <a:cs typeface="Times New Roman"/>
              </a:rPr>
              <a:t>//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 incoming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s: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2869295">
              <a:lnSpc>
                <a:spcPct val="143500"/>
              </a:lnSpc>
              <a:spcBef>
                <a:spcPts val="23"/>
              </a:spcBef>
            </a:pPr>
            <a:r>
              <a:rPr lang="en-US" sz="2761" spc="-12" dirty="0">
                <a:latin typeface="Times New Roman"/>
                <a:cs typeface="Times New Roman"/>
              </a:rPr>
              <a:t>	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 inChar =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nt.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d(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>
              <a:spcBef>
                <a:spcPts val="117"/>
              </a:spcBef>
            </a:pPr>
            <a:r>
              <a:rPr lang="en-US" sz="4026" dirty="0">
                <a:latin typeface="Times New Roman"/>
                <a:cs typeface="Times New Roman"/>
              </a:rPr>
              <a:t>	</a:t>
            </a:r>
            <a:r>
              <a:rPr sz="2761" dirty="0">
                <a:latin typeface="Times New Roman"/>
                <a:cs typeface="Times New Roman"/>
              </a:rPr>
              <a:t>//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 incoming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end of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</a:t>
            </a:r>
            <a:endParaRPr lang="en-US" sz="2761" dirty="0">
              <a:latin typeface="Times New Roman"/>
              <a:cs typeface="Times New Roman"/>
            </a:endParaRPr>
          </a:p>
          <a:p>
            <a:pPr>
              <a:spcBef>
                <a:spcPts val="117"/>
              </a:spcBef>
            </a:pPr>
            <a:r>
              <a:rPr lang="en-US" sz="2761" spc="-12" dirty="0">
                <a:latin typeface="Times New Roman"/>
                <a:cs typeface="Times New Roman"/>
              </a:rPr>
              <a:t>	</a:t>
            </a:r>
            <a:r>
              <a:rPr sz="2761" spc="-12" dirty="0" err="1">
                <a:latin typeface="Times New Roman"/>
                <a:cs typeface="Times New Roman"/>
              </a:rPr>
              <a:t>c</a:t>
            </a:r>
            <a:r>
              <a:rPr sz="2761" dirty="0" err="1">
                <a:latin typeface="Times New Roman"/>
                <a:cs typeface="Times New Roman"/>
              </a:rPr>
              <a:t>ur</a:t>
            </a:r>
            <a:r>
              <a:rPr sz="2761" spc="-23" dirty="0" err="1">
                <a:latin typeface="Times New Roman"/>
                <a:cs typeface="Times New Roman"/>
              </a:rPr>
              <a:t>r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n</a:t>
            </a:r>
            <a:r>
              <a:rPr sz="2761" spc="23" dirty="0" err="1">
                <a:latin typeface="Times New Roman"/>
                <a:cs typeface="Times New Roman"/>
              </a:rPr>
              <a:t>t</a:t>
            </a:r>
            <a:r>
              <a:rPr sz="2761" spc="-35" dirty="0" err="1">
                <a:latin typeface="Times New Roman"/>
                <a:cs typeface="Times New Roman"/>
              </a:rPr>
              <a:t>L</a:t>
            </a:r>
            <a:r>
              <a:rPr sz="2761" dirty="0" err="1">
                <a:latin typeface="Times New Roman"/>
                <a:cs typeface="Times New Roman"/>
              </a:rPr>
              <a:t>ine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+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inCh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r;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>
              <a:spcBef>
                <a:spcPts val="124"/>
              </a:spcBef>
            </a:pPr>
            <a:endParaRPr sz="2531" dirty="0">
              <a:latin typeface="Times New Roman"/>
              <a:cs typeface="Times New Roman"/>
            </a:endParaRPr>
          </a:p>
          <a:p>
            <a:pPr marL="555159"/>
            <a:r>
              <a:rPr lang="en-US" sz="2761" dirty="0">
                <a:latin typeface="Times New Roman"/>
                <a:cs typeface="Times New Roman"/>
              </a:rPr>
              <a:t>	</a:t>
            </a:r>
            <a:r>
              <a:rPr sz="2761" dirty="0">
                <a:latin typeface="Times New Roman"/>
                <a:cs typeface="Times New Roman"/>
              </a:rPr>
              <a:t>// if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a 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wline,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lear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line:</a:t>
            </a:r>
            <a:endParaRPr lang="en-US" sz="2761" dirty="0">
              <a:latin typeface="Times New Roman"/>
              <a:cs typeface="Times New Roman"/>
            </a:endParaRPr>
          </a:p>
          <a:p>
            <a:pPr marL="204532" marR="4133010" indent="-175313">
              <a:lnSpc>
                <a:spcPct val="143300"/>
              </a:lnSpc>
            </a:pPr>
            <a:r>
              <a:rPr lang="en-US" sz="2761" dirty="0">
                <a:latin typeface="Times New Roman"/>
                <a:cs typeface="Times New Roman"/>
              </a:rPr>
              <a:t>		if </a:t>
            </a:r>
            <a:r>
              <a:rPr lang="en-US" sz="2761" spc="-12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inCh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=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'</a:t>
            </a:r>
            <a:r>
              <a:rPr lang="en-US" sz="2761" spc="-23" dirty="0">
                <a:latin typeface="Times New Roman"/>
                <a:cs typeface="Times New Roman"/>
              </a:rPr>
              <a:t>\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’)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{</a:t>
            </a:r>
          </a:p>
          <a:p>
            <a:pPr marL="204532" marR="4133010" indent="-175313">
              <a:lnSpc>
                <a:spcPct val="143300"/>
              </a:lnSpc>
            </a:pPr>
            <a:r>
              <a:rPr lang="en-US" sz="2761" spc="-12" dirty="0">
                <a:latin typeface="Times New Roman"/>
                <a:cs typeface="Times New Roman"/>
              </a:rPr>
              <a:t>			</a:t>
            </a:r>
            <a:r>
              <a:rPr lang="en-US" sz="2761" spc="-12" dirty="0" err="1">
                <a:latin typeface="Times New Roman"/>
                <a:cs typeface="Times New Roman"/>
              </a:rPr>
              <a:t>c</a:t>
            </a:r>
            <a:r>
              <a:rPr lang="en-US" sz="2761" dirty="0" err="1">
                <a:latin typeface="Times New Roman"/>
                <a:cs typeface="Times New Roman"/>
              </a:rPr>
              <a:t>ur</a:t>
            </a:r>
            <a:r>
              <a:rPr lang="en-US" sz="2761" spc="-23" dirty="0" err="1">
                <a:latin typeface="Times New Roman"/>
                <a:cs typeface="Times New Roman"/>
              </a:rPr>
              <a:t>r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n</a:t>
            </a:r>
            <a:r>
              <a:rPr lang="en-US" sz="2761" spc="23" dirty="0" err="1">
                <a:latin typeface="Times New Roman"/>
                <a:cs typeface="Times New Roman"/>
              </a:rPr>
              <a:t>t</a:t>
            </a:r>
            <a:r>
              <a:rPr lang="en-US" sz="2761" spc="-35" dirty="0" err="1">
                <a:latin typeface="Times New Roman"/>
                <a:cs typeface="Times New Roman"/>
              </a:rPr>
              <a:t>L</a:t>
            </a:r>
            <a:r>
              <a:rPr lang="en-US" sz="2761" dirty="0" err="1">
                <a:latin typeface="Times New Roman"/>
                <a:cs typeface="Times New Roman"/>
              </a:rPr>
              <a:t>ine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"</a:t>
            </a:r>
            <a:r>
              <a:rPr lang="en-US" sz="2761" spc="-23" dirty="0">
                <a:latin typeface="Times New Roman"/>
                <a:cs typeface="Times New Roman"/>
              </a:rPr>
              <a:t>"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2921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	}</a:t>
            </a:r>
          </a:p>
          <a:p>
            <a:pPr marL="555159"/>
            <a:endParaRPr sz="276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85112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400" y="762000"/>
            <a:ext cx="14401800" cy="89550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// if the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line ends with </a:t>
            </a:r>
            <a:r>
              <a:rPr sz="2761" spc="-12" dirty="0">
                <a:latin typeface="Times New Roman"/>
                <a:cs typeface="Times New Roman"/>
              </a:rPr>
              <a:t>&lt;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t&gt;, it will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follow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t: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if </a:t>
            </a:r>
            <a:r>
              <a:rPr sz="2761" spc="-12" dirty="0">
                <a:latin typeface="Times New Roman"/>
                <a:cs typeface="Times New Roman"/>
              </a:rPr>
              <a:t>(c</a:t>
            </a:r>
            <a:r>
              <a:rPr sz="2761" dirty="0">
                <a:latin typeface="Times New Roman"/>
                <a:cs typeface="Times New Roman"/>
              </a:rPr>
              <a:t>urr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ith(</a:t>
            </a:r>
            <a:r>
              <a:rPr sz="2761" spc="-35" dirty="0">
                <a:latin typeface="Times New Roman"/>
                <a:cs typeface="Times New Roman"/>
              </a:rPr>
              <a:t>"</a:t>
            </a:r>
            <a:r>
              <a:rPr sz="2761" spc="-12" dirty="0">
                <a:latin typeface="Times New Roman"/>
                <a:cs typeface="Times New Roman"/>
              </a:rPr>
              <a:t>&lt;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t&gt;</a:t>
            </a:r>
            <a:r>
              <a:rPr sz="2761" spc="-35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))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204532" marR="542010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// tw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t is 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inni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g. Cle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strin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:</a:t>
            </a:r>
            <a:endParaRPr lang="en-US" sz="2761" dirty="0">
              <a:latin typeface="Times New Roman"/>
              <a:cs typeface="Times New Roman"/>
            </a:endParaRPr>
          </a:p>
          <a:p>
            <a:pPr marL="204532" marR="542010">
              <a:lnSpc>
                <a:spcPct val="143300"/>
              </a:lnSpc>
              <a:spcBef>
                <a:spcPts val="23"/>
              </a:spcBef>
            </a:pPr>
            <a:r>
              <a:rPr sz="2761" dirty="0" err="1">
                <a:latin typeface="Times New Roman"/>
                <a:cs typeface="Times New Roman"/>
              </a:rPr>
              <a:t>r</a:t>
            </a:r>
            <a:r>
              <a:rPr sz="2761" spc="-23" dirty="0" err="1">
                <a:latin typeface="Times New Roman"/>
                <a:cs typeface="Times New Roman"/>
              </a:rPr>
              <a:t>e</a:t>
            </a:r>
            <a:r>
              <a:rPr sz="2761" spc="-12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di</a:t>
            </a:r>
            <a:r>
              <a:rPr sz="2761" spc="23" dirty="0" err="1">
                <a:latin typeface="Times New Roman"/>
                <a:cs typeface="Times New Roman"/>
              </a:rPr>
              <a:t>n</a:t>
            </a:r>
            <a:r>
              <a:rPr sz="2761" spc="-35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T</a:t>
            </a:r>
            <a:r>
              <a:rPr sz="2761" spc="12" dirty="0" err="1">
                <a:latin typeface="Times New Roman"/>
                <a:cs typeface="Times New Roman"/>
              </a:rPr>
              <a:t>w</a:t>
            </a:r>
            <a:r>
              <a:rPr sz="2761" spc="-12" dirty="0" err="1">
                <a:latin typeface="Times New Roman"/>
                <a:cs typeface="Times New Roman"/>
              </a:rPr>
              <a:t>ee</a:t>
            </a:r>
            <a:r>
              <a:rPr sz="2761" dirty="0" err="1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 = t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204532">
              <a:spcBef>
                <a:spcPts val="1472"/>
              </a:spcBef>
            </a:pPr>
            <a:r>
              <a:rPr sz="2761" dirty="0">
                <a:latin typeface="Times New Roman"/>
                <a:cs typeface="Times New Roman"/>
              </a:rPr>
              <a:t>tw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t =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"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// if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urr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tes of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t,</a:t>
            </a:r>
          </a:p>
          <a:p>
            <a:pPr marL="29219" marR="2508442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//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 them to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trin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: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2508442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if 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t) {</a:t>
            </a:r>
          </a:p>
          <a:p>
            <a:pPr marL="378385" indent="-175313">
              <a:spcBef>
                <a:spcPts val="1024"/>
              </a:spcBef>
            </a:pPr>
            <a:r>
              <a:rPr sz="2761" dirty="0">
                <a:latin typeface="Times New Roman"/>
                <a:cs typeface="Times New Roman"/>
              </a:rPr>
              <a:t>if 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inCh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!= '</a:t>
            </a:r>
            <a:r>
              <a:rPr sz="2761" spc="12" dirty="0">
                <a:latin typeface="Times New Roman"/>
                <a:cs typeface="Times New Roman"/>
              </a:rPr>
              <a:t>&lt;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) {</a:t>
            </a:r>
          </a:p>
          <a:p>
            <a:pPr marL="378385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tw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t +=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inCh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r;</a:t>
            </a:r>
          </a:p>
          <a:p>
            <a:pPr marL="204532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  <a:endParaRPr lang="en-US" sz="2761" dirty="0">
              <a:latin typeface="Times New Roman"/>
              <a:cs typeface="Times New Roman"/>
            </a:endParaRPr>
          </a:p>
          <a:p>
            <a:pPr marL="204532">
              <a:spcBef>
                <a:spcPts val="1461"/>
              </a:spcBef>
            </a:pP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lse {</a:t>
            </a:r>
          </a:p>
          <a:p>
            <a:pPr marL="378385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// if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ou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ot a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"</a:t>
            </a:r>
            <a:r>
              <a:rPr lang="en-US" sz="2761" spc="12" dirty="0">
                <a:latin typeface="Times New Roman"/>
                <a:cs typeface="Times New Roman"/>
              </a:rPr>
              <a:t>&lt;</a:t>
            </a:r>
            <a:r>
              <a:rPr lang="en-US" sz="2761" dirty="0">
                <a:latin typeface="Times New Roman"/>
                <a:cs typeface="Times New Roman"/>
              </a:rPr>
              <a:t>"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r,</a:t>
            </a:r>
          </a:p>
          <a:p>
            <a:pPr marL="378385" marR="1170214">
              <a:lnSpc>
                <a:spcPct val="143800"/>
              </a:lnSpc>
              <a:spcBef>
                <a:spcPts val="12"/>
              </a:spcBef>
            </a:pPr>
            <a:r>
              <a:rPr lang="en-US" sz="2761" dirty="0">
                <a:latin typeface="Times New Roman"/>
                <a:cs typeface="Times New Roman"/>
              </a:rPr>
              <a:t>//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23" dirty="0">
                <a:latin typeface="Times New Roman"/>
                <a:cs typeface="Times New Roman"/>
              </a:rPr>
              <a:t>u</a:t>
            </a:r>
            <a:r>
              <a:rPr lang="en-US" sz="2761" spc="-35" dirty="0">
                <a:latin typeface="Times New Roman"/>
                <a:cs typeface="Times New Roman"/>
              </a:rPr>
              <a:t>'</a:t>
            </a:r>
            <a:r>
              <a:rPr lang="en-US" sz="2761" dirty="0">
                <a:latin typeface="Times New Roman"/>
                <a:cs typeface="Times New Roman"/>
              </a:rPr>
              <a:t>ve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eac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he</a:t>
            </a:r>
            <a:r>
              <a:rPr lang="en-US" sz="2761" spc="-12" dirty="0">
                <a:latin typeface="Times New Roman"/>
                <a:cs typeface="Times New Roman"/>
              </a:rPr>
              <a:t> e</a:t>
            </a:r>
            <a:r>
              <a:rPr lang="en-US" sz="2761" dirty="0">
                <a:latin typeface="Times New Roman"/>
                <a:cs typeface="Times New Roman"/>
              </a:rPr>
              <a:t>nd of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t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spc="-12" dirty="0">
                <a:latin typeface="Times New Roman"/>
                <a:cs typeface="Times New Roman"/>
              </a:rPr>
              <a:t>ee</a:t>
            </a:r>
            <a:r>
              <a:rPr lang="en-US" sz="2761" dirty="0">
                <a:latin typeface="Times New Roman"/>
                <a:cs typeface="Times New Roman"/>
              </a:rPr>
              <a:t>t: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3200" y="860110"/>
            <a:ext cx="14401800" cy="833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8385" marR="1170214">
              <a:spcBef>
                <a:spcPts val="12"/>
              </a:spcBef>
            </a:pPr>
            <a:r>
              <a:rPr sz="2761" dirty="0" err="1">
                <a:latin typeface="Times New Roman"/>
                <a:cs typeface="Times New Roman"/>
              </a:rPr>
              <a:t>r</a:t>
            </a:r>
            <a:r>
              <a:rPr sz="2761" spc="-23" dirty="0" err="1">
                <a:latin typeface="Times New Roman"/>
                <a:cs typeface="Times New Roman"/>
              </a:rPr>
              <a:t>e</a:t>
            </a:r>
            <a:r>
              <a:rPr sz="2761" spc="-12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di</a:t>
            </a:r>
            <a:r>
              <a:rPr sz="2761" spc="23" dirty="0" err="1">
                <a:latin typeface="Times New Roman"/>
                <a:cs typeface="Times New Roman"/>
              </a:rPr>
              <a:t>n</a:t>
            </a:r>
            <a:r>
              <a:rPr sz="2761" spc="-35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T</a:t>
            </a:r>
            <a:r>
              <a:rPr sz="2761" spc="12" dirty="0" err="1">
                <a:latin typeface="Times New Roman"/>
                <a:cs typeface="Times New Roman"/>
              </a:rPr>
              <a:t>w</a:t>
            </a:r>
            <a:r>
              <a:rPr sz="2761" spc="-12" dirty="0" err="1">
                <a:latin typeface="Times New Roman"/>
                <a:cs typeface="Times New Roman"/>
              </a:rPr>
              <a:t>ee</a:t>
            </a:r>
            <a:r>
              <a:rPr sz="2761" dirty="0" err="1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 = f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;</a:t>
            </a:r>
            <a:endParaRPr lang="en-US" sz="2761" dirty="0">
              <a:latin typeface="Times New Roman"/>
              <a:cs typeface="Times New Roman"/>
            </a:endParaRPr>
          </a:p>
          <a:p>
            <a:pPr marL="378385" marR="1170214">
              <a:spcBef>
                <a:spcPts val="12"/>
              </a:spcBef>
            </a:pPr>
            <a:r>
              <a:rPr sz="2761" dirty="0" err="1">
                <a:latin typeface="Times New Roman"/>
                <a:cs typeface="Times New Roman"/>
              </a:rPr>
              <a:t>S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ri</a:t>
            </a:r>
            <a:r>
              <a:rPr sz="2761" spc="-23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l.println</a:t>
            </a:r>
            <a:r>
              <a:rPr sz="2761" dirty="0">
                <a:latin typeface="Times New Roman"/>
                <a:cs typeface="Times New Roman"/>
              </a:rPr>
              <a:t>(tw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t);</a:t>
            </a:r>
          </a:p>
          <a:p>
            <a:pPr>
              <a:spcBef>
                <a:spcPts val="129"/>
              </a:spcBef>
            </a:pPr>
            <a:endParaRPr sz="2760" dirty="0">
              <a:latin typeface="Times New Roman"/>
              <a:cs typeface="Times New Roman"/>
            </a:endParaRPr>
          </a:p>
          <a:p>
            <a:pPr marL="466041" marR="1440491" indent="-87657"/>
            <a:r>
              <a:rPr sz="2761" dirty="0">
                <a:latin typeface="Times New Roman"/>
                <a:cs typeface="Times New Roman"/>
              </a:rPr>
              <a:t>if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tw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12" dirty="0">
                <a:latin typeface="Times New Roman"/>
                <a:cs typeface="Times New Roman"/>
              </a:rPr>
              <a:t>=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spc="-12" dirty="0">
                <a:latin typeface="Times New Roman"/>
                <a:cs typeface="Times New Roman"/>
              </a:rPr>
              <a:t>&gt;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 Cru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orld</a:t>
            </a:r>
            <a:r>
              <a:rPr sz="2761" spc="-35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){</a:t>
            </a:r>
            <a:endParaRPr lang="en-US" sz="2761" dirty="0">
              <a:latin typeface="Times New Roman"/>
              <a:cs typeface="Times New Roman"/>
            </a:endParaRPr>
          </a:p>
          <a:p>
            <a:pPr marL="466041" marR="1440491" indent="-87657"/>
            <a:r>
              <a:rPr lang="en-US" sz="2761" dirty="0">
                <a:latin typeface="Times New Roman"/>
                <a:cs typeface="Times New Roman"/>
              </a:rPr>
              <a:t>	</a:t>
            </a:r>
            <a:r>
              <a:rPr sz="2761" dirty="0" err="1">
                <a:latin typeface="Times New Roman"/>
                <a:cs typeface="Times New Roman"/>
              </a:rPr>
              <a:t>di</a:t>
            </a:r>
            <a:r>
              <a:rPr sz="2761" spc="-23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it</a:t>
            </a:r>
            <a:r>
              <a:rPr sz="2761" spc="-12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</a:t>
            </a:r>
            <a:r>
              <a:rPr sz="2761" spc="12" dirty="0" err="1">
                <a:latin typeface="Times New Roman"/>
                <a:cs typeface="Times New Roman"/>
              </a:rPr>
              <a:t>W</a:t>
            </a:r>
            <a:r>
              <a:rPr sz="2761" dirty="0" err="1">
                <a:latin typeface="Times New Roman"/>
                <a:cs typeface="Times New Roman"/>
              </a:rPr>
              <a:t>rit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(2, HI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  <a:endParaRPr lang="en-US" sz="2761" dirty="0">
              <a:latin typeface="Times New Roman"/>
              <a:cs typeface="Times New Roman"/>
            </a:endParaRPr>
          </a:p>
          <a:p>
            <a:pPr marL="466041" marR="1440491" indent="-87657"/>
            <a:r>
              <a:rPr lang="en-US" sz="2761" dirty="0">
                <a:latin typeface="Times New Roman"/>
                <a:cs typeface="Times New Roman"/>
              </a:rPr>
              <a:t>	</a:t>
            </a:r>
            <a:r>
              <a:rPr sz="2761" dirty="0" err="1">
                <a:latin typeface="Times New Roman"/>
                <a:cs typeface="Times New Roman"/>
              </a:rPr>
              <a:t>S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ri</a:t>
            </a:r>
            <a:r>
              <a:rPr sz="2761" spc="-23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l.println</a:t>
            </a:r>
            <a:r>
              <a:rPr sz="2761" dirty="0">
                <a:latin typeface="Times New Roman"/>
                <a:cs typeface="Times New Roman"/>
              </a:rPr>
              <a:t>("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N!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  <a:p>
            <a:pPr marL="378385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466041" marR="1522304" indent="-87657"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if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tw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12" dirty="0">
                <a:latin typeface="Times New Roman"/>
                <a:cs typeface="Times New Roman"/>
              </a:rPr>
              <a:t>!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spc="-12" dirty="0">
                <a:latin typeface="Times New Roman"/>
                <a:cs typeface="Times New Roman"/>
              </a:rPr>
              <a:t>&gt;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 Cru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orld</a:t>
            </a:r>
            <a:r>
              <a:rPr sz="2761" spc="-35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){</a:t>
            </a:r>
            <a:endParaRPr lang="en-US" sz="2761" dirty="0">
              <a:latin typeface="Times New Roman"/>
              <a:cs typeface="Times New Roman"/>
            </a:endParaRPr>
          </a:p>
          <a:p>
            <a:pPr marL="466041" marR="1522304" indent="-87657">
              <a:spcBef>
                <a:spcPts val="12"/>
              </a:spcBef>
            </a:pPr>
            <a:r>
              <a:rPr lang="en-US" sz="2761" dirty="0">
                <a:latin typeface="Times New Roman"/>
                <a:cs typeface="Times New Roman"/>
              </a:rPr>
              <a:t>	</a:t>
            </a:r>
            <a:r>
              <a:rPr sz="2761" dirty="0" err="1">
                <a:latin typeface="Times New Roman"/>
                <a:cs typeface="Times New Roman"/>
              </a:rPr>
              <a:t>di</a:t>
            </a:r>
            <a:r>
              <a:rPr sz="2761" spc="-23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it</a:t>
            </a:r>
            <a:r>
              <a:rPr sz="2761" spc="-12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</a:t>
            </a:r>
            <a:r>
              <a:rPr sz="2761" spc="12" dirty="0" err="1">
                <a:latin typeface="Times New Roman"/>
                <a:cs typeface="Times New Roman"/>
              </a:rPr>
              <a:t>W</a:t>
            </a:r>
            <a:r>
              <a:rPr sz="2761" dirty="0" err="1">
                <a:latin typeface="Times New Roman"/>
                <a:cs typeface="Times New Roman"/>
              </a:rPr>
              <a:t>rit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(2,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);</a:t>
            </a:r>
            <a:endParaRPr lang="en-US" sz="2761" dirty="0">
              <a:latin typeface="Times New Roman"/>
              <a:cs typeface="Times New Roman"/>
            </a:endParaRPr>
          </a:p>
          <a:p>
            <a:pPr marL="466041" marR="1522304" indent="-87657">
              <a:spcBef>
                <a:spcPts val="12"/>
              </a:spcBef>
            </a:pPr>
            <a:r>
              <a:rPr lang="en-US" sz="2761" dirty="0">
                <a:latin typeface="Times New Roman"/>
                <a:cs typeface="Times New Roman"/>
              </a:rPr>
              <a:t>	</a:t>
            </a:r>
            <a:r>
              <a:rPr sz="2761" dirty="0" err="1">
                <a:latin typeface="Times New Roman"/>
                <a:cs typeface="Times New Roman"/>
              </a:rPr>
              <a:t>S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ri</a:t>
            </a:r>
            <a:r>
              <a:rPr sz="2761" spc="-23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l.println</a:t>
            </a:r>
            <a:r>
              <a:rPr sz="2761" dirty="0">
                <a:latin typeface="Times New Roman"/>
                <a:cs typeface="Times New Roman"/>
              </a:rPr>
              <a:t>("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!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  <a:p>
            <a:pPr marL="378385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  <a:endParaRPr lang="en-US" sz="2761" dirty="0">
              <a:latin typeface="Times New Roman"/>
              <a:cs typeface="Times New Roman"/>
            </a:endParaRPr>
          </a:p>
          <a:p>
            <a:pPr marL="904325" marR="2984710"/>
            <a:r>
              <a:rPr lang="en-US" sz="2761" dirty="0">
                <a:latin typeface="Times New Roman"/>
                <a:cs typeface="Times New Roman"/>
              </a:rPr>
              <a:t>//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lose the</a:t>
            </a:r>
            <a:r>
              <a:rPr lang="en-US" sz="2761" spc="-12" dirty="0">
                <a:latin typeface="Times New Roman"/>
                <a:cs typeface="Times New Roman"/>
              </a:rPr>
              <a:t> c</a:t>
            </a:r>
            <a:r>
              <a:rPr lang="en-US" sz="2761" dirty="0">
                <a:latin typeface="Times New Roman"/>
                <a:cs typeface="Times New Roman"/>
              </a:rPr>
              <a:t>onn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ion to the s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rv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r:</a:t>
            </a:r>
          </a:p>
          <a:p>
            <a:pPr marL="904325" marR="2984710"/>
            <a:r>
              <a:rPr lang="en-US" sz="2761" spc="-12" dirty="0" err="1">
                <a:latin typeface="Times New Roman"/>
                <a:cs typeface="Times New Roman"/>
              </a:rPr>
              <a:t>c</a:t>
            </a:r>
            <a:r>
              <a:rPr lang="en-US" sz="2761" dirty="0" err="1">
                <a:latin typeface="Times New Roman"/>
                <a:cs typeface="Times New Roman"/>
              </a:rPr>
              <a:t>li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nt.stop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23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730472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}</a:t>
            </a:r>
          </a:p>
          <a:p>
            <a:pPr marL="55515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}</a:t>
            </a:r>
          </a:p>
          <a:p>
            <a:pPr marL="379846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}</a:t>
            </a:r>
          </a:p>
          <a:p>
            <a:pPr marL="204532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}</a:t>
            </a:r>
            <a:endParaRPr sz="276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40504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400" y="1066800"/>
            <a:ext cx="8967094" cy="7765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4532">
              <a:spcBef>
                <a:spcPts val="1461"/>
              </a:spcBef>
            </a:pP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lse if </a:t>
            </a:r>
            <a:r>
              <a:rPr sz="2761" spc="-23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millis()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-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lastAtt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mptTime &gt;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nterv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l) {</a:t>
            </a:r>
          </a:p>
          <a:p>
            <a:pPr marL="379846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// if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d,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two minutes h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ssed sin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</a:p>
          <a:p>
            <a:pPr marL="379846" marR="1043114">
              <a:lnSpc>
                <a:spcPct val="143300"/>
              </a:lnSpc>
              <a:spcBef>
                <a:spcPts val="35"/>
              </a:spcBef>
            </a:pPr>
            <a:r>
              <a:rPr sz="2761" dirty="0">
                <a:latin typeface="Times New Roman"/>
                <a:cs typeface="Times New Roman"/>
              </a:rPr>
              <a:t>//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our l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st con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on,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then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mpt to conn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in: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tToS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r();</a:t>
            </a:r>
          </a:p>
          <a:p>
            <a:pPr marL="204532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>
              <a:spcBef>
                <a:spcPts val="127"/>
              </a:spcBef>
            </a:pPr>
            <a:endParaRPr sz="2531" dirty="0">
              <a:latin typeface="Times New Roman"/>
              <a:cs typeface="Times New Roman"/>
            </a:endParaRPr>
          </a:p>
          <a:p>
            <a:pPr marL="29219"/>
            <a:r>
              <a:rPr sz="2761" dirty="0">
                <a:latin typeface="Times New Roman"/>
                <a:cs typeface="Times New Roman"/>
              </a:rPr>
              <a:t>void conn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tToS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204532" marR="2435394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//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mpt to conn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t, a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d w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it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millise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ond: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l.println(</a:t>
            </a:r>
            <a:r>
              <a:rPr sz="2761" spc="-35" dirty="0">
                <a:latin typeface="Times New Roman"/>
                <a:cs typeface="Times New Roman"/>
              </a:rPr>
              <a:t>"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se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r..</a:t>
            </a:r>
            <a:r>
              <a:rPr sz="2761" spc="12" dirty="0">
                <a:latin typeface="Times New Roman"/>
                <a:cs typeface="Times New Roman"/>
              </a:rPr>
              <a:t>.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  <a:p>
            <a:pPr marL="379846" marR="2733427" indent="-175313">
              <a:lnSpc>
                <a:spcPct val="143300"/>
              </a:lnSpc>
              <a:spcBef>
                <a:spcPts val="35"/>
              </a:spcBef>
            </a:pPr>
            <a:r>
              <a:rPr sz="2761" dirty="0">
                <a:latin typeface="Times New Roman"/>
                <a:cs typeface="Times New Roman"/>
              </a:rPr>
              <a:t>if </a:t>
            </a:r>
            <a:r>
              <a:rPr sz="2761" spc="-12" dirty="0">
                <a:latin typeface="Times New Roman"/>
                <a:cs typeface="Times New Roman"/>
              </a:rPr>
              <a:t>(c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nt.conne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t(s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me, 80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) {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l.println(</a:t>
            </a:r>
            <a:r>
              <a:rPr sz="2761" spc="-35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maki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 H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TP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st..</a:t>
            </a:r>
            <a:r>
              <a:rPr sz="2761" spc="23" dirty="0">
                <a:latin typeface="Times New Roman"/>
                <a:cs typeface="Times New Roman"/>
              </a:rPr>
              <a:t>.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  <a:p>
            <a:pPr marL="204532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// make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TP 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12" dirty="0">
                <a:latin typeface="Times New Roman"/>
                <a:cs typeface="Times New Roman"/>
              </a:rPr>
              <a:t>re</a:t>
            </a:r>
            <a:r>
              <a:rPr sz="2761" spc="23" dirty="0">
                <a:latin typeface="Times New Roman"/>
                <a:cs typeface="Times New Roman"/>
              </a:rPr>
              <a:t>q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st to twitte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: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778000" y="1295401"/>
            <a:ext cx="14325599" cy="7261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 indent="350627">
              <a:lnSpc>
                <a:spcPct val="144200"/>
              </a:lnSpc>
            </a:pP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nt.println(</a:t>
            </a:r>
            <a:r>
              <a:rPr sz="2761" spc="-35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lang="en-US" sz="2761" dirty="0">
                <a:latin typeface="Times New Roman"/>
                <a:cs typeface="Times New Roman"/>
              </a:rPr>
              <a:t>/1/statuses/</a:t>
            </a:r>
            <a:r>
              <a:rPr lang="en-US" sz="2761" dirty="0" err="1">
                <a:latin typeface="Times New Roman"/>
                <a:cs typeface="Times New Roman"/>
              </a:rPr>
              <a:t>use</a:t>
            </a:r>
            <a:r>
              <a:rPr lang="en-US" sz="2761" spc="-23" dirty="0" err="1">
                <a:latin typeface="Times New Roman"/>
                <a:cs typeface="Times New Roman"/>
              </a:rPr>
              <a:t>r</a:t>
            </a:r>
            <a:r>
              <a:rPr lang="en-US" sz="2761" dirty="0" err="1">
                <a:latin typeface="Times New Roman"/>
                <a:cs typeface="Times New Roman"/>
              </a:rPr>
              <a:t>_timeline.</a:t>
            </a:r>
            <a:r>
              <a:rPr lang="en-US" sz="2761" spc="12" dirty="0" err="1">
                <a:latin typeface="Times New Roman"/>
                <a:cs typeface="Times New Roman"/>
              </a:rPr>
              <a:t>x</a:t>
            </a:r>
            <a:r>
              <a:rPr lang="en-US" sz="2761" dirty="0" err="1">
                <a:latin typeface="Times New Roman"/>
                <a:cs typeface="Times New Roman"/>
              </a:rPr>
              <a:t>m</a:t>
            </a:r>
            <a:r>
              <a:rPr lang="en-US" sz="2761" spc="-23" dirty="0" err="1">
                <a:latin typeface="Times New Roman"/>
                <a:cs typeface="Times New Roman"/>
              </a:rPr>
              <a:t>l</a:t>
            </a:r>
            <a:r>
              <a:rPr lang="en-US" sz="2761" spc="12" dirty="0" err="1">
                <a:latin typeface="Times New Roman"/>
                <a:cs typeface="Times New Roman"/>
              </a:rPr>
              <a:t>?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c</a:t>
            </a:r>
            <a:r>
              <a:rPr lang="en-US" sz="2761" dirty="0" err="1">
                <a:latin typeface="Times New Roman"/>
                <a:cs typeface="Times New Roman"/>
              </a:rPr>
              <a:t>r</a:t>
            </a:r>
            <a:r>
              <a:rPr lang="en-US" sz="2761" spc="-23" dirty="0" err="1">
                <a:latin typeface="Times New Roman"/>
                <a:cs typeface="Times New Roman"/>
              </a:rPr>
              <a:t>e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n_n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me</a:t>
            </a:r>
            <a:r>
              <a:rPr lang="en-US" sz="2761" spc="-23" dirty="0">
                <a:latin typeface="Times New Roman"/>
                <a:cs typeface="Times New Roman"/>
              </a:rPr>
              <a:t>=</a:t>
            </a:r>
            <a:r>
              <a:rPr lang="en-US" sz="2761" spc="23" dirty="0" err="1">
                <a:latin typeface="Times New Roman"/>
                <a:cs typeface="Times New Roman"/>
              </a:rPr>
              <a:t>R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n</a:t>
            </a:r>
            <a:r>
              <a:rPr lang="en-US" sz="2761" spc="23" dirty="0" err="1">
                <a:latin typeface="Times New Roman"/>
                <a:cs typeface="Times New Roman"/>
              </a:rPr>
              <a:t>d</a:t>
            </a:r>
            <a:r>
              <a:rPr lang="en-US" sz="2761" spc="-58" dirty="0" err="1">
                <a:latin typeface="Times New Roman"/>
                <a:cs typeface="Times New Roman"/>
              </a:rPr>
              <a:t>y</a:t>
            </a:r>
            <a:r>
              <a:rPr lang="en-US" sz="2761" spc="23" dirty="0" err="1">
                <a:latin typeface="Times New Roman"/>
                <a:cs typeface="Times New Roman"/>
              </a:rPr>
              <a:t>M</a:t>
            </a:r>
            <a:r>
              <a:rPr lang="en-US" sz="2761" spc="-12" dirty="0" err="1">
                <a:latin typeface="Times New Roman"/>
                <a:cs typeface="Times New Roman"/>
              </a:rPr>
              <a:t>c</a:t>
            </a:r>
            <a:r>
              <a:rPr lang="en-US" sz="2761" dirty="0" err="1">
                <a:latin typeface="Times New Roman"/>
                <a:cs typeface="Times New Roman"/>
              </a:rPr>
              <a:t>T</a:t>
            </a:r>
            <a:r>
              <a:rPr lang="en-US" sz="2761" spc="-23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st</a:t>
            </a:r>
            <a:r>
              <a:rPr lang="en-US" sz="2761" spc="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r&amp;</a:t>
            </a:r>
            <a:r>
              <a:rPr lang="en-US" sz="2761" spc="-23" dirty="0" err="1">
                <a:latin typeface="Times New Roman"/>
                <a:cs typeface="Times New Roman"/>
              </a:rPr>
              <a:t>c</a:t>
            </a:r>
            <a:r>
              <a:rPr lang="en-US" sz="2761" dirty="0" err="1">
                <a:latin typeface="Times New Roman"/>
                <a:cs typeface="Times New Roman"/>
              </a:rPr>
              <a:t>ount</a:t>
            </a:r>
            <a:r>
              <a:rPr lang="en-US" sz="2761" dirty="0">
                <a:latin typeface="Times New Roman"/>
                <a:cs typeface="Times New Roman"/>
              </a:rPr>
              <a:t>=1</a:t>
            </a:r>
          </a:p>
          <a:p>
            <a:pPr marL="29219" marR="11688" indent="350627">
              <a:lnSpc>
                <a:spcPct val="144200"/>
              </a:lnSpc>
            </a:pP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TP/1.1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);</a:t>
            </a:r>
            <a:endParaRPr lang="en-US" sz="2761" dirty="0">
              <a:latin typeface="Times New Roman"/>
              <a:cs typeface="Times New Roman"/>
            </a:endParaRPr>
          </a:p>
          <a:p>
            <a:pPr marL="379846" marR="7013995">
              <a:lnSpc>
                <a:spcPct val="144200"/>
              </a:lnSpc>
            </a:pPr>
            <a:r>
              <a:rPr lang="en-US" sz="2761" spc="-12" dirty="0" err="1">
                <a:latin typeface="Times New Roman"/>
                <a:cs typeface="Times New Roman"/>
              </a:rPr>
              <a:t>c</a:t>
            </a:r>
            <a:r>
              <a:rPr lang="en-US" sz="2761" dirty="0" err="1">
                <a:latin typeface="Times New Roman"/>
                <a:cs typeface="Times New Roman"/>
              </a:rPr>
              <a:t>li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nt.println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35" dirty="0">
                <a:latin typeface="Times New Roman"/>
                <a:cs typeface="Times New Roman"/>
              </a:rPr>
              <a:t>"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ST: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pi.twitt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r.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om"); </a:t>
            </a:r>
            <a:r>
              <a:rPr lang="en-US" sz="2761" spc="-12" dirty="0" err="1">
                <a:latin typeface="Times New Roman"/>
                <a:cs typeface="Times New Roman"/>
              </a:rPr>
              <a:t>c</a:t>
            </a:r>
            <a:r>
              <a:rPr lang="en-US" sz="2761" dirty="0" err="1">
                <a:latin typeface="Times New Roman"/>
                <a:cs typeface="Times New Roman"/>
              </a:rPr>
              <a:t>li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nt.println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12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204532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}</a:t>
            </a:r>
          </a:p>
          <a:p>
            <a:pPr marL="204532" marR="7328098">
              <a:lnSpc>
                <a:spcPct val="143500"/>
              </a:lnSpc>
              <a:spcBef>
                <a:spcPts val="23"/>
              </a:spcBef>
            </a:pPr>
            <a:r>
              <a:rPr lang="en-US" sz="2761" dirty="0">
                <a:latin typeface="Times New Roman"/>
                <a:cs typeface="Times New Roman"/>
              </a:rPr>
              <a:t>// note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time of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this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onne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 attempt: </a:t>
            </a:r>
            <a:r>
              <a:rPr lang="en-US" sz="2761" dirty="0" err="1">
                <a:latin typeface="Times New Roman"/>
                <a:cs typeface="Times New Roman"/>
              </a:rPr>
              <a:t>lastAtt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mptTime</a:t>
            </a:r>
            <a:r>
              <a:rPr lang="en-US" sz="2761" dirty="0">
                <a:latin typeface="Times New Roman"/>
                <a:cs typeface="Times New Roman"/>
              </a:rPr>
              <a:t> =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 err="1">
                <a:latin typeface="Times New Roman"/>
                <a:cs typeface="Times New Roman"/>
              </a:rPr>
              <a:t>mill</a:t>
            </a:r>
            <a:r>
              <a:rPr lang="en-US" sz="2761" spc="-23" dirty="0" err="1">
                <a:latin typeface="Times New Roman"/>
                <a:cs typeface="Times New Roman"/>
              </a:rPr>
              <a:t>i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23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2921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}</a:t>
            </a:r>
          </a:p>
          <a:p>
            <a:pPr marL="2921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Pr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sumab</a:t>
            </a:r>
            <a:r>
              <a:rPr lang="en-US" sz="2761" spc="23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ou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 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oi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w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nt to 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ea</a:t>
            </a:r>
            <a:r>
              <a:rPr lang="en-US" sz="2761" dirty="0">
                <a:latin typeface="Times New Roman"/>
                <a:cs typeface="Times New Roman"/>
              </a:rPr>
              <a:t>d som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th</a:t>
            </a:r>
            <a:r>
              <a:rPr lang="en-US" sz="2761" spc="35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other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 the r</a:t>
            </a:r>
            <a:r>
              <a:rPr lang="en-US" sz="2761" spc="-12" dirty="0">
                <a:latin typeface="Times New Roman"/>
                <a:cs typeface="Times New Roman"/>
              </a:rPr>
              <a:t>ece</a:t>
            </a:r>
            <a:r>
              <a:rPr lang="en-US" sz="2761" dirty="0">
                <a:latin typeface="Times New Roman"/>
                <a:cs typeface="Times New Roman"/>
              </a:rPr>
              <a:t>nt 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dirty="0">
                <a:latin typeface="Times New Roman"/>
                <a:cs typeface="Times New Roman"/>
              </a:rPr>
              <a:t>ost on the</a:t>
            </a:r>
          </a:p>
          <a:p>
            <a:pPr marL="29219" marR="11688">
              <a:lnSpc>
                <a:spcPct val="143700"/>
              </a:lnSpc>
              <a:spcBef>
                <a:spcPts val="12"/>
              </a:spcBef>
            </a:pPr>
            <a:r>
              <a:rPr lang="en-US" sz="2761" dirty="0" err="1">
                <a:latin typeface="Times New Roman"/>
                <a:cs typeface="Times New Roman"/>
              </a:rPr>
              <a:t>R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n</a:t>
            </a:r>
            <a:r>
              <a:rPr lang="en-US" sz="2761" spc="23" dirty="0" err="1">
                <a:latin typeface="Times New Roman"/>
                <a:cs typeface="Times New Roman"/>
              </a:rPr>
              <a:t>d</a:t>
            </a:r>
            <a:r>
              <a:rPr lang="en-US" sz="2761" spc="-58" dirty="0" err="1">
                <a:latin typeface="Times New Roman"/>
                <a:cs typeface="Times New Roman"/>
              </a:rPr>
              <a:t>y</a:t>
            </a:r>
            <a:r>
              <a:rPr lang="en-US" sz="2761" dirty="0" err="1">
                <a:latin typeface="Times New Roman"/>
                <a:cs typeface="Times New Roman"/>
              </a:rPr>
              <a:t>M</a:t>
            </a:r>
            <a:r>
              <a:rPr lang="en-US" sz="2761" spc="12" dirty="0" err="1">
                <a:latin typeface="Times New Roman"/>
                <a:cs typeface="Times New Roman"/>
              </a:rPr>
              <a:t>c</a:t>
            </a:r>
            <a:r>
              <a:rPr lang="en-US" sz="2761" dirty="0" err="1">
                <a:latin typeface="Times New Roman"/>
                <a:cs typeface="Times New Roman"/>
              </a:rPr>
              <a:t>T</a:t>
            </a:r>
            <a:r>
              <a:rPr lang="en-US" sz="2761" spc="-23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ster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witt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f</a:t>
            </a:r>
            <a:r>
              <a:rPr lang="en-US" sz="2761" spc="-12" dirty="0">
                <a:latin typeface="Times New Roman"/>
                <a:cs typeface="Times New Roman"/>
              </a:rPr>
              <a:t>ee</a:t>
            </a:r>
            <a:r>
              <a:rPr lang="en-US" sz="2761" dirty="0">
                <a:latin typeface="Times New Roman"/>
                <a:cs typeface="Times New Roman"/>
              </a:rPr>
              <a:t>d. To 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ea</a:t>
            </a:r>
            <a:r>
              <a:rPr lang="en-US" sz="2761" dirty="0">
                <a:latin typeface="Times New Roman"/>
                <a:cs typeface="Times New Roman"/>
              </a:rPr>
              <a:t>d other T</a:t>
            </a:r>
            <a:r>
              <a:rPr lang="en-US" sz="2761" spc="-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itt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spc="-12" dirty="0">
                <a:latin typeface="Times New Roman"/>
                <a:cs typeface="Times New Roman"/>
              </a:rPr>
              <a:t>ee</a:t>
            </a:r>
            <a:r>
              <a:rPr lang="en-US" sz="2761" dirty="0">
                <a:latin typeface="Times New Roman"/>
                <a:cs typeface="Times New Roman"/>
              </a:rPr>
              <a:t>ds,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foll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wing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bit of t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t: </a:t>
            </a:r>
            <a:r>
              <a:rPr lang="en-US" sz="2761" spc="-12" dirty="0" err="1">
                <a:latin typeface="Times New Roman"/>
                <a:cs typeface="Times New Roman"/>
              </a:rPr>
              <a:t>c</a:t>
            </a:r>
            <a:r>
              <a:rPr lang="en-US" sz="2761" dirty="0" err="1">
                <a:latin typeface="Times New Roman"/>
                <a:cs typeface="Times New Roman"/>
              </a:rPr>
              <a:t>li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nt.println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35" dirty="0">
                <a:latin typeface="Times New Roman"/>
                <a:cs typeface="Times New Roman"/>
              </a:rPr>
              <a:t>"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 /1/s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tuses/</a:t>
            </a:r>
            <a:r>
              <a:rPr lang="en-US" sz="2761" spc="12" dirty="0" err="1">
                <a:latin typeface="Times New Roman"/>
                <a:cs typeface="Times New Roman"/>
              </a:rPr>
              <a:t>u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r_tim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lin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.</a:t>
            </a:r>
            <a:r>
              <a:rPr lang="en-US" sz="2761" spc="23" dirty="0" err="1">
                <a:latin typeface="Times New Roman"/>
                <a:cs typeface="Times New Roman"/>
              </a:rPr>
              <a:t>x</a:t>
            </a:r>
            <a:r>
              <a:rPr lang="en-US" sz="2761" dirty="0" err="1">
                <a:latin typeface="Times New Roman"/>
                <a:cs typeface="Times New Roman"/>
              </a:rPr>
              <a:t>m</a:t>
            </a:r>
            <a:r>
              <a:rPr lang="en-US" sz="2761" spc="-23" dirty="0" err="1">
                <a:latin typeface="Times New Roman"/>
                <a:cs typeface="Times New Roman"/>
              </a:rPr>
              <a:t>l</a:t>
            </a:r>
            <a:r>
              <a:rPr lang="en-US" sz="2761" spc="12" dirty="0" err="1">
                <a:latin typeface="Times New Roman"/>
                <a:cs typeface="Times New Roman"/>
              </a:rPr>
              <a:t>?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c</a:t>
            </a:r>
            <a:r>
              <a:rPr lang="en-US" sz="2761" dirty="0" err="1">
                <a:latin typeface="Times New Roman"/>
                <a:cs typeface="Times New Roman"/>
              </a:rPr>
              <a:t>r</a:t>
            </a:r>
            <a:r>
              <a:rPr lang="en-US" sz="2761" spc="-23" dirty="0" err="1">
                <a:latin typeface="Times New Roman"/>
                <a:cs typeface="Times New Roman"/>
              </a:rPr>
              <a:t>e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n_n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m</a:t>
            </a:r>
            <a:r>
              <a:rPr lang="en-US" sz="2761" spc="12" dirty="0" err="1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b="1" dirty="0">
                <a:latin typeface="Times New Roman"/>
                <a:cs typeface="Times New Roman"/>
              </a:rPr>
              <a:t>[</a:t>
            </a:r>
            <a:r>
              <a:rPr lang="en-US" sz="2761" b="1" spc="-23" dirty="0">
                <a:latin typeface="Times New Roman"/>
                <a:cs typeface="Times New Roman"/>
              </a:rPr>
              <a:t>N</a:t>
            </a:r>
            <a:r>
              <a:rPr lang="en-US" sz="2761" b="1" dirty="0">
                <a:latin typeface="Times New Roman"/>
                <a:cs typeface="Times New Roman"/>
              </a:rPr>
              <a:t>EW </a:t>
            </a:r>
            <a:r>
              <a:rPr lang="en-US" sz="2761" b="1" spc="23" dirty="0">
                <a:latin typeface="Times New Roman"/>
                <a:cs typeface="Times New Roman"/>
              </a:rPr>
              <a:t>T</a:t>
            </a:r>
            <a:r>
              <a:rPr lang="en-US" sz="2761" b="1" dirty="0">
                <a:latin typeface="Times New Roman"/>
                <a:cs typeface="Times New Roman"/>
              </a:rPr>
              <a:t>WITTER </a:t>
            </a:r>
            <a:r>
              <a:rPr lang="en-US" sz="2761" b="1" spc="-12" dirty="0">
                <a:latin typeface="Times New Roman"/>
                <a:cs typeface="Times New Roman"/>
              </a:rPr>
              <a:t>N</a:t>
            </a:r>
            <a:r>
              <a:rPr lang="en-US" sz="2761" b="1" dirty="0">
                <a:latin typeface="Times New Roman"/>
                <a:cs typeface="Times New Roman"/>
              </a:rPr>
              <a:t>A</a:t>
            </a:r>
            <a:r>
              <a:rPr lang="en-US" sz="2761" b="1" spc="-23" dirty="0">
                <a:latin typeface="Times New Roman"/>
                <a:cs typeface="Times New Roman"/>
              </a:rPr>
              <a:t>M</a:t>
            </a:r>
            <a:r>
              <a:rPr lang="en-US" sz="2761" b="1" dirty="0">
                <a:latin typeface="Times New Roman"/>
                <a:cs typeface="Times New Roman"/>
              </a:rPr>
              <a:t>E HERE</a:t>
            </a:r>
            <a:r>
              <a:rPr lang="en-US" sz="2761" b="1" spc="-12" dirty="0">
                <a:latin typeface="Times New Roman"/>
                <a:cs typeface="Times New Roman"/>
              </a:rPr>
              <a:t>]</a:t>
            </a:r>
            <a:r>
              <a:rPr lang="en-US" sz="2761" spc="-23" dirty="0">
                <a:latin typeface="Times New Roman"/>
                <a:cs typeface="Times New Roman"/>
              </a:rPr>
              <a:t>&amp;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ount=1 </a:t>
            </a:r>
            <a:r>
              <a:rPr lang="en-US" sz="2761" spc="-12" dirty="0">
                <a:latin typeface="Times New Roman"/>
                <a:cs typeface="Times New Roman"/>
              </a:rPr>
              <a:t>H</a:t>
            </a:r>
            <a:r>
              <a:rPr lang="en-US" sz="2761" spc="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TP/1.1</a:t>
            </a:r>
            <a:r>
              <a:rPr lang="en-US" sz="2761" spc="-23" dirty="0">
                <a:latin typeface="Times New Roman"/>
                <a:cs typeface="Times New Roman"/>
              </a:rPr>
              <a:t>"</a:t>
            </a:r>
            <a:r>
              <a:rPr lang="en-US" sz="2761" dirty="0">
                <a:latin typeface="Times New Roman"/>
                <a:cs typeface="Times New Roman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03804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Words>2753</Words>
  <Application>Microsoft Office PowerPoint</Application>
  <PresentationFormat>Custom</PresentationFormat>
  <Paragraphs>287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Shikha Atwal</cp:lastModifiedBy>
  <cp:revision>3</cp:revision>
  <dcterms:created xsi:type="dcterms:W3CDTF">2024-07-02T13:01:25Z</dcterms:created>
  <dcterms:modified xsi:type="dcterms:W3CDTF">2024-07-14T15:08:24Z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2024-07-02T00:00:00Z</vt:filetime>
  </property>
  <property fmtid="{D5CDD505-2E9C-101B-9397-08002B2CF9AE}" pid="3" name="LastSaved">
    <vt:filetime>2024-07-02T00:00:00Z</vt:filetime>
  </property>
</Properties>
</file>