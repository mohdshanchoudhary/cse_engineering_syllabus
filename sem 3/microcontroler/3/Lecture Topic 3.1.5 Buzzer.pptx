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2" r:id="rId3"/>
    <p:sldId id="257" r:id="rId4"/>
    <p:sldId id="263" r:id="rId5"/>
    <p:sldId id="258" r:id="rId6"/>
    <p:sldId id="264" r:id="rId7"/>
    <p:sldId id="265" r:id="rId8"/>
    <p:sldId id="259" r:id="rId9"/>
    <p:sldId id="266" r:id="rId10"/>
    <p:sldId id="260" r:id="rId11"/>
    <p:sldId id="267" r:id="rId12"/>
    <p:sldId id="261" r:id="rId13"/>
    <p:sldId id="269" r:id="rId14"/>
    <p:sldId id="268" r:id="rId15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516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5020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5083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543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0306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1305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2762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93507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865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1060036"/>
            <a:ext cx="14935200" cy="79383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72366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Pro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and</a:t>
            </a:r>
            <a:r>
              <a:rPr sz="368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nnection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Bu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z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zer</a:t>
            </a:r>
            <a:endParaRPr sz="3681" dirty="0">
              <a:latin typeface="Times New Roman"/>
              <a:cs typeface="Times New Roman"/>
            </a:endParaRPr>
          </a:p>
          <a:p>
            <a:pPr>
              <a:spcBef>
                <a:spcPts val="58"/>
              </a:spcBef>
            </a:pPr>
            <a:endParaRPr sz="460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</a:pPr>
            <a:r>
              <a:rPr sz="2761" dirty="0">
                <a:latin typeface="Times New Roman"/>
                <a:cs typeface="Times New Roman"/>
              </a:rPr>
              <a:t>An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zz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vice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rodu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und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c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ssed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thro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gh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</a:t>
            </a:r>
            <a:r>
              <a:rPr sz="2761" spc="12" dirty="0">
                <a:latin typeface="Times New Roman"/>
                <a:cs typeface="Times New Roman"/>
              </a:rPr>
              <a:t>zz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prod</a:t>
            </a:r>
            <a:r>
              <a:rPr sz="2761" spc="-12" dirty="0">
                <a:latin typeface="Times New Roman"/>
                <a:cs typeface="Times New Roman"/>
              </a:rPr>
              <a:t>uc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dif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tones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by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ivi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dif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tric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pulses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</a:t>
            </a:r>
            <a:r>
              <a:rPr sz="2761" spc="-12" dirty="0">
                <a:latin typeface="Times New Roman"/>
                <a:cs typeface="Times New Roman"/>
              </a:rPr>
              <a:t>z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bu</a:t>
            </a:r>
            <a:r>
              <a:rPr sz="2761" spc="12" dirty="0">
                <a:latin typeface="Times New Roman"/>
                <a:cs typeface="Times New Roman"/>
              </a:rPr>
              <a:t>zz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most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-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stem,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rm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uri</a:t>
            </a:r>
            <a:r>
              <a:rPr sz="2761" spc="46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 and to p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ound on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onfi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mation 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input in ma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ms.</a:t>
            </a:r>
          </a:p>
          <a:p>
            <a:pPr marL="29219" marR="16070" algn="just">
              <a:lnSpc>
                <a:spcPct val="143300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</a:t>
            </a:r>
            <a:r>
              <a:rPr sz="2761" spc="12" dirty="0">
                <a:latin typeface="Times New Roman"/>
                <a:cs typeface="Times New Roman"/>
              </a:rPr>
              <a:t>zz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ff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</a:t>
            </a:r>
            <a:r>
              <a:rPr sz="2761" spc="12" dirty="0">
                <a:latin typeface="Times New Roman"/>
                <a:cs typeface="Times New Roman"/>
              </a:rPr>
              <a:t>zz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rs,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El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tro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</a:t>
            </a:r>
            <a:r>
              <a:rPr sz="2761" spc="12" dirty="0">
                <a:latin typeface="Times New Roman"/>
                <a:cs typeface="Times New Roman"/>
              </a:rPr>
              <a:t>zz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Piezo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tric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</a:t>
            </a:r>
            <a:r>
              <a:rPr sz="2761" spc="12" dirty="0">
                <a:latin typeface="Times New Roman"/>
                <a:cs typeface="Times New Roman"/>
              </a:rPr>
              <a:t>zz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rs.</a:t>
            </a:r>
          </a:p>
          <a:p>
            <a:pPr marL="29219" marR="11688" algn="just">
              <a:lnSpc>
                <a:spcPct val="1436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piezo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</a:t>
            </a:r>
            <a:r>
              <a:rPr sz="2761" spc="12" dirty="0">
                <a:latin typeface="Times New Roman"/>
                <a:cs typeface="Times New Roman"/>
              </a:rPr>
              <a:t>zz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is most common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duino. As it 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ht, simple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tion,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23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-c</a:t>
            </a:r>
            <a:r>
              <a:rPr sz="2761" dirty="0">
                <a:latin typeface="Times New Roman"/>
                <a:cs typeface="Times New Roman"/>
              </a:rPr>
              <a:t>ost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prod</a:t>
            </a:r>
            <a:r>
              <a:rPr sz="2761" spc="-12" dirty="0">
                <a:latin typeface="Times New Roman"/>
                <a:cs typeface="Times New Roman"/>
              </a:rPr>
              <a:t>uc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sound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tones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dif</a:t>
            </a:r>
            <a:r>
              <a:rPr sz="2761" spc="-12" dirty="0">
                <a:latin typeface="Times New Roman"/>
                <a:cs typeface="Times New Roman"/>
              </a:rPr>
              <a:t>fe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ies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lating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uit.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prod</a:t>
            </a:r>
            <a:r>
              <a:rPr sz="2761" spc="-12" dirty="0">
                <a:latin typeface="Times New Roman"/>
                <a:cs typeface="Times New Roman"/>
              </a:rPr>
              <a:t>uc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dif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sound ton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using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</a:t>
            </a:r>
            <a:r>
              <a:rPr sz="2761" spc="12" dirty="0">
                <a:latin typeface="Times New Roman"/>
                <a:cs typeface="Times New Roman"/>
              </a:rPr>
              <a:t>zz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35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dif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ric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pulses.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20800" y="609600"/>
            <a:ext cx="15316200" cy="9065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69" dirty="0">
                <a:solidFill>
                  <a:srgbClr val="2E5395"/>
                </a:solidFill>
                <a:latin typeface="Times New Roman"/>
                <a:cs typeface="Times New Roman"/>
              </a:rPr>
              <a:t>W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orki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duino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Buzzer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4200"/>
              </a:lnSpc>
              <a:spcBef>
                <a:spcPts val="584"/>
              </a:spcBef>
            </a:pPr>
            <a:r>
              <a:rPr sz="2761" dirty="0">
                <a:latin typeface="Times New Roman"/>
                <a:cs typeface="Times New Roman"/>
              </a:rPr>
              <a:t>The Positive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+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</a:t>
            </a:r>
            <a:r>
              <a:rPr sz="2761" spc="12" dirty="0">
                <a:latin typeface="Times New Roman"/>
                <a:cs typeface="Times New Roman"/>
              </a:rPr>
              <a:t>zz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(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) 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ted to the </a:t>
            </a:r>
            <a:r>
              <a:rPr sz="2761" spc="-12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of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4200"/>
              </a:lnSpc>
              <a:spcBef>
                <a:spcPts val="584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4200"/>
              </a:lnSpc>
              <a:spcBef>
                <a:spcPts val="584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4200"/>
              </a:lnSpc>
              <a:spcBef>
                <a:spcPts val="584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4200"/>
              </a:lnSpc>
              <a:spcBef>
                <a:spcPts val="584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4200"/>
              </a:lnSpc>
              <a:spcBef>
                <a:spcPts val="584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4200"/>
              </a:lnSpc>
              <a:spcBef>
                <a:spcPts val="584"/>
              </a:spcBef>
            </a:pPr>
            <a:endParaRPr lang="en-US" sz="2761" spc="12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4200"/>
              </a:lnSpc>
              <a:spcBef>
                <a:spcPts val="584"/>
              </a:spcBef>
            </a:pP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Posi</a:t>
            </a:r>
            <a:r>
              <a:rPr lang="en-US" sz="2761" spc="-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ive 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 </a:t>
            </a:r>
            <a:r>
              <a:rPr lang="en-US" sz="2761" spc="-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ted 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5 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Volts 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 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 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35" dirty="0">
                <a:latin typeface="Times New Roman"/>
                <a:cs typeface="Times New Roman"/>
              </a:rPr>
              <a:t>l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</a:t>
            </a:r>
            <a:r>
              <a:rPr lang="en-US" sz="2761" spc="12" dirty="0">
                <a:latin typeface="Times New Roman"/>
                <a:cs typeface="Times New Roman"/>
              </a:rPr>
              <a:t>zz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prod</a:t>
            </a:r>
            <a:r>
              <a:rPr lang="en-US" sz="2761" spc="-12" dirty="0">
                <a:latin typeface="Times New Roman"/>
                <a:cs typeface="Times New Roman"/>
              </a:rPr>
              <a:t>uce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sound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46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stant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35" dirty="0">
                <a:latin typeface="Times New Roman"/>
                <a:cs typeface="Times New Roman"/>
              </a:rPr>
              <a:t>c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squ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v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rt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35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5</a:t>
            </a:r>
            <a:r>
              <a:rPr lang="en-US" sz="2761" spc="23" dirty="0">
                <a:latin typeface="Times New Roman"/>
                <a:cs typeface="Times New Roman"/>
              </a:rPr>
              <a:t>0</a:t>
            </a:r>
            <a:r>
              <a:rPr lang="en-US" sz="2761" dirty="0">
                <a:latin typeface="Times New Roman"/>
                <a:cs typeface="Times New Roman"/>
              </a:rPr>
              <a:t>% du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y </a:t>
            </a:r>
            <a:r>
              <a:rPr lang="en-US" sz="2761" spc="-230" dirty="0">
                <a:latin typeface="Times New Roman"/>
                <a:cs typeface="Times New Roman"/>
              </a:rPr>
              <a:t> </a:t>
            </a:r>
            <a:r>
              <a:rPr lang="en-US" sz="2761" spc="35" dirty="0">
                <a:latin typeface="Times New Roman"/>
                <a:cs typeface="Times New Roman"/>
              </a:rPr>
              <a:t>c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) </a:t>
            </a:r>
            <a:r>
              <a:rPr lang="en-US" sz="2761" spc="-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ppli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173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Pos</a:t>
            </a:r>
            <a:r>
              <a:rPr lang="en-US" sz="2761" spc="-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tive </a:t>
            </a:r>
            <a:r>
              <a:rPr lang="en-US" sz="2761" spc="-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>
                <a:latin typeface="Times New Roman"/>
                <a:cs typeface="Times New Roman"/>
              </a:rPr>
              <a:t>+</a:t>
            </a:r>
            <a:r>
              <a:rPr lang="en-US" sz="2761" dirty="0" err="1">
                <a:latin typeface="Times New Roman"/>
                <a:cs typeface="Times New Roman"/>
              </a:rPr>
              <a:t>v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) </a:t>
            </a:r>
            <a:r>
              <a:rPr lang="en-US" sz="2761" spc="-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 </a:t>
            </a:r>
            <a:r>
              <a:rPr lang="en-US" sz="2761" spc="-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-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35" dirty="0">
                <a:latin typeface="Times New Roman"/>
                <a:cs typeface="Times New Roman"/>
              </a:rPr>
              <a:t>u</a:t>
            </a:r>
            <a:r>
              <a:rPr lang="en-US" sz="2761" spc="12" dirty="0">
                <a:latin typeface="Times New Roman"/>
                <a:cs typeface="Times New Roman"/>
              </a:rPr>
              <a:t>zz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</a:t>
            </a:r>
            <a:r>
              <a:rPr lang="en-US" sz="2761" spc="-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 </a:t>
            </a:r>
            <a:r>
              <a:rPr lang="en-US" sz="2761" spc="-196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tones. </a:t>
            </a:r>
            <a:r>
              <a:rPr lang="en-US" sz="2761" spc="-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dif</a:t>
            </a:r>
            <a:r>
              <a:rPr lang="en-US" sz="2761" spc="-12" dirty="0">
                <a:latin typeface="Times New Roman"/>
                <a:cs typeface="Times New Roman"/>
              </a:rPr>
              <a:t>fe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qu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 dif</a:t>
            </a:r>
            <a:r>
              <a:rPr lang="en-US" sz="2761" spc="-12" dirty="0">
                <a:latin typeface="Times New Roman"/>
                <a:cs typeface="Times New Roman"/>
              </a:rPr>
              <a:t>f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tones.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qu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35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positive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pins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spc="9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 the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rduino buz</a:t>
            </a:r>
            <a:r>
              <a:rPr lang="en-US" sz="2761" spc="12" dirty="0">
                <a:latin typeface="Times New Roman"/>
                <a:cs typeface="Times New Roman"/>
              </a:rPr>
              <a:t>z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r, </a:t>
            </a:r>
            <a:r>
              <a:rPr lang="en-US" sz="2761" spc="-23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 a</a:t>
            </a:r>
            <a:r>
              <a:rPr lang="en-US" sz="2761" spc="-23" dirty="0">
                <a:latin typeface="Times New Roman"/>
                <a:cs typeface="Times New Roman"/>
              </a:rPr>
              <a:t> 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lo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 the son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5" name="object 5"/>
          <p:cNvSpPr/>
          <p:nvPr/>
        </p:nvSpPr>
        <p:spPr>
          <a:xfrm>
            <a:off x="7259240" y="2743200"/>
            <a:ext cx="3439320" cy="36229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566396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0" y="762000"/>
            <a:ext cx="15697200" cy="86915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8992" algn="just">
              <a:lnSpc>
                <a:spcPct val="143800"/>
              </a:lnSpc>
              <a:spcBef>
                <a:spcPts val="12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 </a:t>
            </a:r>
            <a:r>
              <a:rPr sz="2761" spc="-12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zz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on top 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it, pull the sti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. Conn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rt pin of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</a:t>
            </a:r>
            <a:r>
              <a:rPr sz="2761" spc="12" dirty="0">
                <a:latin typeface="Times New Roman"/>
                <a:cs typeface="Times New Roman"/>
              </a:rPr>
              <a:t>zz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to 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round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9.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duino,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make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sounds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</a:t>
            </a:r>
            <a:r>
              <a:rPr sz="2761" spc="12" dirty="0">
                <a:latin typeface="Times New Roman"/>
                <a:cs typeface="Times New Roman"/>
              </a:rPr>
              <a:t>zz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dif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tri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pulse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You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tell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</a:t>
            </a:r>
            <a:r>
              <a:rPr sz="2761" spc="12" dirty="0">
                <a:latin typeface="Times New Roman"/>
                <a:cs typeface="Times New Roman"/>
              </a:rPr>
              <a:t>zz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ted,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should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(in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rtz,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Hz)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tric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pulse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</a:t>
            </a:r>
            <a:r>
              <a:rPr sz="2761" spc="12" dirty="0">
                <a:latin typeface="Times New Roman"/>
                <a:cs typeface="Times New Roman"/>
              </a:rPr>
              <a:t>zz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how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much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p making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ton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So 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oing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this, we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use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dui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o bu</a:t>
            </a:r>
            <a:r>
              <a:rPr sz="2761" b="1" spc="-12" dirty="0">
                <a:latin typeface="Times New Roman"/>
                <a:cs typeface="Times New Roman"/>
              </a:rPr>
              <a:t>zze</a:t>
            </a:r>
            <a:r>
              <a:rPr sz="2761" b="1" dirty="0">
                <a:latin typeface="Times New Roman"/>
                <a:cs typeface="Times New Roman"/>
              </a:rPr>
              <a:t>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tone g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n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ation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spc="23" dirty="0">
                <a:latin typeface="Times New Roman"/>
                <a:cs typeface="Times New Roman"/>
              </a:rPr>
              <a:t>o</a:t>
            </a:r>
            <a:r>
              <a:rPr sz="2761" b="1" spc="-12" dirty="0">
                <a:latin typeface="Times New Roman"/>
                <a:cs typeface="Times New Roman"/>
              </a:rPr>
              <a:t>mm</a:t>
            </a:r>
            <a:r>
              <a:rPr sz="2761" b="1" dirty="0">
                <a:latin typeface="Times New Roman"/>
                <a:cs typeface="Times New Roman"/>
              </a:rPr>
              <a:t>an</a:t>
            </a:r>
            <a:r>
              <a:rPr sz="2761" b="1" spc="46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b="1" dirty="0">
                <a:latin typeface="Times New Roman"/>
                <a:cs typeface="Times New Roman"/>
              </a:rPr>
              <a:t>tone</a:t>
            </a:r>
            <a:r>
              <a:rPr sz="2761" b="1" spc="-23" dirty="0">
                <a:latin typeface="Times New Roman"/>
                <a:cs typeface="Times New Roman"/>
              </a:rPr>
              <a:t>(</a:t>
            </a:r>
            <a:r>
              <a:rPr sz="2761" b="1" dirty="0">
                <a:latin typeface="Times New Roman"/>
                <a:cs typeface="Times New Roman"/>
              </a:rPr>
              <a:t>9, 1200, 500</a:t>
            </a:r>
            <a:r>
              <a:rPr sz="2761" b="1" spc="-12" dirty="0">
                <a:latin typeface="Times New Roman"/>
                <a:cs typeface="Times New Roman"/>
              </a:rPr>
              <a:t>)</a:t>
            </a:r>
            <a:r>
              <a:rPr sz="2761" b="1" dirty="0">
                <a:latin typeface="Times New Roman"/>
                <a:cs typeface="Times New Roman"/>
              </a:rPr>
              <a:t>;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to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pin 9 at 1200 Hz for 1/2 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ond</a:t>
            </a:r>
          </a:p>
          <a:p>
            <a:pPr marL="29219" marR="18992" algn="just">
              <a:lnSpc>
                <a:spcPct val="143300"/>
              </a:lnSpc>
              <a:spcBef>
                <a:spcPts val="1599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e-</a:t>
            </a:r>
            <a:r>
              <a:rPr sz="2761" dirty="0">
                <a:latin typeface="Times New Roman"/>
                <a:cs typeface="Times New Roman"/>
              </a:rPr>
              <a:t>mentioned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69" dirty="0">
                <a:latin typeface="Times New Roman"/>
                <a:cs typeface="Times New Roman"/>
              </a:rPr>
              <a:t> s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ular 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ular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riod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 on a 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ular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pin.</a:t>
            </a:r>
          </a:p>
          <a:p>
            <a:pPr marL="29219" marR="16070" algn="just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So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using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</a:t>
            </a:r>
            <a:r>
              <a:rPr sz="2761" spc="-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9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tone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tion,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46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uments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i.e.,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the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58" dirty="0">
                <a:latin typeface="Times New Roman"/>
                <a:cs typeface="Times New Roman"/>
              </a:rPr>
              <a:t> y</a:t>
            </a:r>
            <a:r>
              <a:rPr sz="2761" dirty="0">
                <a:latin typeface="Times New Roman"/>
                <a:cs typeface="Times New Roman"/>
              </a:rPr>
              <a:t>ou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millise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onds.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As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bov</a:t>
            </a:r>
            <a:r>
              <a:rPr sz="2761" spc="46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ntion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nd,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9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stands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ote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this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should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pin).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1200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500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stands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millise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onds,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riod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</a:t>
            </a:r>
            <a:r>
              <a:rPr sz="2761" spc="12" dirty="0">
                <a:latin typeface="Times New Roman"/>
                <a:cs typeface="Times New Roman"/>
              </a:rPr>
              <a:t>zz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74775" y="8550570"/>
            <a:ext cx="13222742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Now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12" dirty="0">
                <a:latin typeface="Times New Roman"/>
                <a:cs typeface="Times New Roman"/>
              </a:rPr>
              <a:t>t’</a:t>
            </a:r>
            <a:r>
              <a:rPr sz="2761" dirty="0">
                <a:latin typeface="Times New Roman"/>
                <a:cs typeface="Times New Roman"/>
              </a:rPr>
              <a:t>s see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ompl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nd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f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pl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music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buz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rduino.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397000" y="1295400"/>
            <a:ext cx="14935200" cy="64761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squ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tone()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tion,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stop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</a:p>
          <a:p>
            <a:pPr marL="29219" marR="24836" algn="just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Ton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()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ntax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noTon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()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mentioned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noTon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tion,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king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until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 tell it to stop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oTon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(pin)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35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lling t</a:t>
            </a:r>
            <a:r>
              <a:rPr sz="2761" spc="46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a di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algn="just">
              <a:spcBef>
                <a:spcPts val="1438"/>
              </a:spcBef>
            </a:pPr>
            <a:endParaRPr lang="en-US" sz="2761" b="1" dirty="0">
              <a:latin typeface="Times New Roman"/>
              <a:cs typeface="Times New Roman"/>
            </a:endParaRPr>
          </a:p>
          <a:p>
            <a:pPr marL="29219" algn="just">
              <a:spcBef>
                <a:spcPts val="1438"/>
              </a:spcBef>
            </a:pPr>
            <a:r>
              <a:rPr sz="2761" b="1" dirty="0" err="1">
                <a:latin typeface="Times New Roman"/>
                <a:cs typeface="Times New Roman"/>
              </a:rPr>
              <a:t>noTon</a:t>
            </a:r>
            <a:r>
              <a:rPr sz="2761" b="1" spc="-12" dirty="0" err="1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(9</a:t>
            </a:r>
            <a:r>
              <a:rPr sz="2761" b="1" spc="-23" dirty="0">
                <a:latin typeface="Times New Roman"/>
                <a:cs typeface="Times New Roman"/>
              </a:rPr>
              <a:t>)</a:t>
            </a:r>
            <a:r>
              <a:rPr sz="2761" b="1" dirty="0">
                <a:latin typeface="Times New Roman"/>
                <a:cs typeface="Times New Roman"/>
              </a:rPr>
              <a:t>;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Stops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squ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wave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trigg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 marR="23375" algn="just">
              <a:lnSpc>
                <a:spcPct val="143900"/>
              </a:lnSpc>
              <a:spcBef>
                <a:spcPts val="1587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stopping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tone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bove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to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ssed,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stop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pin.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ote: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 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for the tone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tion).</a:t>
            </a:r>
          </a:p>
        </p:txBody>
      </p:sp>
    </p:spTree>
    <p:extLst>
      <p:ext uri="{BB962C8B-B14F-4D97-AF65-F5344CB8AC3E}">
        <p14:creationId xmlns:p14="http://schemas.microsoft.com/office/powerpoint/2010/main" val="3464527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1219200"/>
            <a:ext cx="14859000" cy="63655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11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ponen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req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ired</a:t>
            </a:r>
            <a:endParaRPr sz="3681" dirty="0">
              <a:latin typeface="Times New Roman"/>
              <a:cs typeface="Times New Roman"/>
            </a:endParaRPr>
          </a:p>
          <a:p>
            <a:pPr marL="1079638" indent="-524479">
              <a:spcBef>
                <a:spcPts val="2243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UNO</a:t>
            </a:r>
          </a:p>
          <a:p>
            <a:pPr marL="1079638" indent="-524479">
              <a:spcBef>
                <a:spcPts val="1657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zz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</a:p>
          <a:p>
            <a:pPr marL="1079638" indent="-524479">
              <a:spcBef>
                <a:spcPts val="1622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</a:p>
          <a:p>
            <a:pPr marL="1079638" indent="-524479">
              <a:spcBef>
                <a:spcPts val="1657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100 ohms 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</a:t>
            </a:r>
          </a:p>
          <a:p>
            <a:pPr marL="1079638" indent="-524479">
              <a:spcBef>
                <a:spcPts val="1657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Conn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jump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>
              <a:spcBef>
                <a:spcPts val="1657"/>
              </a:spcBef>
              <a:tabLst>
                <a:tab pos="1081099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Steps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</a:t>
            </a:r>
            <a:r>
              <a:rPr kumimoji="0" lang="en-US" sz="3681" b="0" i="0" u="none" strike="noStrike" kern="1200" cap="none" spc="0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use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Buzz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 with</a:t>
            </a:r>
            <a:r>
              <a:rPr kumimoji="0" lang="en-US" sz="3681" b="0" i="0" u="none" strike="noStrike" kern="1200" cap="none" spc="0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Ard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ino</a:t>
            </a:r>
            <a:endParaRPr kumimoji="0" lang="en-US" sz="368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9219" marR="0" lvl="0" indent="0" algn="l" defTabSz="914400" rtl="0" eaLnBrk="1" fontAlgn="auto" latinLnBrk="0" hangingPunct="1">
              <a:lnSpc>
                <a:spcPct val="100000"/>
              </a:lnSpc>
              <a:spcBef>
                <a:spcPts val="204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</a:t>
            </a:r>
            <a:r>
              <a:rPr kumimoji="0" lang="en-US" sz="2761" b="1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 1:</a:t>
            </a:r>
            <a:r>
              <a:rPr kumimoji="0" lang="en-US" sz="2761" b="1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irst,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ll the 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omponents list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bov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</a:p>
          <a:p>
            <a:pPr marL="555159">
              <a:spcBef>
                <a:spcPts val="1657"/>
              </a:spcBef>
              <a:tabLst>
                <a:tab pos="1081099" algn="l"/>
              </a:tabLst>
            </a:pPr>
            <a:endParaRPr lang="en-US" sz="276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073400" y="1181100"/>
            <a:ext cx="11353800" cy="7696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3721294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549400" y="1295400"/>
            <a:ext cx="9301646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dirty="0">
                <a:latin typeface="Times New Roman"/>
                <a:cs typeface="Times New Roman"/>
              </a:rPr>
              <a:t>St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p 2: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uit di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ram 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iven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</p:txBody>
      </p:sp>
      <p:sp>
        <p:nvSpPr>
          <p:cNvPr id="3" name="object 3"/>
          <p:cNvSpPr/>
          <p:nvPr/>
        </p:nvSpPr>
        <p:spPr>
          <a:xfrm>
            <a:off x="3302000" y="2057400"/>
            <a:ext cx="11049000" cy="64710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3819662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1219200"/>
            <a:ext cx="14782800" cy="55876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4750992">
              <a:lnSpc>
                <a:spcPct val="143800"/>
              </a:lnSpc>
            </a:pPr>
            <a:r>
              <a:rPr sz="2761" dirty="0">
                <a:latin typeface="Times New Roman"/>
                <a:cs typeface="Times New Roman"/>
              </a:rPr>
              <a:t>Pin numb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9 of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: One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 of 1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ohms 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 G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pin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duino: Ne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of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</a:t>
            </a:r>
            <a:r>
              <a:rPr sz="2761" spc="12" dirty="0">
                <a:latin typeface="Times New Roman"/>
                <a:cs typeface="Times New Roman"/>
              </a:rPr>
              <a:t>zz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Short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pin) Emp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100 ohms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pin: Posi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ive pin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buz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55"/>
              </a:spcBef>
            </a:pPr>
            <a:endParaRPr sz="2761" dirty="0">
              <a:latin typeface="Times New Roman"/>
              <a:cs typeface="Times New Roman"/>
            </a:endParaRPr>
          </a:p>
          <a:p>
            <a:pPr marL="1079638" indent="-524479"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Conn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ino to the Comput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using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USB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indent="-524479">
              <a:spcBef>
                <a:spcPts val="1657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n,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boa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po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t.</a:t>
            </a:r>
          </a:p>
          <a:p>
            <a:pPr marL="1079638" indent="-524479">
              <a:spcBef>
                <a:spcPts val="1657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the top le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t c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 to file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&gt;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&gt;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02. 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&gt;&gt;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marR="11688" indent="-524479">
              <a:lnSpc>
                <a:spcPct val="144200"/>
              </a:lnSpc>
              <a:spcBef>
                <a:spcPts val="161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upload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melo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music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sound will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using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</a:t>
            </a:r>
            <a:r>
              <a:rPr sz="2761" spc="12" dirty="0">
                <a:latin typeface="Times New Roman"/>
                <a:cs typeface="Times New Roman"/>
              </a:rPr>
              <a:t>zz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914400"/>
            <a:ext cx="14782800" cy="77777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4750992">
              <a:lnSpc>
                <a:spcPct val="143800"/>
              </a:lnSpc>
            </a:pP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-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 simple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le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musi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:</a:t>
            </a:r>
            <a:endParaRPr lang="en-US" sz="2761" dirty="0">
              <a:latin typeface="Times New Roman"/>
              <a:cs typeface="Times New Roman"/>
            </a:endParaRPr>
          </a:p>
          <a:p>
            <a:pPr marL="1605578"/>
            <a:r>
              <a:rPr lang="en-US" sz="2761" dirty="0">
                <a:latin typeface="Times New Roman"/>
                <a:cs typeface="Times New Roman"/>
              </a:rPr>
              <a:t>#include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dirty="0" err="1">
                <a:latin typeface="Times New Roman"/>
                <a:cs typeface="Times New Roman"/>
              </a:rPr>
              <a:t>pit</a:t>
            </a:r>
            <a:r>
              <a:rPr lang="en-US" sz="2761" spc="-12" dirty="0" err="1">
                <a:latin typeface="Times New Roman"/>
                <a:cs typeface="Times New Roman"/>
              </a:rPr>
              <a:t>c</a:t>
            </a:r>
            <a:r>
              <a:rPr lang="en-US" sz="2761" spc="23" dirty="0" err="1">
                <a:latin typeface="Times New Roman"/>
                <a:cs typeface="Times New Roman"/>
              </a:rPr>
              <a:t>h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s.h</a:t>
            </a:r>
            <a:r>
              <a:rPr lang="en-US" sz="2761" dirty="0">
                <a:latin typeface="Times New Roman"/>
                <a:cs typeface="Times New Roman"/>
              </a:rPr>
              <a:t>"</a:t>
            </a:r>
          </a:p>
          <a:p>
            <a:pPr marL="1605578" marR="8980426">
              <a:lnSpc>
                <a:spcPct val="1433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   // notes in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melo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:</a:t>
            </a:r>
          </a:p>
          <a:p>
            <a:pPr marL="1605578" marR="8980426">
              <a:lnSpc>
                <a:spcPct val="1433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   int melo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92" dirty="0">
                <a:latin typeface="Times New Roman"/>
                <a:cs typeface="Times New Roman"/>
              </a:rPr>
              <a:t>y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]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1605578" marR="7180542">
              <a:lnSpc>
                <a:spcPts val="4785"/>
              </a:lnSpc>
              <a:spcBef>
                <a:spcPts val="368"/>
              </a:spcBef>
            </a:pPr>
            <a:r>
              <a:rPr lang="en-US" sz="2761" dirty="0">
                <a:latin typeface="Times New Roman"/>
                <a:cs typeface="Times New Roman"/>
              </a:rPr>
              <a:t>      N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TE_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5, N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TE_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5,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TE_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5,       </a:t>
            </a:r>
          </a:p>
          <a:p>
            <a:pPr marL="1605578" marR="7180542">
              <a:lnSpc>
                <a:spcPts val="4785"/>
              </a:lnSpc>
              <a:spcBef>
                <a:spcPts val="368"/>
              </a:spcBef>
            </a:pPr>
            <a:r>
              <a:rPr lang="en-US" sz="2761" dirty="0">
                <a:latin typeface="Times New Roman"/>
                <a:cs typeface="Times New Roman"/>
              </a:rPr>
              <a:t>      N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TE_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5, N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TE_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5,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TE_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5,</a:t>
            </a:r>
          </a:p>
          <a:p>
            <a:pPr marL="1605578">
              <a:spcBef>
                <a:spcPts val="1024"/>
              </a:spcBef>
            </a:pPr>
            <a:r>
              <a:rPr lang="en-US" sz="2761" dirty="0">
                <a:latin typeface="Times New Roman"/>
                <a:cs typeface="Times New Roman"/>
              </a:rPr>
              <a:t>      N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TE_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5, N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12" dirty="0">
                <a:latin typeface="Times New Roman"/>
                <a:cs typeface="Times New Roman"/>
              </a:rPr>
              <a:t>_</a:t>
            </a:r>
            <a:r>
              <a:rPr lang="en-US" sz="2761" dirty="0">
                <a:latin typeface="Times New Roman"/>
                <a:cs typeface="Times New Roman"/>
              </a:rPr>
              <a:t>G5,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TE_C5, N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TE_</a:t>
            </a:r>
            <a:r>
              <a:rPr lang="en-US" sz="2761" spc="-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5,</a:t>
            </a:r>
          </a:p>
          <a:p>
            <a:pPr marL="1605578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      N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TE_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5,</a:t>
            </a:r>
          </a:p>
          <a:p>
            <a:pPr marL="1605578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      N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TE_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5, 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E_F5, 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E_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5, N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TE_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5,</a:t>
            </a:r>
          </a:p>
          <a:p>
            <a:pPr marL="1605578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      N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TE_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5, 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E_E5, 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E_E5, </a:t>
            </a:r>
            <a:r>
              <a:rPr lang="en-US" sz="2761" spc="-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E_E5, 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E_E5,</a:t>
            </a:r>
          </a:p>
          <a:p>
            <a:pPr marL="1605578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      N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TE_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5, N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12" dirty="0">
                <a:latin typeface="Times New Roman"/>
                <a:cs typeface="Times New Roman"/>
              </a:rPr>
              <a:t>_</a:t>
            </a:r>
            <a:r>
              <a:rPr lang="en-US" sz="2761" dirty="0">
                <a:latin typeface="Times New Roman"/>
                <a:cs typeface="Times New Roman"/>
              </a:rPr>
              <a:t>D5,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TE_</a:t>
            </a:r>
            <a:r>
              <a:rPr lang="en-US" sz="2761" spc="-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5, N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12" dirty="0">
                <a:latin typeface="Times New Roman"/>
                <a:cs typeface="Times New Roman"/>
              </a:rPr>
              <a:t>_</a:t>
            </a:r>
            <a:r>
              <a:rPr lang="en-US" sz="2761" dirty="0">
                <a:latin typeface="Times New Roman"/>
                <a:cs typeface="Times New Roman"/>
              </a:rPr>
              <a:t>E5,</a:t>
            </a:r>
          </a:p>
          <a:p>
            <a:pPr marL="1605578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      N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TE_</a:t>
            </a:r>
            <a:r>
              <a:rPr lang="en-US" sz="2761" spc="-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5, N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12" dirty="0">
                <a:latin typeface="Times New Roman"/>
                <a:cs typeface="Times New Roman"/>
              </a:rPr>
              <a:t>_</a:t>
            </a:r>
            <a:r>
              <a:rPr lang="en-US" sz="2761" dirty="0">
                <a:latin typeface="Times New Roman"/>
                <a:cs typeface="Times New Roman"/>
              </a:rPr>
              <a:t>G5</a:t>
            </a:r>
          </a:p>
          <a:p>
            <a:pPr marL="1605578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   };</a:t>
            </a:r>
          </a:p>
        </p:txBody>
      </p:sp>
    </p:spTree>
    <p:extLst>
      <p:ext uri="{BB962C8B-B14F-4D97-AF65-F5344CB8AC3E}">
        <p14:creationId xmlns:p14="http://schemas.microsoft.com/office/powerpoint/2010/main" val="1913188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8000" y="990600"/>
            <a:ext cx="14325600" cy="6503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623109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// note du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tions: 4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rter not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8 =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th not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tc.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mpo: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623109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int note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]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8, 8, 4,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8, 8, 4,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8, 8, 8, 8,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2,</a:t>
            </a:r>
          </a:p>
          <a:p>
            <a:pPr marL="29219">
              <a:spcBef>
                <a:spcPts val="1472"/>
              </a:spcBef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8, 8, 8, 8,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8, 8, 8, 16, 16,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8, 8, 8, 8,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4, 4};</a:t>
            </a:r>
          </a:p>
          <a:p>
            <a:pPr>
              <a:spcBef>
                <a:spcPts val="127"/>
              </a:spcBef>
            </a:pPr>
            <a:endParaRPr sz="253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0800" y="345001"/>
            <a:ext cx="14325600" cy="9368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void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// 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ov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notes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melo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int 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note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tions) / 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int);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(int thisNote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0; thisNote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&lt;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; thisNot</a:t>
            </a:r>
            <a:r>
              <a:rPr sz="2761" spc="-12" dirty="0">
                <a:latin typeface="Times New Roman"/>
                <a:cs typeface="Times New Roman"/>
              </a:rPr>
              <a:t>e++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>
              <a:spcBef>
                <a:spcPts val="127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1607039"/>
            <a:r>
              <a:rPr sz="2761" dirty="0">
                <a:latin typeface="Times New Roman"/>
                <a:cs typeface="Times New Roman"/>
              </a:rPr>
              <a:t>// to 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lcul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note d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tion, take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ond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ivid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note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60703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//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 qu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note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1000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 4, ei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hth note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1000/</a:t>
            </a:r>
            <a:r>
              <a:rPr sz="2761" spc="23" dirty="0">
                <a:latin typeface="Times New Roman"/>
                <a:cs typeface="Times New Roman"/>
              </a:rPr>
              <a:t>8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tc.</a:t>
            </a:r>
          </a:p>
          <a:p>
            <a:pPr marL="1607039" marR="3183398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int note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1000 / not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 err="1">
                <a:latin typeface="Times New Roman"/>
                <a:cs typeface="Times New Roman"/>
              </a:rPr>
              <a:t>thisNot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];</a:t>
            </a:r>
            <a:endParaRPr lang="en-US" sz="2761" dirty="0">
              <a:latin typeface="Times New Roman"/>
              <a:cs typeface="Times New Roman"/>
            </a:endParaRPr>
          </a:p>
          <a:p>
            <a:pPr marL="1607039" marR="3183398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tone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8, melo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thisNot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]</a:t>
            </a:r>
            <a:r>
              <a:rPr sz="2761" dirty="0">
                <a:latin typeface="Times New Roman"/>
                <a:cs typeface="Times New Roman"/>
              </a:rPr>
              <a:t>, note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tion);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1607039"/>
            <a:r>
              <a:rPr sz="2761" dirty="0">
                <a:latin typeface="Times New Roman"/>
                <a:cs typeface="Times New Roman"/>
              </a:rPr>
              <a:t>// to distin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uish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notes,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a m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nimum time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them.</a:t>
            </a:r>
          </a:p>
          <a:p>
            <a:pPr marL="1607039" marR="3566166">
              <a:lnSpc>
                <a:spcPct val="143900"/>
              </a:lnSpc>
            </a:pPr>
            <a:r>
              <a:rPr sz="2761" dirty="0">
                <a:latin typeface="Times New Roman"/>
                <a:cs typeface="Times New Roman"/>
              </a:rPr>
              <a:t>// the not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du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</a:t>
            </a:r>
            <a:r>
              <a:rPr sz="2761" spc="23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%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ms to 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ll:</a:t>
            </a:r>
            <a:endParaRPr lang="en-US" sz="2761" dirty="0">
              <a:latin typeface="Times New Roman"/>
              <a:cs typeface="Times New Roman"/>
            </a:endParaRPr>
          </a:p>
          <a:p>
            <a:pPr marL="1607039" marR="3566166">
              <a:lnSpc>
                <a:spcPct val="143900"/>
              </a:lnSpc>
            </a:pPr>
            <a:r>
              <a:rPr sz="2761" dirty="0">
                <a:latin typeface="Times New Roman"/>
                <a:cs typeface="Times New Roman"/>
              </a:rPr>
              <a:t>int 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nNo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=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* 1.30;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(p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Not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s);</a:t>
            </a:r>
          </a:p>
          <a:p>
            <a:pPr marL="1607039" marR="7032987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// stop the tone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: noTon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(8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R="10670739">
              <a:spcBef>
                <a:spcPts val="1024"/>
              </a:spcBef>
            </a:pPr>
            <a:r>
              <a:rPr lang="en-US" sz="2761" dirty="0">
                <a:latin typeface="Times New Roman"/>
                <a:cs typeface="Times New Roman"/>
              </a:rPr>
              <a:t>       </a:t>
            </a:r>
            <a:r>
              <a:rPr sz="2761" dirty="0">
                <a:latin typeface="Times New Roman"/>
                <a:cs typeface="Times New Roman"/>
              </a:rPr>
              <a:t>}</a:t>
            </a:r>
            <a:endParaRPr lang="en-US" sz="2761" dirty="0">
              <a:latin typeface="Times New Roman"/>
              <a:cs typeface="Times New Roman"/>
            </a:endParaRPr>
          </a:p>
          <a:p>
            <a:pPr marR="10670739">
              <a:spcBef>
                <a:spcPts val="1024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49784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06600" y="1752600"/>
            <a:ext cx="10744200" cy="16336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void loop()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// no 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 to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melo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52866" y="-4413373"/>
            <a:ext cx="4651551" cy="1029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void loop()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sz="2761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// no 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 to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melo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.}</a:t>
            </a:r>
            <a:endParaRPr sz="2761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6500" y="712601"/>
            <a:ext cx="15468600" cy="86331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ct val="150000"/>
              </a:lnSpc>
            </a:pP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xplanation:</a:t>
            </a:r>
            <a:endParaRPr lang="en-US" sz="3681" spc="-23" dirty="0">
              <a:solidFill>
                <a:srgbClr val="2E5395"/>
              </a:solidFill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</a:pPr>
            <a:endParaRPr kumimoji="0" lang="en-US" sz="3681" b="1" i="0" u="none" strike="noStrike" kern="1200" cap="none" spc="-23" normalizeH="0" baseline="0" noProof="0" dirty="0">
              <a:ln>
                <a:noFill/>
              </a:ln>
              <a:solidFill>
                <a:srgbClr val="2E5395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9219" algn="just">
              <a:lnSpc>
                <a:spcPct val="150000"/>
              </a:lnSpc>
            </a:pP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Header </a:t>
            </a:r>
            <a:r>
              <a:rPr kumimoji="0" lang="en-US" sz="2761" b="1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il</a:t>
            </a:r>
            <a:r>
              <a:rPr kumimoji="0" lang="en-US" sz="2761" b="1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: </a:t>
            </a:r>
            <a:r>
              <a:rPr kumimoji="0" lang="en-US" sz="2761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ode 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ins 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 </a:t>
            </a:r>
            <a:r>
              <a:rPr kumimoji="0" lang="en-US" sz="2761" b="0" i="0" u="none" strike="noStrike" kern="1200" cap="none" spc="-9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includi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 </a:t>
            </a:r>
            <a:r>
              <a:rPr kumimoji="0" lang="en-US" sz="2761" b="0" i="0" u="none" strike="noStrike" kern="1200" cap="none" spc="-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 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fil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 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pit</a:t>
            </a:r>
            <a:r>
              <a:rPr kumimoji="0" lang="en-US" sz="2761" b="0" i="0" u="none" strike="noStrike" kern="1200" cap="none" spc="-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-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s.h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  whi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 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most 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lik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ontains</a:t>
            </a:r>
            <a:r>
              <a:rPr kumimoji="0" lang="en-US" sz="2761" b="0" i="0" u="none" strike="noStrike" kern="1200" cap="none" spc="8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finitions</a:t>
            </a:r>
            <a:r>
              <a:rPr kumimoji="0" lang="en-US" sz="2761" b="0" i="0" u="none" strike="noStrike" kern="1200" cap="none" spc="8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for</a:t>
            </a:r>
            <a:r>
              <a:rPr kumimoji="0" lang="en-US" sz="2761" b="0" i="0" u="none" strike="noStrike" kern="1200" cap="none" spc="8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musi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8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note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q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ies</a:t>
            </a:r>
            <a:r>
              <a:rPr kumimoji="0" lang="en-US" sz="2761" b="0" i="0" u="none" strike="noStrike" kern="1200" cap="none" spc="9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like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TE_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5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TE_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5.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This</a:t>
            </a:r>
            <a:r>
              <a:rPr kumimoji="0" lang="en-US" sz="2761" b="0" i="0" u="none" strike="noStrike" kern="1200" cap="none" spc="8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mak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 the 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ode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more re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ble and und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rst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ble.</a:t>
            </a:r>
          </a:p>
          <a:p>
            <a:pPr marL="29219" algn="just">
              <a:lnSpc>
                <a:spcPct val="150000"/>
              </a:lnSpc>
            </a:pPr>
            <a:endParaRPr kumimoji="0" lang="en-US" sz="2761" b="1" i="0" u="none" strike="noStrike" kern="1200" cap="none" spc="-12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9219" algn="just">
              <a:lnSpc>
                <a:spcPct val="150000"/>
              </a:lnSpc>
            </a:pPr>
            <a:r>
              <a:rPr kumimoji="0" lang="en-US" sz="2761" b="1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Me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lo</a:t>
            </a:r>
            <a:r>
              <a:rPr kumimoji="0" lang="en-US" sz="2761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1" i="0" u="none" strike="noStrike" kern="1200" cap="none" spc="26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</a:t>
            </a:r>
            <a:r>
              <a:rPr kumimoji="0" lang="en-US" sz="2761" b="1" i="0" u="none" strike="noStrike" kern="1200" cap="none" spc="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</a:t>
            </a:r>
            <a:r>
              <a:rPr kumimoji="0" lang="en-US" sz="2761" b="1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1" i="0" u="none" strike="noStrike" kern="1200" cap="none" spc="25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Dura</a:t>
            </a:r>
            <a:r>
              <a:rPr kumimoji="0" lang="en-US" sz="2761" b="1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io</a:t>
            </a:r>
            <a:r>
              <a:rPr kumimoji="0" lang="en-US" sz="2761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s:</a:t>
            </a:r>
            <a:r>
              <a:rPr kumimoji="0" lang="en-US" sz="2761" b="1" i="0" u="none" strike="noStrike" kern="1200" cap="none" spc="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25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melo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</a:t>
            </a:r>
            <a:r>
              <a:rPr kumimoji="0" lang="en-US" sz="2761" b="0" i="0" u="none" strike="noStrike" kern="1200" cap="none" spc="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be</a:t>
            </a:r>
            <a:r>
              <a:rPr kumimoji="0" lang="en-US" sz="2761" b="0" i="0" u="none" strike="noStrike" kern="1200" cap="none" spc="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pl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-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26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</a:t>
            </a:r>
            <a:r>
              <a:rPr kumimoji="0" lang="en-US" sz="2761" b="0" i="0" u="none" strike="noStrike" kern="1200" cap="none" spc="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sp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if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26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</a:t>
            </a:r>
            <a:r>
              <a:rPr kumimoji="0" lang="en-US" sz="2761" b="0" i="0" u="none" strike="noStrike" kern="1200" cap="none" spc="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26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melo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-9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[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]</a:t>
            </a:r>
            <a:r>
              <a:rPr kumimoji="0" lang="en-US" sz="2761" b="0" i="0" u="none" strike="noStrike" kern="1200" cap="none" spc="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-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 whi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29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ontains</a:t>
            </a:r>
            <a:r>
              <a:rPr kumimoji="0" lang="en-US" sz="2761" b="0" i="0" u="none" strike="noStrike" kern="1200" cap="none" spc="29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q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ies</a:t>
            </a:r>
            <a:r>
              <a:rPr kumimoji="0" lang="en-US" sz="2761" b="0" i="0" u="none" strike="noStrike" kern="1200" cap="none" spc="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lang="en-US" sz="2761" b="0" i="0" u="none" strike="noStrike" kern="1200" cap="none" spc="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musi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29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notes.</a:t>
            </a:r>
            <a:r>
              <a:rPr kumimoji="0" lang="en-US" sz="2761" b="0" i="0" u="none" strike="noStrike" kern="1200" cap="none" spc="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dur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tion</a:t>
            </a:r>
            <a:r>
              <a:rPr kumimoji="0" lang="en-US" sz="2761" b="0" i="0" u="none" strike="noStrike" kern="1200" cap="none" spc="29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lang="en-US" sz="2761" b="0" i="0" u="none" strike="noStrike" kern="1200" cap="none" spc="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24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ote</a:t>
            </a:r>
            <a:r>
              <a:rPr kumimoji="0" lang="en-US" sz="2761" b="0" i="0" u="none" strike="noStrike" kern="1200" cap="none" spc="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</a:t>
            </a:r>
            <a:r>
              <a:rPr kumimoji="0" lang="en-US" sz="2761" b="0" i="0" u="none" strike="noStrike" kern="1200" cap="none" spc="29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song</a:t>
            </a:r>
            <a:r>
              <a:rPr kumimoji="0" lang="en-US" sz="2761" b="0" i="0" u="none" strike="noStrike" kern="1200" cap="none" spc="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ontain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</a:t>
            </a:r>
            <a:r>
              <a:rPr kumimoji="0" lang="en-US" sz="2761" b="0" i="0" u="none" strike="noStrike" kern="1200" cap="none" spc="23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-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Dur</a:t>
            </a:r>
            <a:r>
              <a:rPr kumimoji="0" lang="en-US" sz="2761" b="0" i="0" u="none" strike="noStrike" kern="1200" cap="none" spc="-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tions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[]</a:t>
            </a:r>
            <a:r>
              <a:rPr kumimoji="0" lang="en-US" sz="2761" b="0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-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  <a:r>
              <a:rPr kumimoji="0" lang="en-US" sz="2761" b="0" i="0" u="none" strike="noStrike" kern="1200" cap="none" spc="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Note</a:t>
            </a:r>
            <a:r>
              <a:rPr kumimoji="0" lang="en-US" sz="2761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du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tions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</a:t>
            </a:r>
            <a:r>
              <a:rPr kumimoji="0" lang="en-US" sz="2761" b="0" i="0" u="none" strike="noStrike" kern="1200" cap="none" spc="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indi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ca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1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numbe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s: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4</a:t>
            </a:r>
            <a:r>
              <a:rPr kumimoji="0" lang="en-US" sz="2761" b="0" i="0" u="none" strike="noStrike" kern="1200" cap="none" spc="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for</a:t>
            </a:r>
            <a:r>
              <a:rPr kumimoji="0" lang="en-US" sz="2761" b="0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 qu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rt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 not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 8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for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ghth, and so on.</a:t>
            </a:r>
          </a:p>
          <a:p>
            <a:pPr marL="29219" algn="just">
              <a:lnSpc>
                <a:spcPct val="150000"/>
              </a:lnSpc>
            </a:pPr>
            <a:endParaRPr lang="en-US" sz="2761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</a:pP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1" i="0" u="none" strike="noStrike" kern="1200" cap="none" spc="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loo</a:t>
            </a:r>
            <a:r>
              <a:rPr kumimoji="0" lang="en-US" sz="2761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</a:t>
            </a:r>
            <a:r>
              <a:rPr kumimoji="0" lang="en-US" sz="2761" b="1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)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:</a:t>
            </a:r>
            <a:r>
              <a:rPr kumimoji="0" lang="en-US" sz="2761" b="1" i="0" u="none" strike="noStrike" kern="1200" cap="none" spc="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19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loop()</a:t>
            </a:r>
            <a:r>
              <a:rPr kumimoji="0" lang="en-US" sz="2761" b="0" i="0" u="none" strike="noStrike" kern="1200" cap="none" spc="2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method</a:t>
            </a:r>
            <a:r>
              <a:rPr kumimoji="0" lang="en-US" sz="2761" b="0" i="0" u="none" strike="noStrike" kern="1200" cap="none" spc="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</a:t>
            </a:r>
            <a:r>
              <a:rPr kumimoji="0" lang="en-US" sz="2761" b="0" i="0" u="none" strike="noStrike" kern="1200" cap="none" spc="19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mp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-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</a:t>
            </a:r>
            <a:r>
              <a:rPr kumimoji="0" lang="en-US" sz="2761" b="0" i="0" u="none" strike="noStrike" kern="1200" cap="none" spc="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thus</a:t>
            </a:r>
            <a:r>
              <a:rPr kumimoji="0" lang="en-US" sz="2761" b="0" i="0" u="none" strike="noStrike" kern="1200" cap="none" spc="19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music</a:t>
            </a:r>
            <a:r>
              <a:rPr kumimoji="0" lang="en-US" sz="2761" b="0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pl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-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ppli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tion</a:t>
            </a:r>
            <a:r>
              <a:rPr kumimoji="0" lang="en-US" sz="2761" b="0" i="0" u="none" strike="noStrike" kern="1200" cap="none" spc="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sta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ts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</a:t>
            </a:r>
            <a:r>
              <a:rPr kumimoji="0" lang="en-US" sz="2761" b="0" i="0" u="none" strike="noStrike" kern="1200" cap="none" spc="1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do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1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not</a:t>
            </a:r>
            <a:r>
              <a:rPr kumimoji="0" lang="en-US" sz="2761" b="0" i="0" u="none" strike="noStrike" kern="1200" cap="none" spc="1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t.</a:t>
            </a:r>
            <a:r>
              <a:rPr kumimoji="0" lang="en-US" sz="2761" b="0" i="0" u="none" strike="noStrike" kern="1200" cap="none" spc="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ec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use</a:t>
            </a:r>
            <a:r>
              <a:rPr kumimoji="0" lang="en-US" sz="2761" b="0" i="0" u="none" strike="noStrike" kern="1200" cap="none" spc="9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9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loop</a:t>
            </a:r>
            <a:r>
              <a:rPr kumimoji="0" lang="en-US" sz="2761" b="0" i="0" u="none" strike="noStrike" kern="1200" cap="none" spc="1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includ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1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761" b="0" i="0" u="none" strike="noStrike" kern="1200" cap="none" spc="1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od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</a:t>
            </a:r>
            <a:r>
              <a:rPr kumimoji="0" lang="en-US" sz="2761" b="0" i="0" u="none" strike="noStrike" kern="1200" cap="none" spc="1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9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music</a:t>
            </a:r>
            <a:r>
              <a:rPr kumimoji="0" lang="en-US" sz="2761" b="0" i="0" u="none" strike="noStrike" kern="1200" cap="none" spc="9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</a:t>
            </a:r>
            <a:r>
              <a:rPr kumimoji="0" lang="en-US" sz="2761" b="0" i="0" u="none" strike="noStrike" kern="1200" cap="none" spc="1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rd</a:t>
            </a:r>
            <a:r>
              <a:rPr kumimoji="0" lang="en-US" sz="2761" b="0" i="0" u="none" strike="noStrike" kern="1200" cap="none" spc="9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9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ring</a:t>
            </a:r>
            <a:r>
              <a:rPr kumimoji="0" lang="en-US" sz="2761" b="0" i="0" u="none" strike="noStrike" kern="1200" cap="none" spc="1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s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tup pro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1088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97000" y="685800"/>
            <a:ext cx="15087600" cy="8671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5159" marR="17531" algn="just">
              <a:lnSpc>
                <a:spcPct val="143300"/>
              </a:lnSpc>
              <a:spcBef>
                <a:spcPts val="23"/>
              </a:spcBef>
            </a:pP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tup</a:t>
            </a:r>
            <a:r>
              <a:rPr sz="2761" b="1" spc="58" dirty="0">
                <a:latin typeface="Times New Roman"/>
                <a:cs typeface="Times New Roman"/>
              </a:rPr>
              <a:t> 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thod:</a:t>
            </a:r>
            <a:r>
              <a:rPr sz="2761" b="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p()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method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mport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ic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melo</a:t>
            </a:r>
            <a:r>
              <a:rPr sz="2761" spc="46" dirty="0">
                <a:latin typeface="Times New Roman"/>
                <a:cs typeface="Times New Roman"/>
              </a:rPr>
              <a:t>d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]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ula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ite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o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both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1605578" indent="-525940">
              <a:spcBef>
                <a:spcPts val="1657"/>
              </a:spcBef>
              <a:buFont typeface="Symbol"/>
              <a:buChar char=""/>
              <a:tabLst>
                <a:tab pos="1607039" algn="l"/>
              </a:tabLst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thr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h note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pl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t.</a:t>
            </a:r>
          </a:p>
          <a:p>
            <a:pPr marL="1605578" marR="18992" indent="-525940">
              <a:lnSpc>
                <a:spcPct val="144300"/>
              </a:lnSpc>
              <a:spcBef>
                <a:spcPts val="161"/>
              </a:spcBef>
              <a:buFont typeface="Symbol"/>
              <a:buChar char=""/>
              <a:tabLst>
                <a:tab pos="1607039" algn="l"/>
              </a:tabLst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tone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melo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]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dur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12" dirty="0">
                <a:latin typeface="Times New Roman"/>
                <a:cs typeface="Times New Roman"/>
              </a:rPr>
              <a:t>[]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605578" marR="11688" indent="-525940">
              <a:lnSpc>
                <a:spcPct val="143300"/>
              </a:lnSpc>
              <a:spcBef>
                <a:spcPts val="219"/>
              </a:spcBef>
              <a:buFont typeface="Symbol"/>
              <a:buChar char=""/>
              <a:tabLst>
                <a:tab pos="1607039" algn="l"/>
              </a:tabLst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lcu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tes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note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dur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1</a:t>
            </a:r>
            <a:r>
              <a:rPr sz="2761" dirty="0">
                <a:latin typeface="Times New Roman"/>
                <a:cs typeface="Times New Roman"/>
              </a:rPr>
              <a:t>000</a:t>
            </a:r>
            <a:r>
              <a:rPr sz="2761" spc="46" dirty="0">
                <a:latin typeface="Times New Roman"/>
                <a:cs typeface="Times New Roman"/>
              </a:rPr>
              <a:t>/</a:t>
            </a:r>
            <a:r>
              <a:rPr sz="2761" dirty="0">
                <a:latin typeface="Times New Roman"/>
                <a:cs typeface="Times New Roman"/>
              </a:rPr>
              <a:t>note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-35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ote],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 thisNote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n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te ind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605578" marR="18992" indent="-525940">
              <a:lnSpc>
                <a:spcPct val="143300"/>
              </a:lnSpc>
              <a:spcBef>
                <a:spcPts val="219"/>
              </a:spcBef>
              <a:buFont typeface="Symbol"/>
              <a:buChar char=""/>
              <a:tabLst>
                <a:tab pos="1607039" algn="l"/>
              </a:tabLst>
            </a:pP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 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notes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sound,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 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 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note.</a:t>
            </a:r>
          </a:p>
          <a:p>
            <a:pPr marL="1605578" indent="-525940">
              <a:spcBef>
                <a:spcPts val="1657"/>
              </a:spcBef>
              <a:buFont typeface="Symbol"/>
              <a:buChar char=""/>
              <a:tabLst>
                <a:tab pos="1607039" algn="l"/>
              </a:tabLst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noTon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note to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tone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pl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  <a:endParaRPr lang="en-US" sz="2761" dirty="0">
              <a:latin typeface="Times New Roman"/>
              <a:cs typeface="Times New Roman"/>
            </a:endParaRPr>
          </a:p>
          <a:p>
            <a:pPr marL="1605578" indent="-525940">
              <a:spcBef>
                <a:spcPts val="1657"/>
              </a:spcBef>
              <a:buFont typeface="Symbol"/>
              <a:buChar char=""/>
              <a:tabLst>
                <a:tab pos="1607039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nclusion</a:t>
            </a:r>
            <a:endParaRPr lang="en-US" sz="368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  <a:spcBef>
                <a:spcPts val="552"/>
              </a:spcBef>
            </a:pP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12" dirty="0">
                <a:latin typeface="Times New Roman"/>
                <a:cs typeface="Times New Roman"/>
              </a:rPr>
              <a:t>zz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 m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m like a simple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omponent, but th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ve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multitude of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in 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rious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ppli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tions.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ith the 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 compon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nts and a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simple 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ps,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ou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dirty="0">
                <a:latin typeface="Times New Roman"/>
                <a:cs typeface="Times New Roman"/>
              </a:rPr>
              <a:t>te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 kinds of sounds and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ms with 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3793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1628</Words>
  <Application>Microsoft Office PowerPoint</Application>
  <PresentationFormat>Custom</PresentationFormat>
  <Paragraphs>101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3</cp:revision>
  <dcterms:created xsi:type="dcterms:W3CDTF">2024-07-02T13:00:59Z</dcterms:created>
  <dcterms:modified xsi:type="dcterms:W3CDTF">2024-07-14T12:44:37Z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2024-07-02T00:00:00Z</vt:filetime>
  </property>
  <property fmtid="{D5CDD505-2E9C-101B-9397-08002B2CF9AE}" pid="3" name="LastSaved">
    <vt:filetime>2024-07-02T00:00:00Z</vt:filetime>
  </property>
</Properties>
</file>