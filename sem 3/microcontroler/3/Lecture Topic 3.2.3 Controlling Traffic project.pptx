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57" r:id="rId4"/>
    <p:sldId id="268" r:id="rId5"/>
    <p:sldId id="258" r:id="rId6"/>
    <p:sldId id="259" r:id="rId7"/>
    <p:sldId id="269" r:id="rId8"/>
    <p:sldId id="270" r:id="rId9"/>
    <p:sldId id="260" r:id="rId10"/>
    <p:sldId id="271" r:id="rId11"/>
    <p:sldId id="261" r:id="rId12"/>
    <p:sldId id="272" r:id="rId13"/>
    <p:sldId id="262" r:id="rId14"/>
    <p:sldId id="273" r:id="rId15"/>
    <p:sldId id="263" r:id="rId16"/>
    <p:sldId id="264" r:id="rId17"/>
    <p:sldId id="274" r:id="rId18"/>
    <p:sldId id="265" r:id="rId19"/>
    <p:sldId id="275" r:id="rId20"/>
    <p:sldId id="266" r:id="rId21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70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98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945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8542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8844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7096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5980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1262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5093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8436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277771"/>
            <a:ext cx="15087599" cy="9502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1503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Project-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ntrolli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ff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lig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ht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21914" algn="just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fic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ssists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 mana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rossin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fic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idents.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motorist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46" dirty="0">
                <a:latin typeface="Times New Roman"/>
                <a:cs typeface="Times New Roman"/>
              </a:rPr>
              <a:t>o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olors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ht. As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t, avoiding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jun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is str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29219" marR="11688" algn="just">
              <a:lnSpc>
                <a:spcPts val="4785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t,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going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fic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58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bout 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 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how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thro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tron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q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uired</a:t>
            </a:r>
            <a:endParaRPr lang="en-US" sz="368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2243"/>
              </a:spcBef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12 pie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of 22</a:t>
            </a:r>
            <a:r>
              <a:rPr lang="en-US" sz="2761" spc="23" dirty="0">
                <a:latin typeface="Times New Roman"/>
                <a:cs typeface="Times New Roman"/>
              </a:rPr>
              <a:t>0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ohm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istors</a:t>
            </a:r>
          </a:p>
          <a:p>
            <a:pPr marL="1079638" indent="-524479">
              <a:spcBef>
                <a:spcPts val="1622"/>
              </a:spcBef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4 pie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of br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db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657"/>
              </a:spcBef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Conn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  <a:p>
            <a:pPr marL="1079638" indent="-524479">
              <a:spcBef>
                <a:spcPts val="1633"/>
              </a:spcBef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llow,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914400"/>
            <a:ext cx="8563884" cy="124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Circuit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Diagr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2048"/>
              </a:spcBef>
            </a:pPr>
            <a:r>
              <a:rPr sz="2761" dirty="0">
                <a:latin typeface="Times New Roman"/>
                <a:cs typeface="Times New Roman"/>
              </a:rPr>
              <a:t>Conn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omponents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menti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it dia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</a:p>
        </p:txBody>
      </p:sp>
      <p:sp>
        <p:nvSpPr>
          <p:cNvPr id="4" name="object 3"/>
          <p:cNvSpPr/>
          <p:nvPr/>
        </p:nvSpPr>
        <p:spPr>
          <a:xfrm>
            <a:off x="2311400" y="2514600"/>
            <a:ext cx="13601094" cy="71321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829324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914400"/>
            <a:ext cx="6607719" cy="8583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for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raf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ight</a:t>
            </a:r>
            <a:endParaRPr sz="3681" dirty="0">
              <a:latin typeface="Times New Roman"/>
              <a:cs typeface="Times New Roman"/>
            </a:endParaRPr>
          </a:p>
          <a:p>
            <a:pPr marL="29219" marR="523016">
              <a:lnSpc>
                <a:spcPct val="143300"/>
              </a:lnSpc>
              <a:spcBef>
                <a:spcPts val="610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Assi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 the 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 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 pins to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int d_r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10;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d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9;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d_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8;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r_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4;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r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3;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r_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2;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l_r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13;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l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12;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l_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11;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u_r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7;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u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6;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u_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5;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457200"/>
            <a:ext cx="14935200" cy="9378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962762">
              <a:lnSpc>
                <a:spcPct val="143300"/>
              </a:lnSpc>
              <a:spcBef>
                <a:spcPts val="1599"/>
              </a:spcBef>
              <a:buFont typeface="Times New Roman"/>
              <a:buAutoNum type="arabicPeriod" startAt="2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Confi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t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fic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 as outputs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962762">
              <a:lnSpc>
                <a:spcPct val="143300"/>
              </a:lnSpc>
              <a:spcBef>
                <a:spcPts val="1599"/>
              </a:spcBef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lang="en-US" sz="2761" dirty="0">
                <a:latin typeface="Times New Roman"/>
                <a:cs typeface="Times New Roman"/>
              </a:rPr>
              <a:t> {</a:t>
            </a:r>
          </a:p>
          <a:p>
            <a:pPr marL="204532" marR="9049090">
              <a:lnSpc>
                <a:spcPct val="1437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d_r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23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d_gre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, 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r_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12" dirty="0" err="1">
                <a:latin typeface="Times New Roman"/>
                <a:cs typeface="Times New Roman"/>
              </a:rPr>
              <a:t>_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re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, 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l_r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, 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23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l_gr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u_r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23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u_gre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, 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418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480903"/>
            <a:ext cx="14935200" cy="90965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  <a:spcBef>
                <a:spcPts val="1599"/>
              </a:spcBef>
            </a:pPr>
            <a:r>
              <a:rPr sz="2761" dirty="0">
                <a:latin typeface="Times New Roman"/>
                <a:cs typeface="Times New Roman"/>
              </a:rPr>
              <a:t>3.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loop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spc="-12" dirty="0" err="1">
                <a:latin typeface="Times New Roman"/>
                <a:cs typeface="Times New Roman"/>
              </a:rPr>
              <a:t>c</a:t>
            </a:r>
            <a:r>
              <a:rPr sz="2761" b="1" dirty="0" err="1">
                <a:latin typeface="Times New Roman"/>
                <a:cs typeface="Times New Roman"/>
              </a:rPr>
              <a:t>hang</a:t>
            </a:r>
            <a:r>
              <a:rPr sz="2761" b="1" spc="-12" dirty="0" err="1">
                <a:latin typeface="Times New Roman"/>
                <a:cs typeface="Times New Roman"/>
              </a:rPr>
              <a:t>e</a:t>
            </a:r>
            <a:r>
              <a:rPr sz="2761" b="1" dirty="0" err="1">
                <a:latin typeface="Times New Roman"/>
                <a:cs typeface="Times New Roman"/>
              </a:rPr>
              <a:t>L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sz="2761" b="1" dirty="0" err="1">
                <a:latin typeface="Times New Roman"/>
                <a:cs typeface="Times New Roman"/>
              </a:rPr>
              <a:t>ght</a:t>
            </a:r>
            <a:r>
              <a:rPr lang="en-US" sz="2761" b="1" dirty="0" err="1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rry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ic.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oid loop()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hts();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void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9" marR="9392412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//Sta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llow)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(l_g</a:t>
            </a:r>
            <a:r>
              <a:rPr sz="2761" spc="-12" dirty="0">
                <a:latin typeface="Times New Roman"/>
                <a:cs typeface="Times New Roman"/>
              </a:rPr>
              <a:t>ree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46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llow,</a:t>
            </a:r>
            <a:r>
              <a:rPr sz="2761" spc="35" dirty="0" err="1">
                <a:latin typeface="Times New Roman"/>
                <a:cs typeface="Times New Roman"/>
              </a:rPr>
              <a:t>H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241689"/>
            <a:ext cx="14623181" cy="7575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spc="-58" dirty="0" err="1">
                <a:latin typeface="Times New Roman"/>
                <a:cs typeface="Times New Roman"/>
              </a:rPr>
              <a:t>digitalWrite</a:t>
            </a:r>
            <a:r>
              <a:rPr lang="en-US" sz="2761" spc="-58" dirty="0">
                <a:latin typeface="Times New Roman"/>
                <a:cs typeface="Times New Roman"/>
              </a:rPr>
              <a:t>(</a:t>
            </a:r>
            <a:r>
              <a:rPr lang="en-US" sz="2761" spc="-58" dirty="0" err="1">
                <a:latin typeface="Times New Roman"/>
                <a:cs typeface="Times New Roman"/>
              </a:rPr>
              <a:t>l_yellow,HIGH</a:t>
            </a:r>
            <a:r>
              <a:rPr lang="en-US" sz="2761" spc="-58" dirty="0">
                <a:latin typeface="Times New Roman"/>
                <a:cs typeface="Times New Roman"/>
              </a:rPr>
              <a:t>);</a:t>
            </a:r>
          </a:p>
          <a:p>
            <a:pPr marL="29219"/>
            <a:r>
              <a:rPr sz="2761" spc="-58" dirty="0">
                <a:latin typeface="Times New Roman"/>
                <a:cs typeface="Times New Roman"/>
              </a:rPr>
              <a:t>delay(5000);</a:t>
            </a:r>
          </a:p>
          <a:p>
            <a:endParaRPr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>
                <a:latin typeface="Times New Roman"/>
                <a:cs typeface="Times New Roman"/>
              </a:rPr>
              <a:t>//</a:t>
            </a:r>
            <a:r>
              <a:rPr lang="en-US" sz="2761" spc="-58" dirty="0">
                <a:latin typeface="Times New Roman"/>
                <a:cs typeface="Times New Roman"/>
              </a:rPr>
              <a:t>UPPER LANE GO</a:t>
            </a: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u_yellow,LOW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d_yellow,LOW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r_yellow,LOW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l_yellow,LOW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u_green,HIGH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r_red,HIGH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l_red,HIGH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sz="2761" spc="-58" dirty="0" err="1">
                <a:latin typeface="Times New Roman"/>
                <a:cs typeface="Times New Roman"/>
              </a:rPr>
              <a:t>digitalWrite</a:t>
            </a:r>
            <a:r>
              <a:rPr sz="2761" spc="-58" dirty="0">
                <a:latin typeface="Times New Roman"/>
                <a:cs typeface="Times New Roman"/>
              </a:rPr>
              <a:t>(</a:t>
            </a:r>
            <a:r>
              <a:rPr sz="2761" spc="-58" dirty="0" err="1">
                <a:latin typeface="Times New Roman"/>
                <a:cs typeface="Times New Roman"/>
              </a:rPr>
              <a:t>d_red,HIGH</a:t>
            </a:r>
            <a:r>
              <a:rPr sz="2761" spc="-58" dirty="0">
                <a:latin typeface="Times New Roman"/>
                <a:cs typeface="Times New Roman"/>
              </a:rPr>
              <a:t>);</a:t>
            </a:r>
            <a:endParaRPr lang="en-US" sz="2761" spc="-58" dirty="0">
              <a:latin typeface="Times New Roman"/>
              <a:cs typeface="Times New Roman"/>
            </a:endParaRPr>
          </a:p>
          <a:p>
            <a:pPr marL="29219" marR="83274">
              <a:spcBef>
                <a:spcPts val="1587"/>
              </a:spcBef>
            </a:pPr>
            <a:r>
              <a:rPr lang="en-US" sz="2761" spc="-58" dirty="0">
                <a:latin typeface="Times New Roman"/>
                <a:cs typeface="Times New Roman"/>
              </a:rPr>
              <a:t>d</a:t>
            </a:r>
            <a:r>
              <a:rPr sz="2761" spc="-58" dirty="0">
                <a:latin typeface="Times New Roman"/>
                <a:cs typeface="Times New Roman"/>
              </a:rPr>
              <a:t>elay(10000);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762000"/>
            <a:ext cx="14623181" cy="89407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u</a:t>
            </a:r>
            <a:r>
              <a:rPr sz="2761" spc="35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llow,</a:t>
            </a:r>
            <a:r>
              <a:rPr sz="2761" spc="12" dirty="0" err="1">
                <a:latin typeface="Times New Roman"/>
                <a:cs typeface="Times New Roman"/>
              </a:rPr>
              <a:t>H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35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llow,</a:t>
            </a:r>
            <a:r>
              <a:rPr sz="2761" spc="12" dirty="0" err="1">
                <a:latin typeface="Times New Roman"/>
                <a:cs typeface="Times New Roman"/>
              </a:rPr>
              <a:t>H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46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llow,</a:t>
            </a:r>
            <a:r>
              <a:rPr sz="2761" spc="35" dirty="0" err="1">
                <a:latin typeface="Times New Roman"/>
                <a:cs typeface="Times New Roman"/>
              </a:rPr>
              <a:t>H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</a:t>
            </a:r>
            <a:r>
              <a:rPr sz="2761" spc="12" dirty="0" err="1">
                <a:latin typeface="Times New Roman"/>
                <a:cs typeface="Times New Roman"/>
              </a:rPr>
              <a:t>,H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u</a:t>
            </a:r>
            <a:r>
              <a:rPr sz="2761" spc="12" dirty="0" err="1">
                <a:latin typeface="Times New Roman"/>
                <a:cs typeface="Times New Roman"/>
              </a:rPr>
              <a:t>_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re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n</a:t>
            </a:r>
            <a:r>
              <a:rPr sz="2761" spc="23" dirty="0" err="1">
                <a:latin typeface="Times New Roman"/>
                <a:cs typeface="Times New Roman"/>
              </a:rPr>
              <a:t>,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OW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dirty="0" err="1">
                <a:latin typeface="Times New Roman"/>
                <a:cs typeface="Times New Roman"/>
              </a:rPr>
              <a:t>_r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spc="23" dirty="0" err="1">
                <a:latin typeface="Times New Roman"/>
                <a:cs typeface="Times New Roman"/>
              </a:rPr>
              <a:t>d,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l_</a:t>
            </a:r>
            <a:r>
              <a:rPr sz="2761" spc="-12" dirty="0" err="1">
                <a:latin typeface="Times New Roman"/>
                <a:cs typeface="Times New Roman"/>
              </a:rPr>
              <a:t>re</a:t>
            </a: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23" dirty="0" err="1">
                <a:latin typeface="Times New Roman"/>
                <a:cs typeface="Times New Roman"/>
              </a:rPr>
              <a:t>,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d_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23" dirty="0" err="1">
                <a:latin typeface="Times New Roman"/>
                <a:cs typeface="Times New Roman"/>
              </a:rPr>
              <a:t>,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O</a:t>
            </a:r>
            <a:r>
              <a:rPr sz="2761" spc="35" dirty="0" err="1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GO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 marR="83274" algn="just">
              <a:lnSpc>
                <a:spcPct val="1436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35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</a:t>
            </a:r>
            <a:r>
              <a:rPr sz="2761" spc="12" dirty="0" err="1">
                <a:latin typeface="Times New Roman"/>
                <a:cs typeface="Times New Roman"/>
              </a:rPr>
              <a:t>,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-12" dirty="0" err="1">
                <a:latin typeface="Times New Roman"/>
                <a:cs typeface="Times New Roman"/>
              </a:rPr>
              <a:t>O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83274" algn="just">
              <a:lnSpc>
                <a:spcPct val="1436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46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</a:t>
            </a:r>
            <a:r>
              <a:rPr sz="2761" spc="12" dirty="0" err="1">
                <a:latin typeface="Times New Roman"/>
                <a:cs typeface="Times New Roman"/>
              </a:rPr>
              <a:t>,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-12" dirty="0" err="1">
                <a:latin typeface="Times New Roman"/>
                <a:cs typeface="Times New Roman"/>
              </a:rPr>
              <a:t>O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4482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762000"/>
            <a:ext cx="14623181" cy="8637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</a:t>
            </a:r>
            <a:r>
              <a:rPr sz="2761" spc="46" dirty="0" err="1">
                <a:latin typeface="Times New Roman"/>
                <a:cs typeface="Times New Roman"/>
              </a:rPr>
              <a:t>,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-12" dirty="0" err="1">
                <a:latin typeface="Times New Roman"/>
                <a:cs typeface="Times New Roman"/>
              </a:rPr>
              <a:t>O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u_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d,</a:t>
            </a:r>
            <a:r>
              <a:rPr sz="2761" spc="46" dirty="0" err="1">
                <a:latin typeface="Times New Roman"/>
                <a:cs typeface="Times New Roman"/>
              </a:rPr>
              <a:t>H</a:t>
            </a:r>
            <a:r>
              <a:rPr sz="2761" spc="-46" dirty="0" err="1">
                <a:latin typeface="Times New Roman"/>
                <a:cs typeface="Times New Roman"/>
              </a:rPr>
              <a:t>I</a:t>
            </a:r>
            <a:r>
              <a:rPr sz="2761" dirty="0" err="1">
                <a:latin typeface="Times New Roman"/>
                <a:cs typeface="Times New Roman"/>
              </a:rPr>
              <a:t>G</a:t>
            </a:r>
            <a:r>
              <a:rPr sz="2761" spc="12" dirty="0" err="1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l_</a:t>
            </a:r>
            <a:r>
              <a:rPr lang="en-US" sz="2761" spc="-12" dirty="0" err="1">
                <a:latin typeface="Times New Roman"/>
                <a:cs typeface="Times New Roman"/>
              </a:rPr>
              <a:t>re</a:t>
            </a:r>
            <a:r>
              <a:rPr lang="en-US" sz="2761" dirty="0" err="1">
                <a:latin typeface="Times New Roman"/>
                <a:cs typeface="Times New Roman"/>
              </a:rPr>
              <a:t>d,</a:t>
            </a:r>
            <a:r>
              <a:rPr lang="en-US" sz="2761" spc="46" dirty="0" err="1">
                <a:latin typeface="Times New Roman"/>
                <a:cs typeface="Times New Roman"/>
              </a:rPr>
              <a:t>H</a:t>
            </a:r>
            <a:r>
              <a:rPr lang="en-US" sz="2761" spc="-46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G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marR="245439">
              <a:lnSpc>
                <a:spcPct val="1438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d_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d,</a:t>
            </a:r>
            <a:r>
              <a:rPr lang="en-US" sz="2761" spc="46" dirty="0" err="1">
                <a:latin typeface="Times New Roman"/>
                <a:cs typeface="Times New Roman"/>
              </a:rPr>
              <a:t>H</a:t>
            </a:r>
            <a:r>
              <a:rPr lang="en-US" sz="2761" spc="-46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G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marR="245439">
              <a:lnSpc>
                <a:spcPct val="1438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23" dirty="0" err="1">
                <a:latin typeface="Times New Roman"/>
                <a:cs typeface="Times New Roman"/>
              </a:rPr>
              <a:t>_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re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n,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245439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0);</a:t>
            </a: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lang="en-US" sz="253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//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OW 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</a:p>
          <a:p>
            <a:pPr marL="29219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llow,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11688">
              <a:lnSpc>
                <a:spcPct val="1437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llow,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11688">
              <a:lnSpc>
                <a:spcPct val="1437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46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llow,</a:t>
            </a:r>
            <a:r>
              <a:rPr lang="en-US" sz="2761" spc="35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11688">
              <a:lnSpc>
                <a:spcPct val="1437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12" dirty="0" err="1">
                <a:latin typeface="Times New Roman"/>
                <a:cs typeface="Times New Roman"/>
              </a:rPr>
              <a:t>,H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lnSpc>
                <a:spcPct val="150000"/>
              </a:lnSpc>
            </a:pPr>
            <a:r>
              <a:rPr lang="es-ES" sz="2761" dirty="0" err="1">
                <a:latin typeface="Times New Roman"/>
                <a:cs typeface="Times New Roman"/>
              </a:rPr>
              <a:t>di</a:t>
            </a:r>
            <a:r>
              <a:rPr lang="es-ES" sz="2761" spc="-23" dirty="0" err="1">
                <a:latin typeface="Times New Roman"/>
                <a:cs typeface="Times New Roman"/>
              </a:rPr>
              <a:t>g</a:t>
            </a:r>
            <a:r>
              <a:rPr lang="es-ES" sz="2761" dirty="0" err="1">
                <a:latin typeface="Times New Roman"/>
                <a:cs typeface="Times New Roman"/>
              </a:rPr>
              <a:t>it</a:t>
            </a:r>
            <a:r>
              <a:rPr lang="es-ES" sz="2761" spc="-12" dirty="0" err="1">
                <a:latin typeface="Times New Roman"/>
                <a:cs typeface="Times New Roman"/>
              </a:rPr>
              <a:t>a</a:t>
            </a:r>
            <a:r>
              <a:rPr lang="es-ES" sz="2761" dirty="0" err="1">
                <a:latin typeface="Times New Roman"/>
                <a:cs typeface="Times New Roman"/>
              </a:rPr>
              <a:t>l</a:t>
            </a:r>
            <a:r>
              <a:rPr lang="es-ES" sz="2761" spc="12" dirty="0" err="1">
                <a:latin typeface="Times New Roman"/>
                <a:cs typeface="Times New Roman"/>
              </a:rPr>
              <a:t>W</a:t>
            </a:r>
            <a:r>
              <a:rPr lang="es-ES" sz="2761" dirty="0" err="1">
                <a:latin typeface="Times New Roman"/>
                <a:cs typeface="Times New Roman"/>
              </a:rPr>
              <a:t>rit</a:t>
            </a:r>
            <a:r>
              <a:rPr lang="es-ES" sz="2761" spc="-12" dirty="0" err="1">
                <a:latin typeface="Times New Roman"/>
                <a:cs typeface="Times New Roman"/>
              </a:rPr>
              <a:t>e</a:t>
            </a:r>
            <a:r>
              <a:rPr lang="es-ES" sz="2761" dirty="0">
                <a:latin typeface="Times New Roman"/>
                <a:cs typeface="Times New Roman"/>
              </a:rPr>
              <a:t>(</a:t>
            </a:r>
            <a:r>
              <a:rPr lang="es-ES" sz="2761" dirty="0" err="1">
                <a:latin typeface="Times New Roman"/>
                <a:cs typeface="Times New Roman"/>
              </a:rPr>
              <a:t>u_</a:t>
            </a:r>
            <a:r>
              <a:rPr lang="es-ES" sz="2761" spc="-23" dirty="0" err="1">
                <a:latin typeface="Times New Roman"/>
                <a:cs typeface="Times New Roman"/>
              </a:rPr>
              <a:t>r</a:t>
            </a:r>
            <a:r>
              <a:rPr lang="es-ES" sz="2761" spc="-12" dirty="0" err="1">
                <a:latin typeface="Times New Roman"/>
                <a:cs typeface="Times New Roman"/>
              </a:rPr>
              <a:t>e</a:t>
            </a:r>
            <a:r>
              <a:rPr lang="es-ES" sz="2761" dirty="0" err="1">
                <a:latin typeface="Times New Roman"/>
                <a:cs typeface="Times New Roman"/>
              </a:rPr>
              <a:t>d</a:t>
            </a:r>
            <a:r>
              <a:rPr lang="es-ES" sz="2761" spc="23" dirty="0" err="1">
                <a:latin typeface="Times New Roman"/>
                <a:cs typeface="Times New Roman"/>
              </a:rPr>
              <a:t>,</a:t>
            </a:r>
            <a:r>
              <a:rPr lang="es-ES" sz="2761" spc="-35" dirty="0" err="1">
                <a:latin typeface="Times New Roman"/>
                <a:cs typeface="Times New Roman"/>
              </a:rPr>
              <a:t>L</a:t>
            </a:r>
            <a:r>
              <a:rPr lang="es-ES" sz="2761" dirty="0" err="1">
                <a:latin typeface="Times New Roman"/>
                <a:cs typeface="Times New Roman"/>
              </a:rPr>
              <a:t>O</a:t>
            </a:r>
            <a:r>
              <a:rPr lang="es-ES" sz="2761" spc="35" dirty="0" err="1">
                <a:latin typeface="Times New Roman"/>
                <a:cs typeface="Times New Roman"/>
              </a:rPr>
              <a:t>W</a:t>
            </a:r>
            <a:r>
              <a:rPr lang="es-ES"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lnSpc>
                <a:spcPct val="150000"/>
              </a:lnSpc>
            </a:pPr>
            <a:r>
              <a:rPr lang="es-ES" sz="2761" dirty="0" err="1">
                <a:latin typeface="Times New Roman"/>
                <a:cs typeface="Times New Roman"/>
              </a:rPr>
              <a:t>di</a:t>
            </a:r>
            <a:r>
              <a:rPr lang="es-ES" sz="2761" spc="-23" dirty="0" err="1">
                <a:latin typeface="Times New Roman"/>
                <a:cs typeface="Times New Roman"/>
              </a:rPr>
              <a:t>g</a:t>
            </a:r>
            <a:r>
              <a:rPr lang="es-ES" sz="2761" dirty="0" err="1">
                <a:latin typeface="Times New Roman"/>
                <a:cs typeface="Times New Roman"/>
              </a:rPr>
              <a:t>it</a:t>
            </a:r>
            <a:r>
              <a:rPr lang="es-ES" sz="2761" spc="-12" dirty="0" err="1">
                <a:latin typeface="Times New Roman"/>
                <a:cs typeface="Times New Roman"/>
              </a:rPr>
              <a:t>a</a:t>
            </a:r>
            <a:r>
              <a:rPr lang="es-ES" sz="2761" dirty="0" err="1">
                <a:latin typeface="Times New Roman"/>
                <a:cs typeface="Times New Roman"/>
              </a:rPr>
              <a:t>l</a:t>
            </a:r>
            <a:r>
              <a:rPr lang="es-ES" sz="2761" spc="12" dirty="0" err="1">
                <a:latin typeface="Times New Roman"/>
                <a:cs typeface="Times New Roman"/>
              </a:rPr>
              <a:t>W</a:t>
            </a:r>
            <a:r>
              <a:rPr lang="es-ES" sz="2761" dirty="0" err="1">
                <a:latin typeface="Times New Roman"/>
                <a:cs typeface="Times New Roman"/>
              </a:rPr>
              <a:t>rit</a:t>
            </a:r>
            <a:r>
              <a:rPr lang="es-ES" sz="2761" spc="-12" dirty="0" err="1">
                <a:latin typeface="Times New Roman"/>
                <a:cs typeface="Times New Roman"/>
              </a:rPr>
              <a:t>e</a:t>
            </a:r>
            <a:r>
              <a:rPr lang="es-ES" sz="2761" dirty="0">
                <a:latin typeface="Times New Roman"/>
                <a:cs typeface="Times New Roman"/>
              </a:rPr>
              <a:t>(</a:t>
            </a:r>
            <a:r>
              <a:rPr lang="es-ES" sz="2761" dirty="0" err="1">
                <a:latin typeface="Times New Roman"/>
                <a:cs typeface="Times New Roman"/>
              </a:rPr>
              <a:t>l_</a:t>
            </a:r>
            <a:r>
              <a:rPr lang="es-ES" sz="2761" spc="-12" dirty="0" err="1">
                <a:latin typeface="Times New Roman"/>
                <a:cs typeface="Times New Roman"/>
              </a:rPr>
              <a:t>re</a:t>
            </a:r>
            <a:r>
              <a:rPr lang="es-ES" sz="2761" dirty="0" err="1">
                <a:latin typeface="Times New Roman"/>
                <a:cs typeface="Times New Roman"/>
              </a:rPr>
              <a:t>d</a:t>
            </a:r>
            <a:r>
              <a:rPr lang="es-ES" sz="2761" spc="23" dirty="0" err="1">
                <a:latin typeface="Times New Roman"/>
                <a:cs typeface="Times New Roman"/>
              </a:rPr>
              <a:t>,</a:t>
            </a:r>
            <a:r>
              <a:rPr lang="es-ES" sz="2761" spc="-35" dirty="0" err="1">
                <a:latin typeface="Times New Roman"/>
                <a:cs typeface="Times New Roman"/>
              </a:rPr>
              <a:t>L</a:t>
            </a:r>
            <a:r>
              <a:rPr lang="es-ES" sz="2761" dirty="0" err="1">
                <a:latin typeface="Times New Roman"/>
                <a:cs typeface="Times New Roman"/>
              </a:rPr>
              <a:t>OW</a:t>
            </a:r>
            <a:r>
              <a:rPr lang="es-ES" sz="2761" spc="12" dirty="0">
                <a:latin typeface="Times New Roman"/>
                <a:cs typeface="Times New Roman"/>
              </a:rPr>
              <a:t>)</a:t>
            </a:r>
            <a:r>
              <a:rPr lang="es-ES" sz="2761" dirty="0">
                <a:latin typeface="Times New Roman"/>
                <a:cs typeface="Times New Roman"/>
              </a:rPr>
              <a:t>;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4508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990600"/>
            <a:ext cx="4347683" cy="8523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45439">
              <a:lnSpc>
                <a:spcPct val="143800"/>
              </a:lnSpc>
            </a:pPr>
            <a:r>
              <a:rPr lang="es-ES" sz="2761" dirty="0" err="1">
                <a:latin typeface="Times New Roman"/>
                <a:cs typeface="Times New Roman"/>
              </a:rPr>
              <a:t>di</a:t>
            </a:r>
            <a:r>
              <a:rPr lang="es-ES" sz="2761" spc="-23" dirty="0" err="1">
                <a:latin typeface="Times New Roman"/>
                <a:cs typeface="Times New Roman"/>
              </a:rPr>
              <a:t>g</a:t>
            </a:r>
            <a:r>
              <a:rPr lang="es-ES" sz="2761" dirty="0" err="1">
                <a:latin typeface="Times New Roman"/>
                <a:cs typeface="Times New Roman"/>
              </a:rPr>
              <a:t>it</a:t>
            </a:r>
            <a:r>
              <a:rPr lang="es-ES" sz="2761" spc="-12" dirty="0" err="1">
                <a:latin typeface="Times New Roman"/>
                <a:cs typeface="Times New Roman"/>
              </a:rPr>
              <a:t>a</a:t>
            </a:r>
            <a:r>
              <a:rPr lang="es-ES" sz="2761" dirty="0" err="1">
                <a:latin typeface="Times New Roman"/>
                <a:cs typeface="Times New Roman"/>
              </a:rPr>
              <a:t>l</a:t>
            </a:r>
            <a:r>
              <a:rPr lang="es-ES" sz="2761" spc="12" dirty="0" err="1">
                <a:latin typeface="Times New Roman"/>
                <a:cs typeface="Times New Roman"/>
              </a:rPr>
              <a:t>W</a:t>
            </a:r>
            <a:r>
              <a:rPr lang="es-ES" sz="2761" dirty="0" err="1">
                <a:latin typeface="Times New Roman"/>
                <a:cs typeface="Times New Roman"/>
              </a:rPr>
              <a:t>rite</a:t>
            </a:r>
            <a:r>
              <a:rPr lang="es-ES" sz="2761" spc="-23" dirty="0">
                <a:latin typeface="Times New Roman"/>
                <a:cs typeface="Times New Roman"/>
              </a:rPr>
              <a:t>(</a:t>
            </a:r>
            <a:r>
              <a:rPr lang="es-ES" sz="2761" dirty="0" err="1">
                <a:latin typeface="Times New Roman"/>
                <a:cs typeface="Times New Roman"/>
              </a:rPr>
              <a:t>d_r</a:t>
            </a:r>
            <a:r>
              <a:rPr lang="es-ES" sz="2761" spc="-23" dirty="0" err="1">
                <a:latin typeface="Times New Roman"/>
                <a:cs typeface="Times New Roman"/>
              </a:rPr>
              <a:t>e</a:t>
            </a:r>
            <a:r>
              <a:rPr lang="es-ES" sz="2761" dirty="0" err="1">
                <a:latin typeface="Times New Roman"/>
                <a:cs typeface="Times New Roman"/>
              </a:rPr>
              <a:t>d</a:t>
            </a:r>
            <a:r>
              <a:rPr lang="es-ES" sz="2761" spc="23" dirty="0" err="1">
                <a:latin typeface="Times New Roman"/>
                <a:cs typeface="Times New Roman"/>
              </a:rPr>
              <a:t>,</a:t>
            </a:r>
            <a:r>
              <a:rPr lang="es-ES" sz="2761" spc="-35" dirty="0" err="1">
                <a:latin typeface="Times New Roman"/>
                <a:cs typeface="Times New Roman"/>
              </a:rPr>
              <a:t>L</a:t>
            </a:r>
            <a:r>
              <a:rPr lang="es-ES" sz="2761" dirty="0" err="1">
                <a:latin typeface="Times New Roman"/>
                <a:cs typeface="Times New Roman"/>
              </a:rPr>
              <a:t>O</a:t>
            </a:r>
            <a:r>
              <a:rPr lang="es-ES" sz="2761" spc="35" dirty="0" err="1">
                <a:latin typeface="Times New Roman"/>
                <a:cs typeface="Times New Roman"/>
              </a:rPr>
              <a:t>W</a:t>
            </a:r>
            <a:r>
              <a:rPr lang="es-ES" sz="2761" dirty="0">
                <a:latin typeface="Times New Roman"/>
                <a:cs typeface="Times New Roman"/>
              </a:rPr>
              <a:t>);</a:t>
            </a:r>
          </a:p>
          <a:p>
            <a:pPr marL="29219" marR="245439">
              <a:lnSpc>
                <a:spcPct val="143800"/>
              </a:lnSpc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OW</a:t>
            </a:r>
            <a:r>
              <a:rPr sz="2761" dirty="0">
                <a:latin typeface="Times New Roman"/>
                <a:cs typeface="Times New Roman"/>
              </a:rPr>
              <a:t>);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//D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</a:t>
            </a:r>
          </a:p>
          <a:p>
            <a:pPr marL="29219" marR="83274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46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1371600"/>
            <a:ext cx="4347683" cy="5820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46" dirty="0" err="1">
                <a:latin typeface="Times New Roman"/>
                <a:cs typeface="Times New Roman"/>
              </a:rPr>
              <a:t>_</a:t>
            </a:r>
            <a:r>
              <a:rPr sz="2761" spc="-58" dirty="0" err="1">
                <a:latin typeface="Times New Roman"/>
                <a:cs typeface="Times New Roman"/>
              </a:rPr>
              <a:t>y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llow,</a:t>
            </a:r>
            <a:r>
              <a:rPr sz="2761" spc="35" dirty="0" err="1">
                <a:latin typeface="Times New Roman"/>
                <a:cs typeface="Times New Roman"/>
              </a:rPr>
              <a:t>H</a:t>
            </a:r>
            <a:r>
              <a:rPr sz="2761" dirty="0" err="1">
                <a:latin typeface="Times New Roman"/>
                <a:cs typeface="Times New Roman"/>
              </a:rPr>
              <a:t>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12" dirty="0" err="1">
                <a:latin typeface="Times New Roman"/>
                <a:cs typeface="Times New Roman"/>
              </a:rPr>
              <a:t>,H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u_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23" dirty="0" err="1">
                <a:latin typeface="Times New Roman"/>
                <a:cs typeface="Times New Roman"/>
              </a:rPr>
              <a:t>,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O</a:t>
            </a:r>
            <a:r>
              <a:rPr lang="en-US" sz="2761" spc="35" dirty="0" err="1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l_</a:t>
            </a:r>
            <a:r>
              <a:rPr lang="en-US" sz="2761" spc="-12" dirty="0" err="1">
                <a:latin typeface="Times New Roman"/>
                <a:cs typeface="Times New Roman"/>
              </a:rPr>
              <a:t>re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23" dirty="0" err="1">
                <a:latin typeface="Times New Roman"/>
                <a:cs typeface="Times New Roman"/>
              </a:rPr>
              <a:t>,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OW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_r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23" dirty="0" err="1">
                <a:latin typeface="Times New Roman"/>
                <a:cs typeface="Times New Roman"/>
              </a:rPr>
              <a:t>d,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OW</a:t>
            </a:r>
            <a:r>
              <a:rPr lang="en-US" sz="2761" spc="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ital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12" dirty="0" err="1">
                <a:latin typeface="Times New Roman"/>
                <a:cs typeface="Times New Roman"/>
              </a:rPr>
              <a:t>_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re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 err="1">
                <a:latin typeface="Times New Roman"/>
                <a:cs typeface="Times New Roman"/>
              </a:rPr>
              <a:t>,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OW</a:t>
            </a:r>
            <a:r>
              <a:rPr lang="en-US" sz="2761" dirty="0">
                <a:latin typeface="Times New Roman"/>
                <a:cs typeface="Times New Roman"/>
              </a:rPr>
              <a:t>);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(500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84424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671148"/>
            <a:ext cx="14859000" cy="8716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/</a:t>
            </a:r>
            <a:r>
              <a:rPr lang="en-US" sz="2761" spc="35" dirty="0">
                <a:latin typeface="Times New Roman"/>
                <a:cs typeface="Times New Roman"/>
              </a:rPr>
              <a:t>/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12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</a:p>
          <a:p>
            <a:pPr marL="29219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12" dirty="0" err="1">
                <a:latin typeface="Times New Roman"/>
                <a:cs typeface="Times New Roman"/>
              </a:rPr>
              <a:t>,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O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marR="9456691">
              <a:lnSpc>
                <a:spcPct val="143700"/>
              </a:lnSpc>
              <a:spcBef>
                <a:spcPts val="23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12" dirty="0" err="1">
                <a:latin typeface="Times New Roman"/>
                <a:cs typeface="Times New Roman"/>
              </a:rPr>
              <a:t>,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O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46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12" dirty="0" err="1">
                <a:latin typeface="Times New Roman"/>
                <a:cs typeface="Times New Roman"/>
              </a:rPr>
              <a:t>,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O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46" dirty="0" err="1">
                <a:latin typeface="Times New Roman"/>
                <a:cs typeface="Times New Roman"/>
              </a:rPr>
              <a:t>,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O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u_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d,</a:t>
            </a:r>
            <a:r>
              <a:rPr lang="en-US" sz="2761" spc="46" dirty="0" err="1">
                <a:latin typeface="Times New Roman"/>
                <a:cs typeface="Times New Roman"/>
              </a:rPr>
              <a:t>H</a:t>
            </a:r>
            <a:r>
              <a:rPr lang="en-US" sz="2761" spc="-46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G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d_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d,</a:t>
            </a:r>
            <a:r>
              <a:rPr lang="en-US" sz="2761" spc="46" dirty="0" err="1">
                <a:latin typeface="Times New Roman"/>
                <a:cs typeface="Times New Roman"/>
              </a:rPr>
              <a:t>H</a:t>
            </a:r>
            <a:r>
              <a:rPr lang="en-US" sz="2761" spc="-46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G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_r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23" dirty="0" err="1">
                <a:latin typeface="Times New Roman"/>
                <a:cs typeface="Times New Roman"/>
              </a:rPr>
              <a:t>d</a:t>
            </a:r>
            <a:r>
              <a:rPr lang="en-US" sz="2761" dirty="0" err="1">
                <a:latin typeface="Times New Roman"/>
                <a:cs typeface="Times New Roman"/>
              </a:rPr>
              <a:t>,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spc="-46" dirty="0" err="1">
                <a:latin typeface="Times New Roman"/>
                <a:cs typeface="Times New Roman"/>
              </a:rPr>
              <a:t>I</a:t>
            </a:r>
            <a:r>
              <a:rPr lang="en-US" sz="2761" dirty="0" err="1">
                <a:latin typeface="Times New Roman"/>
                <a:cs typeface="Times New Roman"/>
              </a:rPr>
              <a:t>G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l_gr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 err="1">
                <a:latin typeface="Times New Roman"/>
                <a:cs typeface="Times New Roman"/>
              </a:rPr>
              <a:t>,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spc="-46" dirty="0" err="1">
                <a:latin typeface="Times New Roman"/>
                <a:cs typeface="Times New Roman"/>
              </a:rPr>
              <a:t>I</a:t>
            </a:r>
            <a:r>
              <a:rPr lang="en-US" sz="2761" spc="12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0);</a:t>
            </a: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518"/>
              </a:spcBef>
            </a:pPr>
            <a:r>
              <a:rPr lang="en-US" sz="2761" b="1" dirty="0">
                <a:latin typeface="Times New Roman"/>
                <a:cs typeface="Times New Roman"/>
              </a:rPr>
              <a:t>Code Expla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ation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llow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turned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moving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kwise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dir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nsi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ion with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 li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turn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on in e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143000"/>
            <a:ext cx="13720914" cy="7844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6799236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4. Compile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upload it to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int d_r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10;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d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9;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d_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8;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r_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4;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int r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3;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int r_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2;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l_r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13;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23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12;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l_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11;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u_r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7;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23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6;</a:t>
            </a:r>
          </a:p>
          <a:p>
            <a:pPr marL="29219" marR="2504059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u_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re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=</a:t>
            </a:r>
            <a:r>
              <a:rPr lang="en-US" sz="2761" dirty="0">
                <a:latin typeface="Times New Roman"/>
                <a:cs typeface="Times New Roman"/>
              </a:rPr>
              <a:t>5;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6969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0663" y="914400"/>
            <a:ext cx="4692459" cy="8980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d_r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04532" marR="11688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d_gre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r_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l_gr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u_r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u_gre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381000"/>
            <a:ext cx="13143737" cy="9520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void loop()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hts();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void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sz="2761" i="1" dirty="0">
                <a:latin typeface="Times New Roman"/>
                <a:cs typeface="Times New Roman"/>
              </a:rPr>
              <a:t>//Start </a:t>
            </a: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dirty="0">
                <a:latin typeface="Times New Roman"/>
                <a:cs typeface="Times New Roman"/>
              </a:rPr>
              <a:t>all </a:t>
            </a:r>
            <a:r>
              <a:rPr sz="2761" i="1" spc="-12" dirty="0">
                <a:latin typeface="Times New Roman"/>
                <a:cs typeface="Times New Roman"/>
              </a:rPr>
              <a:t>ye</a:t>
            </a:r>
            <a:r>
              <a:rPr sz="2761" i="1" dirty="0">
                <a:latin typeface="Times New Roman"/>
                <a:cs typeface="Times New Roman"/>
              </a:rPr>
              <a:t>llow)</a:t>
            </a:r>
            <a:endParaRPr lang="en-US" sz="2761" i="1" dirty="0">
              <a:latin typeface="Times New Roman"/>
              <a:cs typeface="Times New Roman"/>
            </a:endParaRP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u_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23" dirty="0" err="1">
                <a:latin typeface="Times New Roman"/>
                <a:cs typeface="Times New Roman"/>
              </a:rPr>
              <a:t>,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O</a:t>
            </a:r>
            <a:r>
              <a:rPr sz="2761" spc="35" dirty="0" err="1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-12" dirty="0" err="1">
                <a:latin typeface="Times New Roman"/>
                <a:cs typeface="Times New Roman"/>
              </a:rPr>
              <a:t>_</a:t>
            </a:r>
            <a:r>
              <a:rPr sz="2761" dirty="0" err="1">
                <a:latin typeface="Times New Roman"/>
                <a:cs typeface="Times New Roman"/>
              </a:rPr>
              <a:t>r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23" dirty="0" err="1">
                <a:latin typeface="Times New Roman"/>
                <a:cs typeface="Times New Roman"/>
              </a:rPr>
              <a:t>,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O</a:t>
            </a:r>
            <a:r>
              <a:rPr sz="2761" spc="35" dirty="0" err="1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dirty="0" err="1">
                <a:latin typeface="Times New Roman"/>
                <a:cs typeface="Times New Roman"/>
              </a:rPr>
              <a:t>_r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spc="23" dirty="0" err="1">
                <a:latin typeface="Times New Roman"/>
                <a:cs typeface="Times New Roman"/>
              </a:rPr>
              <a:t>d,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l_g</a:t>
            </a:r>
            <a:r>
              <a:rPr lang="en-US" sz="2761" spc="-12" dirty="0" err="1">
                <a:latin typeface="Times New Roman"/>
                <a:cs typeface="Times New Roman"/>
              </a:rPr>
              <a:t>ree</a:t>
            </a:r>
            <a:r>
              <a:rPr lang="en-US" sz="2761" dirty="0" err="1">
                <a:latin typeface="Times New Roman"/>
                <a:cs typeface="Times New Roman"/>
              </a:rPr>
              <a:t>n</a:t>
            </a:r>
            <a:r>
              <a:rPr lang="en-US" sz="2761" spc="23" dirty="0" err="1">
                <a:latin typeface="Times New Roman"/>
                <a:cs typeface="Times New Roman"/>
              </a:rPr>
              <a:t>,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spc="46" dirty="0" err="1">
                <a:latin typeface="Times New Roman"/>
                <a:cs typeface="Times New Roman"/>
              </a:rPr>
              <a:t>O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llow,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llow,</a:t>
            </a:r>
            <a:r>
              <a:rPr lang="en-US" sz="2761" spc="12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46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llow,</a:t>
            </a:r>
            <a:r>
              <a:rPr lang="en-US" sz="2761" spc="35" dirty="0" err="1">
                <a:latin typeface="Times New Roman"/>
                <a:cs typeface="Times New Roman"/>
              </a:rPr>
              <a:t>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12" dirty="0" err="1">
                <a:latin typeface="Times New Roman"/>
                <a:cs typeface="Times New Roman"/>
              </a:rPr>
              <a:t>,H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935004">
              <a:lnSpc>
                <a:spcPct val="1436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(500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13242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75213" y="13733426"/>
            <a:ext cx="4277559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OW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25599" y="914400"/>
            <a:ext cx="14180787" cy="485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83274">
              <a:lnSpc>
                <a:spcPct val="143700"/>
              </a:lnSpc>
              <a:spcBef>
                <a:spcPts val="1587"/>
              </a:spcBef>
            </a:pPr>
            <a:r>
              <a:rPr sz="2761" i="1" dirty="0">
                <a:latin typeface="Times New Roman"/>
                <a:cs typeface="Times New Roman"/>
              </a:rPr>
              <a:t>//upp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 lane go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46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0);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31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i="1" dirty="0">
                <a:latin typeface="Times New Roman"/>
                <a:cs typeface="Times New Roman"/>
              </a:rPr>
              <a:t>//ALL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spc="35" dirty="0">
                <a:latin typeface="Times New Roman"/>
                <a:cs typeface="Times New Roman"/>
              </a:rPr>
              <a:t>Y</a:t>
            </a:r>
            <a:r>
              <a:rPr sz="2761" i="1" spc="-35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LLOW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OW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762000"/>
            <a:ext cx="4347683" cy="8938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i="1" dirty="0">
                <a:latin typeface="Times New Roman"/>
                <a:cs typeface="Times New Roman"/>
              </a:rPr>
              <a:t>//R</a:t>
            </a:r>
            <a:r>
              <a:rPr lang="en-US" sz="2761" i="1" spc="-12" dirty="0">
                <a:latin typeface="Times New Roman"/>
                <a:cs typeface="Times New Roman"/>
              </a:rPr>
              <a:t>I</a:t>
            </a:r>
            <a:r>
              <a:rPr lang="en-US" sz="2761" i="1" dirty="0">
                <a:latin typeface="Times New Roman"/>
                <a:cs typeface="Times New Roman"/>
              </a:rPr>
              <a:t>G</a:t>
            </a:r>
            <a:r>
              <a:rPr lang="en-US" sz="2761" i="1" spc="-12" dirty="0">
                <a:latin typeface="Times New Roman"/>
                <a:cs typeface="Times New Roman"/>
              </a:rPr>
              <a:t>H</a:t>
            </a:r>
            <a:r>
              <a:rPr lang="en-US" sz="2761" i="1" dirty="0">
                <a:latin typeface="Times New Roman"/>
                <a:cs typeface="Times New Roman"/>
              </a:rPr>
              <a:t>T LANE GO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di</a:t>
            </a:r>
            <a:r>
              <a:rPr lang="en-US" sz="2761" spc="-23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it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rit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</a:t>
            </a:r>
            <a:r>
              <a:rPr lang="en-US" sz="2761" spc="35" dirty="0" err="1">
                <a:latin typeface="Times New Roman"/>
                <a:cs typeface="Times New Roman"/>
              </a:rPr>
              <a:t>_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llow</a:t>
            </a:r>
            <a:r>
              <a:rPr lang="en-US" sz="2761" spc="12" dirty="0" err="1">
                <a:latin typeface="Times New Roman"/>
                <a:cs typeface="Times New Roman"/>
              </a:rPr>
              <a:t>,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-12" dirty="0" err="1">
                <a:latin typeface="Times New Roman"/>
                <a:cs typeface="Times New Roman"/>
              </a:rPr>
              <a:t>O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 marR="143173">
              <a:lnSpc>
                <a:spcPct val="143800"/>
              </a:lnSpc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46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0);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endParaRPr sz="2646" dirty="0">
              <a:latin typeface="Times New Roman"/>
              <a:cs typeface="Times New Roman"/>
            </a:endParaRPr>
          </a:p>
          <a:p>
            <a:pPr marL="29219"/>
            <a:r>
              <a:rPr sz="2761" i="1" dirty="0">
                <a:latin typeface="Times New Roman"/>
                <a:cs typeface="Times New Roman"/>
              </a:rPr>
              <a:t>//ALL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i="1" spc="35" dirty="0">
                <a:latin typeface="Times New Roman"/>
                <a:cs typeface="Times New Roman"/>
              </a:rPr>
              <a:t>Y</a:t>
            </a:r>
            <a:r>
              <a:rPr sz="2761" i="1" spc="-35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LLOW</a:t>
            </a:r>
            <a:r>
              <a:rPr sz="2761" i="1" spc="-4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ON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marR="11688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304412"/>
            <a:ext cx="4347683" cy="944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lang="en-US" sz="2761" dirty="0" err="1">
                <a:latin typeface="Times New Roman"/>
                <a:cs typeface="Times New Roman"/>
              </a:rPr>
              <a:t>digitalWrite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u_red,LOW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digitalWrite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l_red,LOW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digitalWrite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d_red,LOW</a:t>
            </a:r>
            <a:r>
              <a:rPr lang="en-US" sz="2761" dirty="0">
                <a:latin typeface="Times New Roman"/>
                <a:cs typeface="Times New Roman"/>
              </a:rPr>
              <a:t>); </a:t>
            </a:r>
            <a:r>
              <a:rPr lang="en-US" sz="2761" dirty="0" err="1">
                <a:latin typeface="Times New Roman"/>
                <a:cs typeface="Times New Roman"/>
              </a:rPr>
              <a:t>digitalWrite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r_green,LOW</a:t>
            </a:r>
            <a:r>
              <a:rPr lang="en-US" sz="2761" dirty="0">
                <a:latin typeface="Times New Roman"/>
                <a:cs typeface="Times New Roman"/>
              </a:rPr>
              <a:t>); delay(5000);</a:t>
            </a: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i="1" dirty="0">
                <a:latin typeface="Times New Roman"/>
                <a:cs typeface="Times New Roman"/>
              </a:rPr>
              <a:t>//D</a:t>
            </a:r>
            <a:r>
              <a:rPr sz="2761" i="1" spc="12" dirty="0">
                <a:latin typeface="Times New Roman"/>
                <a:cs typeface="Times New Roman"/>
              </a:rPr>
              <a:t>O</a:t>
            </a:r>
            <a:r>
              <a:rPr sz="2761" i="1" spc="-69" dirty="0">
                <a:latin typeface="Times New Roman"/>
                <a:cs typeface="Times New Roman"/>
              </a:rPr>
              <a:t>W</a:t>
            </a:r>
            <a:r>
              <a:rPr sz="2761" i="1" dirty="0">
                <a:latin typeface="Times New Roman"/>
                <a:cs typeface="Times New Roman"/>
              </a:rPr>
              <a:t>N LANE GO</a:t>
            </a:r>
            <a:endParaRPr sz="2761" dirty="0">
              <a:latin typeface="Times New Roman"/>
              <a:cs typeface="Times New Roman"/>
            </a:endParaRPr>
          </a:p>
          <a:p>
            <a:pPr marL="29219" marR="83274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46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0);</a:t>
            </a:r>
          </a:p>
        </p:txBody>
      </p:sp>
    </p:spTree>
    <p:extLst>
      <p:ext uri="{BB962C8B-B14F-4D97-AF65-F5344CB8AC3E}">
        <p14:creationId xmlns:p14="http://schemas.microsoft.com/office/powerpoint/2010/main" val="3327359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990600"/>
            <a:ext cx="4347683" cy="654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800"/>
              </a:lnSpc>
            </a:pPr>
            <a:r>
              <a:rPr lang="en-US" sz="2761" i="1" dirty="0">
                <a:latin typeface="Times New Roman"/>
                <a:cs typeface="Times New Roman"/>
              </a:rPr>
              <a:t>//ALL</a:t>
            </a:r>
            <a:r>
              <a:rPr lang="en-US" sz="2761" i="1" spc="-23" dirty="0">
                <a:latin typeface="Times New Roman"/>
                <a:cs typeface="Times New Roman"/>
              </a:rPr>
              <a:t> </a:t>
            </a:r>
            <a:r>
              <a:rPr lang="en-US" sz="2761" i="1" spc="35" dirty="0">
                <a:latin typeface="Times New Roman"/>
                <a:cs typeface="Times New Roman"/>
              </a:rPr>
              <a:t>Y</a:t>
            </a:r>
            <a:r>
              <a:rPr lang="en-US" sz="2761" i="1" spc="-35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LLOW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800"/>
              </a:lnSpc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llow,</a:t>
            </a:r>
            <a:r>
              <a:rPr sz="2761" spc="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35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OW</a:t>
            </a:r>
            <a:r>
              <a:rPr sz="2761" dirty="0">
                <a:latin typeface="Times New Roman"/>
                <a:cs typeface="Times New Roman"/>
              </a:rPr>
              <a:t>);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855062"/>
            <a:ext cx="4347683" cy="6348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i="1" dirty="0">
                <a:latin typeface="Times New Roman"/>
                <a:cs typeface="Times New Roman"/>
              </a:rPr>
              <a:t>//LEFT </a:t>
            </a:r>
            <a:r>
              <a:rPr sz="2761" i="1" spc="12" dirty="0">
                <a:latin typeface="Times New Roman"/>
                <a:cs typeface="Times New Roman"/>
              </a:rPr>
              <a:t>L</a:t>
            </a:r>
            <a:r>
              <a:rPr sz="2761" i="1" spc="-35" dirty="0">
                <a:latin typeface="Times New Roman"/>
                <a:cs typeface="Times New Roman"/>
              </a:rPr>
              <a:t>A</a:t>
            </a:r>
            <a:r>
              <a:rPr sz="2761" i="1" dirty="0">
                <a:latin typeface="Times New Roman"/>
                <a:cs typeface="Times New Roman"/>
              </a:rPr>
              <a:t>NE </a:t>
            </a:r>
            <a:r>
              <a:rPr sz="2761" i="1" spc="-12" dirty="0">
                <a:latin typeface="Times New Roman"/>
                <a:cs typeface="Times New Roman"/>
              </a:rPr>
              <a:t>G</a:t>
            </a:r>
            <a:r>
              <a:rPr sz="2761" i="1" dirty="0">
                <a:latin typeface="Times New Roman"/>
                <a:cs typeface="Times New Roman"/>
              </a:rPr>
              <a:t>O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 marR="83274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</a:t>
            </a:r>
            <a:r>
              <a:rPr sz="2761" spc="35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58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12" dirty="0">
                <a:latin typeface="Times New Roman"/>
                <a:cs typeface="Times New Roman"/>
              </a:rPr>
              <a:t>_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46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(u_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(d_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_r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); 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(l_g</a:t>
            </a:r>
            <a:r>
              <a:rPr sz="2761" spc="-12" dirty="0">
                <a:latin typeface="Times New Roman"/>
                <a:cs typeface="Times New Roman"/>
              </a:rPr>
              <a:t>ree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0);</a:t>
            </a:r>
          </a:p>
          <a:p>
            <a:pPr marL="29219"/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990600"/>
            <a:ext cx="1488672" cy="5664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Output:</a:t>
            </a:r>
            <a:endParaRPr sz="368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0253" y="2133600"/>
            <a:ext cx="13601094" cy="7329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1791</Words>
  <Application>Microsoft Office PowerPoint</Application>
  <PresentationFormat>Custom</PresentationFormat>
  <Paragraphs>158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4</cp:revision>
  <dcterms:created xsi:type="dcterms:W3CDTF">2024-07-02T13:01:35Z</dcterms:created>
  <dcterms:modified xsi:type="dcterms:W3CDTF">2024-07-14T16:24:17Z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