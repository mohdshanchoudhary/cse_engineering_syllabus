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62" r:id="rId5"/>
    <p:sldId id="258" r:id="rId6"/>
    <p:sldId id="259" r:id="rId7"/>
    <p:sldId id="263" r:id="rId8"/>
    <p:sldId id="260" r:id="rId9"/>
    <p:sldId id="264" r:id="rId10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7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5950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9776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9392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8386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438295"/>
            <a:ext cx="15087600" cy="918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8307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Project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eating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ary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ber dis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lay using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shi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ft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egister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8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don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lot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side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just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ithout s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icing so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ious pins. Turns out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is!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them.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take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thr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Step 1: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368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3681" b="0" i="0" u="none" strike="noStrike" kern="1200" cap="none" spc="-11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pone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ts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uired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53698" indent="-524479">
              <a:buFont typeface="Symbol"/>
              <a:buChar char="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Uno</a:t>
            </a:r>
          </a:p>
          <a:p>
            <a:pPr marL="553698" indent="-524479">
              <a:spcBef>
                <a:spcPts val="1657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2 di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 7 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disp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nod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553698" indent="-524479">
              <a:spcBef>
                <a:spcPts val="1657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2x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74HC595 shift </a:t>
            </a:r>
            <a:r>
              <a:rPr lang="en-US" sz="2761" spc="-12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553698" indent="-524479">
              <a:spcBef>
                <a:spcPts val="1657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14x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660 ohm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sistors</a:t>
            </a:r>
          </a:p>
          <a:p>
            <a:pPr marL="553698" indent="-524479">
              <a:spcBef>
                <a:spcPts val="1657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</a:p>
          <a:p>
            <a:pPr marL="553698" indent="-524479">
              <a:spcBef>
                <a:spcPts val="1622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553698" indent="-524479">
              <a:spcBef>
                <a:spcPts val="1657"/>
              </a:spcBef>
              <a:buFont typeface="Symbol"/>
              <a:buChar char="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USB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311400" y="650112"/>
            <a:ext cx="13601094" cy="8758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70533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143000"/>
            <a:ext cx="2783043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2: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Circuit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35200" y="1981200"/>
            <a:ext cx="13601094" cy="723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73200" y="1066800"/>
            <a:ext cx="14859000" cy="783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Now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little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plan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 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olors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ring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that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node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sinks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into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inste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ing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Step 3: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Shi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ft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Registers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how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k?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ific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They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di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lock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bits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shifted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ombin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lock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just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those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inputs.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do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sn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thin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ju</a:t>
            </a:r>
            <a:r>
              <a:rPr lang="en-US" sz="2761" spc="-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ft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nother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possible.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third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d/write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thou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tells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shift,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lat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must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llow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nnot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the 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holds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ta.</a:t>
            </a:r>
          </a:p>
        </p:txBody>
      </p:sp>
    </p:spTree>
    <p:extLst>
      <p:ext uri="{BB962C8B-B14F-4D97-AF65-F5344CB8AC3E}">
        <p14:creationId xmlns:p14="http://schemas.microsoft.com/office/powerpoint/2010/main" val="209774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749800" y="1371600"/>
            <a:ext cx="9093879" cy="6823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3700" y="1143000"/>
            <a:ext cx="4148999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4: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21000" y="2086039"/>
            <a:ext cx="12381894" cy="68531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990600"/>
            <a:ext cx="14859000" cy="67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63626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positions of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led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 be t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into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rking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ombin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in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formatting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into 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700"/>
              </a:lnSpc>
              <a:spcBef>
                <a:spcPts val="1587"/>
              </a:spcBef>
            </a:pPr>
            <a:r>
              <a:rPr sz="2761" dirty="0">
                <a:latin typeface="Times New Roman"/>
                <a:cs typeface="Times New Roman"/>
              </a:rPr>
              <a:t>This is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shift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99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loop. Noti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has to be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low,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shift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out,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hi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w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allows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tain their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position in betw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is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hift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out to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2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di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pl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CH 4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K 3</a:t>
            </a:r>
          </a:p>
          <a:p>
            <a:pPr marL="2921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 2</a:t>
            </a:r>
          </a:p>
        </p:txBody>
      </p:sp>
    </p:spTree>
    <p:extLst>
      <p:ext uri="{BB962C8B-B14F-4D97-AF65-F5344CB8AC3E}">
        <p14:creationId xmlns:p14="http://schemas.microsoft.com/office/powerpoint/2010/main" val="262288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219200"/>
            <a:ext cx="12223476" cy="577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i="1" dirty="0">
                <a:latin typeface="Times New Roman"/>
                <a:cs typeface="Times New Roman"/>
              </a:rPr>
              <a:t>//This is</a:t>
            </a:r>
            <a:r>
              <a:rPr sz="2761" i="1" spc="-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h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x</a:t>
            </a:r>
            <a:r>
              <a:rPr sz="2761" i="1" spc="-12" dirty="0">
                <a:latin typeface="Times New Roman"/>
                <a:cs typeface="Times New Roman"/>
              </a:rPr>
              <a:t> v</a:t>
            </a:r>
            <a:r>
              <a:rPr sz="2761" i="1" dirty="0">
                <a:latin typeface="Times New Roman"/>
                <a:cs typeface="Times New Roman"/>
              </a:rPr>
              <a:t>alue of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a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 numb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stor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in an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array by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index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num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35" dirty="0">
                <a:latin typeface="Times New Roman"/>
                <a:cs typeface="Times New Roman"/>
              </a:rPr>
              <a:t>6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09, 0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73,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35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D, 0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3E,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7C,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0x7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};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35" dirty="0">
                <a:latin typeface="Times New Roman"/>
                <a:cs typeface="Times New Roman"/>
              </a:rPr>
              <a:t>7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11, 0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67,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37,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35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D, 0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3E,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7C,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13,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x7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};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endParaRPr sz="2186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int i;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 marR="7589607" indent="87657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CH,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K,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/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01800" y="1524000"/>
            <a:ext cx="13944600" cy="5923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loop(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379846" marR="4125705" indent="-17531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(int i=0; i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10; i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dirty="0">
                <a:latin typeface="Times New Roman"/>
                <a:cs typeface="Times New Roman"/>
              </a:rPr>
              <a:t>){ 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(int j=0; j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10; j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algn="just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OW);</a:t>
            </a:r>
          </a:p>
          <a:p>
            <a:pPr marL="55515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shiftOut(D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, MS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RST, ~d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	//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itT</a:t>
            </a:r>
            <a:r>
              <a:rPr lang="en-US" sz="2761" spc="-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o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shiftOut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, MS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RST, ~d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j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	//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itOne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37984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484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666</Words>
  <Application>Microsoft Office PowerPoint</Application>
  <PresentationFormat>Custom</PresentationFormat>
  <Paragraphs>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2024-07-02T13:01:30Z</dcterms:created>
  <dcterms:modified xsi:type="dcterms:W3CDTF">2024-07-14T15:21:02Z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