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2" r:id="rId3"/>
    <p:sldId id="257" r:id="rId4"/>
    <p:sldId id="263" r:id="rId5"/>
    <p:sldId id="258" r:id="rId6"/>
    <p:sldId id="264" r:id="rId7"/>
    <p:sldId id="259" r:id="rId8"/>
    <p:sldId id="265" r:id="rId9"/>
    <p:sldId id="260" r:id="rId10"/>
    <p:sldId id="266" r:id="rId11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468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6024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89996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32497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75407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7811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1800" y="1063499"/>
            <a:ext cx="14706600" cy="39657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81904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Pro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g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ng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and</a:t>
            </a:r>
            <a:r>
              <a:rPr sz="368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connection: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Bli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k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ng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L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ED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&amp;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F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ading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L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ED</a:t>
            </a:r>
            <a:endParaRPr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  <a:spcBef>
                <a:spcPts val="3221"/>
              </a:spcBef>
            </a:pPr>
            <a:r>
              <a:rPr sz="2761" b="1" dirty="0">
                <a:latin typeface="Times New Roman"/>
                <a:cs typeface="Times New Roman"/>
              </a:rPr>
              <a:t>LEDs </a:t>
            </a:r>
            <a:r>
              <a:rPr sz="2761" b="1" spc="-3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(Lig</a:t>
            </a:r>
            <a:r>
              <a:rPr sz="2761" b="1" spc="12" dirty="0">
                <a:latin typeface="Times New Roman"/>
                <a:cs typeface="Times New Roman"/>
              </a:rPr>
              <a:t>h</a:t>
            </a:r>
            <a:r>
              <a:rPr sz="2761" b="1" dirty="0">
                <a:latin typeface="Times New Roman"/>
                <a:cs typeface="Times New Roman"/>
              </a:rPr>
              <a:t>t </a:t>
            </a:r>
            <a:r>
              <a:rPr sz="2761" b="1" spc="-46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E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it</a:t>
            </a:r>
            <a:r>
              <a:rPr sz="2761" b="1" spc="-12" dirty="0">
                <a:latin typeface="Times New Roman"/>
                <a:cs typeface="Times New Roman"/>
              </a:rPr>
              <a:t>t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g </a:t>
            </a:r>
            <a:r>
              <a:rPr sz="2761" b="1" spc="-3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Diod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s)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oming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popular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ong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wide 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ople.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iven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PN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J</a:t>
            </a:r>
            <a:r>
              <a:rPr sz="2761" dirty="0">
                <a:latin typeface="Times New Roman"/>
                <a:cs typeface="Times New Roman"/>
              </a:rPr>
              <a:t>un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rons,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holes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ombine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PN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J</a:t>
            </a:r>
            <a:r>
              <a:rPr sz="2761" dirty="0">
                <a:latin typeface="Times New Roman"/>
                <a:cs typeface="Times New Roman"/>
              </a:rPr>
              <a:t>un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se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er</a:t>
            </a:r>
            <a:r>
              <a:rPr sz="2761" spc="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(Photons).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An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58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PN 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J</a:t>
            </a:r>
            <a:r>
              <a:rPr sz="2761" dirty="0">
                <a:latin typeface="Times New Roman"/>
                <a:cs typeface="Times New Roman"/>
              </a:rPr>
              <a:t>un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trons 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ombine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hol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in 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lence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in 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w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 bi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 of li</a:t>
            </a:r>
            <a:r>
              <a:rPr sz="2761" spc="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ht.</a:t>
            </a:r>
          </a:p>
        </p:txBody>
      </p:sp>
      <p:sp>
        <p:nvSpPr>
          <p:cNvPr id="4" name="object 4"/>
          <p:cNvSpPr/>
          <p:nvPr/>
        </p:nvSpPr>
        <p:spPr>
          <a:xfrm>
            <a:off x="6883400" y="5334000"/>
            <a:ext cx="5056754" cy="4267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25600" y="1066800"/>
            <a:ext cx="14630400" cy="27421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ctr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Struct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re of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an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LE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D</a:t>
            </a:r>
            <a:endParaRPr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  <a:spcBef>
                <a:spcPts val="322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flow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trons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holes)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ross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junction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46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ives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tivi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lt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node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positive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ison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thod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trons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holes 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ombine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junc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ion,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 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 of photo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s (li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ht).</a:t>
            </a:r>
          </a:p>
        </p:txBody>
      </p:sp>
      <p:sp>
        <p:nvSpPr>
          <p:cNvPr id="5" name="object 4"/>
          <p:cNvSpPr/>
          <p:nvPr/>
        </p:nvSpPr>
        <p:spPr>
          <a:xfrm>
            <a:off x="4749800" y="4267200"/>
            <a:ext cx="9166388" cy="51000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4180352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0800" y="561406"/>
            <a:ext cx="15316200" cy="82470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lnSpc>
                <a:spcPct val="150000"/>
              </a:lnSpc>
            </a:pPr>
            <a:r>
              <a:rPr sz="2761" dirty="0">
                <a:latin typeface="Times New Roman"/>
                <a:cs typeface="Times New Roman"/>
              </a:rPr>
              <a:t>The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tor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hip</a:t>
            </a:r>
            <a:r>
              <a:rPr sz="2761" spc="23" dirty="0">
                <a:latin typeface="Times New Roman"/>
                <a:cs typeface="Times New Roman"/>
              </a:rPr>
              <a:t> i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link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xte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min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known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node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+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thode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(-). 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no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linked to the </a:t>
            </a:r>
            <a:r>
              <a:rPr sz="2761" spc="12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ion, and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spc="12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ion.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</a:pP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Bli</a:t>
            </a:r>
            <a:r>
              <a:rPr lang="en-US"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king</a:t>
            </a:r>
            <a:r>
              <a:rPr lang="en-US"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an</a:t>
            </a:r>
            <a:r>
              <a:rPr lang="en-US"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L</a:t>
            </a:r>
            <a:r>
              <a:rPr lang="en-US"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lang="en-US"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D</a:t>
            </a:r>
            <a:endParaRPr lang="en-US"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50000"/>
              </a:lnSpc>
              <a:spcBef>
                <a:spcPts val="3221"/>
              </a:spcBef>
            </a:pPr>
            <a:r>
              <a:rPr lang="en-US" sz="2761" spc="-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linking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ED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introdu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46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 proje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we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ontrol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ED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using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rduino.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ED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blinki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f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pro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ontinuou</a:t>
            </a:r>
            <a:r>
              <a:rPr lang="en-US" sz="2761" spc="23" dirty="0">
                <a:latin typeface="Times New Roman"/>
                <a:cs typeface="Times New Roman"/>
              </a:rPr>
              <a:t>sl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turning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ED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(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Emitting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Diod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)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off 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 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 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titive 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rn. 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</a:t>
            </a:r>
            <a:r>
              <a:rPr lang="en-US" sz="2761" spc="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 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simple 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ommon 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monstr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-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on 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 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le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troni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mi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ro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ontroll</a:t>
            </a:r>
            <a:r>
              <a:rPr lang="en-US" sz="2761" spc="-12" dirty="0">
                <a:latin typeface="Times New Roman"/>
                <a:cs typeface="Times New Roman"/>
              </a:rPr>
              <a:t>er-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p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oje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ts.</a:t>
            </a:r>
          </a:p>
          <a:p>
            <a:pPr algn="just">
              <a:lnSpc>
                <a:spcPct val="1500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</a:pPr>
            <a:r>
              <a:rPr lang="en-US" sz="2991" spc="-69" dirty="0">
                <a:solidFill>
                  <a:srgbClr val="2E5395"/>
                </a:solidFill>
                <a:latin typeface="Times New Roman"/>
                <a:cs typeface="Times New Roman"/>
              </a:rPr>
              <a:t>W</a:t>
            </a:r>
            <a:r>
              <a:rPr lang="en-US" sz="299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lang="en-US"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rking</a:t>
            </a:r>
            <a:r>
              <a:rPr lang="en-US"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2991" dirty="0">
                <a:solidFill>
                  <a:srgbClr val="2E5395"/>
                </a:solidFill>
                <a:latin typeface="Times New Roman"/>
                <a:cs typeface="Times New Roman"/>
              </a:rPr>
              <a:t>P</a:t>
            </a:r>
            <a:r>
              <a:rPr lang="en-US"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rocedure</a:t>
            </a:r>
            <a:endParaRPr lang="en-US" sz="2991" dirty="0"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</a:pP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tup()</a:t>
            </a:r>
            <a:r>
              <a:rPr lang="en-US" sz="2761" spc="31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loop()</a:t>
            </a:r>
            <a:r>
              <a:rPr lang="en-US" sz="2761" spc="31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288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wo</a:t>
            </a:r>
            <a:r>
              <a:rPr lang="en-US" sz="2761" spc="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fund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ntal</a:t>
            </a:r>
            <a:r>
              <a:rPr lang="en-US" sz="2761" spc="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fun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tions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for</a:t>
            </a:r>
            <a:r>
              <a:rPr lang="en-US" sz="2761" spc="29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ontroll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ng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vior</a:t>
            </a:r>
            <a:r>
              <a:rPr lang="en-US" sz="2761" spc="288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f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our bo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rd.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rduino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fr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me</a:t>
            </a:r>
            <a:r>
              <a:rPr lang="en-US" sz="2761" spc="-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ork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utom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12" dirty="0">
                <a:latin typeface="Times New Roman"/>
                <a:cs typeface="Times New Roman"/>
              </a:rPr>
              <a:t> ca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these fun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tions,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orm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foun</a:t>
            </a:r>
            <a:r>
              <a:rPr lang="en-US" sz="2761" spc="-12" dirty="0">
                <a:latin typeface="Times New Roman"/>
                <a:cs typeface="Times New Roman"/>
              </a:rPr>
              <a:t>da</a:t>
            </a:r>
            <a:r>
              <a:rPr lang="en-US" sz="2761" dirty="0">
                <a:latin typeface="Times New Roman"/>
                <a:cs typeface="Times New Roman"/>
              </a:rPr>
              <a:t>tion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 pr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m.</a:t>
            </a:r>
            <a:endParaRPr sz="276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97000" y="990600"/>
            <a:ext cx="15163800" cy="83880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lnSpc>
                <a:spcPct val="150000"/>
              </a:lnSpc>
              <a:spcBef>
                <a:spcPts val="1024"/>
              </a:spcBef>
            </a:pPr>
            <a:r>
              <a:rPr sz="2761" b="1" dirty="0">
                <a:latin typeface="Times New Roman"/>
                <a:cs typeface="Times New Roman"/>
              </a:rPr>
              <a:t>The</a:t>
            </a:r>
            <a:r>
              <a:rPr sz="2761" b="1" spc="3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tup()</a:t>
            </a:r>
            <a:r>
              <a:rPr sz="2761" b="1" spc="35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un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tion</a:t>
            </a:r>
            <a:r>
              <a:rPr sz="2761" b="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boots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</a:p>
          <a:p>
            <a:pPr marL="29219" marR="18992" algn="just">
              <a:lnSpc>
                <a:spcPct val="1500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 mod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initi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ize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bles,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ece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tasks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main loop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ins.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onf</a:t>
            </a:r>
            <a:r>
              <a:rPr sz="2761" spc="12" dirty="0">
                <a:latin typeface="Times New Roman"/>
                <a:cs typeface="Times New Roman"/>
              </a:rPr>
              <a:t>ig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tti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should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 ov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d’</a:t>
            </a:r>
            <a:r>
              <a:rPr sz="2761" dirty="0">
                <a:latin typeface="Times New Roman"/>
                <a:cs typeface="Times New Roman"/>
              </a:rPr>
              <a:t>s lif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n.</a:t>
            </a:r>
          </a:p>
          <a:p>
            <a:pPr marL="29219" algn="just">
              <a:lnSpc>
                <a:spcPct val="150000"/>
              </a:lnSpc>
              <a:spcBef>
                <a:spcPts val="1438"/>
              </a:spcBef>
            </a:pPr>
            <a:r>
              <a:rPr sz="2761" b="1" dirty="0">
                <a:latin typeface="Times New Roman"/>
                <a:cs typeface="Times New Roman"/>
              </a:rPr>
              <a:t>The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loo</a:t>
            </a:r>
            <a:r>
              <a:rPr sz="2761" b="1" spc="12" dirty="0">
                <a:latin typeface="Times New Roman"/>
                <a:cs typeface="Times New Roman"/>
              </a:rPr>
              <a:t>p</a:t>
            </a:r>
            <a:r>
              <a:rPr sz="2761" b="1" dirty="0">
                <a:latin typeface="Times New Roman"/>
                <a:cs typeface="Times New Roman"/>
              </a:rPr>
              <a:t>()</a:t>
            </a:r>
            <a:r>
              <a:rPr sz="2761" b="1" spc="-23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spc="-23" dirty="0">
                <a:latin typeface="Times New Roman"/>
                <a:cs typeface="Times New Roman"/>
              </a:rPr>
              <a:t>u</a:t>
            </a:r>
            <a:r>
              <a:rPr sz="2761" b="1" dirty="0">
                <a:latin typeface="Times New Roman"/>
                <a:cs typeface="Times New Roman"/>
              </a:rPr>
              <a:t>n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tion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rt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prog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m.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()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uted,</a:t>
            </a:r>
          </a:p>
          <a:p>
            <a:pPr marL="29219" marR="20453" algn="just">
              <a:lnSpc>
                <a:spcPct val="150000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loop()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running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46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until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ff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ontains the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main 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ode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rforms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sks,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ontrols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rd,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input.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lang="en-US" sz="2761" dirty="0">
                <a:latin typeface="Times New Roman"/>
                <a:cs typeface="Times New Roman"/>
              </a:rPr>
              <a:t> includ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loop()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fun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be</a:t>
            </a:r>
            <a:r>
              <a:rPr lang="en-US" sz="2761" spc="311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uted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31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ontinuous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loop,</a:t>
            </a:r>
            <a:r>
              <a:rPr lang="en-US" sz="2761" spc="29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23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owing</a:t>
            </a:r>
            <a:r>
              <a:rPr lang="en-US" sz="2761" spc="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orm its int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fu</a:t>
            </a:r>
            <a:r>
              <a:rPr lang="en-US" sz="2761" spc="12" dirty="0">
                <a:latin typeface="Times New Roman"/>
                <a:cs typeface="Times New Roman"/>
              </a:rPr>
              <a:t>nc</a:t>
            </a:r>
            <a:r>
              <a:rPr lang="en-US" sz="2761" dirty="0">
                <a:latin typeface="Times New Roman"/>
                <a:cs typeface="Times New Roman"/>
              </a:rPr>
              <a:t>tions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ontinuous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spc="-92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29219" marR="20453" algn="just">
              <a:lnSpc>
                <a:spcPct val="1500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3149" algn="just">
              <a:lnSpc>
                <a:spcPct val="150000"/>
              </a:lnSpc>
              <a:spcBef>
                <a:spcPts val="12"/>
              </a:spcBef>
            </a:pP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17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-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we </a:t>
            </a:r>
            <a:r>
              <a:rPr lang="en-US" sz="2761" spc="-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ve </a:t>
            </a:r>
            <a:r>
              <a:rPr lang="en-US" sz="2761" spc="-184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lar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-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two </a:t>
            </a:r>
            <a:r>
              <a:rPr lang="en-US" sz="2761" spc="-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b="1" dirty="0" err="1">
                <a:latin typeface="Times New Roman"/>
                <a:cs typeface="Times New Roman"/>
              </a:rPr>
              <a:t>LEDpin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b="1" dirty="0" err="1">
                <a:latin typeface="Times New Roman"/>
                <a:cs typeface="Times New Roman"/>
              </a:rPr>
              <a:t>d</a:t>
            </a:r>
            <a:r>
              <a:rPr lang="en-US" sz="2761" b="1" spc="-12" dirty="0" err="1">
                <a:latin typeface="Times New Roman"/>
                <a:cs typeface="Times New Roman"/>
              </a:rPr>
              <a:t>e</a:t>
            </a:r>
            <a:r>
              <a:rPr lang="en-US" sz="2761" b="1" dirty="0" err="1">
                <a:latin typeface="Times New Roman"/>
                <a:cs typeface="Times New Roman"/>
              </a:rPr>
              <a:t>layT</a:t>
            </a:r>
            <a:r>
              <a:rPr lang="en-US" sz="2761" b="1" dirty="0">
                <a:latin typeface="Times New Roman"/>
                <a:cs typeface="Times New Roman"/>
              </a:rPr>
              <a:t>. </a:t>
            </a:r>
            <a:r>
              <a:rPr lang="en-US" sz="2761" b="1" spc="-207" dirty="0">
                <a:latin typeface="Times New Roman"/>
                <a:cs typeface="Times New Roman"/>
              </a:rPr>
              <a:t> </a:t>
            </a:r>
            <a:r>
              <a:rPr lang="en-US" sz="2761" b="1" dirty="0" err="1">
                <a:latin typeface="Times New Roman"/>
                <a:cs typeface="Times New Roman"/>
              </a:rPr>
              <a:t>L</a:t>
            </a:r>
            <a:r>
              <a:rPr lang="en-US" sz="2761" b="1" spc="-23" dirty="0" err="1">
                <a:latin typeface="Times New Roman"/>
                <a:cs typeface="Times New Roman"/>
              </a:rPr>
              <a:t>E</a:t>
            </a:r>
            <a:r>
              <a:rPr lang="en-US" sz="2761" b="1" dirty="0" err="1">
                <a:latin typeface="Times New Roman"/>
                <a:cs typeface="Times New Roman"/>
              </a:rPr>
              <a:t>Dpin</a:t>
            </a:r>
            <a:r>
              <a:rPr lang="en-US" sz="2761" b="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pr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nts </a:t>
            </a:r>
            <a:r>
              <a:rPr lang="en-US" sz="2761" spc="-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pin number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rduino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Ds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be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ted,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b="1" dirty="0" err="1">
                <a:latin typeface="Times New Roman"/>
                <a:cs typeface="Times New Roman"/>
              </a:rPr>
              <a:t>d</a:t>
            </a:r>
            <a:r>
              <a:rPr lang="en-US" sz="2761" b="1" spc="-12" dirty="0" err="1">
                <a:latin typeface="Times New Roman"/>
                <a:cs typeface="Times New Roman"/>
              </a:rPr>
              <a:t>e</a:t>
            </a:r>
            <a:r>
              <a:rPr lang="en-US" sz="2761" b="1" dirty="0" err="1">
                <a:latin typeface="Times New Roman"/>
                <a:cs typeface="Times New Roman"/>
              </a:rPr>
              <a:t>layT</a:t>
            </a:r>
            <a:r>
              <a:rPr lang="en-US" sz="2761" b="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for the d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46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() fun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tion. The 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46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()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fu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ce</a:t>
            </a:r>
            <a:r>
              <a:rPr lang="en-US" sz="2761" dirty="0">
                <a:latin typeface="Times New Roman"/>
                <a:cs typeface="Times New Roman"/>
              </a:rPr>
              <a:t>pts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lues in millis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onds.</a:t>
            </a:r>
          </a:p>
        </p:txBody>
      </p:sp>
    </p:spTree>
    <p:extLst>
      <p:ext uri="{BB962C8B-B14F-4D97-AF65-F5344CB8AC3E}">
        <p14:creationId xmlns:p14="http://schemas.microsoft.com/office/powerpoint/2010/main" val="1852684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762000"/>
            <a:ext cx="15087600" cy="8749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lnSpc>
                <a:spcPts val="3520"/>
              </a:lnSpc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2991" spc="-69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pone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ts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Re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q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uired</a:t>
            </a:r>
            <a:endParaRPr sz="2991" dirty="0">
              <a:latin typeface="Times New Roman"/>
              <a:cs typeface="Times New Roman"/>
            </a:endParaRPr>
          </a:p>
          <a:p>
            <a:pPr marL="1079638" indent="-524479">
              <a:lnSpc>
                <a:spcPts val="3244"/>
              </a:lnSpc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1 ×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</a:p>
          <a:p>
            <a:pPr marL="1079638" indent="-52447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1 ×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sistor, 330 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hm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</a:p>
          <a:p>
            <a:pPr marL="1079638" indent="-52447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UNO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R4 or 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rsions.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spc="23" dirty="0">
                <a:latin typeface="Times New Roman"/>
                <a:cs typeface="Times New Roman"/>
              </a:rPr>
              <a:t>J</a:t>
            </a:r>
            <a:r>
              <a:rPr sz="2761" dirty="0">
                <a:latin typeface="Times New Roman"/>
                <a:cs typeface="Times New Roman"/>
              </a:rPr>
              <a:t>umper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48"/>
              </a:spcBef>
            </a:pPr>
            <a:endParaRPr sz="2646" dirty="0">
              <a:latin typeface="Times New Roman"/>
              <a:cs typeface="Times New Roman"/>
            </a:endParaRPr>
          </a:p>
          <a:p>
            <a:pPr marL="29219" algn="just"/>
            <a:r>
              <a:rPr sz="2761" b="1" dirty="0">
                <a:latin typeface="Times New Roman"/>
                <a:cs typeface="Times New Roman"/>
              </a:rPr>
              <a:t>C</a:t>
            </a:r>
            <a:r>
              <a:rPr sz="2761" b="1" spc="12" dirty="0">
                <a:latin typeface="Times New Roman"/>
                <a:cs typeface="Times New Roman"/>
              </a:rPr>
              <a:t>o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pon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nts </a:t>
            </a:r>
            <a:r>
              <a:rPr sz="2761" b="1" spc="-12" dirty="0">
                <a:latin typeface="Times New Roman"/>
                <a:cs typeface="Times New Roman"/>
              </a:rPr>
              <a:t>De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cr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p</a:t>
            </a:r>
            <a:r>
              <a:rPr sz="2761" b="1" dirty="0">
                <a:latin typeface="Times New Roman"/>
                <a:cs typeface="Times New Roman"/>
              </a:rPr>
              <a:t>ti</a:t>
            </a:r>
            <a:r>
              <a:rPr sz="2761" b="1" spc="12" dirty="0">
                <a:latin typeface="Times New Roman"/>
                <a:cs typeface="Times New Roman"/>
              </a:rPr>
              <a:t>o</a:t>
            </a:r>
            <a:r>
              <a:rPr sz="2761" b="1" dirty="0">
                <a:latin typeface="Times New Roman"/>
                <a:cs typeface="Times New Roman"/>
              </a:rPr>
              <a:t>n</a:t>
            </a:r>
            <a:endParaRPr sz="2761" dirty="0">
              <a:latin typeface="Times New Roman"/>
              <a:cs typeface="Times New Roman"/>
            </a:endParaRPr>
          </a:p>
          <a:p>
            <a:pPr marL="1079638" indent="-524479">
              <a:spcBef>
                <a:spcPts val="140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1 × LED: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ling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this prog</a:t>
            </a:r>
            <a:r>
              <a:rPr sz="2761" spc="-12" dirty="0">
                <a:latin typeface="Times New Roman"/>
                <a:cs typeface="Times New Roman"/>
              </a:rPr>
              <a:t>ra</a:t>
            </a:r>
            <a:r>
              <a:rPr sz="2761" dirty="0">
                <a:latin typeface="Times New Roman"/>
                <a:cs typeface="Times New Roman"/>
              </a:rPr>
              <a:t>m.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1 × R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sisto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, 330 O</a:t>
            </a:r>
            <a:r>
              <a:rPr sz="2761" b="1" spc="35" dirty="0">
                <a:latin typeface="Times New Roman"/>
                <a:cs typeface="Times New Roman"/>
              </a:rPr>
              <a:t>h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: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urr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limiting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35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tor.</a:t>
            </a:r>
          </a:p>
          <a:p>
            <a:pPr marL="1079638" marR="21914" indent="-524479">
              <a:lnSpc>
                <a:spcPct val="1435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B</a:t>
            </a:r>
            <a:r>
              <a:rPr sz="2761" b="1" spc="-12" dirty="0">
                <a:latin typeface="Times New Roman"/>
                <a:cs typeface="Times New Roman"/>
              </a:rPr>
              <a:t>re</a:t>
            </a:r>
            <a:r>
              <a:rPr sz="2761" b="1" dirty="0">
                <a:latin typeface="Times New Roman"/>
                <a:cs typeface="Times New Roman"/>
              </a:rPr>
              <a:t>adboa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d: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db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ment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tool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roni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proto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build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test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uits without sold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dui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o U</a:t>
            </a:r>
            <a:r>
              <a:rPr sz="2761" b="1" spc="-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O R4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rsions.</a:t>
            </a:r>
          </a:p>
          <a:p>
            <a:pPr marL="1079638" marR="11688" indent="-524479" algn="just">
              <a:lnSpc>
                <a:spcPct val="143800"/>
              </a:lnSpc>
              <a:spcBef>
                <a:spcPts val="12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Ju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r </a:t>
            </a:r>
            <a:r>
              <a:rPr sz="2761" b="1" spc="-322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dirty="0">
                <a:latin typeface="Times New Roman"/>
                <a:cs typeface="Times New Roman"/>
              </a:rPr>
              <a:t>ir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s: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J</a:t>
            </a:r>
            <a:r>
              <a:rPr sz="2761" dirty="0">
                <a:latin typeface="Times New Roman"/>
                <a:cs typeface="Times New Roman"/>
              </a:rPr>
              <a:t>umper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simple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tri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tors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both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nds 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rious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ronic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omponents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nts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uit on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db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930400" y="760242"/>
            <a:ext cx="11734800" cy="8537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71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Code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pin = 13;</a:t>
            </a:r>
          </a:p>
          <a:p>
            <a:pPr marL="29219" marR="3224305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int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1000;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3224305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void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204532">
              <a:spcBef>
                <a:spcPts val="1461"/>
              </a:spcBef>
            </a:pPr>
            <a:r>
              <a:rPr lang="en-US" sz="2761" i="1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// put your s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tup code</a:t>
            </a:r>
            <a:r>
              <a:rPr sz="2761" i="1" spc="-23" dirty="0">
                <a:latin typeface="Times New Roman"/>
                <a:cs typeface="Times New Roman"/>
              </a:rPr>
              <a:t> </a:t>
            </a:r>
            <a:r>
              <a:rPr sz="2761" i="1" spc="23" dirty="0">
                <a:latin typeface="Times New Roman"/>
                <a:cs typeface="Times New Roman"/>
              </a:rPr>
              <a:t>h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r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, to run on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spc="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: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 err="1">
                <a:latin typeface="Times New Roman"/>
                <a:cs typeface="Times New Roman"/>
              </a:rPr>
              <a:t>pinMode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pin, OU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PU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9">
              <a:spcBef>
                <a:spcPts val="1426"/>
              </a:spcBef>
            </a:pPr>
            <a:r>
              <a:rPr sz="2761" dirty="0">
                <a:latin typeface="Times New Roman"/>
                <a:cs typeface="Times New Roman"/>
              </a:rPr>
              <a:t>void loop()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  <a:endParaRPr lang="en-US" sz="2761" dirty="0">
              <a:latin typeface="Times New Roman"/>
              <a:cs typeface="Times New Roman"/>
            </a:endParaRPr>
          </a:p>
          <a:p>
            <a:pPr marL="204532"/>
            <a:r>
              <a:rPr lang="en-US" sz="2761" i="1" dirty="0">
                <a:latin typeface="Times New Roman"/>
                <a:cs typeface="Times New Roman"/>
              </a:rPr>
              <a:t> // put your </a:t>
            </a:r>
            <a:r>
              <a:rPr lang="en-US" sz="2761" i="1" spc="-12" dirty="0">
                <a:latin typeface="Times New Roman"/>
                <a:cs typeface="Times New Roman"/>
              </a:rPr>
              <a:t>m</a:t>
            </a:r>
            <a:r>
              <a:rPr lang="en-US" sz="2761" i="1" dirty="0">
                <a:latin typeface="Times New Roman"/>
                <a:cs typeface="Times New Roman"/>
              </a:rPr>
              <a:t>ain code</a:t>
            </a:r>
            <a:r>
              <a:rPr lang="en-US" sz="2761" i="1" spc="-23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h</a:t>
            </a:r>
            <a:r>
              <a:rPr lang="en-US" sz="2761" i="1" spc="-12" dirty="0">
                <a:latin typeface="Times New Roman"/>
                <a:cs typeface="Times New Roman"/>
              </a:rPr>
              <a:t>e</a:t>
            </a:r>
            <a:r>
              <a:rPr lang="en-US" sz="2761" i="1" dirty="0">
                <a:latin typeface="Times New Roman"/>
                <a:cs typeface="Times New Roman"/>
              </a:rPr>
              <a:t>r</a:t>
            </a:r>
            <a:r>
              <a:rPr lang="en-US" sz="2761" i="1" spc="-12" dirty="0">
                <a:latin typeface="Times New Roman"/>
                <a:cs typeface="Times New Roman"/>
              </a:rPr>
              <a:t>e</a:t>
            </a:r>
            <a:r>
              <a:rPr lang="en-US" sz="2761" i="1" dirty="0">
                <a:latin typeface="Times New Roman"/>
                <a:cs typeface="Times New Roman"/>
              </a:rPr>
              <a:t>, to run r</a:t>
            </a:r>
            <a:r>
              <a:rPr lang="en-US" sz="2761" i="1" spc="-12" dirty="0">
                <a:latin typeface="Times New Roman"/>
                <a:cs typeface="Times New Roman"/>
              </a:rPr>
              <a:t>e</a:t>
            </a:r>
            <a:r>
              <a:rPr lang="en-US" sz="2761" i="1" dirty="0">
                <a:latin typeface="Times New Roman"/>
                <a:cs typeface="Times New Roman"/>
              </a:rPr>
              <a:t>p</a:t>
            </a:r>
            <a:r>
              <a:rPr lang="en-US" sz="2761" i="1" spc="-12" dirty="0">
                <a:latin typeface="Times New Roman"/>
                <a:cs typeface="Times New Roman"/>
              </a:rPr>
              <a:t>e</a:t>
            </a:r>
            <a:r>
              <a:rPr lang="en-US" sz="2761" i="1" dirty="0">
                <a:latin typeface="Times New Roman"/>
                <a:cs typeface="Times New Roman"/>
              </a:rPr>
              <a:t>atedl</a:t>
            </a:r>
            <a:r>
              <a:rPr lang="en-US" sz="2761" i="1" spc="12" dirty="0">
                <a:latin typeface="Times New Roman"/>
                <a:cs typeface="Times New Roman"/>
              </a:rPr>
              <a:t>y</a:t>
            </a:r>
            <a:r>
              <a:rPr lang="en-US" sz="2761" i="1" dirty="0">
                <a:latin typeface="Times New Roman"/>
                <a:cs typeface="Times New Roman"/>
              </a:rPr>
              <a:t>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(</a:t>
            </a:r>
            <a:r>
              <a:rPr lang="en-US" sz="2761" spc="-35" dirty="0" err="1">
                <a:latin typeface="Times New Roman"/>
                <a:cs typeface="Times New Roman"/>
              </a:rPr>
              <a:t>L</a:t>
            </a:r>
            <a:r>
              <a:rPr lang="en-US" sz="2761" dirty="0" err="1">
                <a:latin typeface="Times New Roman"/>
                <a:cs typeface="Times New Roman"/>
              </a:rPr>
              <a:t>E</a:t>
            </a:r>
            <a:r>
              <a:rPr lang="en-US" sz="2761" spc="-12" dirty="0" err="1">
                <a:latin typeface="Times New Roman"/>
                <a:cs typeface="Times New Roman"/>
              </a:rPr>
              <a:t>D</a:t>
            </a:r>
            <a:r>
              <a:rPr lang="en-US" sz="2761" dirty="0" err="1">
                <a:latin typeface="Times New Roman"/>
                <a:cs typeface="Times New Roman"/>
              </a:rPr>
              <a:t>pin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29219" marR="2470457">
              <a:lnSpc>
                <a:spcPct val="143800"/>
              </a:lnSpc>
              <a:spcBef>
                <a:spcPts val="12"/>
              </a:spcBef>
            </a:pPr>
            <a:r>
              <a:rPr lang="en-US" sz="2761" dirty="0">
                <a:latin typeface="Times New Roman"/>
                <a:cs typeface="Times New Roman"/>
              </a:rPr>
              <a:t>   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46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d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46" dirty="0" err="1">
                <a:latin typeface="Times New Roman"/>
                <a:cs typeface="Times New Roman"/>
              </a:rPr>
              <a:t>a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spc="12" dirty="0" err="1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);</a:t>
            </a:r>
          </a:p>
          <a:p>
            <a:pPr marL="29219" marR="2470457">
              <a:lnSpc>
                <a:spcPct val="143800"/>
              </a:lnSpc>
              <a:spcBef>
                <a:spcPts val="12"/>
              </a:spcBef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(</a:t>
            </a:r>
            <a:r>
              <a:rPr lang="en-US" sz="2761" spc="-35" dirty="0" err="1">
                <a:latin typeface="Times New Roman"/>
                <a:cs typeface="Times New Roman"/>
              </a:rPr>
              <a:t>L</a:t>
            </a:r>
            <a:r>
              <a:rPr lang="en-US" sz="2761" dirty="0" err="1">
                <a:latin typeface="Times New Roman"/>
                <a:cs typeface="Times New Roman"/>
              </a:rPr>
              <a:t>E</a:t>
            </a:r>
            <a:r>
              <a:rPr lang="en-US" sz="2761" spc="-12" dirty="0" err="1">
                <a:latin typeface="Times New Roman"/>
                <a:cs typeface="Times New Roman"/>
              </a:rPr>
              <a:t>D</a:t>
            </a:r>
            <a:r>
              <a:rPr lang="en-US" sz="2761" dirty="0" err="1">
                <a:latin typeface="Times New Roman"/>
                <a:cs typeface="Times New Roman"/>
              </a:rPr>
              <a:t>pin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spc="12" dirty="0">
                <a:latin typeface="Times New Roman"/>
                <a:cs typeface="Times New Roman"/>
              </a:rPr>
              <a:t>OW</a:t>
            </a:r>
            <a:r>
              <a:rPr lang="en-US" sz="2761" dirty="0">
                <a:latin typeface="Times New Roman"/>
                <a:cs typeface="Times New Roman"/>
              </a:rPr>
              <a:t>);</a:t>
            </a:r>
          </a:p>
          <a:p>
            <a:pPr marL="29219" marR="2470457">
              <a:lnSpc>
                <a:spcPct val="143800"/>
              </a:lnSpc>
              <a:spcBef>
                <a:spcPts val="12"/>
              </a:spcBef>
            </a:pPr>
            <a:r>
              <a:rPr lang="en-US" sz="2761" dirty="0">
                <a:latin typeface="Times New Roman"/>
                <a:cs typeface="Times New Roman"/>
              </a:rPr>
              <a:t>   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46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d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46" dirty="0" err="1">
                <a:latin typeface="Times New Roman"/>
                <a:cs typeface="Times New Roman"/>
              </a:rPr>
              <a:t>a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spc="12" dirty="0" err="1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);</a:t>
            </a: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66335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17218" y="685800"/>
            <a:ext cx="6647163" cy="5664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spcBef>
                <a:spcPts val="1334"/>
              </a:spcBef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Deploy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ent</a:t>
            </a:r>
            <a:r>
              <a:rPr sz="368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Using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duino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DE</a:t>
            </a:r>
            <a:endParaRPr sz="368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73600" y="1600200"/>
            <a:ext cx="8229321" cy="80452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73200" y="1143000"/>
            <a:ext cx="14859000" cy="81142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lnSpc>
                <a:spcPts val="4371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Circuit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Diagr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endParaRPr sz="3681" dirty="0">
              <a:latin typeface="Times New Roman"/>
              <a:cs typeface="Times New Roman"/>
            </a:endParaRPr>
          </a:p>
          <a:p>
            <a:pPr marL="29219" algn="just">
              <a:lnSpc>
                <a:spcPts val="3267"/>
              </a:lnSpc>
            </a:pPr>
            <a:endParaRPr lang="en-US" sz="2761" spc="-46" dirty="0">
              <a:latin typeface="Times New Roman"/>
              <a:cs typeface="Times New Roman"/>
            </a:endParaRPr>
          </a:p>
          <a:p>
            <a:pPr marL="29219" algn="just">
              <a:lnSpc>
                <a:spcPts val="3267"/>
              </a:lnSpc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uit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m,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33</a:t>
            </a:r>
            <a:r>
              <a:rPr sz="2761" spc="35" dirty="0">
                <a:latin typeface="Times New Roman"/>
                <a:cs typeface="Times New Roman"/>
              </a:rPr>
              <a:t>0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ohm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</a:p>
          <a:p>
            <a:pPr marL="29219" marR="20453" algn="just">
              <a:lnSpc>
                <a:spcPct val="143800"/>
              </a:lnSpc>
              <a:spcBef>
                <a:spcPts val="12"/>
              </a:spcBef>
            </a:pP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limiting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Ano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longer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pin)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 of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sistor,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thode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(the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short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pin)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un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 is co</a:t>
            </a:r>
            <a:r>
              <a:rPr sz="2761" spc="-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 to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pin. A step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step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plan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is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follows:</a:t>
            </a:r>
          </a:p>
          <a:p>
            <a:pPr marL="1079638" marR="18992" indent="-525940">
              <a:lnSpc>
                <a:spcPts val="4785"/>
              </a:lnSpc>
              <a:spcBef>
                <a:spcPts val="368"/>
              </a:spcBef>
            </a:pPr>
            <a:r>
              <a:rPr sz="2761" b="1" dirty="0">
                <a:latin typeface="Times New Roman"/>
                <a:cs typeface="Times New Roman"/>
              </a:rPr>
              <a:t>1.</a:t>
            </a:r>
            <a:r>
              <a:rPr sz="2761" dirty="0">
                <a:latin typeface="Times New Roman"/>
                <a:cs typeface="Times New Roman"/>
              </a:rPr>
              <a:t>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LED </a:t>
            </a:r>
            <a:r>
              <a:rPr sz="2761" b="1" spc="-150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Con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spc="-12" dirty="0">
                <a:latin typeface="Times New Roman"/>
                <a:cs typeface="Times New Roman"/>
              </a:rPr>
              <a:t>ec</a:t>
            </a:r>
            <a:r>
              <a:rPr sz="2761" b="1" dirty="0">
                <a:latin typeface="Times New Roman"/>
                <a:cs typeface="Times New Roman"/>
              </a:rPr>
              <a:t>tions: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dbo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rd.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lon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</a:t>
            </a:r>
            <a:r>
              <a:rPr sz="2761" spc="-23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hich is the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(positiv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)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the s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ort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of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the</a:t>
            </a:r>
            <a:r>
              <a:rPr sz="2761" spc="-12" dirty="0">
                <a:latin typeface="Times New Roman"/>
                <a:cs typeface="Times New Roman"/>
              </a:rPr>
              <a:t> ca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(ne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tiv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).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 marR="11688" indent="-524479" algn="just">
              <a:lnSpc>
                <a:spcPct val="143800"/>
              </a:lnSpc>
              <a:buFont typeface="Times New Roman"/>
              <a:buAutoNum type="arabicPeriod" startAt="2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R</a:t>
            </a:r>
            <a:r>
              <a:rPr lang="en-US" sz="2761" b="1" spc="-23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sistor</a:t>
            </a:r>
            <a:r>
              <a:rPr lang="en-US" sz="2761" b="1" spc="115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Con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spc="12" dirty="0">
                <a:latin typeface="Times New Roman"/>
                <a:cs typeface="Times New Roman"/>
              </a:rPr>
              <a:t>c</a:t>
            </a:r>
            <a:r>
              <a:rPr lang="en-US" sz="2761" b="1" dirty="0">
                <a:latin typeface="Times New Roman"/>
                <a:cs typeface="Times New Roman"/>
              </a:rPr>
              <a:t>t</a:t>
            </a:r>
            <a:r>
              <a:rPr lang="en-US" sz="2761" b="1" spc="12" dirty="0">
                <a:latin typeface="Times New Roman"/>
                <a:cs typeface="Times New Roman"/>
              </a:rPr>
              <a:t>i</a:t>
            </a:r>
            <a:r>
              <a:rPr lang="en-US" sz="2761" b="1" dirty="0">
                <a:latin typeface="Times New Roman"/>
                <a:cs typeface="Times New Roman"/>
              </a:rPr>
              <a:t>on: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rt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one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sis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or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into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me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row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bre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dbo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92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D’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Anod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he </a:t>
            </a:r>
            <a:r>
              <a:rPr lang="en-US" sz="2761" spc="-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sisto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’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other </a:t>
            </a:r>
            <a:r>
              <a:rPr lang="en-US" sz="2761" spc="-13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should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be </a:t>
            </a:r>
            <a:r>
              <a:rPr lang="en-US" sz="2761" spc="-127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ted </a:t>
            </a:r>
            <a:r>
              <a:rPr lang="en-US" sz="2761" spc="-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</a:t>
            </a:r>
            <a:r>
              <a:rPr lang="en-US" sz="2761" spc="46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’</a:t>
            </a:r>
            <a:r>
              <a:rPr lang="en-US" sz="2761" dirty="0">
                <a:latin typeface="Times New Roman"/>
                <a:cs typeface="Times New Roman"/>
              </a:rPr>
              <a:t>s di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output pin.</a:t>
            </a:r>
          </a:p>
          <a:p>
            <a:pPr marL="1079638" indent="-524479" algn="just">
              <a:spcBef>
                <a:spcPts val="1438"/>
              </a:spcBef>
              <a:buFont typeface="Times New Roman"/>
              <a:buAutoNum type="arabicPeriod" startAt="2"/>
              <a:tabLst>
                <a:tab pos="1081099" algn="l"/>
              </a:tabLst>
            </a:pPr>
            <a:r>
              <a:rPr lang="en-US" sz="2761" b="1" spc="-23" dirty="0">
                <a:latin typeface="Times New Roman"/>
                <a:cs typeface="Times New Roman"/>
              </a:rPr>
              <a:t>G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b="1" dirty="0">
                <a:latin typeface="Times New Roman"/>
                <a:cs typeface="Times New Roman"/>
              </a:rPr>
              <a:t>ound</a:t>
            </a:r>
            <a:r>
              <a:rPr lang="en-US" sz="2761" b="1" spc="299" dirty="0">
                <a:latin typeface="Times New Roman"/>
                <a:cs typeface="Times New Roman"/>
              </a:rPr>
              <a:t> </a:t>
            </a:r>
            <a:r>
              <a:rPr lang="en-US" sz="2761" b="1" spc="12" dirty="0">
                <a:latin typeface="Times New Roman"/>
                <a:cs typeface="Times New Roman"/>
              </a:rPr>
              <a:t>(</a:t>
            </a:r>
            <a:r>
              <a:rPr lang="en-US" sz="2761" b="1" spc="-23" dirty="0">
                <a:latin typeface="Times New Roman"/>
                <a:cs typeface="Times New Roman"/>
              </a:rPr>
              <a:t>G</a:t>
            </a:r>
            <a:r>
              <a:rPr lang="en-US" sz="2761" b="1" dirty="0">
                <a:latin typeface="Times New Roman"/>
                <a:cs typeface="Times New Roman"/>
              </a:rPr>
              <a:t>N</a:t>
            </a:r>
            <a:r>
              <a:rPr lang="en-US" sz="2761" b="1" spc="-12" dirty="0">
                <a:latin typeface="Times New Roman"/>
                <a:cs typeface="Times New Roman"/>
              </a:rPr>
              <a:t>D</a:t>
            </a:r>
            <a:r>
              <a:rPr lang="en-US" sz="2761" b="1" dirty="0">
                <a:latin typeface="Times New Roman"/>
                <a:cs typeface="Times New Roman"/>
              </a:rPr>
              <a:t>)</a:t>
            </a:r>
            <a:r>
              <a:rPr lang="en-US" sz="2761" b="1" spc="311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Con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spc="12" dirty="0">
                <a:latin typeface="Times New Roman"/>
                <a:cs typeface="Times New Roman"/>
              </a:rPr>
              <a:t>c</a:t>
            </a:r>
            <a:r>
              <a:rPr lang="en-US" sz="2761" b="1" dirty="0">
                <a:latin typeface="Times New Roman"/>
                <a:cs typeface="Times New Roman"/>
              </a:rPr>
              <a:t>tion:</a:t>
            </a:r>
            <a:r>
              <a:rPr lang="en-US" sz="2761" b="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Conn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jump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wire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rom</a:t>
            </a:r>
            <a:r>
              <a:rPr lang="en-US" sz="2761" spc="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88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me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row</a:t>
            </a:r>
            <a:r>
              <a:rPr lang="en-US" sz="2761" spc="31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46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’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</a:p>
          <a:p>
            <a:pPr marL="1079638" marR="18992">
              <a:lnSpc>
                <a:spcPct val="143300"/>
              </a:lnSpc>
              <a:spcBef>
                <a:spcPts val="23"/>
              </a:spcBef>
            </a:pP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thode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46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(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ound)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n.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This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ts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ircuit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round of 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duino.</a:t>
            </a:r>
          </a:p>
        </p:txBody>
      </p:sp>
    </p:spTree>
    <p:extLst>
      <p:ext uri="{BB962C8B-B14F-4D97-AF65-F5344CB8AC3E}">
        <p14:creationId xmlns:p14="http://schemas.microsoft.com/office/powerpoint/2010/main" val="3840402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408324"/>
            <a:ext cx="15087600" cy="15710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uit is now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te. </a:t>
            </a:r>
            <a:r>
              <a:rPr sz="2761" spc="-12" dirty="0">
                <a:latin typeface="Times New Roman"/>
                <a:cs typeface="Times New Roman"/>
              </a:rPr>
              <a:t>He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s how it 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ks:</a:t>
            </a:r>
          </a:p>
          <a:p>
            <a:pPr marL="29219" marR="23375">
              <a:lnSpc>
                <a:spcPct val="143300"/>
              </a:lnSpc>
              <a:spcBef>
                <a:spcPts val="35"/>
              </a:spcBef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upload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35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ple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D,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boa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 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utes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blink </a:t>
            </a:r>
            <a:r>
              <a:rPr sz="2761" spc="-12" dirty="0">
                <a:latin typeface="Times New Roman"/>
                <a:cs typeface="Times New Roman"/>
              </a:rPr>
              <a:t>acc</a:t>
            </a:r>
            <a:r>
              <a:rPr sz="2761" dirty="0">
                <a:latin typeface="Times New Roman"/>
                <a:cs typeface="Times New Roman"/>
              </a:rPr>
              <a:t>ording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rot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4" name="object 4"/>
          <p:cNvSpPr/>
          <p:nvPr/>
        </p:nvSpPr>
        <p:spPr>
          <a:xfrm>
            <a:off x="4597400" y="2315129"/>
            <a:ext cx="8306106" cy="73825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73200" y="855301"/>
            <a:ext cx="14782800" cy="834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ct val="150000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Applications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and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Uses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L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ED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Blinking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ct val="1500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ct val="150000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blinki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</a:t>
            </a:r>
            <a:r>
              <a:rPr sz="2761" spc="12" dirty="0">
                <a:latin typeface="Times New Roman"/>
                <a:cs typeface="Times New Roman"/>
              </a:rPr>
              <a:t>je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import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ward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method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utili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</a:p>
          <a:p>
            <a:pPr marL="29219">
              <a:lnSpc>
                <a:spcPct val="150000"/>
              </a:lnSpc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wide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ppli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 in 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12" dirty="0">
                <a:latin typeface="Times New Roman"/>
                <a:cs typeface="Times New Roman"/>
              </a:rPr>
              <a:t>r-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pr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je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ts like: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ct val="150000"/>
              </a:lnSpc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553698" indent="-524479">
              <a:lnSpc>
                <a:spcPct val="150000"/>
              </a:lnSpc>
              <a:buSzPct val="83333"/>
              <a:buFont typeface="Symbol"/>
              <a:buChar char=""/>
              <a:tabLst>
                <a:tab pos="55515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S</a:t>
            </a:r>
            <a:r>
              <a:rPr lang="en-US" sz="2761" b="1" spc="-12" dirty="0">
                <a:latin typeface="Times New Roman"/>
                <a:cs typeface="Times New Roman"/>
              </a:rPr>
              <a:t>ec</a:t>
            </a:r>
            <a:r>
              <a:rPr lang="en-US" sz="2761" b="1" dirty="0">
                <a:latin typeface="Times New Roman"/>
                <a:cs typeface="Times New Roman"/>
              </a:rPr>
              <a:t>u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b="1" dirty="0">
                <a:latin typeface="Times New Roman"/>
                <a:cs typeface="Times New Roman"/>
              </a:rPr>
              <a:t>ity Syste</a:t>
            </a:r>
            <a:r>
              <a:rPr lang="en-US" sz="2761" b="1" spc="-46" dirty="0">
                <a:latin typeface="Times New Roman"/>
                <a:cs typeface="Times New Roman"/>
              </a:rPr>
              <a:t>m</a:t>
            </a:r>
            <a:r>
              <a:rPr lang="en-US" sz="2761" b="1" dirty="0">
                <a:latin typeface="Times New Roman"/>
                <a:cs typeface="Times New Roman"/>
              </a:rPr>
              <a:t>s: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k the st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tus of s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uri</a:t>
            </a:r>
            <a:r>
              <a:rPr lang="en-US" sz="2761" spc="46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stems</a:t>
            </a:r>
          </a:p>
          <a:p>
            <a:pPr marL="553698" marR="11688" indent="-524479" algn="just">
              <a:lnSpc>
                <a:spcPct val="150000"/>
              </a:lnSpc>
              <a:spcBef>
                <a:spcPts val="368"/>
              </a:spcBef>
              <a:buSzPct val="83333"/>
              <a:buFont typeface="Symbol"/>
              <a:buChar char=""/>
              <a:tabLst>
                <a:tab pos="55515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Wa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b="1" dirty="0">
                <a:latin typeface="Times New Roman"/>
                <a:cs typeface="Times New Roman"/>
              </a:rPr>
              <a:t>ni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g</a:t>
            </a:r>
            <a:r>
              <a:rPr lang="en-US" sz="2761" b="1" spc="46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Sig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als: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ter</a:t>
            </a:r>
            <a:r>
              <a:rPr lang="en-US" sz="2761" spc="-46" dirty="0">
                <a:latin typeface="Times New Roman"/>
                <a:cs typeface="Times New Roman"/>
              </a:rPr>
              <a:t>y</a:t>
            </a:r>
            <a:r>
              <a:rPr lang="en-US" sz="2761" spc="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op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ted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vic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s,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LED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blinking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be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indi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te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low b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lev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ls.</a:t>
            </a:r>
          </a:p>
          <a:p>
            <a:pPr marL="553698" indent="-524479">
              <a:lnSpc>
                <a:spcPct val="150000"/>
              </a:lnSpc>
              <a:spcBef>
                <a:spcPts val="1024"/>
              </a:spcBef>
              <a:buSzPct val="83333"/>
              <a:buFont typeface="Symbol"/>
              <a:buChar char=""/>
              <a:tabLst>
                <a:tab pos="555159" algn="l"/>
              </a:tabLst>
            </a:pP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12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sting</a:t>
            </a:r>
            <a:r>
              <a:rPr lang="en-US" sz="2761" spc="-12" dirty="0">
                <a:latin typeface="Times New Roman"/>
                <a:cs typeface="Times New Roman"/>
              </a:rPr>
              <a:t> a</a:t>
            </a:r>
            <a:r>
              <a:rPr lang="en-US" sz="2761" dirty="0">
                <a:latin typeface="Times New Roman"/>
                <a:cs typeface="Times New Roman"/>
              </a:rPr>
              <a:t>nd 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553698" marR="11688" indent="-524479" algn="just">
              <a:lnSpc>
                <a:spcPct val="150000"/>
              </a:lnSpc>
              <a:spcBef>
                <a:spcPts val="12"/>
              </a:spcBef>
              <a:buSzPct val="83333"/>
              <a:buFont typeface="Symbol"/>
              <a:buChar char=""/>
              <a:tabLst>
                <a:tab pos="55515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Sta</a:t>
            </a:r>
            <a:r>
              <a:rPr lang="en-US" sz="2761" b="1" spc="-23" dirty="0">
                <a:latin typeface="Times New Roman"/>
                <a:cs typeface="Times New Roman"/>
              </a:rPr>
              <a:t>t</a:t>
            </a:r>
            <a:r>
              <a:rPr lang="en-US" sz="2761" b="1" dirty="0">
                <a:latin typeface="Times New Roman"/>
                <a:cs typeface="Times New Roman"/>
              </a:rPr>
              <a:t>us </a:t>
            </a:r>
            <a:r>
              <a:rPr lang="en-US" sz="2761" b="1" spc="138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In</a:t>
            </a:r>
            <a:r>
              <a:rPr lang="en-US" sz="2761" b="1" spc="-23" dirty="0">
                <a:latin typeface="Times New Roman"/>
                <a:cs typeface="Times New Roman"/>
              </a:rPr>
              <a:t>d</a:t>
            </a:r>
            <a:r>
              <a:rPr lang="en-US" sz="2761" b="1" dirty="0">
                <a:latin typeface="Times New Roman"/>
                <a:cs typeface="Times New Roman"/>
              </a:rPr>
              <a:t>ica</a:t>
            </a:r>
            <a:r>
              <a:rPr lang="en-US" sz="2761" b="1" spc="-23" dirty="0">
                <a:latin typeface="Times New Roman"/>
                <a:cs typeface="Times New Roman"/>
              </a:rPr>
              <a:t>t</a:t>
            </a:r>
            <a:r>
              <a:rPr lang="en-US" sz="2761" b="1" dirty="0">
                <a:latin typeface="Times New Roman"/>
                <a:cs typeface="Times New Roman"/>
              </a:rPr>
              <a:t>io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:</a:t>
            </a:r>
            <a:r>
              <a:rPr lang="en-US" sz="2761" b="1" spc="35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be 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indi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te 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dif</a:t>
            </a:r>
            <a:r>
              <a:rPr lang="en-US" sz="2761" spc="-12" dirty="0">
                <a:latin typeface="Times New Roman"/>
                <a:cs typeface="Times New Roman"/>
              </a:rPr>
              <a:t>fe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 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 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stem. 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or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home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utom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proj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t,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ED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blink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indi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te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ther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e is conn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ted to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 int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rnet netwo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k or </a:t>
            </a:r>
            <a:r>
              <a:rPr lang="en-US" sz="2761" spc="-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ot.</a:t>
            </a:r>
          </a:p>
        </p:txBody>
      </p:sp>
    </p:spTree>
    <p:extLst>
      <p:ext uri="{BB962C8B-B14F-4D97-AF65-F5344CB8AC3E}">
        <p14:creationId xmlns:p14="http://schemas.microsoft.com/office/powerpoint/2010/main" val="225151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1012</Words>
  <Application>Microsoft Office PowerPoint</Application>
  <PresentationFormat>Custom</PresentationFormat>
  <Paragraphs>66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2</cp:revision>
  <dcterms:created xsi:type="dcterms:W3CDTF">2024-07-02T13:00:42Z</dcterms:created>
  <dcterms:modified xsi:type="dcterms:W3CDTF">2024-07-11T17:22:07Z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2024-07-02T00:00:00Z</vt:filetime>
  </property>
  <property fmtid="{D5CDD505-2E9C-101B-9397-08002B2CF9AE}" pid="3" name="LastSaved">
    <vt:filetime>2024-07-02T00:00:00Z</vt:filetime>
  </property>
</Properties>
</file>