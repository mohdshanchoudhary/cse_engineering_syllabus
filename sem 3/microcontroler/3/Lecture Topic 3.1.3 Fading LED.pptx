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2" r:id="rId3"/>
    <p:sldId id="257" r:id="rId4"/>
    <p:sldId id="263" r:id="rId5"/>
    <p:sldId id="258" r:id="rId6"/>
    <p:sldId id="264" r:id="rId7"/>
    <p:sldId id="259" r:id="rId8"/>
    <p:sldId id="265" r:id="rId9"/>
    <p:sldId id="260" r:id="rId10"/>
    <p:sldId id="266" r:id="rId11"/>
    <p:sldId id="261" r:id="rId12"/>
  </p:sldIdLst>
  <p:sldSz cx="17881600" cy="10058400"/>
  <p:notesSz cx="7772400" cy="100584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49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821" y="72"/>
      </p:cViewPr>
      <p:guideLst>
        <p:guide orient="horz" pos="2880"/>
        <p:guide pos="4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262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146634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11499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1377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4526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56907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41120" y="3118105"/>
            <a:ext cx="15199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82241" y="5632704"/>
            <a:ext cx="1251711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94080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209022" y="2313432"/>
            <a:ext cx="777849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4081" y="402336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94081" y="2313432"/>
            <a:ext cx="1609343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79745" y="9354312"/>
            <a:ext cx="572211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94080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874752" y="9354312"/>
            <a:ext cx="41127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51880">
        <a:defRPr>
          <a:latin typeface="+mn-lt"/>
          <a:ea typeface="+mn-ea"/>
          <a:cs typeface="+mn-cs"/>
        </a:defRPr>
      </a:lvl2pPr>
      <a:lvl3pPr marL="2103760">
        <a:defRPr>
          <a:latin typeface="+mn-lt"/>
          <a:ea typeface="+mn-ea"/>
          <a:cs typeface="+mn-cs"/>
        </a:defRPr>
      </a:lvl3pPr>
      <a:lvl4pPr marL="3155640">
        <a:defRPr>
          <a:latin typeface="+mn-lt"/>
          <a:ea typeface="+mn-ea"/>
          <a:cs typeface="+mn-cs"/>
        </a:defRPr>
      </a:lvl4pPr>
      <a:lvl5pPr marL="4207520">
        <a:defRPr>
          <a:latin typeface="+mn-lt"/>
          <a:ea typeface="+mn-ea"/>
          <a:cs typeface="+mn-cs"/>
        </a:defRPr>
      </a:lvl5pPr>
      <a:lvl6pPr marL="5259400">
        <a:defRPr>
          <a:latin typeface="+mn-lt"/>
          <a:ea typeface="+mn-ea"/>
          <a:cs typeface="+mn-cs"/>
        </a:defRPr>
      </a:lvl6pPr>
      <a:lvl7pPr marL="6311280">
        <a:defRPr>
          <a:latin typeface="+mn-lt"/>
          <a:ea typeface="+mn-ea"/>
          <a:cs typeface="+mn-cs"/>
        </a:defRPr>
      </a:lvl7pPr>
      <a:lvl8pPr marL="7363160">
        <a:defRPr>
          <a:latin typeface="+mn-lt"/>
          <a:ea typeface="+mn-ea"/>
          <a:cs typeface="+mn-cs"/>
        </a:defRPr>
      </a:lvl8pPr>
      <a:lvl9pPr marL="841504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990600"/>
            <a:ext cx="14706599" cy="42761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81904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Pro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a</a:t>
            </a:r>
            <a:r>
              <a:rPr sz="3681" spc="-58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81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and</a:t>
            </a:r>
            <a:r>
              <a:rPr sz="3681" spc="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connection: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Bli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k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i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&amp;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F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ading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endParaRPr sz="3681" dirty="0">
              <a:latin typeface="Times New Roman"/>
              <a:cs typeface="Times New Roman"/>
            </a:endParaRPr>
          </a:p>
          <a:p>
            <a:pPr>
              <a:spcBef>
                <a:spcPts val="58"/>
              </a:spcBef>
            </a:pPr>
            <a:endParaRPr sz="460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</a:pPr>
            <a:r>
              <a:rPr sz="2761" b="1" dirty="0">
                <a:latin typeface="Times New Roman"/>
                <a:cs typeface="Times New Roman"/>
              </a:rPr>
              <a:t>LEDs 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(Lig</a:t>
            </a:r>
            <a:r>
              <a:rPr sz="2761" b="1" spc="12" dirty="0">
                <a:latin typeface="Times New Roman"/>
                <a:cs typeface="Times New Roman"/>
              </a:rPr>
              <a:t>h</a:t>
            </a:r>
            <a:r>
              <a:rPr sz="2761" b="1" dirty="0">
                <a:latin typeface="Times New Roman"/>
                <a:cs typeface="Times New Roman"/>
              </a:rPr>
              <a:t>t </a:t>
            </a:r>
            <a:r>
              <a:rPr sz="2761" b="1" spc="-46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46" dirty="0">
                <a:latin typeface="Times New Roman"/>
                <a:cs typeface="Times New Roman"/>
              </a:rPr>
              <a:t>m</a:t>
            </a:r>
            <a:r>
              <a:rPr sz="2761" b="1" dirty="0">
                <a:latin typeface="Times New Roman"/>
                <a:cs typeface="Times New Roman"/>
              </a:rPr>
              <a:t>it</a:t>
            </a:r>
            <a:r>
              <a:rPr sz="2761" b="1" spc="-12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i</a:t>
            </a:r>
            <a:r>
              <a:rPr sz="2761" b="1" spc="12" dirty="0">
                <a:latin typeface="Times New Roman"/>
                <a:cs typeface="Times New Roman"/>
              </a:rPr>
              <a:t>n</a:t>
            </a:r>
            <a:r>
              <a:rPr sz="2761" b="1" dirty="0">
                <a:latin typeface="Times New Roman"/>
                <a:cs typeface="Times New Roman"/>
              </a:rPr>
              <a:t>g </a:t>
            </a:r>
            <a:r>
              <a:rPr sz="2761" b="1" spc="-35" dirty="0">
                <a:latin typeface="Times New Roman"/>
                <a:cs typeface="Times New Roman"/>
              </a:rPr>
              <a:t> </a:t>
            </a:r>
            <a:r>
              <a:rPr sz="2761" b="1" dirty="0">
                <a:latin typeface="Times New Roman"/>
                <a:cs typeface="Times New Roman"/>
              </a:rPr>
              <a:t>Diod</a:t>
            </a:r>
            <a:r>
              <a:rPr sz="2761" b="1" spc="-12" dirty="0">
                <a:latin typeface="Times New Roman"/>
                <a:cs typeface="Times New Roman"/>
              </a:rPr>
              <a:t>e</a:t>
            </a:r>
            <a:r>
              <a:rPr sz="2761" b="1" dirty="0">
                <a:latin typeface="Times New Roman"/>
                <a:cs typeface="Times New Roman"/>
              </a:rPr>
              <a:t>s)</a:t>
            </a:r>
            <a:r>
              <a:rPr sz="2761" b="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 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oming 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inc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popular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ong </a:t>
            </a:r>
            <a:r>
              <a:rPr sz="2761" spc="-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wide 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-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ople.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volt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rons,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holes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PN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er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(Photons).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An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’</a:t>
            </a:r>
            <a:r>
              <a:rPr sz="2761" dirty="0">
                <a:latin typeface="Times New Roman"/>
                <a:cs typeface="Times New Roman"/>
              </a:rPr>
              <a:t>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Diod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trons 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d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hol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in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lence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in f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w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 bi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s,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of li</a:t>
            </a:r>
            <a:r>
              <a:rPr sz="2761" spc="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ht.</a:t>
            </a:r>
          </a:p>
        </p:txBody>
      </p:sp>
      <p:sp>
        <p:nvSpPr>
          <p:cNvPr id="4" name="object 4"/>
          <p:cNvSpPr/>
          <p:nvPr/>
        </p:nvSpPr>
        <p:spPr>
          <a:xfrm>
            <a:off x="7188200" y="5638800"/>
            <a:ext cx="4447154" cy="427617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49400" y="914400"/>
            <a:ext cx="15087600" cy="30974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/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Struct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 of</a:t>
            </a:r>
            <a:r>
              <a:rPr sz="3681" spc="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LE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endParaRPr sz="368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 algn="just">
              <a:lnSpc>
                <a:spcPct val="143800"/>
              </a:lnSpc>
              <a:spcBef>
                <a:spcPts val="598"/>
              </a:spcBef>
            </a:pP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flow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holes)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ross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junction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46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ives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tivi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lt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node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positive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ison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thod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ppli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trons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holes 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ombine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junct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on,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 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 of photo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s (li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ht).</a:t>
            </a:r>
          </a:p>
        </p:txBody>
      </p:sp>
      <p:sp>
        <p:nvSpPr>
          <p:cNvPr id="5" name="object 5"/>
          <p:cNvSpPr/>
          <p:nvPr/>
        </p:nvSpPr>
        <p:spPr>
          <a:xfrm>
            <a:off x="4357606" y="4419600"/>
            <a:ext cx="9166388" cy="51000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36228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454910" y="990600"/>
            <a:ext cx="14935200" cy="8420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mi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ondu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tor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hip is link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 to 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x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te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 t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rmin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ls known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s the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+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) </a:t>
            </a:r>
            <a:r>
              <a:rPr kumimoji="0" lang="en-US" sz="2761" b="0" i="0" u="none" strike="noStrike" kern="1200" cap="none" spc="-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nd t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ca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tho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(-).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a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no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d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is linked to the 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P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ion, and the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ca</a:t>
            </a:r>
            <a:r>
              <a:rPr kumimoji="0" lang="en-US" sz="2761" b="0" i="0" u="none" strike="noStrike" kern="1200" cap="none" spc="23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hode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to the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 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N</a:t>
            </a:r>
            <a:r>
              <a:rPr kumimoji="0" lang="en-US" sz="2761" b="0" i="0" u="none" strike="noStrike" kern="1200" cap="none" spc="-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-</a:t>
            </a:r>
            <a:r>
              <a:rPr kumimoji="0" lang="en-US" sz="2761" b="0" i="0" u="none" strike="noStrike" kern="1200" cap="none" spc="12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re</a:t>
            </a:r>
            <a:r>
              <a:rPr kumimoji="0" lang="en-US" sz="2761" b="0" i="0" u="none" strike="noStrike" kern="1200" cap="none" spc="-3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g</a:t>
            </a:r>
            <a:r>
              <a:rPr kumimoji="0" lang="en-US" sz="2761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ion.</a:t>
            </a:r>
          </a:p>
          <a:p>
            <a:pPr marL="29219" algn="just">
              <a:lnSpc>
                <a:spcPct val="150000"/>
              </a:lnSpc>
            </a:pPr>
            <a:endParaRPr lang="en-US" sz="2760" spc="-23" dirty="0">
              <a:solidFill>
                <a:srgbClr val="2E5395"/>
              </a:solidFill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Fading an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L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D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endParaRPr lang="en-US" sz="2761" spc="-23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ref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brightness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69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rt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</a:p>
          <a:p>
            <a:pPr marL="29219" marR="11688" algn="just">
              <a:lnSpc>
                <a:spcPct val="150000"/>
              </a:lnSpc>
              <a:spcBef>
                <a:spcPts val="12"/>
              </a:spcBef>
            </a:pPr>
            <a:r>
              <a:rPr sz="2761" dirty="0">
                <a:latin typeface="Times New Roman"/>
                <a:cs typeface="Times New Roman"/>
              </a:rPr>
              <a:t>time.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This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proj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-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nstr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use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 </a:t>
            </a:r>
            <a:r>
              <a:rPr sz="2761" spc="-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 </a:t>
            </a:r>
            <a:r>
              <a:rPr sz="2761" spc="-21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 </a:t>
            </a:r>
            <a:r>
              <a:rPr sz="2761" spc="-17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 </a:t>
            </a:r>
            <a:r>
              <a:rPr sz="2761" spc="-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 An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pulse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width</a:t>
            </a:r>
            <a:r>
              <a:rPr sz="2761" spc="19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35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spc="-35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).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17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hiev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ontroll</a:t>
            </a:r>
            <a:r>
              <a:rPr sz="2761" spc="81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ng the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mount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time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104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</a:t>
            </a:r>
            <a:r>
              <a:rPr sz="2761" spc="-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ff </a:t>
            </a:r>
            <a:r>
              <a:rPr sz="2761" spc="-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 </a:t>
            </a:r>
            <a:r>
              <a:rPr sz="2761" spc="-13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ific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riod.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lse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idth </a:t>
            </a:r>
            <a:r>
              <a:rPr sz="2761" spc="-15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Modul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tion (P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M) is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hnique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to cont</a:t>
            </a:r>
            <a:r>
              <a:rPr sz="2761" spc="-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ol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of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pid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switching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it 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ff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sp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ific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t.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84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min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the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100%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me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ful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on,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20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58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0</a:t>
            </a:r>
            <a:r>
              <a:rPr sz="2761" dirty="0">
                <a:latin typeface="Times New Roman"/>
                <a:cs typeface="Times New Roman"/>
              </a:rPr>
              <a:t>%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ful</a:t>
            </a:r>
            <a:r>
              <a:rPr sz="2761" spc="46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o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dju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le,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hieve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bri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 of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1549400" y="1295400"/>
            <a:ext cx="6075946" cy="44710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115" dirty="0">
                <a:solidFill>
                  <a:srgbClr val="2E5395"/>
                </a:solidFill>
                <a:latin typeface="Times New Roman"/>
                <a:cs typeface="Times New Roman"/>
              </a:rPr>
              <a:t>m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ponents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q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ui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ed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You </a:t>
            </a:r>
            <a:r>
              <a:rPr sz="2761" spc="-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ill ne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ing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omponents −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×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B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ea</a:t>
            </a:r>
            <a:r>
              <a:rPr sz="2761" dirty="0">
                <a:latin typeface="Times New Roman"/>
                <a:cs typeface="Times New Roman"/>
              </a:rPr>
              <a:t>db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</a:p>
          <a:p>
            <a:pPr marL="1079638" indent="-524479">
              <a:spcBef>
                <a:spcPts val="1438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×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 Uno R3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×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</a:p>
          <a:p>
            <a:pPr marL="1079638" indent="-524479">
              <a:spcBef>
                <a:spcPts val="1426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1 ×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330Ω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sistor</a:t>
            </a:r>
          </a:p>
          <a:p>
            <a:pPr marL="1079638" indent="-524479">
              <a:spcBef>
                <a:spcPts val="1461"/>
              </a:spcBef>
              <a:buSzPct val="83333"/>
              <a:buFont typeface="Symbol"/>
              <a:buChar char=""/>
              <a:tabLst>
                <a:tab pos="1081099" algn="l"/>
              </a:tabLst>
            </a:pPr>
            <a:r>
              <a:rPr sz="2761" dirty="0">
                <a:latin typeface="Times New Roman"/>
                <a:cs typeface="Times New Roman"/>
              </a:rPr>
              <a:t>2 ×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J</a:t>
            </a:r>
            <a:r>
              <a:rPr sz="2761" dirty="0">
                <a:latin typeface="Times New Roman"/>
                <a:cs typeface="Times New Roman"/>
              </a:rPr>
              <a:t>umper</a:t>
            </a:r>
          </a:p>
        </p:txBody>
      </p:sp>
    </p:spTree>
    <p:extLst>
      <p:ext uri="{BB962C8B-B14F-4D97-AF65-F5344CB8AC3E}">
        <p14:creationId xmlns:p14="http://schemas.microsoft.com/office/powerpoint/2010/main" val="18929418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5844" y="990600"/>
            <a:ext cx="15124956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69" dirty="0">
                <a:solidFill>
                  <a:srgbClr val="2E5395"/>
                </a:solidFill>
                <a:latin typeface="Times New Roman"/>
                <a:cs typeface="Times New Roman"/>
              </a:rPr>
              <a:t>W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orki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n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g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P</a:t>
            </a:r>
            <a:r>
              <a:rPr sz="3681" spc="-46" dirty="0">
                <a:solidFill>
                  <a:srgbClr val="2E5395"/>
                </a:solidFill>
                <a:latin typeface="Times New Roman"/>
                <a:cs typeface="Times New Roman"/>
              </a:rPr>
              <a:t>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oced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ur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ollow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 diag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 and hook up the</a:t>
            </a:r>
            <a:r>
              <a:rPr sz="2761" spc="-12" dirty="0">
                <a:latin typeface="Times New Roman"/>
                <a:cs typeface="Times New Roman"/>
              </a:rPr>
              <a:t> c</a:t>
            </a:r>
            <a:r>
              <a:rPr sz="2761" dirty="0">
                <a:latin typeface="Times New Roman"/>
                <a:cs typeface="Times New Roman"/>
              </a:rPr>
              <a:t>om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nts on the b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dbo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 shown in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im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 </a:t>
            </a:r>
            <a:r>
              <a:rPr sz="2761" spc="12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low.</a:t>
            </a:r>
          </a:p>
        </p:txBody>
      </p:sp>
      <p:sp>
        <p:nvSpPr>
          <p:cNvPr id="5" name="object 5"/>
          <p:cNvSpPr/>
          <p:nvPr/>
        </p:nvSpPr>
        <p:spPr>
          <a:xfrm>
            <a:off x="2716549" y="2743200"/>
            <a:ext cx="12439703" cy="646773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397000" y="1219200"/>
            <a:ext cx="15163800" cy="782913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marR="11688">
              <a:lnSpc>
                <a:spcPct val="143300"/>
              </a:lnSpc>
            </a:pPr>
            <a:r>
              <a:rPr sz="2761" b="1" dirty="0">
                <a:latin typeface="Times New Roman"/>
                <a:cs typeface="Times New Roman"/>
              </a:rPr>
              <a:t>No</a:t>
            </a:r>
            <a:r>
              <a:rPr sz="2761" b="1" spc="-23" dirty="0">
                <a:latin typeface="Times New Roman"/>
                <a:cs typeface="Times New Roman"/>
              </a:rPr>
              <a:t>t</a:t>
            </a:r>
            <a:r>
              <a:rPr sz="2761" b="1" dirty="0">
                <a:latin typeface="Times New Roman"/>
                <a:cs typeface="Times New Roman"/>
              </a:rPr>
              <a:t>e</a:t>
            </a:r>
            <a:r>
              <a:rPr sz="2761" b="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−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find out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p</a:t>
            </a:r>
            <a:r>
              <a:rPr sz="2761" dirty="0">
                <a:latin typeface="Times New Roman"/>
                <a:cs typeface="Times New Roman"/>
              </a:rPr>
              <a:t>ola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35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look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it clos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 The short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12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s, to</a:t>
            </a:r>
            <a:r>
              <a:rPr sz="2761" spc="23" dirty="0">
                <a:latin typeface="Times New Roman"/>
                <a:cs typeface="Times New Roman"/>
              </a:rPr>
              <a:t>w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rds the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lat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bulb indic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tes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tive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termin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l.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1688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Components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like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sist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rs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ve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their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2" dirty="0">
                <a:latin typeface="Times New Roman"/>
                <a:cs typeface="Times New Roman"/>
              </a:rPr>
              <a:t>er</a:t>
            </a:r>
            <a:r>
              <a:rPr lang="en-US" sz="2761" dirty="0">
                <a:latin typeface="Times New Roman"/>
                <a:cs typeface="Times New Roman"/>
              </a:rPr>
              <a:t>min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nt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into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90°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les </a:t>
            </a:r>
            <a:r>
              <a:rPr lang="en-US" sz="2761" spc="-34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</a:t>
            </a:r>
            <a:r>
              <a:rPr lang="en-US" sz="2761" spc="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or</a:t>
            </a:r>
            <a:r>
              <a:rPr lang="en-US" sz="2761" spc="12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1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 </a:t>
            </a:r>
            <a:r>
              <a:rPr lang="en-US" sz="2761" spc="-33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fit</a:t>
            </a:r>
            <a:r>
              <a:rPr lang="en-US" sz="2761" spc="32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br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dbo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rd so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ts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roper</a:t>
            </a:r>
            <a:r>
              <a:rPr lang="en-US" sz="2761" spc="12" dirty="0">
                <a:latin typeface="Times New Roman"/>
                <a:cs typeface="Times New Roman"/>
              </a:rPr>
              <a:t>l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. You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lso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ut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te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min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ls short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r.</a:t>
            </a:r>
          </a:p>
        </p:txBody>
      </p:sp>
      <p:sp>
        <p:nvSpPr>
          <p:cNvPr id="6" name="object 6"/>
          <p:cNvSpPr/>
          <p:nvPr/>
        </p:nvSpPr>
        <p:spPr>
          <a:xfrm>
            <a:off x="4064000" y="2750867"/>
            <a:ext cx="2372521" cy="47657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  <p:sp>
        <p:nvSpPr>
          <p:cNvPr id="7" name="object 4"/>
          <p:cNvSpPr/>
          <p:nvPr/>
        </p:nvSpPr>
        <p:spPr>
          <a:xfrm>
            <a:off x="9626600" y="3429000"/>
            <a:ext cx="4558055" cy="368150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  <p:extLst>
      <p:ext uri="{BB962C8B-B14F-4D97-AF65-F5344CB8AC3E}">
        <p14:creationId xmlns:p14="http://schemas.microsoft.com/office/powerpoint/2010/main" val="2235002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68400" y="685800"/>
            <a:ext cx="15621000" cy="204793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ct val="150000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Sketch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38" dirty="0">
                <a:latin typeface="Times New Roman"/>
                <a:cs typeface="Times New Roman"/>
              </a:rPr>
              <a:t> </a:t>
            </a: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oft</a:t>
            </a:r>
            <a:r>
              <a:rPr sz="2761" spc="-12" dirty="0">
                <a:latin typeface="Times New Roman"/>
                <a:cs typeface="Times New Roman"/>
              </a:rPr>
              <a:t>wa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1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27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omput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r.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Coding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lan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11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ontrol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ur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ir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uit. Op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 sk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ile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46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li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king 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w.</a:t>
            </a:r>
          </a:p>
        </p:txBody>
      </p:sp>
      <p:sp>
        <p:nvSpPr>
          <p:cNvPr id="5" name="object 5"/>
          <p:cNvSpPr/>
          <p:nvPr/>
        </p:nvSpPr>
        <p:spPr>
          <a:xfrm>
            <a:off x="2540000" y="2895600"/>
            <a:ext cx="13043049" cy="6730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41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44600" y="762000"/>
            <a:ext cx="15392400" cy="87752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71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Ard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u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ino</a:t>
            </a:r>
            <a:r>
              <a:rPr sz="3681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Code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67"/>
              </a:lnSpc>
            </a:pPr>
            <a:r>
              <a:rPr sz="2761" dirty="0">
                <a:latin typeface="Times New Roman"/>
                <a:cs typeface="Times New Roman"/>
              </a:rPr>
              <a:t>/*</a:t>
            </a:r>
            <a:r>
              <a:rPr sz="2761" spc="-12" dirty="0">
                <a:latin typeface="Times New Roman"/>
                <a:cs typeface="Times New Roman"/>
              </a:rPr>
              <a:t>Fa</a:t>
            </a:r>
            <a:r>
              <a:rPr sz="2761" dirty="0">
                <a:latin typeface="Times New Roman"/>
                <a:cs typeface="Times New Roman"/>
              </a:rPr>
              <a:t>de</a:t>
            </a:r>
          </a:p>
          <a:p>
            <a:pPr marL="292189">
              <a:spcBef>
                <a:spcPts val="1472"/>
              </a:spcBef>
            </a:pPr>
            <a:r>
              <a:rPr sz="2761" dirty="0">
                <a:latin typeface="Times New Roman"/>
                <a:cs typeface="Times New Roman"/>
              </a:rPr>
              <a:t>This e</a:t>
            </a:r>
            <a:r>
              <a:rPr sz="2761" spc="12" dirty="0">
                <a:latin typeface="Times New Roman"/>
                <a:cs typeface="Times New Roman"/>
              </a:rPr>
              <a:t>x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mple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shows how to </a:t>
            </a:r>
            <a:r>
              <a:rPr sz="2761" spc="-12" dirty="0">
                <a:latin typeface="Times New Roman"/>
                <a:cs typeface="Times New Roman"/>
              </a:rPr>
              <a:t>fa</a:t>
            </a:r>
            <a:r>
              <a:rPr sz="2761" dirty="0">
                <a:latin typeface="Times New Roman"/>
                <a:cs typeface="Times New Roman"/>
              </a:rPr>
              <a:t>de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 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9 using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lo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 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 function us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 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M, so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nt to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-35" dirty="0">
                <a:latin typeface="Times New Roman"/>
                <a:cs typeface="Times New Roman"/>
              </a:rPr>
              <a:t>'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usin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,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sure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 use</a:t>
            </a:r>
            <a:r>
              <a:rPr sz="2761" spc="-12" dirty="0">
                <a:latin typeface="Times New Roman"/>
                <a:cs typeface="Times New Roman"/>
              </a:rPr>
              <a:t> a</a:t>
            </a:r>
            <a:r>
              <a:rPr sz="2761" dirty="0">
                <a:latin typeface="Times New Roman"/>
                <a:cs typeface="Times New Roman"/>
              </a:rPr>
              <a:t>noth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 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 </a:t>
            </a:r>
            <a:r>
              <a:rPr sz="2761" spc="-12" dirty="0">
                <a:latin typeface="Times New Roman"/>
                <a:cs typeface="Times New Roman"/>
              </a:rPr>
              <a:t>ca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ble pin. On most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duino,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 pins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identifi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with a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-23" dirty="0">
                <a:latin typeface="Times New Roman"/>
                <a:cs typeface="Times New Roman"/>
              </a:rPr>
              <a:t>"</a:t>
            </a:r>
            <a:r>
              <a:rPr sz="2761" spc="23" dirty="0">
                <a:latin typeface="Times New Roman"/>
                <a:cs typeface="Times New Roman"/>
              </a:rPr>
              <a:t>~</a:t>
            </a:r>
            <a:r>
              <a:rPr sz="2761" dirty="0">
                <a:latin typeface="Times New Roman"/>
                <a:cs typeface="Times New Roman"/>
              </a:rPr>
              <a:t>"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n, like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~3, ~5,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~6, ~9, </a:t>
            </a:r>
            <a:r>
              <a:rPr sz="2761" spc="-12" dirty="0">
                <a:latin typeface="Times New Roman"/>
                <a:cs typeface="Times New Roman"/>
              </a:rPr>
              <a:t>~</a:t>
            </a:r>
            <a:r>
              <a:rPr sz="2761" dirty="0">
                <a:latin typeface="Times New Roman"/>
                <a:cs typeface="Times New Roman"/>
              </a:rPr>
              <a:t>10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 ~11.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*/</a:t>
            </a:r>
            <a:endParaRPr lang="en-US" sz="2761" dirty="0">
              <a:latin typeface="Times New Roman"/>
              <a:cs typeface="Times New Roman"/>
            </a:endParaRPr>
          </a:p>
          <a:p>
            <a:pPr marL="29219" marR="1557367">
              <a:lnSpc>
                <a:spcPct val="1433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marR="1557367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int led =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9;		   // the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M </a:t>
            </a:r>
            <a:r>
              <a:rPr lang="en-US" sz="2761" spc="-35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in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 att</a:t>
            </a:r>
            <a:r>
              <a:rPr lang="en-US" sz="2761" spc="12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 to</a:t>
            </a:r>
          </a:p>
          <a:p>
            <a:pPr marL="29219" marR="1557367">
              <a:lnSpc>
                <a:spcPct val="143300"/>
              </a:lnSpc>
            </a:pPr>
            <a:r>
              <a:rPr lang="en-US" sz="2761" dirty="0">
                <a:latin typeface="Times New Roman"/>
                <a:cs typeface="Times New Roman"/>
              </a:rPr>
              <a:t>int bri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htness =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0;     // how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bri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 the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</a:p>
          <a:p>
            <a:pPr marL="29219">
              <a:spcBef>
                <a:spcPts val="1461"/>
              </a:spcBef>
            </a:pPr>
            <a:r>
              <a:rPr lang="en-US" sz="2761" dirty="0">
                <a:latin typeface="Times New Roman"/>
                <a:cs typeface="Times New Roman"/>
              </a:rPr>
              <a:t>int </a:t>
            </a:r>
            <a:r>
              <a:rPr lang="en-US" sz="2761" dirty="0" err="1">
                <a:latin typeface="Times New Roman"/>
                <a:cs typeface="Times New Roman"/>
              </a:rPr>
              <a:t>f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Amount</a:t>
            </a:r>
            <a:r>
              <a:rPr lang="en-US" sz="2761" dirty="0">
                <a:latin typeface="Times New Roman"/>
                <a:cs typeface="Times New Roman"/>
              </a:rPr>
              <a:t> = 5; // how m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points to f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d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35" dirty="0">
                <a:latin typeface="Times New Roman"/>
                <a:cs typeface="Times New Roman"/>
              </a:rPr>
              <a:t>L</a:t>
            </a:r>
            <a:r>
              <a:rPr lang="en-US" sz="2761" dirty="0">
                <a:latin typeface="Times New Roman"/>
                <a:cs typeface="Times New Roman"/>
              </a:rPr>
              <a:t>ED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 the s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 routine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runs on</a:t>
            </a:r>
            <a:r>
              <a:rPr lang="en-US" sz="2761" spc="-23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wh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-58" dirty="0">
                <a:latin typeface="Times New Roman"/>
                <a:cs typeface="Times New Roman"/>
              </a:rPr>
              <a:t>y</a:t>
            </a:r>
            <a:r>
              <a:rPr lang="en-US" sz="2761" dirty="0">
                <a:latin typeface="Times New Roman"/>
                <a:cs typeface="Times New Roman"/>
              </a:rPr>
              <a:t>ou </a:t>
            </a:r>
            <a:r>
              <a:rPr lang="en-US" sz="2761" spc="23" dirty="0">
                <a:latin typeface="Times New Roman"/>
                <a:cs typeface="Times New Roman"/>
              </a:rPr>
              <a:t>p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 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t</a:t>
            </a:r>
            <a:endParaRPr lang="en-US" sz="2761" dirty="0">
              <a:latin typeface="Times New Roman"/>
              <a:cs typeface="Times New Roman"/>
            </a:endParaRPr>
          </a:p>
          <a:p>
            <a:pPr>
              <a:spcBef>
                <a:spcPts val="127"/>
              </a:spcBef>
            </a:pPr>
            <a:endParaRPr lang="en-US" sz="2531" dirty="0">
              <a:latin typeface="Times New Roman"/>
              <a:cs typeface="Times New Roman"/>
            </a:endParaRPr>
          </a:p>
          <a:p>
            <a:pPr marL="29219"/>
            <a:r>
              <a:rPr lang="en-US" sz="2761" dirty="0">
                <a:latin typeface="Times New Roman"/>
                <a:cs typeface="Times New Roman"/>
              </a:rPr>
              <a:t>void 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tup()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{</a:t>
            </a:r>
          </a:p>
          <a:p>
            <a:pPr marL="292189" marR="3929941">
              <a:lnSpc>
                <a:spcPct val="143300"/>
              </a:lnSpc>
              <a:spcBef>
                <a:spcPts val="23"/>
              </a:spcBef>
            </a:pPr>
            <a:r>
              <a:rPr lang="en-US" sz="2761" dirty="0">
                <a:latin typeface="Times New Roman"/>
                <a:cs typeface="Times New Roman"/>
              </a:rPr>
              <a:t>// d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la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pin 9 to be</a:t>
            </a:r>
            <a:r>
              <a:rPr lang="en-US" sz="2761" spc="1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output</a:t>
            </a:r>
          </a:p>
          <a:p>
            <a:pPr marL="292189" marR="3929941">
              <a:lnSpc>
                <a:spcPct val="143300"/>
              </a:lnSpc>
              <a:spcBef>
                <a:spcPts val="23"/>
              </a:spcBef>
            </a:pPr>
            <a:r>
              <a:rPr lang="en-US" sz="2761" dirty="0" err="1">
                <a:latin typeface="Times New Roman"/>
                <a:cs typeface="Times New Roman"/>
              </a:rPr>
              <a:t>pinMode</a:t>
            </a:r>
            <a:r>
              <a:rPr lang="en-US" sz="2761" spc="-12" dirty="0">
                <a:latin typeface="Times New Roman"/>
                <a:cs typeface="Times New Roman"/>
              </a:rPr>
              <a:t>(</a:t>
            </a:r>
            <a:r>
              <a:rPr lang="en-US" sz="2761" dirty="0">
                <a:latin typeface="Times New Roman"/>
                <a:cs typeface="Times New Roman"/>
              </a:rPr>
              <a:t>led, </a:t>
            </a:r>
            <a:r>
              <a:rPr lang="en-US" sz="2761" spc="-12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12" dirty="0">
                <a:latin typeface="Times New Roman"/>
                <a:cs typeface="Times New Roman"/>
              </a:rPr>
              <a:t>T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-12" dirty="0">
                <a:latin typeface="Times New Roman"/>
                <a:cs typeface="Times New Roman"/>
              </a:rPr>
              <a:t>)</a:t>
            </a:r>
            <a:r>
              <a:rPr lang="en-US"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72"/>
              </a:spcBef>
            </a:pPr>
            <a:r>
              <a:rPr lang="en-US" sz="2761" dirty="0">
                <a:latin typeface="Times New Roman"/>
                <a:cs typeface="Times New Roman"/>
              </a:rPr>
              <a:t>}</a:t>
            </a:r>
          </a:p>
          <a:p>
            <a:pPr marL="29219">
              <a:spcBef>
                <a:spcPts val="1438"/>
              </a:spcBef>
            </a:pPr>
            <a:r>
              <a:rPr lang="en-US" sz="2761" dirty="0">
                <a:latin typeface="Times New Roman"/>
                <a:cs typeface="Times New Roman"/>
              </a:rPr>
              <a:t>// the loop </a:t>
            </a:r>
            <a:r>
              <a:rPr lang="en-US" sz="2761" spc="-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outine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runs ov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 ov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 ag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in fo</a:t>
            </a:r>
            <a:r>
              <a:rPr lang="en-US" sz="2761" spc="-12" dirty="0">
                <a:latin typeface="Times New Roman"/>
                <a:cs typeface="Times New Roman"/>
              </a:rPr>
              <a:t>re</a:t>
            </a:r>
            <a:r>
              <a:rPr lang="en-US" sz="2761" spc="23" dirty="0">
                <a:latin typeface="Times New Roman"/>
                <a:cs typeface="Times New Roman"/>
              </a:rPr>
              <a:t>v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5309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25600" y="990600"/>
            <a:ext cx="14020800" cy="751346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spcBef>
                <a:spcPts val="127"/>
              </a:spcBef>
            </a:pPr>
            <a:endParaRPr sz="2531" dirty="0">
              <a:latin typeface="Times New Roman"/>
              <a:cs typeface="Times New Roman"/>
            </a:endParaRPr>
          </a:p>
          <a:p>
            <a:pPr marL="29219"/>
            <a:r>
              <a:rPr sz="2761" dirty="0">
                <a:latin typeface="Times New Roman"/>
                <a:cs typeface="Times New Roman"/>
              </a:rPr>
              <a:t>void loop()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292189" marR="4195833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 of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9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4195833">
              <a:lnSpc>
                <a:spcPct val="143300"/>
              </a:lnSpc>
              <a:spcBef>
                <a:spcPts val="23"/>
              </a:spcBef>
            </a:pP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n</a:t>
            </a:r>
            <a:r>
              <a:rPr sz="2761" spc="-12" dirty="0" err="1">
                <a:latin typeface="Times New Roman"/>
                <a:cs typeface="Times New Roman"/>
              </a:rPr>
              <a:t>a</a:t>
            </a:r>
            <a:r>
              <a:rPr sz="2761" dirty="0" err="1">
                <a:latin typeface="Times New Roman"/>
                <a:cs typeface="Times New Roman"/>
              </a:rPr>
              <a:t>l</a:t>
            </a:r>
            <a:r>
              <a:rPr sz="2761" spc="23" dirty="0" err="1">
                <a:latin typeface="Times New Roman"/>
                <a:cs typeface="Times New Roman"/>
              </a:rPr>
              <a:t>o</a:t>
            </a:r>
            <a:r>
              <a:rPr sz="2761" spc="-35" dirty="0" err="1">
                <a:latin typeface="Times New Roman"/>
                <a:cs typeface="Times New Roman"/>
              </a:rPr>
              <a:t>g</a:t>
            </a:r>
            <a:r>
              <a:rPr sz="2761" spc="12" dirty="0" err="1">
                <a:latin typeface="Times New Roman"/>
                <a:cs typeface="Times New Roman"/>
              </a:rPr>
              <a:t>W</a:t>
            </a:r>
            <a:r>
              <a:rPr sz="2761" dirty="0" err="1">
                <a:latin typeface="Times New Roman"/>
                <a:cs typeface="Times New Roman"/>
              </a:rPr>
              <a:t>rit</a:t>
            </a:r>
            <a:r>
              <a:rPr sz="2761" spc="-12" dirty="0" err="1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(l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d, br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ss);</a:t>
            </a:r>
          </a:p>
          <a:p>
            <a:pPr marL="292189" marR="58145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nge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b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23" dirty="0">
                <a:latin typeface="Times New Roman"/>
                <a:cs typeface="Times New Roman"/>
              </a:rPr>
              <a:t>x</a:t>
            </a:r>
            <a:r>
              <a:rPr sz="2761" dirty="0">
                <a:latin typeface="Times New Roman"/>
                <a:cs typeface="Times New Roman"/>
              </a:rPr>
              <a:t>t ti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throu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 the loop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581454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bri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br</a:t>
            </a:r>
            <a:r>
              <a:rPr sz="2761" spc="12" dirty="0">
                <a:latin typeface="Times New Roman"/>
                <a:cs typeface="Times New Roman"/>
              </a:rPr>
              <a:t>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+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Amount;</a:t>
            </a:r>
          </a:p>
          <a:p>
            <a:pPr marL="292189" marR="11688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// 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rse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d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 the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nds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the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endParaRPr lang="en-US" sz="2761" spc="-12" dirty="0">
              <a:latin typeface="Times New Roman"/>
              <a:cs typeface="Times New Roman"/>
            </a:endParaRPr>
          </a:p>
          <a:p>
            <a:pPr marL="292189" marR="11688">
              <a:lnSpc>
                <a:spcPct val="143300"/>
              </a:lnSpc>
              <a:spcBef>
                <a:spcPts val="35"/>
              </a:spcBef>
            </a:pPr>
            <a:r>
              <a:rPr sz="2761" dirty="0">
                <a:latin typeface="Times New Roman"/>
                <a:cs typeface="Times New Roman"/>
              </a:rPr>
              <a:t>if </a:t>
            </a:r>
            <a:r>
              <a:rPr sz="2761" spc="-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brightness </a:t>
            </a:r>
            <a:r>
              <a:rPr sz="2761" spc="-23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||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b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htness </a:t>
            </a:r>
            <a:r>
              <a:rPr sz="2761" spc="12" dirty="0">
                <a:latin typeface="Times New Roman"/>
                <a:cs typeface="Times New Roman"/>
              </a:rPr>
              <a:t>=</a:t>
            </a:r>
            <a:r>
              <a:rPr sz="2761" dirty="0">
                <a:latin typeface="Times New Roman"/>
                <a:cs typeface="Times New Roman"/>
              </a:rPr>
              <a:t>=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255)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{</a:t>
            </a:r>
          </a:p>
          <a:p>
            <a:pPr marL="55515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Amount =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-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Amount ;</a:t>
            </a:r>
          </a:p>
          <a:p>
            <a:pPr marL="292189">
              <a:spcBef>
                <a:spcPts val="1438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  <a:p>
            <a:pPr marL="292189" marR="975911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// w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it for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30 millise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onds to 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 </a:t>
            </a:r>
            <a:r>
              <a:rPr sz="2761" spc="12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imming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t</a:t>
            </a:r>
            <a:endParaRPr lang="en-US" sz="2761" dirty="0">
              <a:latin typeface="Times New Roman"/>
              <a:cs typeface="Times New Roman"/>
            </a:endParaRPr>
          </a:p>
          <a:p>
            <a:pPr marL="292189" marR="975911">
              <a:lnSpc>
                <a:spcPct val="143300"/>
              </a:lnSpc>
              <a:spcBef>
                <a:spcPts val="23"/>
              </a:spcBef>
            </a:pPr>
            <a:r>
              <a:rPr sz="2761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46" dirty="0">
                <a:latin typeface="Times New Roman"/>
                <a:cs typeface="Times New Roman"/>
              </a:rPr>
              <a:t>a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(300</a:t>
            </a:r>
            <a:r>
              <a:rPr sz="2761" spc="-23" dirty="0">
                <a:latin typeface="Times New Roman"/>
                <a:cs typeface="Times New Roman"/>
              </a:rPr>
              <a:t>)</a:t>
            </a:r>
            <a:r>
              <a:rPr sz="2761" dirty="0">
                <a:latin typeface="Times New Roman"/>
                <a:cs typeface="Times New Roman"/>
              </a:rPr>
              <a:t>;</a:t>
            </a:r>
          </a:p>
          <a:p>
            <a:pPr marL="29219">
              <a:spcBef>
                <a:spcPts val="1461"/>
              </a:spcBef>
            </a:pPr>
            <a:r>
              <a:rPr sz="2761" dirty="0">
                <a:latin typeface="Times New Roman"/>
                <a:cs typeface="Times New Roman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206500" y="609600"/>
            <a:ext cx="15468600" cy="90581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 algn="just">
              <a:lnSpc>
                <a:spcPct val="150000"/>
              </a:lnSpc>
            </a:pPr>
            <a:r>
              <a:rPr sz="3681" spc="-35" dirty="0">
                <a:solidFill>
                  <a:srgbClr val="2E5395"/>
                </a:solidFill>
                <a:latin typeface="Times New Roman"/>
                <a:cs typeface="Times New Roman"/>
              </a:rPr>
              <a:t>C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o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de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to</a:t>
            </a:r>
            <a:r>
              <a:rPr sz="3681" spc="-12" dirty="0">
                <a:solidFill>
                  <a:srgbClr val="2E5395"/>
                </a:solidFill>
                <a:latin typeface="Times New Roman"/>
                <a:cs typeface="Times New Roman"/>
              </a:rPr>
              <a:t> </a:t>
            </a: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Note</a:t>
            </a:r>
            <a:endParaRPr sz="368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 algn="just">
              <a:lnSpc>
                <a:spcPct val="150000"/>
              </a:lnSpc>
            </a:pPr>
            <a:r>
              <a:rPr sz="2761" dirty="0">
                <a:latin typeface="Times New Roman"/>
                <a:cs typeface="Times New Roman"/>
              </a:rPr>
              <a:t>A</a:t>
            </a:r>
            <a:r>
              <a:rPr sz="2761" spc="-23" dirty="0">
                <a:latin typeface="Times New Roman"/>
                <a:cs typeface="Times New Roman"/>
              </a:rPr>
              <a:t>f</a:t>
            </a:r>
            <a:r>
              <a:rPr sz="2761" dirty="0">
                <a:latin typeface="Times New Roman"/>
                <a:cs typeface="Times New Roman"/>
              </a:rPr>
              <a:t>ter</a:t>
            </a:r>
            <a:r>
              <a:rPr sz="2761" spc="-23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ec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ri</a:t>
            </a:r>
            <a:r>
              <a:rPr sz="2761" spc="12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 9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pin, th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is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nothing</a:t>
            </a:r>
            <a:r>
              <a:rPr sz="2761" spc="-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do in 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tup</a:t>
            </a:r>
            <a:r>
              <a:rPr sz="2761" spc="12" dirty="0">
                <a:latin typeface="Times New Roman"/>
                <a:cs typeface="Times New Roman"/>
              </a:rPr>
              <a:t>(</a:t>
            </a:r>
            <a:r>
              <a:rPr sz="2761" dirty="0">
                <a:latin typeface="Times New Roman"/>
                <a:cs typeface="Times New Roman"/>
              </a:rPr>
              <a:t>)</a:t>
            </a:r>
            <a:r>
              <a:rPr sz="2761" spc="12" dirty="0">
                <a:latin typeface="Times New Roman"/>
                <a:cs typeface="Times New Roman"/>
              </a:rPr>
              <a:t> f</a:t>
            </a:r>
            <a:r>
              <a:rPr sz="2761" dirty="0">
                <a:latin typeface="Times New Roman"/>
                <a:cs typeface="Times New Roman"/>
              </a:rPr>
              <a:t>un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 of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u</a:t>
            </a:r>
            <a:r>
              <a:rPr sz="2761" dirty="0">
                <a:latin typeface="Times New Roman"/>
                <a:cs typeface="Times New Roman"/>
              </a:rPr>
              <a:t>r 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rit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()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that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</a:t>
            </a:r>
            <a:r>
              <a:rPr sz="2761" spc="32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will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usi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m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loop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 </a:t>
            </a:r>
            <a:r>
              <a:rPr sz="2761" spc="-345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288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ode</a:t>
            </a:r>
            <a:r>
              <a:rPr sz="2761" spc="31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qui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</a:t>
            </a:r>
            <a:r>
              <a:rPr sz="2761" spc="29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two</a:t>
            </a:r>
            <a:r>
              <a:rPr lang="en-US" sz="2761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spc="12" dirty="0">
                <a:latin typeface="Times New Roman"/>
                <a:cs typeface="Times New Roman"/>
              </a:rPr>
              <a:t>r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uments: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telling</a:t>
            </a:r>
            <a:r>
              <a:rPr sz="2761" spc="21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t</a:t>
            </a:r>
            <a:r>
              <a:rPr sz="2761" dirty="0">
                <a:latin typeface="Times New Roman"/>
                <a:cs typeface="Times New Roman"/>
              </a:rPr>
              <a:t>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fun</a:t>
            </a:r>
            <a:r>
              <a:rPr sz="2761" spc="-23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tion</a:t>
            </a:r>
            <a:r>
              <a:rPr sz="2761" spc="26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whi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h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pin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276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ot</a:t>
            </a:r>
            <a:r>
              <a:rPr sz="2761" spc="23" dirty="0">
                <a:latin typeface="Times New Roman"/>
                <a:cs typeface="Times New Roman"/>
              </a:rPr>
              <a:t>h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230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ndic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ting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t</a:t>
            </a:r>
            <a:r>
              <a:rPr sz="2761" spc="24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 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 to w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it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  <a:p>
            <a:pPr marL="29219" marR="13149" algn="just">
              <a:lnSpc>
                <a:spcPct val="150000"/>
              </a:lnSpc>
            </a:pPr>
            <a:r>
              <a:rPr sz="2761" spc="-46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rd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ED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off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on,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gr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du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58" dirty="0">
                <a:latin typeface="Times New Roman"/>
                <a:cs typeface="Times New Roman"/>
              </a:rPr>
              <a:t>l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in</a:t>
            </a:r>
            <a:r>
              <a:rPr sz="2761" spc="12" dirty="0">
                <a:latin typeface="Times New Roman"/>
                <a:cs typeface="Times New Roman"/>
              </a:rPr>
              <a:t>c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e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se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P</a:t>
            </a:r>
            <a:r>
              <a:rPr sz="2761" spc="12" dirty="0">
                <a:latin typeface="Times New Roman"/>
                <a:cs typeface="Times New Roman"/>
              </a:rPr>
              <a:t>W</a:t>
            </a:r>
            <a:r>
              <a:rPr sz="2761" dirty="0">
                <a:latin typeface="Times New Roman"/>
                <a:cs typeface="Times New Roman"/>
              </a:rPr>
              <a:t>M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lues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from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58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46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ff) 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255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(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ll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w</a:t>
            </a:r>
            <a:r>
              <a:rPr sz="2761" spc="35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y</a:t>
            </a:r>
            <a:r>
              <a:rPr sz="2761" spc="23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o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),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nd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b</a:t>
            </a:r>
            <a:r>
              <a:rPr sz="2761" spc="-12" dirty="0">
                <a:latin typeface="Times New Roman"/>
                <a:cs typeface="Times New Roman"/>
              </a:rPr>
              <a:t>ac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81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0,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to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o</a:t>
            </a:r>
            <a:r>
              <a:rPr sz="2761" dirty="0">
                <a:latin typeface="Times New Roman"/>
                <a:cs typeface="Times New Roman"/>
              </a:rPr>
              <a:t>mpl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c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spc="-12" dirty="0">
                <a:latin typeface="Times New Roman"/>
                <a:cs typeface="Times New Roman"/>
              </a:rPr>
              <a:t>c</a:t>
            </a:r>
            <a:r>
              <a:rPr sz="2761" spc="23" dirty="0">
                <a:latin typeface="Times New Roman"/>
                <a:cs typeface="Times New Roman"/>
              </a:rPr>
              <a:t>l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.</a:t>
            </a:r>
            <a:r>
              <a:rPr sz="2761" spc="104" dirty="0">
                <a:latin typeface="Times New Roman"/>
                <a:cs typeface="Times New Roman"/>
              </a:rPr>
              <a:t> </a:t>
            </a:r>
            <a:r>
              <a:rPr sz="2761" spc="35" dirty="0">
                <a:latin typeface="Times New Roman"/>
                <a:cs typeface="Times New Roman"/>
              </a:rPr>
              <a:t>I</a:t>
            </a:r>
            <a:r>
              <a:rPr sz="2761" dirty="0">
                <a:latin typeface="Times New Roman"/>
                <a:cs typeface="Times New Roman"/>
              </a:rPr>
              <a:t>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23" dirty="0">
                <a:latin typeface="Times New Roman"/>
                <a:cs typeface="Times New Roman"/>
              </a:rPr>
              <a:t>s</a:t>
            </a:r>
            <a:r>
              <a:rPr sz="2761" dirty="0">
                <a:latin typeface="Times New Roman"/>
                <a:cs typeface="Times New Roman"/>
              </a:rPr>
              <a:t>k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tch</a:t>
            </a:r>
            <a:r>
              <a:rPr sz="2761" spc="9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iven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bo</a:t>
            </a:r>
            <a:r>
              <a:rPr sz="2761" spc="23" dirty="0">
                <a:latin typeface="Times New Roman"/>
                <a:cs typeface="Times New Roman"/>
              </a:rPr>
              <a:t>v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,</a:t>
            </a:r>
            <a:r>
              <a:rPr sz="2761" spc="69" dirty="0">
                <a:latin typeface="Times New Roman"/>
                <a:cs typeface="Times New Roman"/>
              </a:rPr>
              <a:t> </a:t>
            </a:r>
            <a:r>
              <a:rPr sz="2761" dirty="0">
                <a:latin typeface="Times New Roman"/>
                <a:cs typeface="Times New Roman"/>
              </a:rPr>
              <a:t>the</a:t>
            </a:r>
            <a:r>
              <a:rPr lang="en-US" sz="2761" dirty="0">
                <a:latin typeface="Times New Roman"/>
                <a:cs typeface="Times New Roman"/>
              </a:rPr>
              <a:t> P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M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-35" dirty="0">
                <a:latin typeface="Times New Roman"/>
                <a:cs typeface="Times New Roman"/>
              </a:rPr>
              <a:t>s</a:t>
            </a:r>
            <a:r>
              <a:rPr lang="en-US" sz="2761" dirty="0">
                <a:latin typeface="Times New Roman"/>
                <a:cs typeface="Times New Roman"/>
              </a:rPr>
              <a:t>ing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a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ca</a:t>
            </a:r>
            <a:r>
              <a:rPr lang="en-US" sz="2761" dirty="0">
                <a:latin typeface="Times New Roman"/>
                <a:cs typeface="Times New Roman"/>
              </a:rPr>
              <a:t>ll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ss.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time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throu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12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loop,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inc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spc="-12" dirty="0">
                <a:latin typeface="Times New Roman"/>
                <a:cs typeface="Times New Roman"/>
              </a:rPr>
              <a:t>ea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46" dirty="0">
                <a:latin typeface="Times New Roman"/>
                <a:cs typeface="Times New Roman"/>
              </a:rPr>
              <a:t>b</a:t>
            </a:r>
            <a:r>
              <a:rPr lang="en-US" sz="2761" dirty="0">
                <a:latin typeface="Times New Roman"/>
                <a:cs typeface="Times New Roman"/>
              </a:rPr>
              <a:t>y the v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of</a:t>
            </a:r>
            <a:r>
              <a:rPr lang="en-US" sz="2761" spc="-23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12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ri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ble</a:t>
            </a:r>
            <a:r>
              <a:rPr lang="en-US" sz="2761" spc="23" dirty="0">
                <a:latin typeface="Times New Roman"/>
                <a:cs typeface="Times New Roman"/>
              </a:rPr>
              <a:t> </a:t>
            </a:r>
            <a:r>
              <a:rPr lang="en-US" sz="2761" b="1" spc="12" dirty="0" err="1">
                <a:latin typeface="Times New Roman"/>
                <a:cs typeface="Times New Roman"/>
              </a:rPr>
              <a:t>f</a:t>
            </a:r>
            <a:r>
              <a:rPr lang="en-US" sz="2761" b="1" dirty="0" err="1">
                <a:latin typeface="Times New Roman"/>
                <a:cs typeface="Times New Roman"/>
              </a:rPr>
              <a:t>ad</a:t>
            </a:r>
            <a:r>
              <a:rPr lang="en-US" sz="2761" b="1" spc="-12" dirty="0" err="1">
                <a:latin typeface="Times New Roman"/>
                <a:cs typeface="Times New Roman"/>
              </a:rPr>
              <a:t>e</a:t>
            </a:r>
            <a:r>
              <a:rPr lang="en-US" sz="2761" b="1" dirty="0" err="1">
                <a:latin typeface="Times New Roman"/>
                <a:cs typeface="Times New Roman"/>
              </a:rPr>
              <a:t>A</a:t>
            </a:r>
            <a:r>
              <a:rPr lang="en-US" sz="2761" b="1" spc="-46" dirty="0" err="1">
                <a:latin typeface="Times New Roman"/>
                <a:cs typeface="Times New Roman"/>
              </a:rPr>
              <a:t>m</a:t>
            </a:r>
            <a:r>
              <a:rPr lang="en-US" sz="2761" b="1" dirty="0" err="1">
                <a:latin typeface="Times New Roman"/>
                <a:cs typeface="Times New Roman"/>
              </a:rPr>
              <a:t>ount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</a:p>
          <a:p>
            <a:pPr marL="29219" marR="11688" algn="just">
              <a:lnSpc>
                <a:spcPct val="150000"/>
              </a:lnSpc>
              <a:spcBef>
                <a:spcPts val="12"/>
              </a:spcBef>
            </a:pP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br</a:t>
            </a:r>
            <a:r>
              <a:rPr lang="en-US" sz="2761" spc="12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htness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tr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me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its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23" dirty="0">
                <a:latin typeface="Times New Roman"/>
                <a:cs typeface="Times New Roman"/>
              </a:rPr>
              <a:t>u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(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ith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0</a:t>
            </a:r>
            <a:r>
              <a:rPr lang="en-US" sz="2761" spc="46" dirty="0">
                <a:latin typeface="Times New Roman"/>
                <a:cs typeface="Times New Roman"/>
              </a:rPr>
              <a:t> </a:t>
            </a:r>
            <a:r>
              <a:rPr lang="en-US" sz="2761" spc="23" dirty="0">
                <a:latin typeface="Times New Roman"/>
                <a:cs typeface="Times New Roman"/>
              </a:rPr>
              <a:t>o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3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255),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f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12" dirty="0" err="1">
                <a:latin typeface="Times New Roman"/>
                <a:cs typeface="Times New Roman"/>
              </a:rPr>
              <a:t>eA</a:t>
            </a:r>
            <a:r>
              <a:rPr lang="en-US" sz="2761" dirty="0" err="1">
                <a:latin typeface="Times New Roman"/>
                <a:cs typeface="Times New Roman"/>
              </a:rPr>
              <a:t>mount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its 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tiv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46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oth</a:t>
            </a:r>
            <a:r>
              <a:rPr lang="en-US" sz="2761" spc="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r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wo</a:t>
            </a:r>
            <a:r>
              <a:rPr lang="en-US" sz="2761" spc="-23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ds,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 err="1">
                <a:latin typeface="Times New Roman"/>
                <a:cs typeface="Times New Roman"/>
              </a:rPr>
              <a:t>f</a:t>
            </a:r>
            <a:r>
              <a:rPr lang="en-US" sz="2761" spc="-23" dirty="0" err="1">
                <a:latin typeface="Times New Roman"/>
                <a:cs typeface="Times New Roman"/>
              </a:rPr>
              <a:t>a</a:t>
            </a:r>
            <a:r>
              <a:rPr lang="en-US" sz="2761" dirty="0" err="1">
                <a:latin typeface="Times New Roman"/>
                <a:cs typeface="Times New Roman"/>
              </a:rPr>
              <a:t>d</a:t>
            </a:r>
            <a:r>
              <a:rPr lang="en-US" sz="2761" spc="-12" dirty="0" err="1">
                <a:latin typeface="Times New Roman"/>
                <a:cs typeface="Times New Roman"/>
              </a:rPr>
              <a:t>e</a:t>
            </a:r>
            <a:r>
              <a:rPr lang="en-US" sz="2761" dirty="0" err="1">
                <a:latin typeface="Times New Roman"/>
                <a:cs typeface="Times New Roman"/>
              </a:rPr>
              <a:t>Amount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138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5.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69" dirty="0">
                <a:latin typeface="Times New Roman"/>
                <a:cs typeface="Times New Roman"/>
              </a:rPr>
              <a:t>I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-</a:t>
            </a:r>
            <a:r>
              <a:rPr lang="en-US" sz="2761" dirty="0">
                <a:latin typeface="Times New Roman"/>
                <a:cs typeface="Times New Roman"/>
              </a:rPr>
              <a:t>5,</a:t>
            </a:r>
            <a:r>
              <a:rPr lang="en-US" sz="2761" spc="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then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is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to</a:t>
            </a:r>
            <a:r>
              <a:rPr lang="en-US" sz="2761" spc="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5.</a:t>
            </a:r>
            <a:r>
              <a:rPr lang="en-US" sz="2761" spc="69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n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23" dirty="0">
                <a:latin typeface="Times New Roman"/>
                <a:cs typeface="Times New Roman"/>
              </a:rPr>
              <a:t>x</a:t>
            </a:r>
            <a:r>
              <a:rPr lang="en-US" sz="2761" dirty="0">
                <a:latin typeface="Times New Roman"/>
                <a:cs typeface="Times New Roman"/>
              </a:rPr>
              <a:t>t time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throu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 the loop, this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nge</a:t>
            </a:r>
            <a:r>
              <a:rPr lang="en-US" sz="2761" spc="-12" dirty="0">
                <a:latin typeface="Times New Roman"/>
                <a:cs typeface="Times New Roman"/>
              </a:rPr>
              <a:t> ca</a:t>
            </a:r>
            <a:r>
              <a:rPr lang="en-US" sz="2761" dirty="0">
                <a:latin typeface="Times New Roman"/>
                <a:cs typeface="Times New Roman"/>
              </a:rPr>
              <a:t>u</a:t>
            </a:r>
            <a:r>
              <a:rPr lang="en-US" sz="2761" spc="23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 br</a:t>
            </a:r>
            <a:r>
              <a:rPr lang="en-US" sz="2761" spc="23" dirty="0">
                <a:latin typeface="Times New Roman"/>
                <a:cs typeface="Times New Roman"/>
              </a:rPr>
              <a:t>i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htness to c</a:t>
            </a:r>
            <a:r>
              <a:rPr lang="en-US" sz="2761" spc="12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-1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dire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tion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 w</a:t>
            </a:r>
            <a:r>
              <a:rPr lang="en-US" sz="2761" spc="-23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ll. </a:t>
            </a:r>
            <a:r>
              <a:rPr lang="en-US" sz="2761" b="1" dirty="0" err="1">
                <a:latin typeface="Times New Roman"/>
                <a:cs typeface="Times New Roman"/>
              </a:rPr>
              <a:t>analogWri</a:t>
            </a:r>
            <a:r>
              <a:rPr lang="en-US" sz="2761" b="1" spc="-12" dirty="0" err="1">
                <a:latin typeface="Times New Roman"/>
                <a:cs typeface="Times New Roman"/>
              </a:rPr>
              <a:t>te</a:t>
            </a:r>
            <a:r>
              <a:rPr lang="en-US" sz="2761" b="1" dirty="0">
                <a:latin typeface="Times New Roman"/>
                <a:cs typeface="Times New Roman"/>
              </a:rPr>
              <a:t>()</a:t>
            </a:r>
            <a:r>
              <a:rPr lang="en-US" sz="2761" b="1" spc="-23" dirty="0">
                <a:latin typeface="Times New Roman"/>
                <a:cs typeface="Times New Roman"/>
              </a:rPr>
              <a:t> </a:t>
            </a:r>
            <a:r>
              <a:rPr lang="en-US" sz="2761" spc="12" dirty="0">
                <a:latin typeface="Times New Roman"/>
                <a:cs typeface="Times New Roman"/>
              </a:rPr>
              <a:t>c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e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P</a:t>
            </a:r>
            <a:r>
              <a:rPr lang="en-US" sz="2761" spc="12" dirty="0">
                <a:latin typeface="Times New Roman"/>
                <a:cs typeface="Times New Roman"/>
              </a:rPr>
              <a:t>W</a:t>
            </a:r>
            <a:r>
              <a:rPr lang="en-US" sz="2761" dirty="0">
                <a:latin typeface="Times New Roman"/>
                <a:cs typeface="Times New Roman"/>
              </a:rPr>
              <a:t>M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spc="12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15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st, </a:t>
            </a:r>
            <a:r>
              <a:rPr lang="en-US" sz="2761" spc="-81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so </a:t>
            </a:r>
            <a:r>
              <a:rPr lang="en-US" sz="2761" spc="-46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 </a:t>
            </a:r>
            <a:r>
              <a:rPr lang="en-US" sz="2761" spc="-150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t </a:t>
            </a:r>
            <a:r>
              <a:rPr lang="en-US" sz="2761" spc="-58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nd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 </a:t>
            </a:r>
            <a:r>
              <a:rPr lang="en-US" sz="2761" spc="-104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</a:t>
            </a:r>
            <a:r>
              <a:rPr lang="en-US" sz="2761" spc="-9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sk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tch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ontrols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sp</a:t>
            </a:r>
            <a:r>
              <a:rPr lang="en-US" sz="2761" spc="-12" dirty="0">
                <a:latin typeface="Times New Roman"/>
                <a:cs typeface="Times New Roman"/>
              </a:rPr>
              <a:t>ee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.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</a:t>
            </a:r>
            <a:r>
              <a:rPr lang="en-US" sz="2761" spc="35" dirty="0">
                <a:latin typeface="Times New Roman"/>
                <a:cs typeface="Times New Roman"/>
              </a:rPr>
              <a:t>r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184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spc="23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dirty="0">
                <a:latin typeface="Times New Roman"/>
                <a:cs typeface="Times New Roman"/>
              </a:rPr>
              <a:t>i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dirty="0">
                <a:latin typeface="Times New Roman"/>
                <a:cs typeface="Times New Roman"/>
              </a:rPr>
              <a:t>g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6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v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lue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of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d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l</a:t>
            </a:r>
            <a:r>
              <a:rPr lang="en-US" sz="2761" spc="46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y</a:t>
            </a:r>
            <a:r>
              <a:rPr lang="en-US" sz="2761" spc="207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nd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e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how</a:t>
            </a:r>
            <a:r>
              <a:rPr lang="en-US" sz="2761" spc="230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it</a:t>
            </a:r>
            <a:r>
              <a:rPr lang="en-US" sz="2761" spc="253" dirty="0">
                <a:latin typeface="Times New Roman"/>
                <a:cs typeface="Times New Roman"/>
              </a:rPr>
              <a:t> </a:t>
            </a:r>
            <a:r>
              <a:rPr lang="en-US" sz="2761" spc="-12" dirty="0">
                <a:latin typeface="Times New Roman"/>
                <a:cs typeface="Times New Roman"/>
              </a:rPr>
              <a:t>c</a:t>
            </a:r>
            <a:r>
              <a:rPr lang="en-US" sz="2761" dirty="0">
                <a:latin typeface="Times New Roman"/>
                <a:cs typeface="Times New Roman"/>
              </a:rPr>
              <a:t>h</a:t>
            </a:r>
            <a:r>
              <a:rPr lang="en-US" sz="2761" spc="-12" dirty="0">
                <a:latin typeface="Times New Roman"/>
                <a:cs typeface="Times New Roman"/>
              </a:rPr>
              <a:t>a</a:t>
            </a:r>
            <a:r>
              <a:rPr lang="en-US" sz="2761" spc="23" dirty="0">
                <a:latin typeface="Times New Roman"/>
                <a:cs typeface="Times New Roman"/>
              </a:rPr>
              <a:t>n</a:t>
            </a:r>
            <a:r>
              <a:rPr lang="en-US" sz="2761" spc="-35" dirty="0">
                <a:latin typeface="Times New Roman"/>
                <a:cs typeface="Times New Roman"/>
              </a:rPr>
              <a:t>g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s</a:t>
            </a:r>
            <a:r>
              <a:rPr lang="en-US" sz="2761" spc="242" dirty="0">
                <a:latin typeface="Times New Roman"/>
                <a:cs typeface="Times New Roman"/>
              </a:rPr>
              <a:t> </a:t>
            </a:r>
            <a:r>
              <a:rPr lang="en-US" sz="2761" dirty="0">
                <a:latin typeface="Times New Roman"/>
                <a:cs typeface="Times New Roman"/>
              </a:rPr>
              <a:t>the f</a:t>
            </a:r>
            <a:r>
              <a:rPr lang="en-US" sz="2761" spc="-23" dirty="0">
                <a:latin typeface="Times New Roman"/>
                <a:cs typeface="Times New Roman"/>
              </a:rPr>
              <a:t>a</a:t>
            </a:r>
            <a:r>
              <a:rPr lang="en-US" sz="2761" dirty="0">
                <a:latin typeface="Times New Roman"/>
                <a:cs typeface="Times New Roman"/>
              </a:rPr>
              <a:t>ding </a:t>
            </a:r>
            <a:r>
              <a:rPr lang="en-US" sz="2761" spc="-12" dirty="0">
                <a:latin typeface="Times New Roman"/>
                <a:cs typeface="Times New Roman"/>
              </a:rPr>
              <a:t>e</a:t>
            </a:r>
            <a:r>
              <a:rPr lang="en-US" sz="2761" dirty="0">
                <a:latin typeface="Times New Roman"/>
                <a:cs typeface="Times New Roman"/>
              </a:rPr>
              <a:t>ff</a:t>
            </a:r>
            <a:r>
              <a:rPr lang="en-US" sz="2761" spc="-12" dirty="0">
                <a:latin typeface="Times New Roman"/>
                <a:cs typeface="Times New Roman"/>
              </a:rPr>
              <a:t>ec</a:t>
            </a:r>
            <a:r>
              <a:rPr lang="en-US" sz="2761" dirty="0">
                <a:latin typeface="Times New Roman"/>
                <a:cs typeface="Times New Roman"/>
              </a:rPr>
              <a:t>t.</a:t>
            </a:r>
          </a:p>
        </p:txBody>
      </p:sp>
    </p:spTree>
    <p:extLst>
      <p:ext uri="{BB962C8B-B14F-4D97-AF65-F5344CB8AC3E}">
        <p14:creationId xmlns:p14="http://schemas.microsoft.com/office/powerpoint/2010/main" val="970591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54200" y="1600200"/>
            <a:ext cx="13944600" cy="14106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219">
              <a:lnSpc>
                <a:spcPts val="4383"/>
              </a:lnSpc>
            </a:pPr>
            <a:r>
              <a:rPr sz="3681" spc="-23" dirty="0">
                <a:solidFill>
                  <a:srgbClr val="2E5395"/>
                </a:solidFill>
                <a:latin typeface="Times New Roman"/>
                <a:cs typeface="Times New Roman"/>
              </a:rPr>
              <a:t>Result</a:t>
            </a:r>
            <a:endParaRPr sz="368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endParaRPr lang="en-US" sz="2761" dirty="0">
              <a:latin typeface="Times New Roman"/>
              <a:cs typeface="Times New Roman"/>
            </a:endParaRPr>
          </a:p>
          <a:p>
            <a:pPr marL="29219">
              <a:lnSpc>
                <a:spcPts val="3278"/>
              </a:lnSpc>
            </a:pPr>
            <a:r>
              <a:rPr sz="2761" dirty="0">
                <a:latin typeface="Times New Roman"/>
                <a:cs typeface="Times New Roman"/>
              </a:rPr>
              <a:t>You should see</a:t>
            </a:r>
            <a:r>
              <a:rPr sz="2761" spc="35" dirty="0">
                <a:latin typeface="Times New Roman"/>
                <a:cs typeface="Times New Roman"/>
              </a:rPr>
              <a:t> 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our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L</a:t>
            </a:r>
            <a:r>
              <a:rPr sz="2761" spc="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D b</a:t>
            </a:r>
            <a:r>
              <a:rPr sz="2761" spc="-23" dirty="0">
                <a:latin typeface="Times New Roman"/>
                <a:cs typeface="Times New Roman"/>
              </a:rPr>
              <a:t>r</a:t>
            </a:r>
            <a:r>
              <a:rPr sz="2761" dirty="0">
                <a:latin typeface="Times New Roman"/>
                <a:cs typeface="Times New Roman"/>
              </a:rPr>
              <a:t>i</a:t>
            </a:r>
            <a:r>
              <a:rPr sz="2761" spc="-23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ht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spc="-12" dirty="0">
                <a:latin typeface="Times New Roman"/>
                <a:cs typeface="Times New Roman"/>
              </a:rPr>
              <a:t>e</a:t>
            </a:r>
            <a:r>
              <a:rPr sz="2761" dirty="0">
                <a:latin typeface="Times New Roman"/>
                <a:cs typeface="Times New Roman"/>
              </a:rPr>
              <a:t>ss ch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n</a:t>
            </a:r>
            <a:r>
              <a:rPr sz="2761" dirty="0">
                <a:latin typeface="Times New Roman"/>
                <a:cs typeface="Times New Roman"/>
              </a:rPr>
              <a:t>ge</a:t>
            </a:r>
            <a:r>
              <a:rPr sz="2761" spc="12" dirty="0">
                <a:latin typeface="Times New Roman"/>
                <a:cs typeface="Times New Roman"/>
              </a:rPr>
              <a:t> </a:t>
            </a:r>
            <a:r>
              <a:rPr sz="2761" spc="-35" dirty="0">
                <a:latin typeface="Times New Roman"/>
                <a:cs typeface="Times New Roman"/>
              </a:rPr>
              <a:t>g</a:t>
            </a:r>
            <a:r>
              <a:rPr sz="2761" dirty="0">
                <a:latin typeface="Times New Roman"/>
                <a:cs typeface="Times New Roman"/>
              </a:rPr>
              <a:t>r</a:t>
            </a:r>
            <a:r>
              <a:rPr sz="2761" spc="-23" dirty="0">
                <a:latin typeface="Times New Roman"/>
                <a:cs typeface="Times New Roman"/>
              </a:rPr>
              <a:t>a</a:t>
            </a:r>
            <a:r>
              <a:rPr sz="2761" spc="23" dirty="0">
                <a:latin typeface="Times New Roman"/>
                <a:cs typeface="Times New Roman"/>
              </a:rPr>
              <a:t>d</a:t>
            </a:r>
            <a:r>
              <a:rPr sz="2761" dirty="0">
                <a:latin typeface="Times New Roman"/>
                <a:cs typeface="Times New Roman"/>
              </a:rPr>
              <a:t>u</a:t>
            </a:r>
            <a:r>
              <a:rPr sz="2761" spc="-12" dirty="0">
                <a:latin typeface="Times New Roman"/>
                <a:cs typeface="Times New Roman"/>
              </a:rPr>
              <a:t>a</a:t>
            </a:r>
            <a:r>
              <a:rPr sz="2761" dirty="0">
                <a:latin typeface="Times New Roman"/>
                <a:cs typeface="Times New Roman"/>
              </a:rPr>
              <a:t>l</a:t>
            </a:r>
            <a:r>
              <a:rPr sz="2761" spc="35" dirty="0">
                <a:latin typeface="Times New Roman"/>
                <a:cs typeface="Times New Roman"/>
              </a:rPr>
              <a:t>l</a:t>
            </a:r>
            <a:r>
              <a:rPr sz="2761" spc="-58" dirty="0">
                <a:latin typeface="Times New Roman"/>
                <a:cs typeface="Times New Roman"/>
              </a:rPr>
              <a:t>y</a:t>
            </a:r>
            <a:r>
              <a:rPr sz="2761" dirty="0">
                <a:latin typeface="Times New Roman"/>
                <a:cs typeface="Times New Roman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996</Words>
  <Application>Microsoft Office PowerPoint</Application>
  <PresentationFormat>Custom</PresentationFormat>
  <Paragraphs>70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Shikha Atwal</cp:lastModifiedBy>
  <cp:revision>4</cp:revision>
  <dcterms:created xsi:type="dcterms:W3CDTF">2024-07-02T13:00:49Z</dcterms:created>
  <dcterms:modified xsi:type="dcterms:W3CDTF">2024-07-13T12:56:55Z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2024-07-02T00:00:00Z</vt:filetime>
  </property>
  <property fmtid="{D5CDD505-2E9C-101B-9397-08002B2CF9AE}" pid="3" name="LastSaved">
    <vt:filetime>2024-07-02T00:00:00Z</vt:filetime>
  </property>
</Properties>
</file>