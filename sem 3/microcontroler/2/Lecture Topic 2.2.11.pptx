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57" r:id="rId4"/>
    <p:sldId id="262" r:id="rId5"/>
    <p:sldId id="258" r:id="rId6"/>
    <p:sldId id="263" r:id="rId7"/>
    <p:sldId id="264" r:id="rId8"/>
    <p:sldId id="259" r:id="rId9"/>
    <p:sldId id="260" r:id="rId10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5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0025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3458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9821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707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366712"/>
            <a:ext cx="14905038" cy="16108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34058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T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44"/>
              </a:spcBef>
            </a:pPr>
            <a:endParaRPr sz="4026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provid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four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time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manipulation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556706"/>
              </p:ext>
            </p:extLst>
          </p:nvPr>
        </p:nvGraphicFramePr>
        <p:xfrm>
          <a:off x="1397000" y="2133600"/>
          <a:ext cx="15087600" cy="754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sz="2760" b="1" dirty="0">
                          <a:latin typeface="Times New Roman"/>
                          <a:cs typeface="Times New Roman"/>
                        </a:rPr>
                        <a:t>S.No.</a:t>
                      </a:r>
                      <a:endParaRPr sz="276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7505">
                        <a:lnSpc>
                          <a:spcPct val="100000"/>
                        </a:lnSpc>
                      </a:pPr>
                      <a:r>
                        <a:rPr sz="2760" b="1" spc="-1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tions</a:t>
                      </a:r>
                      <a:endParaRPr sz="276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6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cr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760" b="1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tion</a:t>
                      </a:r>
                      <a:endParaRPr sz="276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76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lay()</a:t>
                      </a:r>
                      <a:endParaRPr sz="276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66675" algn="just">
                        <a:lnSpc>
                          <a:spcPct val="1439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76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2760" spc="1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276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e 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lay()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fu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276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wo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ks </a:t>
                      </a:r>
                      <a:r>
                        <a:rPr sz="276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76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760" spc="15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276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mpl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. </a:t>
                      </a:r>
                      <a:r>
                        <a:rPr sz="276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3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76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pts </a:t>
                      </a:r>
                      <a:r>
                        <a:rPr sz="276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 sin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le </a:t>
                      </a:r>
                      <a:r>
                        <a:rPr sz="276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76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76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numbe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) </a:t>
                      </a:r>
                      <a:r>
                        <a:rPr sz="276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ument. </a:t>
                      </a:r>
                      <a:r>
                        <a:rPr sz="276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276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nu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76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pr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nts </a:t>
                      </a:r>
                      <a:r>
                        <a:rPr sz="276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time 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sur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d in millis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onds).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76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layMi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cr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onds()</a:t>
                      </a:r>
                      <a:endParaRPr sz="276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65405" algn="just">
                        <a:lnSpc>
                          <a:spcPct val="1438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layMi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cr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60" b="1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onds()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fun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tion  </a:t>
                      </a:r>
                      <a:r>
                        <a:rPr sz="276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pts  </a:t>
                      </a:r>
                      <a:r>
                        <a:rPr sz="276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276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sin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le  </a:t>
                      </a:r>
                      <a:r>
                        <a:rPr sz="276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int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 </a:t>
                      </a:r>
                      <a:r>
                        <a:rPr sz="276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numbe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)  </a:t>
                      </a:r>
                      <a:r>
                        <a:rPr sz="276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ument.  </a:t>
                      </a:r>
                      <a:r>
                        <a:rPr sz="276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re  </a:t>
                      </a:r>
                      <a:r>
                        <a:rPr sz="276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e  </a:t>
                      </a:r>
                      <a:r>
                        <a:rPr sz="276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  </a:t>
                      </a:r>
                      <a:r>
                        <a:rPr sz="276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thous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nd  </a:t>
                      </a:r>
                      <a:r>
                        <a:rPr sz="276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ros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onds  </a:t>
                      </a:r>
                      <a:r>
                        <a:rPr sz="276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in  </a:t>
                      </a:r>
                      <a:r>
                        <a:rPr sz="276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 millise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ond,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nd a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milli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 mi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ros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onds in a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nd.</a:t>
                      </a:r>
                      <a:endParaRPr sz="276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760" b="1" spc="-2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illis()</a:t>
                      </a:r>
                      <a:endParaRPr sz="276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63500">
                        <a:lnSpc>
                          <a:spcPct val="1442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sz="276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fun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276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276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276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76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turn </a:t>
                      </a:r>
                      <a:r>
                        <a:rPr sz="276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76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number </a:t>
                      </a:r>
                      <a:r>
                        <a:rPr sz="276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276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millise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onds </a:t>
                      </a:r>
                      <a:r>
                        <a:rPr sz="276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276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time, the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duino boa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ins runni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urr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nt pro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m.</a:t>
                      </a:r>
                      <a:endParaRPr sz="276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2760" b="1" spc="-2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2760" b="1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b="1" dirty="0">
                          <a:latin typeface="Times New Roman"/>
                          <a:cs typeface="Times New Roman"/>
                        </a:rPr>
                        <a:t>os()</a:t>
                      </a:r>
                      <a:endParaRPr sz="276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marR="67945" algn="just">
                        <a:lnSpc>
                          <a:spcPct val="143900"/>
                        </a:lnSpc>
                      </a:pPr>
                      <a:r>
                        <a:rPr sz="27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6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ros()</a:t>
                      </a:r>
                      <a:r>
                        <a:rPr sz="276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fu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tion</a:t>
                      </a:r>
                      <a:r>
                        <a:rPr sz="276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urns</a:t>
                      </a:r>
                      <a:r>
                        <a:rPr sz="276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276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numb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76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mi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os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onds</a:t>
                      </a:r>
                      <a:r>
                        <a:rPr sz="276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rom</a:t>
                      </a:r>
                      <a:r>
                        <a:rPr sz="276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time, </a:t>
                      </a:r>
                      <a:r>
                        <a:rPr sz="276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760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duino </a:t>
                      </a:r>
                      <a:r>
                        <a:rPr sz="276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bo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rd </a:t>
                      </a:r>
                      <a:r>
                        <a:rPr sz="276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ins </a:t>
                      </a:r>
                      <a:r>
                        <a:rPr sz="276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runni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276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2760" spc="-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urr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nt </a:t>
                      </a:r>
                      <a:r>
                        <a:rPr sz="276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prog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m. </a:t>
                      </a:r>
                      <a:r>
                        <a:rPr sz="2760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This number </a:t>
                      </a:r>
                      <a:r>
                        <a:rPr sz="276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ov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lows 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i.e. </a:t>
                      </a:r>
                      <a:r>
                        <a:rPr sz="276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ac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k 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276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ro </a:t>
                      </a:r>
                      <a:r>
                        <a:rPr sz="276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ft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276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ppro</a:t>
                      </a:r>
                      <a:r>
                        <a:rPr sz="2760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im</a:t>
                      </a:r>
                      <a:r>
                        <a:rPr sz="276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te</a:t>
                      </a:r>
                      <a:r>
                        <a:rPr sz="2760" spc="10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276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760" dirty="0">
                          <a:latin typeface="Times New Roman"/>
                          <a:cs typeface="Times New Roman"/>
                        </a:rPr>
                        <a:t>70 minutes.</a:t>
                      </a:r>
                    </a:p>
                  </a:txBody>
                  <a:tcPr marL="0" marR="0" marT="0" marB="0">
                    <a:lnL w="7365">
                      <a:solidFill>
                        <a:srgbClr val="000000"/>
                      </a:solidFill>
                      <a:prstDash val="solid"/>
                    </a:lnL>
                    <a:lnR w="7365">
                      <a:solidFill>
                        <a:srgbClr val="000000"/>
                      </a:solidFill>
                      <a:prstDash val="solid"/>
                    </a:lnR>
                    <a:lnT w="7365">
                      <a:solidFill>
                        <a:srgbClr val="000000"/>
                      </a:solidFill>
                      <a:prstDash val="solid"/>
                    </a:lnT>
                    <a:lnB w="736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685800"/>
            <a:ext cx="14630400" cy="8954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1. delay() function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3221"/>
              </a:spcBef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cce</a:t>
            </a:r>
            <a:r>
              <a:rPr sz="2761" dirty="0">
                <a:latin typeface="Times New Roman"/>
                <a:cs typeface="Times New Roman"/>
              </a:rPr>
              <a:t>pts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(or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nt.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onds).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 should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  until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moving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 the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line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ounte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</a:t>
            </a:r>
            <a:r>
              <a:rPr sz="2761" spc="-12" dirty="0">
                <a:latin typeface="Times New Roman"/>
                <a:cs typeface="Times New Roman"/>
              </a:rPr>
              <a:t>we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robl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is,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ood </a:t>
            </a:r>
            <a:r>
              <a:rPr sz="2761" spc="-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make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 </a:t>
            </a:r>
            <a:r>
              <a:rPr sz="2761" spc="-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eca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is known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“</a:t>
            </a:r>
            <a:r>
              <a:rPr sz="2761" dirty="0">
                <a:latin typeface="Times New Roman"/>
                <a:cs typeface="Times New Roman"/>
              </a:rPr>
              <a:t>blocking”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 algn="just"/>
            <a:r>
              <a:rPr sz="2761" b="1" dirty="0">
                <a:latin typeface="Times New Roman"/>
                <a:cs typeface="Times New Roman"/>
              </a:rPr>
              <a:t>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lay()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S</a:t>
            </a:r>
            <a:r>
              <a:rPr sz="2761" b="1" spc="-35" dirty="0">
                <a:latin typeface="Times New Roman"/>
                <a:cs typeface="Times New Roman"/>
              </a:rPr>
              <a:t>y</a:t>
            </a:r>
            <a:r>
              <a:rPr sz="2761" b="1" dirty="0">
                <a:latin typeface="Times New Roman"/>
                <a:cs typeface="Times New Roman"/>
              </a:rPr>
              <a:t>ntax</a:t>
            </a:r>
            <a:endParaRPr sz="2761" dirty="0">
              <a:latin typeface="Times New Roman"/>
              <a:cs typeface="Times New Roman"/>
            </a:endParaRPr>
          </a:p>
          <a:p>
            <a:pPr marR="9965102" algn="ctr">
              <a:spcBef>
                <a:spcPts val="1403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(ms</a:t>
            </a:r>
            <a:r>
              <a:rPr sz="2761" spc="-12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 algn="just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s </a:t>
            </a:r>
            <a:r>
              <a:rPr sz="2761" dirty="0">
                <a:latin typeface="Times New Roman"/>
                <a:cs typeface="Times New Roman"/>
              </a:rPr>
              <a:t>is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in 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 to 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3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Exa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/*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lashing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</a:p>
          <a:p>
            <a:pPr marL="555159" indent="-262970">
              <a:spcBef>
                <a:spcPts val="1461"/>
              </a:spcBef>
              <a:buFont typeface="Times New Roman"/>
              <a:buChar char="*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ns 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light emitting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diode(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</a:p>
          <a:p>
            <a:pPr marL="555159" indent="-262970">
              <a:spcBef>
                <a:spcPts val="1438"/>
              </a:spcBef>
              <a:buFont typeface="Times New Roman"/>
              <a:buChar char="*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pin, in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 of 2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onds. *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297191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49400" y="1216970"/>
            <a:ext cx="14325600" cy="73865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ledPin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13;    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13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ledPin,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TPU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   //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</a:t>
            </a:r>
            <a:r>
              <a:rPr lang="en-US" sz="2761" spc="-23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output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void loop()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1079638" marR="90579">
              <a:lnSpc>
                <a:spcPct val="1436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  <a:r>
              <a:rPr lang="en-US" sz="2761" dirty="0">
                <a:latin typeface="Times New Roman"/>
                <a:cs typeface="Times New Roman"/>
              </a:rPr>
              <a:t>    //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</a:p>
          <a:p>
            <a:pPr marL="1079638" marR="90579">
              <a:lnSpc>
                <a:spcPct val="1436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   //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its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</a:t>
            </a:r>
          </a:p>
          <a:p>
            <a:pPr marL="1079638" marR="90579">
              <a:lnSpc>
                <a:spcPct val="143600"/>
              </a:lnSpc>
              <a:spcBef>
                <a:spcPts val="23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OW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   //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</a:p>
          <a:p>
            <a:pPr marL="1079638" marR="90579">
              <a:lnSpc>
                <a:spcPct val="1436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(100</a:t>
            </a:r>
            <a:r>
              <a:rPr sz="2761" spc="-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);</a:t>
            </a:r>
            <a:r>
              <a:rPr lang="en-US" sz="2761" dirty="0">
                <a:latin typeface="Times New Roman"/>
                <a:cs typeface="Times New Roman"/>
              </a:rPr>
              <a:t>    //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its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</a:t>
            </a:r>
            <a:endParaRPr sz="2761" dirty="0">
              <a:latin typeface="Times New Roman"/>
              <a:cs typeface="Times New Roman"/>
            </a:endParaRP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320800" y="326033"/>
            <a:ext cx="15163800" cy="97609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2. delayMic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osec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() function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319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Mic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onds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pts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single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46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ument.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thous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milli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 in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nd.</a:t>
            </a:r>
          </a:p>
          <a:p>
            <a:pPr marL="29219" marR="13149" algn="just">
              <a:lnSpc>
                <a:spcPct val="1437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Cur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larg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prod</a:t>
            </a:r>
            <a:r>
              <a:rPr sz="2761" spc="-12" dirty="0">
                <a:latin typeface="Times New Roman"/>
                <a:cs typeface="Times New Roman"/>
              </a:rPr>
              <a:t>uc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16383.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futu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thous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nds,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should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inste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 err="1">
                <a:latin typeface="Times New Roman"/>
                <a:cs typeface="Times New Roman"/>
              </a:rPr>
              <a:t>d</a:t>
            </a:r>
            <a:r>
              <a:rPr lang="en-US" sz="2761" b="1" spc="-12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layMi</a:t>
            </a:r>
            <a:r>
              <a:rPr lang="en-US" sz="2761" b="1" spc="-12" dirty="0" err="1">
                <a:latin typeface="Times New Roman"/>
                <a:cs typeface="Times New Roman"/>
              </a:rPr>
              <a:t>cr</a:t>
            </a:r>
            <a:r>
              <a:rPr lang="en-US" sz="2761" b="1" dirty="0" err="1">
                <a:latin typeface="Times New Roman"/>
                <a:cs typeface="Times New Roman"/>
              </a:rPr>
              <a:t>os</a:t>
            </a:r>
            <a:r>
              <a:rPr lang="en-US" sz="2761" b="1" spc="-12" dirty="0" err="1">
                <a:latin typeface="Times New Roman"/>
                <a:cs typeface="Times New Roman"/>
              </a:rPr>
              <a:t>ec</a:t>
            </a:r>
            <a:r>
              <a:rPr lang="en-US" sz="2761" b="1" dirty="0" err="1">
                <a:latin typeface="Times New Roman"/>
                <a:cs typeface="Times New Roman"/>
              </a:rPr>
              <a:t>onds</a:t>
            </a:r>
            <a:r>
              <a:rPr lang="en-US" sz="2761" b="1" dirty="0">
                <a:latin typeface="Times New Roman"/>
                <a:cs typeface="Times New Roman"/>
              </a:rPr>
              <a:t>()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b="1" spc="12" dirty="0">
                <a:latin typeface="Times New Roman"/>
                <a:cs typeface="Times New Roman"/>
              </a:rPr>
              <a:t>f</a:t>
            </a:r>
            <a:r>
              <a:rPr lang="en-US" sz="2761" b="1" dirty="0">
                <a:latin typeface="Times New Roman"/>
                <a:cs typeface="Times New Roman"/>
              </a:rPr>
              <a:t>un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tion Syntax</a:t>
            </a:r>
            <a:endParaRPr lang="en-US" sz="2761" dirty="0">
              <a:latin typeface="Times New Roman"/>
              <a:cs typeface="Times New Roman"/>
            </a:endParaRPr>
          </a:p>
          <a:p>
            <a:pPr marR="4401826" algn="ctr">
              <a:spcBef>
                <a:spcPts val="1380"/>
              </a:spcBef>
            </a:pP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l</a:t>
            </a:r>
            <a:r>
              <a:rPr lang="en-US" sz="2761" spc="46" dirty="0" err="1">
                <a:latin typeface="Times New Roman"/>
                <a:cs typeface="Times New Roman"/>
              </a:rPr>
              <a:t>a</a:t>
            </a:r>
            <a:r>
              <a:rPr lang="en-US" sz="2761" spc="-92" dirty="0" err="1">
                <a:latin typeface="Times New Roman"/>
                <a:cs typeface="Times New Roman"/>
              </a:rPr>
              <a:t>y</a:t>
            </a:r>
            <a:r>
              <a:rPr lang="en-US" sz="2761" dirty="0" err="1">
                <a:latin typeface="Times New Roman"/>
                <a:cs typeface="Times New Roman"/>
              </a:rPr>
              <a:t>M</a:t>
            </a:r>
            <a:r>
              <a:rPr lang="en-US" sz="2761" spc="23" dirty="0" err="1">
                <a:latin typeface="Times New Roman"/>
                <a:cs typeface="Times New Roman"/>
              </a:rPr>
              <a:t>i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rose</a:t>
            </a:r>
            <a:r>
              <a:rPr lang="en-US" sz="2761" spc="-12" dirty="0" err="1">
                <a:latin typeface="Times New Roman"/>
                <a:cs typeface="Times New Roman"/>
              </a:rPr>
              <a:t>c</a:t>
            </a:r>
            <a:r>
              <a:rPr lang="en-US" sz="2761" dirty="0" err="1">
                <a:latin typeface="Times New Roman"/>
                <a:cs typeface="Times New Roman"/>
              </a:rPr>
              <a:t>onds</a:t>
            </a:r>
            <a:r>
              <a:rPr lang="en-US" sz="2761" dirty="0">
                <a:latin typeface="Times New Roman"/>
                <a:cs typeface="Times New Roman"/>
              </a:rPr>
              <a:t> (us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b="1" dirty="0">
                <a:latin typeface="Times New Roman"/>
                <a:cs typeface="Times New Roman"/>
              </a:rPr>
              <a:t>us </a:t>
            </a:r>
            <a:r>
              <a:rPr lang="en-US" sz="2761" dirty="0">
                <a:latin typeface="Times New Roman"/>
                <a:cs typeface="Times New Roman"/>
              </a:rPr>
              <a:t>is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number of mic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 to p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(unsi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int)</a:t>
            </a:r>
            <a:endParaRPr lang="en-US" sz="2646" dirty="0">
              <a:latin typeface="Times New Roman"/>
              <a:cs typeface="Times New Roman"/>
            </a:endParaRPr>
          </a:p>
          <a:p>
            <a:pPr marL="29219" marR="13149" algn="just">
              <a:lnSpc>
                <a:spcPct val="143700"/>
              </a:lnSpc>
              <a:spcBef>
                <a:spcPts val="12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2761" b="1" dirty="0">
                <a:latin typeface="Times New Roman"/>
                <a:cs typeface="Times New Roman"/>
              </a:rPr>
              <a:t>Exa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1" dirty="0">
                <a:latin typeface="Times New Roman"/>
                <a:cs typeface="Times New Roman"/>
              </a:rPr>
              <a:t>/* 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lashing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</a:p>
          <a:p>
            <a:pPr marL="555159" indent="-262970">
              <a:spcBef>
                <a:spcPts val="1438"/>
              </a:spcBef>
              <a:buFont typeface="Times New Roman"/>
              <a:buChar char="*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Tu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ns 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</a:t>
            </a:r>
            <a:r>
              <a:rPr lang="en-US" sz="2761" spc="-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light emitting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diode(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)</a:t>
            </a:r>
            <a:r>
              <a:rPr lang="en-US" sz="2761" spc="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</a:p>
          <a:p>
            <a:pPr marL="555159" indent="-262970">
              <a:spcBef>
                <a:spcPts val="1472"/>
              </a:spcBef>
              <a:buFont typeface="Times New Roman"/>
              <a:buChar char="*"/>
              <a:tabLst>
                <a:tab pos="55515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pin, in 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 of 1 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onds. *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73397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917501" y="1295400"/>
            <a:ext cx="13812820" cy="72599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ledPin</a:t>
            </a:r>
            <a:r>
              <a:rPr lang="en-US" sz="2761" dirty="0">
                <a:latin typeface="Times New Roman"/>
                <a:cs typeface="Times New Roman"/>
              </a:rPr>
              <a:t>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13; //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ted to d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pin 13</a:t>
            </a:r>
          </a:p>
          <a:p>
            <a:pPr marL="29219"/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8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pinMode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ledPin, O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PU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); 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pin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output</a:t>
            </a:r>
          </a:p>
          <a:p>
            <a:pPr marL="2921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endParaRPr lang="en-US" sz="2761" spc="-23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89" marR="1690313">
              <a:lnSpc>
                <a:spcPct val="1436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 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sets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on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1690313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46" dirty="0" err="1">
                <a:latin typeface="Times New Roman"/>
                <a:cs typeface="Times New Roman"/>
              </a:rPr>
              <a:t>a</a:t>
            </a:r>
            <a:r>
              <a:rPr sz="2761" spc="-92" dirty="0" err="1">
                <a:latin typeface="Times New Roman"/>
                <a:cs typeface="Times New Roman"/>
              </a:rPr>
              <a:t>y</a:t>
            </a:r>
            <a:r>
              <a:rPr sz="2761" dirty="0" err="1">
                <a:latin typeface="Times New Roman"/>
                <a:cs typeface="Times New Roman"/>
              </a:rPr>
              <a:t>M</a:t>
            </a:r>
            <a:r>
              <a:rPr sz="2761" spc="23" dirty="0" err="1">
                <a:latin typeface="Times New Roman"/>
                <a:cs typeface="Times New Roman"/>
              </a:rPr>
              <a:t>i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rose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onds</a:t>
            </a:r>
            <a:r>
              <a:rPr sz="2761" dirty="0">
                <a:latin typeface="Times New Roman"/>
                <a:cs typeface="Times New Roman"/>
              </a:rPr>
              <a:t>(1</a:t>
            </a:r>
            <a:r>
              <a:rPr sz="2761" spc="12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00);</a:t>
            </a:r>
            <a:r>
              <a:rPr lang="en-US" sz="2761" dirty="0">
                <a:latin typeface="Times New Roman"/>
                <a:cs typeface="Times New Roman"/>
              </a:rPr>
              <a:t>  </a:t>
            </a:r>
            <a:r>
              <a:rPr sz="2761" dirty="0">
                <a:latin typeface="Times New Roman"/>
                <a:cs typeface="Times New Roman"/>
              </a:rPr>
              <a:t>//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1690313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di</a:t>
            </a:r>
            <a:r>
              <a:rPr sz="2761" spc="-23" dirty="0" err="1">
                <a:latin typeface="Times New Roman"/>
                <a:cs typeface="Times New Roman"/>
              </a:rPr>
              <a:t>g</a:t>
            </a:r>
            <a:r>
              <a:rPr sz="2761" dirty="0" err="1">
                <a:latin typeface="Times New Roman"/>
                <a:cs typeface="Times New Roman"/>
              </a:rPr>
              <a:t>it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dPin,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OW); 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1690313">
              <a:lnSpc>
                <a:spcPct val="143600"/>
              </a:lnSpc>
              <a:spcBef>
                <a:spcPts val="12"/>
              </a:spcBef>
            </a:pPr>
            <a:r>
              <a:rPr sz="2761" dirty="0" err="1">
                <a:latin typeface="Times New Roman"/>
                <a:cs typeface="Times New Roman"/>
              </a:rPr>
              <a:t>d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46" dirty="0" err="1">
                <a:latin typeface="Times New Roman"/>
                <a:cs typeface="Times New Roman"/>
              </a:rPr>
              <a:t>a</a:t>
            </a:r>
            <a:r>
              <a:rPr sz="2761" spc="-92" dirty="0" err="1">
                <a:latin typeface="Times New Roman"/>
                <a:cs typeface="Times New Roman"/>
              </a:rPr>
              <a:t>y</a:t>
            </a:r>
            <a:r>
              <a:rPr sz="2761" dirty="0" err="1">
                <a:latin typeface="Times New Roman"/>
                <a:cs typeface="Times New Roman"/>
              </a:rPr>
              <a:t>M</a:t>
            </a:r>
            <a:r>
              <a:rPr sz="2761" spc="23" dirty="0" err="1">
                <a:latin typeface="Times New Roman"/>
                <a:cs typeface="Times New Roman"/>
              </a:rPr>
              <a:t>i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rose</a:t>
            </a:r>
            <a:r>
              <a:rPr sz="2761" spc="-12" dirty="0" err="1">
                <a:latin typeface="Times New Roman"/>
                <a:cs typeface="Times New Roman"/>
              </a:rPr>
              <a:t>c</a:t>
            </a:r>
            <a:r>
              <a:rPr sz="2761" dirty="0" err="1">
                <a:latin typeface="Times New Roman"/>
                <a:cs typeface="Times New Roman"/>
              </a:rPr>
              <a:t>onds</a:t>
            </a:r>
            <a:r>
              <a:rPr sz="2761" dirty="0">
                <a:latin typeface="Times New Roman"/>
                <a:cs typeface="Times New Roman"/>
              </a:rPr>
              <a:t>(1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00); 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//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473200" y="1447800"/>
            <a:ext cx="14782800" cy="5186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3. 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illi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s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() function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>
              <a:lnSpc>
                <a:spcPct val="150000"/>
              </a:lnSpc>
              <a:spcBef>
                <a:spcPts val="3198"/>
              </a:spcBef>
            </a:pPr>
            <a:r>
              <a:rPr sz="2761" dirty="0">
                <a:latin typeface="Times New Roman"/>
                <a:cs typeface="Times New Roman"/>
              </a:rPr>
              <a:t>This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 the n</a:t>
            </a:r>
            <a:r>
              <a:rPr sz="2761" spc="-12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millis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time,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boa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ins running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pr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 This numb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ov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ws i.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to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ppro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50 d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>
              <a:lnSpc>
                <a:spcPct val="15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b="1" spc="-46" dirty="0" err="1">
                <a:latin typeface="Times New Roman"/>
                <a:cs typeface="Times New Roman"/>
              </a:rPr>
              <a:t>m</a:t>
            </a:r>
            <a:r>
              <a:rPr sz="2761" b="1" dirty="0" err="1">
                <a:latin typeface="Times New Roman"/>
                <a:cs typeface="Times New Roman"/>
              </a:rPr>
              <a:t>illis</a:t>
            </a:r>
            <a:r>
              <a:rPr sz="2761" b="1" dirty="0">
                <a:latin typeface="Times New Roman"/>
                <a:cs typeface="Times New Roman"/>
              </a:rPr>
              <a:t>()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Syntax</a:t>
            </a:r>
            <a:endParaRPr lang="en-US" sz="2761" b="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lang="en-US" sz="2761" dirty="0" err="1">
                <a:latin typeface="Times New Roman"/>
                <a:cs typeface="Times New Roman"/>
              </a:rPr>
              <a:t>millis</a:t>
            </a:r>
            <a:r>
              <a:rPr lang="en-US" sz="2761" dirty="0">
                <a:latin typeface="Times New Roman"/>
                <a:cs typeface="Times New Roman"/>
              </a:rPr>
              <a:t> () ;</a:t>
            </a:r>
          </a:p>
          <a:p>
            <a:pPr marL="29219">
              <a:lnSpc>
                <a:spcPct val="150000"/>
              </a:lnSpc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This fun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turns millise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onds 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sta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f the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</a:t>
            </a:r>
            <a:r>
              <a:rPr lang="en-US" sz="2761" spc="12" dirty="0">
                <a:latin typeface="Times New Roman"/>
                <a:cs typeface="Times New Roman"/>
              </a:rPr>
              <a:t>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m.</a:t>
            </a:r>
            <a:endParaRPr lang="en-US" sz="2646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308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1320800" y="1371600"/>
            <a:ext cx="15544800" cy="793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lang="en-US" sz="2761" b="1" dirty="0">
                <a:latin typeface="Times New Roman"/>
                <a:cs typeface="Times New Roman"/>
              </a:rPr>
              <a:t>Exa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ple</a:t>
            </a: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unsi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lo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time;</a:t>
            </a: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9">
              <a:spcBef>
                <a:spcPts val="1403"/>
              </a:spcBef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>
              <a:spcBef>
                <a:spcPts val="127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loop()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89">
              <a:spcBef>
                <a:spcPts val="1438"/>
              </a:spcBef>
              <a:tabLst>
                <a:tab pos="6340499" algn="l"/>
              </a:tabLst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23" dirty="0">
                <a:latin typeface="Times New Roman"/>
                <a:cs typeface="Times New Roman"/>
              </a:rPr>
              <a:t>: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89">
              <a:spcBef>
                <a:spcPts val="1438"/>
              </a:spcBef>
              <a:tabLst>
                <a:tab pos="634049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me =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millis</a:t>
            </a:r>
            <a:r>
              <a:rPr lang="en-US" sz="2761" dirty="0">
                <a:latin typeface="Times New Roman"/>
                <a:cs typeface="Times New Roman"/>
              </a:rPr>
              <a:t>();                //prints 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since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ra</a:t>
            </a:r>
            <a:r>
              <a:rPr lang="en-US" sz="2761" dirty="0">
                <a:latin typeface="Times New Roman"/>
                <a:cs typeface="Times New Roman"/>
              </a:rPr>
              <a:t>m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</a:p>
          <a:p>
            <a:pPr marL="292189" marR="11688">
              <a:lnSpc>
                <a:spcPct val="143300"/>
              </a:lnSpc>
              <a:spcBef>
                <a:spcPts val="23"/>
              </a:spcBef>
              <a:tabLst>
                <a:tab pos="4236739" algn="l"/>
              </a:tabLst>
            </a:pP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);        //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 so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not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send 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ssive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mounts of 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</a:p>
          <a:p>
            <a:pPr marL="292189" marR="11688">
              <a:lnSpc>
                <a:spcPct val="143300"/>
              </a:lnSpc>
              <a:spcBef>
                <a:spcPts val="23"/>
              </a:spcBef>
              <a:tabLst>
                <a:tab pos="4236739" algn="l"/>
              </a:tabLst>
            </a:pP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751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625600" y="1066800"/>
            <a:ext cx="14782800" cy="7144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4. 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ic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ros() function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700"/>
              </a:lnSpc>
              <a:spcBef>
                <a:spcPts val="3221"/>
              </a:spcBef>
            </a:pP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-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onds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rom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time,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-25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ins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runni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 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m.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 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lows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i.e.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 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ppro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70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minu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16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MHz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</a:t>
            </a:r>
            <a:r>
              <a:rPr sz="2761" spc="-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o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mil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nove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no),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solution</a:t>
            </a:r>
            <a:r>
              <a:rPr sz="2761" spc="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four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(i.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33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fou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).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8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MHz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no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.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d),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solution </a:t>
            </a:r>
            <a:r>
              <a:rPr sz="2761" spc="-11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onds.</a:t>
            </a:r>
          </a:p>
          <a:p>
            <a:pPr>
              <a:lnSpc>
                <a:spcPct val="100000"/>
              </a:lnSpc>
            </a:pPr>
            <a:endParaRPr sz="2761" dirty="0">
              <a:latin typeface="Times New Roman"/>
              <a:cs typeface="Times New Roman"/>
            </a:endParaRPr>
          </a:p>
          <a:p>
            <a:pPr>
              <a:spcBef>
                <a:spcPts val="55"/>
              </a:spcBef>
            </a:pPr>
            <a:endParaRPr sz="2646" dirty="0">
              <a:latin typeface="Times New Roman"/>
              <a:cs typeface="Times New Roman"/>
            </a:endParaRPr>
          </a:p>
          <a:p>
            <a:pPr marL="29219" algn="just"/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os()</a:t>
            </a:r>
            <a:r>
              <a:rPr sz="2761" b="1" spc="-23" dirty="0">
                <a:latin typeface="Times New Roman"/>
                <a:cs typeface="Times New Roman"/>
              </a:rPr>
              <a:t> 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un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tion Syntax</a:t>
            </a:r>
            <a:endParaRPr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380"/>
              </a:spcBef>
            </a:pPr>
            <a:r>
              <a:rPr lang="en-US" sz="2761" dirty="0">
                <a:latin typeface="Times New Roman"/>
                <a:cs typeface="Times New Roman"/>
              </a:rPr>
              <a:t>	</a:t>
            </a:r>
            <a:r>
              <a:rPr sz="2761" dirty="0">
                <a:latin typeface="Times New Roman"/>
                <a:cs typeface="Times New Roman"/>
              </a:rPr>
              <a:t>mi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;</a:t>
            </a:r>
          </a:p>
          <a:p>
            <a:pPr marL="29219" algn="just">
              <a:spcBef>
                <a:spcPts val="1461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This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turns n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mic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 sin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unsi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lo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E043DF-96AB-D755-B6D1-190CB86603E6}"/>
              </a:ext>
            </a:extLst>
          </p:cNvPr>
          <p:cNvSpPr txBox="1"/>
          <p:nvPr/>
        </p:nvSpPr>
        <p:spPr>
          <a:xfrm>
            <a:off x="1930400" y="609600"/>
            <a:ext cx="13944600" cy="9064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9"/>
            <a:r>
              <a:rPr lang="en-US" sz="2760" b="1" dirty="0">
                <a:latin typeface="Times New Roman"/>
                <a:cs typeface="Times New Roman"/>
              </a:rPr>
              <a:t>Exa</a:t>
            </a:r>
            <a:r>
              <a:rPr lang="en-US" sz="2760" b="1" spc="-46" dirty="0">
                <a:latin typeface="Times New Roman"/>
                <a:cs typeface="Times New Roman"/>
              </a:rPr>
              <a:t>m</a:t>
            </a:r>
            <a:r>
              <a:rPr lang="en-US" sz="2760" b="1" dirty="0">
                <a:latin typeface="Times New Roman"/>
                <a:cs typeface="Times New Roman"/>
              </a:rPr>
              <a:t>ple</a:t>
            </a:r>
            <a:endParaRPr lang="en-US" sz="2760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endParaRPr lang="en-US" sz="2760" dirty="0">
              <a:latin typeface="Times New Roman"/>
              <a:cs typeface="Times New Roman"/>
            </a:endParaRPr>
          </a:p>
          <a:p>
            <a:pPr marL="29219">
              <a:spcBef>
                <a:spcPts val="1380"/>
              </a:spcBef>
            </a:pPr>
            <a:r>
              <a:rPr lang="en-US" sz="2760" dirty="0">
                <a:latin typeface="Times New Roman"/>
                <a:cs typeface="Times New Roman"/>
              </a:rPr>
              <a:t>unsi</a:t>
            </a:r>
            <a:r>
              <a:rPr lang="en-US" sz="2760" spc="-35" dirty="0">
                <a:latin typeface="Times New Roman"/>
                <a:cs typeface="Times New Roman"/>
              </a:rPr>
              <a:t>g</a:t>
            </a:r>
            <a:r>
              <a:rPr lang="en-US" sz="2760" dirty="0">
                <a:latin typeface="Times New Roman"/>
                <a:cs typeface="Times New Roman"/>
              </a:rPr>
              <a:t>n</a:t>
            </a:r>
            <a:r>
              <a:rPr lang="en-US" sz="2760" spc="-12" dirty="0">
                <a:latin typeface="Times New Roman"/>
                <a:cs typeface="Times New Roman"/>
              </a:rPr>
              <a:t>e</a:t>
            </a:r>
            <a:r>
              <a:rPr lang="en-US" sz="2760" dirty="0">
                <a:latin typeface="Times New Roman"/>
                <a:cs typeface="Times New Roman"/>
              </a:rPr>
              <a:t>d lo</a:t>
            </a:r>
            <a:r>
              <a:rPr lang="en-US" sz="2760" spc="23" dirty="0">
                <a:latin typeface="Times New Roman"/>
                <a:cs typeface="Times New Roman"/>
              </a:rPr>
              <a:t>n</a:t>
            </a:r>
            <a:r>
              <a:rPr lang="en-US" sz="2760" dirty="0">
                <a:latin typeface="Times New Roman"/>
                <a:cs typeface="Times New Roman"/>
              </a:rPr>
              <a:t>g</a:t>
            </a:r>
            <a:r>
              <a:rPr lang="en-US" sz="2760" spc="-35" dirty="0">
                <a:latin typeface="Times New Roman"/>
                <a:cs typeface="Times New Roman"/>
              </a:rPr>
              <a:t> </a:t>
            </a:r>
            <a:r>
              <a:rPr lang="en-US" sz="2760" dirty="0">
                <a:latin typeface="Times New Roman"/>
                <a:cs typeface="Times New Roman"/>
              </a:rPr>
              <a:t>time;</a:t>
            </a:r>
          </a:p>
          <a:p>
            <a:pPr marL="292189" marR="11688" indent="-262970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292189" marR="11688" indent="-262970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89" marR="11688" indent="-262970">
              <a:lnSpc>
                <a:spcPct val="144200"/>
              </a:lnSpc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l.b</a:t>
            </a:r>
            <a:r>
              <a:rPr lang="en-US" sz="2761" spc="12" dirty="0" err="1">
                <a:latin typeface="Times New Roman"/>
                <a:cs typeface="Times New Roman"/>
              </a:rPr>
              <a:t>e</a:t>
            </a:r>
            <a:r>
              <a:rPr lang="en-US" sz="2761" spc="-35" dirty="0" err="1">
                <a:latin typeface="Times New Roman"/>
                <a:cs typeface="Times New Roman"/>
              </a:rPr>
              <a:t>g</a:t>
            </a:r>
            <a:r>
              <a:rPr lang="en-US" sz="2761" dirty="0" err="1">
                <a:latin typeface="Times New Roman"/>
                <a:cs typeface="Times New Roman"/>
              </a:rPr>
              <a:t>in</a:t>
            </a:r>
            <a:r>
              <a:rPr lang="en-US" sz="2761" dirty="0">
                <a:latin typeface="Times New Roman"/>
                <a:cs typeface="Times New Roman"/>
              </a:rPr>
              <a:t>(9600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89" marR="11688" indent="-262970">
              <a:lnSpc>
                <a:spcPct val="1438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void loop()</a:t>
            </a:r>
            <a:endParaRPr lang="en-US" sz="2761" spc="-23" dirty="0">
              <a:latin typeface="Times New Roman"/>
              <a:cs typeface="Times New Roman"/>
            </a:endParaRP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</a:t>
            </a:r>
            <a:r>
              <a:rPr lang="en-US" sz="2761" dirty="0">
                <a:latin typeface="Times New Roman"/>
                <a:cs typeface="Times New Roman"/>
              </a:rPr>
              <a:t>(</a:t>
            </a:r>
            <a:r>
              <a:rPr lang="en-US" sz="2761" spc="-35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23" dirty="0">
                <a:latin typeface="Times New Roman"/>
                <a:cs typeface="Times New Roman"/>
              </a:rPr>
              <a:t>:</a:t>
            </a:r>
            <a:r>
              <a:rPr lang="en-US" sz="2761" spc="-23" dirty="0">
                <a:latin typeface="Times New Roman"/>
                <a:cs typeface="Times New Roman"/>
              </a:rPr>
              <a:t>"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    time =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mi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ros</a:t>
            </a:r>
            <a:r>
              <a:rPr lang="en-US" sz="2761" spc="-23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);    //prints 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since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pro</a:t>
            </a:r>
            <a:r>
              <a:rPr lang="en-US" sz="2761" spc="-46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ra</a:t>
            </a:r>
            <a:r>
              <a:rPr lang="en-US" sz="2761" dirty="0">
                <a:latin typeface="Times New Roman"/>
                <a:cs typeface="Times New Roman"/>
              </a:rPr>
              <a:t>m st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    </a:t>
            </a:r>
            <a:r>
              <a:rPr lang="en-US" sz="2761" dirty="0" err="1">
                <a:latin typeface="Times New Roman"/>
                <a:cs typeface="Times New Roman"/>
              </a:rPr>
              <a:t>S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ri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l.println</a:t>
            </a:r>
            <a:r>
              <a:rPr lang="en-US" sz="2761" dirty="0">
                <a:latin typeface="Times New Roman"/>
                <a:cs typeface="Times New Roman"/>
              </a:rPr>
              <a:t>(time</a:t>
            </a:r>
            <a:r>
              <a:rPr lang="en-US" sz="2761" spc="-23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    // w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it 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ond so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not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send 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ssive</a:t>
            </a:r>
            <a:r>
              <a:rPr lang="en-US" sz="2761" spc="-12" dirty="0">
                <a:latin typeface="Times New Roman"/>
                <a:cs typeface="Times New Roman"/>
              </a:rPr>
              <a:t> a</a:t>
            </a:r>
            <a:r>
              <a:rPr lang="en-US" sz="2761" dirty="0">
                <a:latin typeface="Times New Roman"/>
                <a:cs typeface="Times New Roman"/>
              </a:rPr>
              <a:t>mounts of 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</a:p>
          <a:p>
            <a:pPr marL="292189" marR="11688" indent="-262970">
              <a:lnSpc>
                <a:spcPct val="143800"/>
              </a:lnSpc>
            </a:pPr>
            <a:r>
              <a:rPr lang="en-US" sz="2761" dirty="0">
                <a:latin typeface="Times New Roman"/>
                <a:cs typeface="Times New Roman"/>
              </a:rPr>
              <a:t>    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(100</a:t>
            </a:r>
            <a:r>
              <a:rPr lang="en-US" sz="2761" spc="-12" dirty="0">
                <a:latin typeface="Times New Roman"/>
                <a:cs typeface="Times New Roman"/>
              </a:rPr>
              <a:t>0</a:t>
            </a:r>
            <a:r>
              <a:rPr lang="en-US" sz="2761" dirty="0">
                <a:latin typeface="Times New Roman"/>
                <a:cs typeface="Times New Roman"/>
              </a:rPr>
              <a:t>);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884</Words>
  <Application>Microsoft Office PowerPoint</Application>
  <PresentationFormat>Custom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2024-06-25T17:28:23Z</dcterms:created>
  <dcterms:modified xsi:type="dcterms:W3CDTF">2024-06-27T10:22:02Z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2024-06-25T00:00:00Z</vt:filetime>
  </property>
  <property fmtid="{D5CDD505-2E9C-101B-9397-08002B2CF9AE}" pid="3" name="LastSaved">
    <vt:filetime>2024-06-25T00:00:00Z</vt:filetime>
  </property>
</Properties>
</file>