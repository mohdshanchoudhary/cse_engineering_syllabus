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75" r:id="rId3"/>
    <p:sldId id="257" r:id="rId4"/>
    <p:sldId id="276" r:id="rId5"/>
    <p:sldId id="258" r:id="rId6"/>
    <p:sldId id="277" r:id="rId7"/>
    <p:sldId id="259" r:id="rId8"/>
    <p:sldId id="260" r:id="rId9"/>
    <p:sldId id="278" r:id="rId10"/>
    <p:sldId id="279" r:id="rId11"/>
    <p:sldId id="261" r:id="rId12"/>
    <p:sldId id="280" r:id="rId13"/>
    <p:sldId id="281" r:id="rId14"/>
    <p:sldId id="262" r:id="rId15"/>
    <p:sldId id="263" r:id="rId16"/>
    <p:sldId id="282" r:id="rId17"/>
    <p:sldId id="283" r:id="rId18"/>
    <p:sldId id="284" r:id="rId19"/>
    <p:sldId id="264" r:id="rId20"/>
    <p:sldId id="285" r:id="rId21"/>
    <p:sldId id="265" r:id="rId22"/>
    <p:sldId id="286" r:id="rId23"/>
    <p:sldId id="287" r:id="rId24"/>
    <p:sldId id="266" r:id="rId25"/>
    <p:sldId id="288" r:id="rId26"/>
    <p:sldId id="289" r:id="rId27"/>
    <p:sldId id="267" r:id="rId28"/>
    <p:sldId id="290" r:id="rId29"/>
    <p:sldId id="268" r:id="rId30"/>
    <p:sldId id="291" r:id="rId31"/>
    <p:sldId id="269" r:id="rId32"/>
    <p:sldId id="292" r:id="rId33"/>
    <p:sldId id="270" r:id="rId34"/>
    <p:sldId id="293" r:id="rId35"/>
    <p:sldId id="271" r:id="rId36"/>
    <p:sldId id="294" r:id="rId37"/>
    <p:sldId id="272" r:id="rId38"/>
    <p:sldId id="295" r:id="rId39"/>
    <p:sldId id="273" r:id="rId40"/>
    <p:sldId id="296" r:id="rId41"/>
    <p:sldId id="297" r:id="rId42"/>
    <p:sldId id="274" r:id="rId43"/>
    <p:sldId id="298" r:id="rId44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4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0664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7702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9395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963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635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342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0904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2028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9257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2086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39040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8779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117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743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99646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0762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9621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05580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62214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25833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58125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276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54573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2079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7421" y="1164712"/>
            <a:ext cx="13726758" cy="7728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1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Operators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ramming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sics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ial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role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mming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C, C</a:t>
            </a:r>
            <a:r>
              <a:rPr sz="2761" spc="-12" dirty="0">
                <a:latin typeface="Times New Roman"/>
                <a:cs typeface="Times New Roman"/>
              </a:rPr>
              <a:t>++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solve lo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math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matic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problems.</a:t>
            </a:r>
          </a:p>
          <a:p>
            <a:pPr marL="29219" algn="just">
              <a:spcBef>
                <a:spcPts val="143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to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lcu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b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so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 algn="just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ithmetic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Compound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oole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ison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itwise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Oper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309093"/>
            <a:ext cx="15316200" cy="8828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Arit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Op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ra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six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sic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sponsible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ming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mati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marR="11688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Assig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 </a:t>
            </a:r>
            <a:r>
              <a:rPr sz="2761" b="1" spc="-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or </a:t>
            </a:r>
            <a:r>
              <a:rPr sz="2761" b="1" spc="-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 </a:t>
            </a:r>
            <a:r>
              <a:rPr sz="2761" b="1" spc="-9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 </a:t>
            </a:r>
            <a:r>
              <a:rPr sz="2761" b="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nment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lue.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quite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math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matics.</a:t>
            </a:r>
          </a:p>
          <a:p>
            <a:pPr marL="1079638" marR="18992" indent="-524479" algn="just">
              <a:lnSpc>
                <a:spcPct val="143300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Ad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ition </a:t>
            </a:r>
            <a:r>
              <a:rPr sz="2761" b="1" spc="-8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+ </a:t>
            </a:r>
            <a:r>
              <a:rPr sz="2761" b="1" spc="-9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 </a:t>
            </a:r>
            <a:r>
              <a:rPr sz="2761" b="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dition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ddition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P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Q.</a:t>
            </a:r>
          </a:p>
          <a:p>
            <a:pPr marL="1079638" marR="14609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Subt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 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- 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 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Sub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subt</a:t>
            </a:r>
            <a:r>
              <a:rPr sz="2761" spc="-46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 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P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 Q.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72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ultipli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ation</a:t>
            </a:r>
            <a:r>
              <a:rPr sz="2761" b="1" spc="8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*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</a:p>
          <a:p>
            <a:pPr marL="107963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* Q.</a:t>
            </a:r>
          </a:p>
          <a:p>
            <a:pPr marL="1079638" marR="14609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Division</a:t>
            </a:r>
            <a:r>
              <a:rPr sz="2761" b="1" spc="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26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/</a:t>
            </a:r>
            <a:r>
              <a:rPr sz="2761" b="1" spc="29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</a:t>
            </a:r>
            <a:r>
              <a:rPr sz="2761" spc="-35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-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P/Q.</a:t>
            </a:r>
          </a:p>
          <a:p>
            <a:pPr marL="1079638" marR="13149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odulo</a:t>
            </a:r>
            <a:r>
              <a:rPr sz="2761" b="1" spc="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%</a:t>
            </a:r>
            <a:r>
              <a:rPr sz="2761" b="1" spc="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-35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ulo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maind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division of 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numb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2879592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447336"/>
            <a:ext cx="15240000" cy="9135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/>
            <a:r>
              <a:rPr sz="2761" dirty="0">
                <a:latin typeface="Times New Roman"/>
                <a:cs typeface="Times New Roman"/>
              </a:rPr>
              <a:t>Most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matics.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 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b;</a:t>
            </a:r>
          </a:p>
          <a:p>
            <a:pPr marL="555159" marR="10743786"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743786"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735734"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in( 9600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lang="en-US" sz="2761" spc="-12" dirty="0">
              <a:latin typeface="Times New Roman"/>
              <a:cs typeface="Times New Roman"/>
            </a:endParaRPr>
          </a:p>
          <a:p>
            <a:pPr marL="555159" marR="9735734">
              <a:spcBef>
                <a:spcPts val="35"/>
              </a:spcBef>
            </a:pPr>
            <a:r>
              <a:rPr lang="en-US" sz="2761" dirty="0">
                <a:latin typeface="Times New Roman"/>
                <a:cs typeface="Times New Roman"/>
              </a:rPr>
              <a:t>5.</a:t>
            </a: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0859200"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859200"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l.println(b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marR="11688"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ddition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re printing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to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onsol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024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tput,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Upload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tor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but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toolb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7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371600"/>
            <a:ext cx="13723836" cy="8198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d;</a:t>
            </a:r>
          </a:p>
          <a:p>
            <a:pPr marL="555159" marR="10743786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35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in( 9600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085920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2;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l.println(d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/>
            <a:r>
              <a:rPr lang="en-US" sz="2761" dirty="0">
                <a:latin typeface="Times New Roman"/>
                <a:cs typeface="Times New Roman"/>
              </a:rPr>
              <a:t>10.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 +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3;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11.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(d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12.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492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8304" y="978196"/>
            <a:ext cx="13722375" cy="8312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d=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matic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nment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is ev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and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ft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17"/>
              </a:spcBef>
            </a:pPr>
            <a:endParaRPr sz="2186" dirty="0">
              <a:latin typeface="Times New Roman"/>
              <a:cs typeface="Times New Roman"/>
            </a:endParaRPr>
          </a:p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un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b="1" dirty="0">
              <a:latin typeface="Times New Roman"/>
              <a:cs typeface="Times New Roman"/>
            </a:endParaRPr>
          </a:p>
          <a:p>
            <a:pPr marL="29219"/>
            <a:endParaRPr lang="en-US" sz="2761" b="1" dirty="0">
              <a:latin typeface="Times New Roman"/>
              <a:cs typeface="Times New Roman"/>
            </a:endParaRPr>
          </a:p>
          <a:p>
            <a:pPr marL="29219"/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15"/>
              </a:spcBef>
            </a:pPr>
            <a:r>
              <a:rPr lang="en-US" sz="2761" dirty="0">
                <a:latin typeface="Times New Roman"/>
                <a:cs typeface="Times New Roman"/>
              </a:rPr>
              <a:t>3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4" name="object 4"/>
          <p:cNvSpPr/>
          <p:nvPr/>
        </p:nvSpPr>
        <p:spPr>
          <a:xfrm>
            <a:off x="4292600" y="3581400"/>
            <a:ext cx="9940066" cy="4680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838200"/>
            <a:ext cx="14782800" cy="7738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iplic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division.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ple, 20/3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6.</a:t>
            </a:r>
          </a:p>
          <a:p>
            <a:pPr marL="29219" marR="2558114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de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to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printed, 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 of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b;</a:t>
            </a:r>
          </a:p>
          <a:p>
            <a:pPr marL="555159" marR="10749630">
              <a:lnSpc>
                <a:spcPct val="143300"/>
              </a:lnSpc>
              <a:spcBef>
                <a:spcPts val="35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74157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in( 9600 </a:t>
            </a:r>
            <a:r>
              <a:rPr sz="2761" spc="-12" dirty="0">
                <a:latin typeface="Times New Roman"/>
                <a:cs typeface="Times New Roman"/>
              </a:rPr>
              <a:t>); </a:t>
            </a: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086504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20.0 / 3; //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print 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lue.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/>
            <a:r>
              <a:rPr lang="en-US" sz="2761" dirty="0">
                <a:latin typeface="Times New Roman"/>
                <a:cs typeface="Times New Roman"/>
              </a:rPr>
              <a:t>9.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(b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10.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518"/>
              </a:spcBef>
            </a:pP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6.66</a:t>
            </a:r>
            <a:endParaRPr lang="en-US" sz="2876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619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267794"/>
            <a:ext cx="16230600" cy="9762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Order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2760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0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760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th</a:t>
            </a:r>
            <a:r>
              <a:rPr sz="2760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760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ati</a:t>
            </a:r>
            <a:r>
              <a:rPr sz="2760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760" spc="-12" dirty="0">
                <a:solidFill>
                  <a:srgbClr val="2E5395"/>
                </a:solidFill>
                <a:latin typeface="Times New Roman"/>
                <a:cs typeface="Times New Roman"/>
              </a:rPr>
              <a:t>al</a:t>
            </a:r>
            <a:r>
              <a:rPr sz="2760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0" spc="-23" dirty="0">
                <a:solidFill>
                  <a:srgbClr val="2E5395"/>
                </a:solidFill>
                <a:latin typeface="Times New Roman"/>
                <a:cs typeface="Times New Roman"/>
              </a:rPr>
              <a:t>operations</a:t>
            </a:r>
            <a:endParaRPr sz="2760" dirty="0">
              <a:latin typeface="Times New Roman"/>
              <a:cs typeface="Times New Roman"/>
            </a:endParaRPr>
          </a:p>
          <a:p>
            <a:pPr marL="29219"/>
            <a:r>
              <a:rPr sz="2760" spc="-35" dirty="0">
                <a:latin typeface="Times New Roman"/>
                <a:cs typeface="Times New Roman"/>
              </a:rPr>
              <a:t>L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t</a:t>
            </a:r>
            <a:r>
              <a:rPr sz="2760" spc="-35" dirty="0">
                <a:latin typeface="Times New Roman"/>
                <a:cs typeface="Times New Roman"/>
              </a:rPr>
              <a:t>'</a:t>
            </a:r>
            <a:r>
              <a:rPr sz="2760" dirty="0">
                <a:latin typeface="Times New Roman"/>
                <a:cs typeface="Times New Roman"/>
              </a:rPr>
              <a:t>s un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rst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 the or</a:t>
            </a:r>
            <a:r>
              <a:rPr sz="2760" spc="12" dirty="0">
                <a:latin typeface="Times New Roman"/>
                <a:cs typeface="Times New Roman"/>
              </a:rPr>
              <a:t>de</a:t>
            </a:r>
            <a:r>
              <a:rPr sz="2760" dirty="0">
                <a:latin typeface="Times New Roman"/>
                <a:cs typeface="Times New Roman"/>
              </a:rPr>
              <a:t>r of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op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tions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onsid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red </a:t>
            </a:r>
            <a:r>
              <a:rPr sz="2760" spc="23" dirty="0">
                <a:latin typeface="Times New Roman"/>
                <a:cs typeface="Times New Roman"/>
              </a:rPr>
              <a:t>b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 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rduino </a:t>
            </a:r>
            <a:r>
              <a:rPr sz="2760" spc="-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hile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spc="23" dirty="0">
                <a:latin typeface="Times New Roman"/>
                <a:cs typeface="Times New Roman"/>
              </a:rPr>
              <a:t>p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ormi</a:t>
            </a:r>
            <a:r>
              <a:rPr sz="2760" spc="23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spc="12" dirty="0">
                <a:latin typeface="Times New Roman"/>
                <a:cs typeface="Times New Roman"/>
              </a:rPr>
              <a:t>c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lcul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tion: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0" dirty="0">
                <a:latin typeface="Times New Roman"/>
                <a:cs typeface="Times New Roman"/>
              </a:rPr>
              <a:t>P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nthes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 (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)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0" dirty="0">
                <a:latin typeface="Times New Roman"/>
                <a:cs typeface="Times New Roman"/>
              </a:rPr>
              <a:t>Multiplic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tion, divi</a:t>
            </a:r>
            <a:r>
              <a:rPr sz="2760" spc="-35" dirty="0">
                <a:latin typeface="Times New Roman"/>
                <a:cs typeface="Times New Roman"/>
              </a:rPr>
              <a:t>s</a:t>
            </a:r>
            <a:r>
              <a:rPr sz="2760" dirty="0">
                <a:latin typeface="Times New Roman"/>
                <a:cs typeface="Times New Roman"/>
              </a:rPr>
              <a:t>ion, and modulo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0" dirty="0">
                <a:latin typeface="Times New Roman"/>
                <a:cs typeface="Times New Roman"/>
              </a:rPr>
              <a:t>Addition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 subtr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tion</a:t>
            </a:r>
          </a:p>
          <a:p>
            <a:pPr marL="29219" marR="892637">
              <a:spcBef>
                <a:spcPts val="368"/>
              </a:spcBef>
            </a:pPr>
            <a:r>
              <a:rPr sz="2760" spc="-46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f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multiple op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tions n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dirty="0">
                <a:latin typeface="Times New Roman"/>
                <a:cs typeface="Times New Roman"/>
              </a:rPr>
              <a:t>t to </a:t>
            </a:r>
            <a:r>
              <a:rPr sz="2760" spc="-12" dirty="0">
                <a:latin typeface="Times New Roman"/>
                <a:cs typeface="Times New Roman"/>
              </a:rPr>
              <a:t>eac</a:t>
            </a:r>
            <a:r>
              <a:rPr sz="2760" dirty="0">
                <a:latin typeface="Times New Roman"/>
                <a:cs typeface="Times New Roman"/>
              </a:rPr>
              <a:t>h othe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,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will be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omput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 from l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ft to ri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ht.</a:t>
            </a:r>
            <a:r>
              <a:rPr lang="en-US" sz="2760" dirty="0">
                <a:latin typeface="Times New Roman"/>
                <a:cs typeface="Times New Roman"/>
              </a:rPr>
              <a:t> </a:t>
            </a:r>
            <a:r>
              <a:rPr sz="2760" spc="-35" dirty="0">
                <a:latin typeface="Times New Roman"/>
                <a:cs typeface="Times New Roman"/>
              </a:rPr>
              <a:t>L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t</a:t>
            </a:r>
            <a:r>
              <a:rPr sz="2760" spc="-35" dirty="0">
                <a:latin typeface="Times New Roman"/>
                <a:cs typeface="Times New Roman"/>
              </a:rPr>
              <a:t>'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lang="en-US" sz="2760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un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rst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 with an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mpl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0" b="1" dirty="0">
                <a:latin typeface="Times New Roman"/>
                <a:cs typeface="Times New Roman"/>
              </a:rPr>
              <a:t>   i</a:t>
            </a:r>
            <a:r>
              <a:rPr lang="en-US" sz="2760" b="1" spc="12" dirty="0">
                <a:latin typeface="Times New Roman"/>
                <a:cs typeface="Times New Roman"/>
              </a:rPr>
              <a:t>n</a:t>
            </a:r>
            <a:r>
              <a:rPr lang="en-US" sz="2760" b="1" dirty="0">
                <a:latin typeface="Times New Roman"/>
                <a:cs typeface="Times New Roman"/>
              </a:rPr>
              <a:t>t</a:t>
            </a:r>
            <a:r>
              <a:rPr lang="en-US" sz="2760" b="1" spc="-12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c;</a:t>
            </a:r>
            <a:endParaRPr lang="en-US" sz="2760" dirty="0">
              <a:latin typeface="Times New Roman"/>
              <a:cs typeface="Times New Roman"/>
            </a:endParaRPr>
          </a:p>
          <a:p>
            <a:pPr marL="555159" marR="10710184"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0" b="1" dirty="0">
                <a:latin typeface="Times New Roman"/>
                <a:cs typeface="Times New Roman"/>
              </a:rPr>
              <a:t>   </a:t>
            </a:r>
            <a:r>
              <a:rPr sz="2760" b="1" dirty="0">
                <a:latin typeface="Times New Roman"/>
                <a:cs typeface="Times New Roman"/>
              </a:rPr>
              <a:t>void</a:t>
            </a:r>
            <a:r>
              <a:rPr sz="2760" b="1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tup (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)</a:t>
            </a:r>
            <a:endParaRPr lang="en-US" sz="2760" dirty="0">
              <a:latin typeface="Times New Roman"/>
              <a:cs typeface="Times New Roman"/>
            </a:endParaRPr>
          </a:p>
          <a:p>
            <a:pPr marL="555159" marR="10710184"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0" dirty="0">
                <a:latin typeface="Times New Roman"/>
                <a:cs typeface="Times New Roman"/>
              </a:rPr>
              <a:t> 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sz="2760" dirty="0">
                <a:latin typeface="Times New Roman"/>
                <a:cs typeface="Times New Roman"/>
              </a:rPr>
              <a:t>4. 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ri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l.b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in( 9600 </a:t>
            </a:r>
            <a:r>
              <a:rPr sz="2760" spc="-12" dirty="0">
                <a:latin typeface="Times New Roman"/>
                <a:cs typeface="Times New Roman"/>
              </a:rPr>
              <a:t>);</a:t>
            </a:r>
            <a:endParaRPr sz="2760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r>
              <a:rPr sz="2760" dirty="0">
                <a:latin typeface="Times New Roman"/>
                <a:cs typeface="Times New Roman"/>
              </a:rPr>
              <a:t>5. 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}</a:t>
            </a:r>
          </a:p>
          <a:p>
            <a:pPr marL="555159" marR="10825599"/>
            <a:r>
              <a:rPr sz="2760" dirty="0">
                <a:latin typeface="Times New Roman"/>
                <a:cs typeface="Times New Roman"/>
              </a:rPr>
              <a:t>6. 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b="1" dirty="0">
                <a:latin typeface="Times New Roman"/>
                <a:cs typeface="Times New Roman"/>
              </a:rPr>
              <a:t>void</a:t>
            </a:r>
            <a:r>
              <a:rPr sz="2760" b="1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loop (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)</a:t>
            </a:r>
            <a:endParaRPr lang="en-US" sz="2760" dirty="0">
              <a:latin typeface="Times New Roman"/>
              <a:cs typeface="Times New Roman"/>
            </a:endParaRPr>
          </a:p>
          <a:p>
            <a:pPr marL="555159" marR="10825599"/>
            <a:r>
              <a:rPr sz="2760" dirty="0">
                <a:latin typeface="Times New Roman"/>
                <a:cs typeface="Times New Roman"/>
              </a:rPr>
              <a:t>7. 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0" dirty="0">
                <a:latin typeface="Times New Roman"/>
                <a:cs typeface="Times New Roman"/>
              </a:rPr>
              <a:t>8. 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c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=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2 * 3 / </a:t>
            </a:r>
            <a:r>
              <a:rPr sz="2760" spc="-12" dirty="0">
                <a:latin typeface="Times New Roman"/>
                <a:cs typeface="Times New Roman"/>
              </a:rPr>
              <a:t>(</a:t>
            </a:r>
            <a:r>
              <a:rPr sz="2760" dirty="0">
                <a:latin typeface="Times New Roman"/>
                <a:cs typeface="Times New Roman"/>
              </a:rPr>
              <a:t>2 +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spc="23" dirty="0">
                <a:latin typeface="Times New Roman"/>
                <a:cs typeface="Times New Roman"/>
              </a:rPr>
              <a:t>1</a:t>
            </a:r>
            <a:r>
              <a:rPr sz="2760" dirty="0">
                <a:latin typeface="Times New Roman"/>
                <a:cs typeface="Times New Roman"/>
              </a:rPr>
              <a:t>)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+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4;</a:t>
            </a:r>
          </a:p>
          <a:p>
            <a:pPr marL="555159">
              <a:spcBef>
                <a:spcPts val="1438"/>
              </a:spcBef>
            </a:pPr>
            <a:r>
              <a:rPr sz="2760" dirty="0">
                <a:latin typeface="Times New Roman"/>
                <a:cs typeface="Times New Roman"/>
              </a:rPr>
              <a:t>9.  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ri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l.println(</a:t>
            </a:r>
            <a:r>
              <a:rPr sz="2760" spc="-23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);</a:t>
            </a:r>
          </a:p>
          <a:p>
            <a:pPr marL="29219" marR="12422411" indent="525940" algn="just">
              <a:spcBef>
                <a:spcPts val="12"/>
              </a:spcBef>
            </a:pPr>
            <a:r>
              <a:rPr sz="2760" dirty="0">
                <a:latin typeface="Times New Roman"/>
                <a:cs typeface="Times New Roman"/>
              </a:rPr>
              <a:t>10.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}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12422411" indent="525940" algn="just">
              <a:spcBef>
                <a:spcPts val="12"/>
              </a:spcBef>
            </a:pPr>
            <a:endParaRPr lang="en-US" sz="2760" b="1" dirty="0">
              <a:latin typeface="Times New Roman"/>
              <a:cs typeface="Times New Roman"/>
            </a:endParaRPr>
          </a:p>
          <a:p>
            <a:pPr marL="29219" marR="12422411" indent="525940" algn="just">
              <a:spcBef>
                <a:spcPts val="12"/>
              </a:spcBef>
            </a:pPr>
            <a:r>
              <a:rPr sz="2760" b="1" dirty="0">
                <a:latin typeface="Times New Roman"/>
                <a:cs typeface="Times New Roman"/>
              </a:rPr>
              <a:t>O</a:t>
            </a:r>
            <a:r>
              <a:rPr sz="2760" b="1" spc="12" dirty="0">
                <a:latin typeface="Times New Roman"/>
                <a:cs typeface="Times New Roman"/>
              </a:rPr>
              <a:t>u</a:t>
            </a:r>
            <a:r>
              <a:rPr sz="2760" b="1" dirty="0">
                <a:latin typeface="Times New Roman"/>
                <a:cs typeface="Times New Roman"/>
              </a:rPr>
              <a:t>tput: </a:t>
            </a:r>
            <a:r>
              <a:rPr sz="2760" dirty="0">
                <a:latin typeface="Times New Roman"/>
                <a:cs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225800" y="2667000"/>
            <a:ext cx="6184051" cy="44002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4DA5F-389C-99C2-E3A8-B1C2614BEDDD}"/>
              </a:ext>
            </a:extLst>
          </p:cNvPr>
          <p:cNvSpPr txBox="1"/>
          <p:nvPr/>
        </p:nvSpPr>
        <p:spPr>
          <a:xfrm>
            <a:off x="1625600" y="990600"/>
            <a:ext cx="117348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4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'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un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how the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bove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output 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d.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onsid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the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low im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1066800"/>
            <a:ext cx="15087600" cy="7706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pound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Opera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ors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ompound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discuss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all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ompound ope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29219">
              <a:spcBef>
                <a:spcPts val="146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8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 + +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cr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me</a:t>
            </a:r>
            <a:r>
              <a:rPr sz="2761" b="1" dirty="0">
                <a:latin typeface="Times New Roman"/>
                <a:cs typeface="Times New Roman"/>
              </a:rPr>
              <a:t>nt ope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95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 + =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ns, 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4.</a:t>
            </a:r>
          </a:p>
          <a:p>
            <a:pPr marL="1079638" indent="-524479">
              <a:spcBef>
                <a:spcPts val="148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 -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-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12" dirty="0">
                <a:latin typeface="Times New Roman"/>
                <a:cs typeface="Times New Roman"/>
              </a:rPr>
              <a:t>ec</a:t>
            </a:r>
            <a:r>
              <a:rPr sz="2761" b="1" spc="12" dirty="0">
                <a:latin typeface="Times New Roman"/>
                <a:cs typeface="Times New Roman"/>
              </a:rPr>
              <a:t>re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 op</a:t>
            </a:r>
            <a:r>
              <a:rPr sz="2761" b="1" spc="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ator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8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 -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ns, 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40919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254513"/>
            <a:ext cx="15087600" cy="7549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spcBef>
                <a:spcPts val="148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 * =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 *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ns, 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* 6.</a:t>
            </a:r>
          </a:p>
          <a:p>
            <a:pPr marL="1079638" indent="-524479">
              <a:spcBef>
                <a:spcPts val="1495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 / =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 / = 5.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ns, 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/ 5.</a:t>
            </a:r>
          </a:p>
          <a:p>
            <a:pPr marL="1079638" indent="-524479">
              <a:spcBef>
                <a:spcPts val="148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 %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b %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ns, 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%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, let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 with two variables, b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b 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(b 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+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1079638" indent="-524479">
              <a:spcBef>
                <a:spcPts val="1426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b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(b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-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c)</a:t>
            </a:r>
            <a:endParaRPr lang="en-US" sz="2761" spc="-12" dirty="0">
              <a:latin typeface="Times New Roman"/>
              <a:cs typeface="Times New Roman"/>
            </a:endParaRPr>
          </a:p>
          <a:p>
            <a:pPr marL="1079638" indent="-524479"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b *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 b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 *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b / = c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 b =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 /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b %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 b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 %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38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46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ia</a:t>
            </a:r>
            <a:r>
              <a:rPr lang="en-US" sz="2761" dirty="0">
                <a:latin typeface="Times New Roman"/>
                <a:cs typeface="Times New Roman"/>
              </a:rPr>
              <a:t>ble inst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d of b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7738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914400"/>
            <a:ext cx="14935200" cy="8849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olean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Operators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oo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b="1" dirty="0">
                <a:latin typeface="Times New Roman"/>
                <a:cs typeface="Times New Roman"/>
              </a:rPr>
              <a:t>NOT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28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!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),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Logical </a:t>
            </a:r>
            <a:r>
              <a:rPr sz="2761" b="1" spc="-28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28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&amp;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&amp; </a:t>
            </a:r>
            <a:r>
              <a:rPr sz="2761" b="1" spc="-28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),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and </a:t>
            </a:r>
            <a:r>
              <a:rPr sz="2761" b="1" spc="-29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Logical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OR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28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|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|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spc="58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discuss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ors in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tail.</a:t>
            </a:r>
          </a:p>
          <a:p>
            <a:pPr marL="1079638" marR="18992" indent="-524479">
              <a:lnSpc>
                <a:spcPct val="143300"/>
              </a:lnSpc>
              <a:spcBef>
                <a:spcPts val="35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Logical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&amp; </a:t>
            </a:r>
            <a:r>
              <a:rPr sz="2761" b="1" spc="-28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&amp;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 </a:t>
            </a:r>
            <a:r>
              <a:rPr sz="2761" b="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Cons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2131518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&amp; &amp;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1079638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Above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lse.</a:t>
            </a:r>
          </a:p>
          <a:p>
            <a:pPr marL="1079638" indent="-524479">
              <a:spcBef>
                <a:spcPts val="102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Logical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OR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|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|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 </a:t>
            </a:r>
            <a:r>
              <a:rPr sz="2761" b="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</a:p>
          <a:p>
            <a:pPr marL="1079638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is tru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Consi</a:t>
            </a:r>
            <a:r>
              <a:rPr sz="2761" spc="-35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131518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|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|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0 )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is 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if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of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(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is 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NOT ( !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used to 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of the 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! 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2.</a:t>
            </a:r>
          </a:p>
          <a:p>
            <a:pPr marL="1079638" marR="233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SE.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1295400"/>
            <a:ext cx="13739906" cy="748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rison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Oper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tors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ison 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ison 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marR="11688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less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than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&lt;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less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ndition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tisfi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605578" lvl="1" indent="-525940">
              <a:spcBef>
                <a:spcPts val="1438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b;</a:t>
            </a:r>
          </a:p>
          <a:p>
            <a:pPr marL="1605578" lvl="1" indent="-525940">
              <a:spcBef>
                <a:spcPts val="1461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605578" lvl="1" indent="-525940">
              <a:spcBef>
                <a:spcPts val="1426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1605578" lvl="1" indent="-525940">
              <a:spcBef>
                <a:spcPts val="1426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605578" lvl="1" indent="-525940">
              <a:spcBef>
                <a:spcPts val="1426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( 9600 </a:t>
            </a:r>
            <a:r>
              <a:rPr lang="en-US" sz="2761" spc="-12" dirty="0">
                <a:latin typeface="Times New Roman"/>
                <a:cs typeface="Times New Roman"/>
              </a:rPr>
              <a:t>);</a:t>
            </a:r>
          </a:p>
          <a:p>
            <a:pPr marL="1605578" lvl="1" indent="-525940">
              <a:spcBef>
                <a:spcPts val="1426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72681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82700" y="762000"/>
            <a:ext cx="15316200" cy="8267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6. 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7. {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8. b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3;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9. 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5;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10. if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 &lt;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4)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11.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(b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12. if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&lt;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4)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13.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1079638" lvl="1">
              <a:spcBef>
                <a:spcPts val="1426"/>
              </a:spcBef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14. }</a:t>
            </a:r>
          </a:p>
          <a:p>
            <a:pPr marL="553698">
              <a:spcBef>
                <a:spcPts val="1518"/>
              </a:spcBef>
            </a:pPr>
            <a:endParaRPr lang="en-US" sz="2761" b="1" dirty="0">
              <a:latin typeface="Times New Roman"/>
              <a:cs typeface="Times New Roman"/>
            </a:endParaRPr>
          </a:p>
          <a:p>
            <a:pPr marL="553698">
              <a:spcBef>
                <a:spcPts val="1518"/>
              </a:spcBef>
            </a:pP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3</a:t>
            </a:r>
          </a:p>
          <a:p>
            <a:pPr marL="553698">
              <a:spcBef>
                <a:spcPts val="1518"/>
              </a:spcBef>
            </a:pPr>
            <a:endParaRPr kumimoji="0" lang="en-US" sz="2761" b="1" i="0" u="none" strike="noStrike" kern="1200" cap="none" spc="-4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553698">
              <a:spcBef>
                <a:spcPts val="1518"/>
              </a:spcBef>
            </a:pP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bove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two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ment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t,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spond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ng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</a:p>
          <a:p>
            <a:pPr marL="553698" marR="17531" lvl="0" indent="0" algn="l" defTabSz="914400" rtl="0" eaLnBrk="1" fontAlgn="auto" latinLnBrk="0" hangingPunct="1">
              <a:lnSpc>
                <a:spcPct val="143300"/>
              </a:lnSpc>
              <a:spcBef>
                <a:spcPts val="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will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print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d.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ondition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t.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will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print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d.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36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447800"/>
            <a:ext cx="14782800" cy="6105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marR="11688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sz="2761" b="1" dirty="0">
                <a:latin typeface="Times New Roman"/>
                <a:cs typeface="Times New Roman"/>
              </a:rPr>
              <a:t>g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ater </a:t>
            </a:r>
            <a:r>
              <a:rPr sz="2761" b="1" spc="-24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than </a:t>
            </a:r>
            <a:r>
              <a:rPr sz="2761" b="1" spc="-21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24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&gt; </a:t>
            </a:r>
            <a:r>
              <a:rPr sz="2761" b="1" spc="-230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. </a:t>
            </a:r>
            <a:r>
              <a:rPr sz="2761" b="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side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side.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tisfi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b.</a:t>
            </a:r>
          </a:p>
          <a:p>
            <a:pPr marL="553698">
              <a:spcBef>
                <a:spcPts val="143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b,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is tru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</a:t>
            </a:r>
            <a:r>
              <a:rPr sz="2761" spc="-12" dirty="0">
                <a:latin typeface="Times New Roman"/>
                <a:cs typeface="Times New Roman"/>
              </a:rPr>
              <a:t>fa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3698" marR="16070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qual to (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 = </a:t>
            </a:r>
            <a:r>
              <a:rPr sz="2761" b="1" spc="-12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s 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 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are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,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is 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tisfi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553698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b.</a:t>
            </a:r>
          </a:p>
          <a:p>
            <a:pPr marL="55369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ch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if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equ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b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not.</a:t>
            </a:r>
          </a:p>
          <a:p>
            <a:pPr marL="553698" marR="13149" indent="-524479" algn="just">
              <a:lnSpc>
                <a:spcPct val="1435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sz="2761" b="1" dirty="0">
                <a:latin typeface="Times New Roman"/>
                <a:cs typeface="Times New Roman"/>
              </a:rPr>
              <a:t>not</a:t>
            </a:r>
            <a:r>
              <a:rPr sz="2761" b="1" spc="17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qual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to</a:t>
            </a:r>
            <a:r>
              <a:rPr sz="2761" b="1" spc="17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20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!</a:t>
            </a:r>
            <a:r>
              <a:rPr sz="2761" b="1" spc="17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</a:t>
            </a:r>
            <a:r>
              <a:rPr sz="2761" b="1" spc="20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27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ondition will be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and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tisfi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553698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!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524000"/>
            <a:ext cx="14630400" cy="6755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indent="-524479" algn="just">
              <a:spcBef>
                <a:spcPts val="1438"/>
              </a:spcBef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less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than</a:t>
            </a:r>
            <a:r>
              <a:rPr lang="en-US" sz="2761" b="1" spc="81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or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-23" dirty="0">
                <a:latin typeface="Times New Roman"/>
                <a:cs typeface="Times New Roman"/>
              </a:rPr>
              <a:t>q</a:t>
            </a:r>
            <a:r>
              <a:rPr lang="en-US" sz="2761" b="1" dirty="0">
                <a:latin typeface="Times New Roman"/>
                <a:cs typeface="Times New Roman"/>
              </a:rPr>
              <a:t>ual</a:t>
            </a:r>
            <a:r>
              <a:rPr lang="en-US" sz="2761" b="1" spc="81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to</a:t>
            </a:r>
            <a:r>
              <a:rPr lang="en-US" sz="2761" b="1" spc="35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(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&lt;</a:t>
            </a:r>
            <a:r>
              <a:rPr lang="en-US" sz="2761" b="1" spc="4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=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).</a:t>
            </a:r>
            <a:r>
              <a:rPr lang="en-US" sz="2761" b="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less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</a:p>
          <a:p>
            <a:pPr marL="553698" marR="14609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side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less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side.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true </a:t>
            </a:r>
            <a:r>
              <a:rPr lang="en-US" sz="2761" spc="-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ondition is satisfi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553698">
              <a:spcBef>
                <a:spcPts val="1461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&lt;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</a:p>
          <a:p>
            <a:pPr marL="553698"/>
            <a:endParaRPr lang="en-US" sz="2761" spc="-46" dirty="0">
              <a:latin typeface="Times New Roman"/>
              <a:cs typeface="Times New Roman"/>
            </a:endParaRPr>
          </a:p>
          <a:p>
            <a:pPr marL="553698"/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of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b.</a:t>
            </a:r>
          </a:p>
          <a:p>
            <a:pPr marL="553698" indent="-525940">
              <a:spcBef>
                <a:spcPts val="1438"/>
              </a:spcBef>
              <a:tabLst>
                <a:tab pos="55369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ater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than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qual</a:t>
            </a:r>
            <a:r>
              <a:rPr sz="2761" b="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to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&gt;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</a:p>
          <a:p>
            <a:pPr marL="553698" marR="2045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side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ght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side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true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ondition is satisfi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553698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</a:p>
          <a:p>
            <a:pPr marL="553698" marR="21914">
              <a:lnSpc>
                <a:spcPts val="4785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tisfi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is 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2200" y="555796"/>
            <a:ext cx="15697200" cy="8946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Bitwi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Ope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ators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itwise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</a:t>
            </a:r>
            <a:r>
              <a:rPr sz="2761" b="1" spc="24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lev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quite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29219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bitwise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rators.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Some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popul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bit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ise 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OT (~</a:t>
            </a:r>
            <a:r>
              <a:rPr sz="2761" b="1" spc="-23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wise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 oper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dirty="0">
                <a:latin typeface="Times New Roman"/>
                <a:cs typeface="Times New Roman"/>
              </a:rPr>
              <a:t>sing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bits.</a:t>
            </a:r>
          </a:p>
          <a:p>
            <a:pPr marL="1079638" marR="2883904">
              <a:lnSpc>
                <a:spcPts val="4785"/>
              </a:lnSpc>
              <a:spcBef>
                <a:spcPts val="36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if b 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1,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 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0.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605578" lvl="1" indent="-525940">
              <a:spcBef>
                <a:spcPts val="1024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0 0 1 1 //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nput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1 (d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3)</a:t>
            </a:r>
            <a:endParaRPr sz="2761" dirty="0">
              <a:latin typeface="Times New Roman"/>
              <a:cs typeface="Times New Roman"/>
            </a:endParaRPr>
          </a:p>
          <a:p>
            <a:pPr marL="1605578" lvl="1" indent="-525940">
              <a:spcBef>
                <a:spcPts val="1461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1 1 0 0 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rses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12</a:t>
            </a:r>
          </a:p>
          <a:p>
            <a:pPr marL="1079638" marR="16070" indent="-524479">
              <a:lnSpc>
                <a:spcPts val="4785"/>
              </a:lnSpc>
              <a:spcBef>
                <a:spcPts val="36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bit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ise</a:t>
            </a:r>
            <a:r>
              <a:rPr sz="2761" b="1" spc="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XOR</a:t>
            </a:r>
            <a:r>
              <a:rPr sz="2761" b="1" spc="9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-12" dirty="0">
                <a:latin typeface="Times New Roman"/>
                <a:cs typeface="Times New Roman"/>
              </a:rPr>
              <a:t>^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utput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uts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bits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</a:p>
          <a:p>
            <a:pPr marL="1079638">
              <a:spcBef>
                <a:spcPts val="1024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 marR="7837967" lvl="1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1 0 0 1  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1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1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7837967" lvl="1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   0 1 0 1  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2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3.   1 1 0 0 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R)</a:t>
            </a:r>
          </a:p>
        </p:txBody>
      </p:sp>
    </p:spTree>
    <p:extLst>
      <p:ext uri="{BB962C8B-B14F-4D97-AF65-F5344CB8AC3E}">
        <p14:creationId xmlns:p14="http://schemas.microsoft.com/office/powerpoint/2010/main" val="665666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39800" y="1295400"/>
            <a:ext cx="15163800" cy="78694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marR="13149" indent="-524479">
              <a:lnSpc>
                <a:spcPts val="4762"/>
              </a:lnSpc>
              <a:spcBef>
                <a:spcPts val="380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bit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ise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-46" dirty="0">
                <a:latin typeface="Times New Roman"/>
                <a:cs typeface="Times New Roman"/>
              </a:rPr>
              <a:t>|</a:t>
            </a:r>
            <a:r>
              <a:rPr sz="2761" b="1" dirty="0">
                <a:latin typeface="Times New Roman"/>
                <a:cs typeface="Times New Roman"/>
              </a:rPr>
              <a:t>).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wis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 output is 1.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input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4 bits.</a:t>
            </a:r>
          </a:p>
          <a:p>
            <a:pPr marL="1079638">
              <a:spcBef>
                <a:spcPts val="1056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 marR="7837967" lvl="1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1 1 0 0  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1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1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7837967" lvl="1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607039" algn="l"/>
              </a:tabLst>
            </a:pPr>
            <a:r>
              <a:rPr sz="2761" dirty="0">
                <a:latin typeface="Times New Roman"/>
                <a:cs typeface="Times New Roman"/>
              </a:rPr>
              <a:t>   0 0 0 1  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2</a:t>
            </a:r>
          </a:p>
          <a:p>
            <a:pPr marL="1079638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3.   1 1 0 1 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OR)</a:t>
            </a:r>
          </a:p>
          <a:p>
            <a:pPr marL="555159">
              <a:spcBef>
                <a:spcPts val="1461"/>
              </a:spcBef>
              <a:tabLst>
                <a:tab pos="1079638" algn="l"/>
              </a:tabLst>
            </a:pPr>
            <a:endParaRPr lang="en-US" sz="2301" spc="-23" dirty="0">
              <a:latin typeface="Courier New"/>
              <a:cs typeface="Courier New"/>
            </a:endParaRPr>
          </a:p>
          <a:p>
            <a:pPr marL="555159">
              <a:spcBef>
                <a:spcPts val="1461"/>
              </a:spcBef>
              <a:tabLst>
                <a:tab pos="107963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b="1" spc="-23" dirty="0">
                <a:latin typeface="Times New Roman"/>
                <a:cs typeface="Times New Roman"/>
              </a:rPr>
              <a:t>bit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ise </a:t>
            </a:r>
            <a:r>
              <a:rPr sz="2761" b="1" spc="-17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18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</a:t>
            </a:r>
            <a:r>
              <a:rPr sz="2761" b="1" spc="-18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&amp; </a:t>
            </a:r>
            <a:r>
              <a:rPr sz="2761" b="1" spc="-18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). </a:t>
            </a:r>
            <a:r>
              <a:rPr sz="2761" b="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th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</a:p>
          <a:p>
            <a:pPr marL="107963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ise,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is 0.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input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4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38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1593988" indent="-514350">
              <a:spcBef>
                <a:spcPts val="1438"/>
              </a:spcBef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1 1 0 0  //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input 1 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1</a:t>
            </a:r>
          </a:p>
          <a:p>
            <a:pPr marL="1593988" indent="-514350">
              <a:spcBef>
                <a:spcPts val="1438"/>
              </a:spcBef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0 1 0 1  //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input 2</a:t>
            </a:r>
          </a:p>
          <a:p>
            <a:pPr marL="1593988" indent="-514350">
              <a:spcBef>
                <a:spcPts val="1438"/>
              </a:spcBef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0 1 0 0 //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 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sult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 -</a:t>
            </a:r>
            <a:r>
              <a:rPr lang="en-US" sz="2761" spc="-12" dirty="0">
                <a:latin typeface="Times New Roman"/>
                <a:cs typeface="Times New Roman"/>
              </a:rPr>
              <a:t> AND)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178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39800" y="1295400"/>
            <a:ext cx="15163800" cy="3034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marR="16070" indent="-524479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bit</a:t>
            </a:r>
            <a:r>
              <a:rPr lang="en-US" sz="2761" b="1" spc="12" dirty="0">
                <a:latin typeface="Times New Roman"/>
                <a:cs typeface="Times New Roman"/>
              </a:rPr>
              <a:t>w</a:t>
            </a:r>
            <a:r>
              <a:rPr lang="en-US" sz="2761" b="1" dirty="0">
                <a:latin typeface="Times New Roman"/>
                <a:cs typeface="Times New Roman"/>
              </a:rPr>
              <a:t>ise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l</a:t>
            </a:r>
            <a:r>
              <a:rPr lang="en-US" sz="2761" b="1" spc="-35" dirty="0">
                <a:latin typeface="Times New Roman"/>
                <a:cs typeface="Times New Roman"/>
              </a:rPr>
              <a:t>e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sh</a:t>
            </a:r>
            <a:r>
              <a:rPr lang="en-US" sz="2761" b="1" spc="-23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(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&lt;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&lt;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).</a:t>
            </a:r>
            <a:r>
              <a:rPr lang="en-US" sz="2761" b="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shif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fin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op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tor.</a:t>
            </a:r>
          </a:p>
          <a:p>
            <a:pPr marL="553698" marR="11688" indent="-524479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bit</a:t>
            </a:r>
            <a:r>
              <a:rPr lang="en-US" sz="2761" b="1" spc="12" dirty="0">
                <a:latin typeface="Times New Roman"/>
                <a:cs typeface="Times New Roman"/>
              </a:rPr>
              <a:t>w</a:t>
            </a:r>
            <a:r>
              <a:rPr lang="en-US" sz="2761" b="1" dirty="0">
                <a:latin typeface="Times New Roman"/>
                <a:cs typeface="Times New Roman"/>
              </a:rPr>
              <a:t>ise</a:t>
            </a:r>
            <a:r>
              <a:rPr lang="en-US" sz="2761" b="1" spc="104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ig</a:t>
            </a:r>
            <a:r>
              <a:rPr lang="en-US" sz="2761" b="1" spc="12" dirty="0">
                <a:latin typeface="Times New Roman"/>
                <a:cs typeface="Times New Roman"/>
              </a:rPr>
              <a:t>h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9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sh</a:t>
            </a:r>
            <a:r>
              <a:rPr lang="en-US" sz="2761" b="1" spc="-23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9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(</a:t>
            </a:r>
            <a:r>
              <a:rPr lang="en-US" sz="2761" b="1" spc="9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&gt;</a:t>
            </a:r>
            <a:r>
              <a:rPr lang="en-US" sz="2761" b="1" spc="104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&gt;</a:t>
            </a:r>
            <a:r>
              <a:rPr lang="en-US" sz="2761" b="1" spc="104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).</a:t>
            </a:r>
            <a:r>
              <a:rPr lang="en-US" sz="2761" b="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hift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fin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 the 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ft op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tor.</a:t>
            </a:r>
          </a:p>
          <a:p>
            <a:pPr marL="1079638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0842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78000" y="1143000"/>
            <a:ext cx="14325600" cy="7445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ial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nication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78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UAR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ive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rono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ece</a:t>
            </a:r>
            <a:r>
              <a:rPr sz="2761" dirty="0">
                <a:latin typeface="Times New Roman"/>
                <a:cs typeface="Times New Roman"/>
              </a:rPr>
              <a:t>ive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/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nsmitt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</a:p>
          <a:p>
            <a:pPr marL="1079638" indent="-524479">
              <a:spcBef>
                <a:spcPts val="151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5V for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logic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 (high)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0V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logic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0 (lo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0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</a:t>
            </a:r>
            <a:r>
              <a:rPr sz="2761" spc="23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V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rd, it uses</a:t>
            </a:r>
          </a:p>
          <a:p>
            <a:pPr marL="1079638" indent="-524479">
              <a:spcBef>
                <a:spcPts val="148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3V for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logic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 (high)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0V for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logic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0 (lo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</a:t>
            </a:r>
            <a:r>
              <a:rPr sz="2761" b="1" spc="16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byte</a:t>
            </a:r>
            <a:r>
              <a:rPr sz="2761" b="1" spc="13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</a:t>
            </a:r>
            <a:r>
              <a:rPr sz="2761" b="1" spc="16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8</a:t>
            </a:r>
            <a:r>
              <a:rPr sz="2761" b="1" spc="16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bits.</a:t>
            </a:r>
            <a:r>
              <a:rPr sz="2761" b="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</a:p>
          <a:p>
            <a:pPr marL="29219" marR="13149" algn="just">
              <a:lnSpc>
                <a:spcPct val="1436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puter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</a:t>
            </a:r>
            <a:r>
              <a:rPr sz="2761" b="1" spc="12" dirty="0">
                <a:latin typeface="Times New Roman"/>
                <a:cs typeface="Times New Roman"/>
              </a:rPr>
              <a:t> f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m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IN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of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the</a:t>
            </a:r>
            <a:r>
              <a:rPr sz="2761" b="1" spc="46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</a:t>
            </a:r>
            <a:r>
              <a:rPr sz="2761" b="1" spc="12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no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boa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d,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all</a:t>
            </a:r>
            <a:r>
              <a:rPr sz="2761" b="1" spc="-46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Tx</a:t>
            </a:r>
            <a:r>
              <a:rPr sz="2761" b="1" spc="18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ans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it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ce</a:t>
            </a:r>
            <a:r>
              <a:rPr sz="2761" b="1" dirty="0">
                <a:latin typeface="Times New Roman"/>
                <a:cs typeface="Times New Roman"/>
              </a:rPr>
              <a:t>ived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on 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IN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0, </a:t>
            </a:r>
            <a:r>
              <a:rPr sz="2761" b="1" spc="-345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all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-33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Rx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ce</a:t>
            </a:r>
            <a:r>
              <a:rPr sz="2761" b="1" dirty="0">
                <a:latin typeface="Times New Roman"/>
                <a:cs typeface="Times New Roman"/>
              </a:rPr>
              <a:t>ive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914400"/>
            <a:ext cx="13738445" cy="506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83"/>
              </a:lnSpc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look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3911600" y="1828800"/>
            <a:ext cx="7713631" cy="43634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542762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066800"/>
            <a:ext cx="13731140" cy="2988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ins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ommunicat</a:t>
            </a:r>
            <a:r>
              <a:rPr sz="2761" spc="58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(Rx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pos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Tx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Rx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Tx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Rx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USB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medium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talk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looks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im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4521200" y="4648200"/>
            <a:ext cx="7625976" cy="38743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609600"/>
            <a:ext cx="14935200" cy="9155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3375" algn="just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The 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(in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tion)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mber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(to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tions).</a:t>
            </a:r>
          </a:p>
          <a:p>
            <a:pPr marL="29219" marR="16070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()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tells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 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ps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ive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(pins 1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6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dis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uss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( 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det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ports. The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on the Me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(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X)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18 (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X)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16 (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X)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14 (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X)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on the 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0 (RX)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19 (RX)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17 (RX)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15 (RX)</a:t>
            </a:r>
          </a:p>
        </p:txBody>
      </p:sp>
    </p:spTree>
    <p:extLst>
      <p:ext uri="{BB962C8B-B14F-4D97-AF65-F5344CB8AC3E}">
        <p14:creationId xmlns:p14="http://schemas.microsoft.com/office/powerpoint/2010/main" val="595464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1066800"/>
            <a:ext cx="14935200" cy="4017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Tx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Rx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-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would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US</a:t>
            </a:r>
            <a:r>
              <a:rPr sz="2761" b="1" spc="12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-</a:t>
            </a:r>
            <a:r>
              <a:rPr sz="2761" b="1" dirty="0">
                <a:latin typeface="Times New Roman"/>
                <a:cs typeface="Times New Roman"/>
              </a:rPr>
              <a:t>to</a:t>
            </a:r>
            <a:r>
              <a:rPr sz="2761" b="1" spc="17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ial adapt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mini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USB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tor,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RX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</a:t>
            </a:r>
            <a:r>
              <a:rPr sz="2761" spc="-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dire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five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35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lu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ing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RX,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button,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G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Ground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endParaRPr lang="en-US" sz="2646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7781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990600"/>
            <a:ext cx="13739906" cy="6510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 err="1">
                <a:latin typeface="Times New Roman"/>
                <a:cs typeface="Times New Roman"/>
              </a:rPr>
              <a:t>S</a:t>
            </a:r>
            <a:r>
              <a:rPr sz="2761" b="1" spc="-12" dirty="0" err="1">
                <a:latin typeface="Times New Roman"/>
                <a:cs typeface="Times New Roman"/>
              </a:rPr>
              <a:t>er</a:t>
            </a:r>
            <a:r>
              <a:rPr sz="2761" b="1" dirty="0" err="1">
                <a:latin typeface="Times New Roman"/>
                <a:cs typeface="Times New Roman"/>
              </a:rPr>
              <a:t>ial.b</a:t>
            </a:r>
            <a:r>
              <a:rPr sz="2761" b="1" spc="-12" dirty="0" err="1">
                <a:latin typeface="Times New Roman"/>
                <a:cs typeface="Times New Roman"/>
              </a:rPr>
              <a:t>e</a:t>
            </a:r>
            <a:r>
              <a:rPr sz="2761" b="1" dirty="0" err="1">
                <a:latin typeface="Times New Roman"/>
                <a:cs typeface="Times New Roman"/>
              </a:rPr>
              <a:t>gin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 )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ts</a:t>
            </a:r>
            <a:r>
              <a:rPr sz="2761" i="1" spc="13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</a:t>
            </a:r>
            <a:r>
              <a:rPr sz="2761" i="1" spc="12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baud</a:t>
            </a:r>
            <a:r>
              <a:rPr sz="2761" i="1" spc="12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rate</a:t>
            </a:r>
            <a:r>
              <a:rPr sz="2761" i="1" spc="12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for</a:t>
            </a:r>
            <a:r>
              <a:rPr sz="2761" i="1" spc="13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rial</a:t>
            </a:r>
            <a:r>
              <a:rPr sz="2761" i="1" spc="13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data</a:t>
            </a:r>
            <a:r>
              <a:rPr sz="2761" i="1" spc="138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om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unicatio</a:t>
            </a:r>
            <a:r>
              <a:rPr sz="2761" i="1" spc="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baud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nd.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ult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9600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bps</a:t>
            </a:r>
            <a:r>
              <a:rPr sz="2761" b="1" spc="10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(bits</a:t>
            </a:r>
            <a:r>
              <a:rPr sz="2761" b="1" spc="8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35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29219" marR="2897053">
              <a:lnSpc>
                <a:spcPts val="4739"/>
              </a:lnSpc>
              <a:spcBef>
                <a:spcPts val="35"/>
              </a:spcBef>
            </a:pP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rates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ll,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4800,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14400, 38400, 28800,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two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ts, wh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29219" indent="525940">
              <a:spcBef>
                <a:spcPts val="1070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)</a:t>
            </a:r>
          </a:p>
          <a:p>
            <a:pPr marL="29219" marR="9762031" indent="525940">
              <a:lnSpc>
                <a:spcPts val="4785"/>
              </a:lnSpc>
              <a:spcBef>
                <a:spcPts val="36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 po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obj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sp</a:t>
            </a:r>
            <a:r>
              <a:rPr sz="2761" b="1" spc="-12" dirty="0">
                <a:latin typeface="Times New Roman"/>
                <a:cs typeface="Times New Roman"/>
              </a:rPr>
              <a:t>ee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baud 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bps (bits 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allows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lo</a:t>
            </a:r>
            <a:r>
              <a:rPr sz="2761" b="1" i="1" spc="12" dirty="0">
                <a:latin typeface="Times New Roman"/>
                <a:cs typeface="Times New Roman"/>
              </a:rPr>
              <a:t>n</a:t>
            </a:r>
            <a:r>
              <a:rPr sz="2761" b="1" i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438"/>
              </a:spcBef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ig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sets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stop,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bits.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752600"/>
            <a:ext cx="13739906" cy="5869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555159" marR="10759856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927118">
              <a:lnSpc>
                <a:spcPts val="4739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in(4800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0875271">
              <a:lnSpc>
                <a:spcPts val="4739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68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marR="24836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(4800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800.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monitor at a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4800 bits 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ond.</a:t>
            </a:r>
          </a:p>
        </p:txBody>
      </p:sp>
    </p:spTree>
    <p:extLst>
      <p:ext uri="{BB962C8B-B14F-4D97-AF65-F5344CB8AC3E}">
        <p14:creationId xmlns:p14="http://schemas.microsoft.com/office/powerpoint/2010/main" val="1127278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838200"/>
            <a:ext cx="13739906" cy="1029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b="1" dirty="0">
                <a:latin typeface="Times New Roman"/>
                <a:cs typeface="Times New Roman"/>
              </a:rPr>
              <a:t>Exa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ple 2: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is shown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4" name="object 4"/>
          <p:cNvSpPr/>
          <p:nvPr/>
        </p:nvSpPr>
        <p:spPr>
          <a:xfrm>
            <a:off x="2159000" y="2472499"/>
            <a:ext cx="11815881" cy="6714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184354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752600"/>
            <a:ext cx="13734062" cy="5921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I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Am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Code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t,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huma</a:t>
            </a:r>
            <a:r>
              <a:rPr sz="2761" spc="69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-</a:t>
            </a:r>
          </a:p>
          <a:p>
            <a:pPr marL="29219">
              <a:spcBef>
                <a:spcPts val="1068"/>
              </a:spcBef>
            </a:pP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 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II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 marR="17531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visible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</a:t>
            </a:r>
            <a:r>
              <a:rPr sz="2761" b="1" spc="81" dirty="0">
                <a:latin typeface="Times New Roman"/>
                <a:cs typeface="Times New Roman"/>
              </a:rPr>
              <a:t>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onito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toolb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555159" indent="-525940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 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two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ts,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print(v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print(v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lue,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t)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 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 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must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in upp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3903763"/>
            <a:ext cx="14782800" cy="328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 po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obj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: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of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ritten.</a:t>
            </a:r>
          </a:p>
          <a:p>
            <a:pPr marL="29219">
              <a:spcBef>
                <a:spcPts val="1426"/>
              </a:spcBef>
            </a:pPr>
            <a:r>
              <a:rPr sz="2761" b="1" dirty="0">
                <a:latin typeface="Times New Roman"/>
                <a:cs typeface="Times New Roman"/>
              </a:rPr>
              <a:t>val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print,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includ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26"/>
              </a:spcBef>
            </a:pP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: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onsists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umber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OCT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l),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ina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l),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tc.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data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 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de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pl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  <a:endParaRPr lang="en-US" sz="2646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11800" y="1365917"/>
            <a:ext cx="5012402" cy="25759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669605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990600"/>
            <a:ext cx="13734062" cy="8371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 err="1">
                <a:latin typeface="Times New Roman"/>
                <a:cs typeface="Times New Roman"/>
              </a:rPr>
              <a:t>S</a:t>
            </a:r>
            <a:r>
              <a:rPr sz="2761" b="1" spc="-12" dirty="0" err="1">
                <a:latin typeface="Times New Roman"/>
                <a:cs typeface="Times New Roman"/>
              </a:rPr>
              <a:t>er</a:t>
            </a:r>
            <a:r>
              <a:rPr sz="2761" b="1" dirty="0" err="1">
                <a:latin typeface="Times New Roman"/>
                <a:cs typeface="Times New Roman"/>
              </a:rPr>
              <a:t>ial.p</a:t>
            </a:r>
            <a:r>
              <a:rPr sz="2761" b="1" spc="-12" dirty="0" err="1">
                <a:latin typeface="Times New Roman"/>
                <a:cs typeface="Times New Roman"/>
              </a:rPr>
              <a:t>r</a:t>
            </a:r>
            <a:r>
              <a:rPr sz="2761" b="1" dirty="0" err="1">
                <a:latin typeface="Times New Roman"/>
                <a:cs typeface="Times New Roman"/>
              </a:rPr>
              <a:t>i</a:t>
            </a:r>
            <a:r>
              <a:rPr sz="2761" b="1" spc="12" dirty="0" err="1">
                <a:latin typeface="Times New Roman"/>
                <a:cs typeface="Times New Roman"/>
              </a:rPr>
              <a:t>n</a:t>
            </a:r>
            <a:r>
              <a:rPr sz="2761" b="1" dirty="0" err="1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val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endParaRPr sz="2761" dirty="0">
              <a:latin typeface="Times New Roman"/>
              <a:cs typeface="Times New Roman"/>
            </a:endParaRPr>
          </a:p>
          <a:p>
            <a:pPr marL="29219" marR="17531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l.print()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ter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pl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 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114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l.print(15.</a:t>
            </a:r>
            <a:r>
              <a:rPr sz="2761" spc="-12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52732)</a:t>
            </a: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15.45</a:t>
            </a: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</a:t>
            </a:r>
            <a:r>
              <a:rPr sz="2761" spc="46" dirty="0">
                <a:latin typeface="Times New Roman"/>
                <a:cs typeface="Times New Roman"/>
              </a:rPr>
              <a:t> 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as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l.print("</a:t>
            </a:r>
            <a:r>
              <a:rPr sz="2761" spc="-12" dirty="0">
                <a:latin typeface="Times New Roman"/>
                <a:cs typeface="Times New Roman"/>
              </a:rPr>
              <a:t>He</a:t>
            </a:r>
            <a:r>
              <a:rPr sz="2761" dirty="0">
                <a:latin typeface="Times New Roman"/>
                <a:cs typeface="Times New Roman"/>
              </a:rPr>
              <a:t>llo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15"/>
              </a:spcBef>
            </a:pP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320731"/>
            <a:ext cx="15316200" cy="9416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 err="1">
                <a:latin typeface="Times New Roman"/>
                <a:cs typeface="Times New Roman"/>
              </a:rPr>
              <a:t>S</a:t>
            </a:r>
            <a:r>
              <a:rPr sz="2761" b="1" spc="-12" dirty="0" err="1">
                <a:latin typeface="Times New Roman"/>
                <a:cs typeface="Times New Roman"/>
              </a:rPr>
              <a:t>er</a:t>
            </a:r>
            <a:r>
              <a:rPr sz="2761" b="1" dirty="0" err="1">
                <a:latin typeface="Times New Roman"/>
                <a:cs typeface="Times New Roman"/>
              </a:rPr>
              <a:t>ial.p</a:t>
            </a:r>
            <a:r>
              <a:rPr sz="2761" b="1" spc="-12" dirty="0" err="1">
                <a:latin typeface="Times New Roman"/>
                <a:cs typeface="Times New Roman"/>
              </a:rPr>
              <a:t>r</a:t>
            </a:r>
            <a:r>
              <a:rPr sz="2761" b="1" dirty="0" err="1">
                <a:latin typeface="Times New Roman"/>
                <a:cs typeface="Times New Roman"/>
              </a:rPr>
              <a:t>i</a:t>
            </a:r>
            <a:r>
              <a:rPr sz="2761" b="1" spc="12" dirty="0" err="1">
                <a:latin typeface="Times New Roman"/>
                <a:cs typeface="Times New Roman"/>
              </a:rPr>
              <a:t>n</a:t>
            </a:r>
            <a:r>
              <a:rPr sz="2761" b="1" dirty="0" err="1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val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,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rm</a:t>
            </a:r>
            <a:r>
              <a:rPr sz="2761" b="1" dirty="0">
                <a:latin typeface="Times New Roman"/>
                <a:cs typeface="Times New Roman"/>
              </a:rPr>
              <a:t>at)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ordi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tal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OCT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8),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),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0),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-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16).</a:t>
            </a:r>
          </a:p>
          <a:p>
            <a:pPr marL="29219">
              <a:spcBef>
                <a:spcPts val="146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l.print(25, B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>
              <a:spcBef>
                <a:spcPts val="1495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11001</a:t>
            </a:r>
          </a:p>
          <a:p>
            <a:pPr marL="29219">
              <a:spcBef>
                <a:spcPts val="143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con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rts the de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umber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 to bin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11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01.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l.print(58,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lang="en-US" sz="2761" dirty="0">
                <a:latin typeface="Times New Roman"/>
                <a:cs typeface="Times New Roman"/>
              </a:rPr>
              <a:t>3A</a:t>
            </a:r>
          </a:p>
          <a:p>
            <a:pPr marL="29219">
              <a:spcBef>
                <a:spcPts val="1461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con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rts the de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umber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58 to he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3A.</a:t>
            </a:r>
          </a:p>
        </p:txBody>
      </p:sp>
    </p:spTree>
    <p:extLst>
      <p:ext uri="{BB962C8B-B14F-4D97-AF65-F5344CB8AC3E}">
        <p14:creationId xmlns:p14="http://schemas.microsoft.com/office/powerpoint/2010/main" val="2630266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534333"/>
            <a:ext cx="13735523" cy="698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3:</a:t>
            </a:r>
            <a:endParaRPr sz="2761" dirty="0">
              <a:latin typeface="Times New Roman"/>
              <a:cs typeface="Times New Roman"/>
            </a:endParaRPr>
          </a:p>
          <a:p>
            <a:pPr marL="29219" marR="9608632" indent="1050419">
              <a:lnSpc>
                <a:spcPts val="4785"/>
              </a:lnSpc>
              <a:spcBef>
                <a:spcPts val="311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l.print(58, OCT) Output: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72</a:t>
            </a:r>
          </a:p>
          <a:p>
            <a:pPr marL="29219">
              <a:spcBef>
                <a:spcPts val="1472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con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rts the de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umber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58 to oct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72.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4: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l.print(25,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C)</a:t>
            </a: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25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 is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de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o, the output will be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295400"/>
            <a:ext cx="13735523" cy="6561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ting a Tab spa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print the tab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output.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l.print(" \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)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print the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pro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tln ( )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ria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92" dirty="0">
                <a:latin typeface="Times New Roman"/>
                <a:cs typeface="Times New Roman"/>
              </a:rPr>
              <a:t>'</a:t>
            </a:r>
            <a:r>
              <a:rPr sz="2761" spc="-23" dirty="0">
                <a:latin typeface="Times New Roman"/>
                <a:cs typeface="Times New Roman"/>
              </a:rPr>
              <a:t>\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'</a:t>
            </a:r>
          </a:p>
          <a:p>
            <a:pPr marL="29219" marR="2045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13)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'</a:t>
            </a:r>
            <a:r>
              <a:rPr sz="2761" spc="-23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II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10)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Editor.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 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so 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two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w: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println(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println(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lue,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t)</a:t>
            </a:r>
          </a:p>
        </p:txBody>
      </p:sp>
    </p:spTree>
    <p:extLst>
      <p:ext uri="{BB962C8B-B14F-4D97-AF65-F5344CB8AC3E}">
        <p14:creationId xmlns:p14="http://schemas.microsoft.com/office/powerpoint/2010/main" val="3821393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866810"/>
            <a:ext cx="15316200" cy="8324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b="1" dirty="0">
                <a:latin typeface="Times New Roman"/>
                <a:cs typeface="Times New Roman"/>
              </a:rPr>
              <a:t>What is </a:t>
            </a:r>
            <a:r>
              <a:rPr lang="en-US" sz="2761" b="1" spc="-12" dirty="0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he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d</a:t>
            </a:r>
            <a:r>
              <a:rPr lang="en-US" sz="2761" b="1" spc="12" dirty="0">
                <a:latin typeface="Times New Roman"/>
                <a:cs typeface="Times New Roman"/>
              </a:rPr>
              <a:t>i</a:t>
            </a:r>
            <a:r>
              <a:rPr lang="en-US" sz="2761" b="1" dirty="0">
                <a:latin typeface="Times New Roman"/>
                <a:cs typeface="Times New Roman"/>
              </a:rPr>
              <a:t>ff</a:t>
            </a:r>
            <a:r>
              <a:rPr lang="en-US" sz="2761" b="1" spc="-12" dirty="0">
                <a:latin typeface="Times New Roman"/>
                <a:cs typeface="Times New Roman"/>
              </a:rPr>
              <a:t>ere</a:t>
            </a:r>
            <a:r>
              <a:rPr lang="en-US" sz="2761" b="1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b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tw</a:t>
            </a:r>
            <a:r>
              <a:rPr lang="en-US" sz="2761" b="1" spc="-12" dirty="0">
                <a:latin typeface="Times New Roman"/>
                <a:cs typeface="Times New Roman"/>
              </a:rPr>
              <a:t>ee</a:t>
            </a:r>
            <a:r>
              <a:rPr lang="en-US" sz="2761" b="1" dirty="0">
                <a:latin typeface="Times New Roman"/>
                <a:cs typeface="Times New Roman"/>
              </a:rPr>
              <a:t>n </a:t>
            </a:r>
            <a:r>
              <a:rPr lang="en-US" sz="2761" b="1" dirty="0" err="1">
                <a:latin typeface="Times New Roman"/>
                <a:cs typeface="Times New Roman"/>
              </a:rPr>
              <a:t>S</a:t>
            </a:r>
            <a:r>
              <a:rPr lang="en-US" sz="2761" b="1" spc="-12" dirty="0" err="1">
                <a:latin typeface="Times New Roman"/>
                <a:cs typeface="Times New Roman"/>
              </a:rPr>
              <a:t>er</a:t>
            </a:r>
            <a:r>
              <a:rPr lang="en-US" sz="2761" b="1" dirty="0" err="1">
                <a:latin typeface="Times New Roman"/>
                <a:cs typeface="Times New Roman"/>
              </a:rPr>
              <a:t>ial.p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(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) </a:t>
            </a:r>
            <a:r>
              <a:rPr lang="en-US" sz="2761" b="1" spc="12" dirty="0">
                <a:latin typeface="Times New Roman"/>
                <a:cs typeface="Times New Roman"/>
              </a:rPr>
              <a:t>a</a:t>
            </a:r>
            <a:r>
              <a:rPr lang="en-US" sz="2761" b="1" dirty="0">
                <a:latin typeface="Times New Roman"/>
                <a:cs typeface="Times New Roman"/>
              </a:rPr>
              <a:t>nd </a:t>
            </a:r>
            <a:r>
              <a:rPr lang="en-US" sz="2761" b="1" dirty="0" err="1">
                <a:latin typeface="Times New Roman"/>
                <a:cs typeface="Times New Roman"/>
              </a:rPr>
              <a:t>S</a:t>
            </a:r>
            <a:r>
              <a:rPr lang="en-US" sz="2761" b="1" spc="-12" dirty="0" err="1">
                <a:latin typeface="Times New Roman"/>
                <a:cs typeface="Times New Roman"/>
              </a:rPr>
              <a:t>er</a:t>
            </a:r>
            <a:r>
              <a:rPr lang="en-US" sz="2761" b="1" dirty="0" err="1">
                <a:latin typeface="Times New Roman"/>
                <a:cs typeface="Times New Roman"/>
              </a:rPr>
              <a:t>ial.p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t</a:t>
            </a:r>
            <a:r>
              <a:rPr lang="en-US" sz="2761" b="1" spc="-35" dirty="0" err="1">
                <a:latin typeface="Times New Roman"/>
                <a:cs typeface="Times New Roman"/>
              </a:rPr>
              <a:t>l</a:t>
            </a:r>
            <a:r>
              <a:rPr lang="en-US" sz="2761" b="1" dirty="0" err="1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( </a:t>
            </a:r>
            <a:r>
              <a:rPr lang="en-US" sz="2761" b="1" spc="-23" dirty="0">
                <a:latin typeface="Times New Roman"/>
                <a:cs typeface="Times New Roman"/>
              </a:rPr>
              <a:t>)</a:t>
            </a:r>
            <a:r>
              <a:rPr lang="en-US" sz="2761" b="1" dirty="0">
                <a:latin typeface="Times New Roman"/>
                <a:cs typeface="Times New Roman"/>
              </a:rPr>
              <a:t>?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21914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nthes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tln(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moves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the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 of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ial.p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int( 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tln( 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 we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ure the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 of 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 thi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 in our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745961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4800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585257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l.print("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llo"); 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1079638" indent="-524479">
              <a:spcBef>
                <a:spcPts val="1024"/>
              </a:spcBef>
              <a:buFont typeface="Times New Roman"/>
              <a:buAutoNum type="arabicPeriod" startAt="9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rduino"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will print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follow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9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1.5 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onds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1447800"/>
            <a:ext cx="13735523" cy="6519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dirty="0">
                <a:latin typeface="Times New Roman"/>
                <a:cs typeface="Times New Roman"/>
              </a:rPr>
              <a:t>Cli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Upload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onitor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output.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output, the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ord </a:t>
            </a:r>
            <a:r>
              <a:rPr sz="2761" b="1" spc="23" dirty="0">
                <a:latin typeface="Times New Roman"/>
                <a:cs typeface="Times New Roman"/>
              </a:rPr>
              <a:t>H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llo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ollo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ter 1.5 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line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printed.</a:t>
            </a:r>
          </a:p>
          <a:p>
            <a:pPr marL="29219" algn="just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380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</a:p>
          <a:p>
            <a:pPr marL="555159" marR="230390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line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du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230390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indent="525940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will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8484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399240"/>
            <a:ext cx="13735523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0453" algn="just">
              <a:lnSpc>
                <a:spcPct val="143800"/>
              </a:lnSpc>
            </a:pPr>
            <a:r>
              <a:rPr lang="en-US" sz="2761" b="1" dirty="0" err="1">
                <a:latin typeface="Times New Roman"/>
                <a:cs typeface="Times New Roman"/>
              </a:rPr>
              <a:t>S</a:t>
            </a:r>
            <a:r>
              <a:rPr lang="en-US" sz="2761" b="1" spc="-12" dirty="0" err="1">
                <a:latin typeface="Times New Roman"/>
                <a:cs typeface="Times New Roman"/>
              </a:rPr>
              <a:t>er</a:t>
            </a:r>
            <a:r>
              <a:rPr lang="en-US" sz="2761" b="1" dirty="0" err="1">
                <a:latin typeface="Times New Roman"/>
                <a:cs typeface="Times New Roman"/>
              </a:rPr>
              <a:t>ial.available</a:t>
            </a:r>
            <a:r>
              <a:rPr lang="en-US" sz="2761" b="1" dirty="0">
                <a:latin typeface="Times New Roman"/>
                <a:cs typeface="Times New Roman"/>
              </a:rPr>
              <a:t>(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ial.available( </a:t>
            </a:r>
            <a:r>
              <a:rPr sz="2761" b="1" spc="-29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riv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buf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olds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64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ble(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29219" marR="26297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invoked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bina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str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ms.</a:t>
            </a:r>
          </a:p>
        </p:txBody>
      </p:sp>
      <p:sp>
        <p:nvSpPr>
          <p:cNvPr id="4" name="object 4"/>
          <p:cNvSpPr/>
          <p:nvPr/>
        </p:nvSpPr>
        <p:spPr>
          <a:xfrm>
            <a:off x="5059161" y="6477000"/>
            <a:ext cx="7763277" cy="2663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550923"/>
            <a:ext cx="15544800" cy="8956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incoming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555159" marR="1077300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77300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320969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9600 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bps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(bits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).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3209695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5. 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5181970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 that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5181970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(S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will 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ived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0.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10"/>
              <a:tabLst>
                <a:tab pos="1081099" algn="l"/>
              </a:tabLst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.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d(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 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will 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incoming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10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ived</a:t>
            </a:r>
            <a:r>
              <a:rPr sz="2761" spc="23" dirty="0">
                <a:latin typeface="Times New Roman"/>
                <a:cs typeface="Times New Roman"/>
              </a:rPr>
              <a:t>: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10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C); //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 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</a:p>
          <a:p>
            <a:pPr marL="555159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13.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14.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4988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66800"/>
            <a:ext cx="13738445" cy="49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800"/>
              </a:lnSpc>
            </a:pP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-23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dui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o </a:t>
            </a:r>
            <a:r>
              <a:rPr lang="en-US" sz="2761" b="1" dirty="0" err="1">
                <a:latin typeface="Times New Roman"/>
                <a:cs typeface="Times New Roman"/>
              </a:rPr>
              <a:t>S</a:t>
            </a:r>
            <a:r>
              <a:rPr lang="en-US" sz="2761" b="1" spc="-12" dirty="0" err="1">
                <a:latin typeface="Times New Roman"/>
                <a:cs typeface="Times New Roman"/>
              </a:rPr>
              <a:t>er</a:t>
            </a:r>
            <a:r>
              <a:rPr lang="en-US" sz="2761" b="1" dirty="0" err="1">
                <a:latin typeface="Times New Roman"/>
                <a:cs typeface="Times New Roman"/>
              </a:rPr>
              <a:t>ial.</a:t>
            </a:r>
            <a:r>
              <a:rPr lang="en-US" sz="2761" b="1" spc="-12" dirty="0" err="1">
                <a:latin typeface="Times New Roman"/>
                <a:cs typeface="Times New Roman"/>
              </a:rPr>
              <a:t>re</a:t>
            </a:r>
            <a:r>
              <a:rPr lang="en-US" sz="2761" b="1" dirty="0" err="1">
                <a:latin typeface="Times New Roman"/>
                <a:cs typeface="Times New Roman"/>
              </a:rPr>
              <a:t>ad</a:t>
            </a:r>
            <a:r>
              <a:rPr lang="en-US" sz="2761" b="1" dirty="0">
                <a:latin typeface="Times New Roman"/>
                <a:cs typeface="Times New Roman"/>
              </a:rPr>
              <a:t>( 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ad(</a:t>
            </a:r>
            <a:r>
              <a:rPr sz="2761" b="1" spc="9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Arduino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incomi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no.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urns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on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port.</a:t>
            </a:r>
          </a:p>
          <a:p>
            <a:pPr marL="29219" marR="5047563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prog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mming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d( )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5047563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port obj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</p:txBody>
      </p:sp>
      <p:sp>
        <p:nvSpPr>
          <p:cNvPr id="4" name="object 4"/>
          <p:cNvSpPr/>
          <p:nvPr/>
        </p:nvSpPr>
        <p:spPr>
          <a:xfrm>
            <a:off x="5435600" y="6248400"/>
            <a:ext cx="5695519" cy="28721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533400"/>
            <a:ext cx="15163800" cy="887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is stor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 bits.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te;</a:t>
            </a:r>
          </a:p>
          <a:p>
            <a:pPr marL="555159" marR="1083582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{</a:t>
            </a:r>
          </a:p>
          <a:p>
            <a:pPr marL="555159" marR="1083582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9916891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0951240">
              <a:lnSpc>
                <a:spcPct val="143300"/>
              </a:lnSpc>
              <a:spcBef>
                <a:spcPts val="35"/>
              </a:spcBef>
            </a:pP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141130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6.  </a:t>
            </a:r>
            <a:r>
              <a:rPr lang="en-US" sz="2761" spc="-12" dirty="0">
                <a:latin typeface="Times New Roman"/>
                <a:cs typeface="Times New Roman"/>
              </a:rPr>
              <a:t> 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(S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0)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  <a:tabLst>
                <a:tab pos="1081099" algn="l"/>
              </a:tabLst>
            </a:pPr>
            <a:r>
              <a:rPr lang="en-US" sz="2761" spc="-12" dirty="0">
                <a:latin typeface="Times New Roman"/>
                <a:cs typeface="Times New Roman"/>
              </a:rPr>
              <a:t>7.          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ivi</a:t>
            </a:r>
            <a:r>
              <a:rPr lang="en-US" sz="2761" spc="23" dirty="0" err="1">
                <a:latin typeface="Times New Roman"/>
                <a:cs typeface="Times New Roman"/>
              </a:rPr>
              <a:t>n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ta</a:t>
            </a:r>
            <a:r>
              <a:rPr lang="en-US" sz="2761" spc="46" dirty="0" err="1">
                <a:latin typeface="Times New Roman"/>
                <a:cs typeface="Times New Roman"/>
              </a:rPr>
              <a:t>b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te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23" dirty="0" err="1">
                <a:latin typeface="Times New Roman"/>
                <a:cs typeface="Times New Roman"/>
              </a:rPr>
              <a:t>.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 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will 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incoming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ivi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</a:p>
          <a:p>
            <a:pPr marL="555159">
              <a:spcBef>
                <a:spcPts val="1438"/>
              </a:spcBef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8.    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ived</a:t>
            </a:r>
            <a:r>
              <a:rPr sz="2761" spc="23" dirty="0">
                <a:latin typeface="Times New Roman"/>
                <a:cs typeface="Times New Roman"/>
              </a:rPr>
              <a:t>: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5159">
              <a:spcBef>
                <a:spcPts val="1461"/>
              </a:spcBef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9.       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0.    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plains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ble(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</a:p>
          <a:p>
            <a:pPr marL="29219" marR="23375">
              <a:lnSpc>
                <a:spcPct val="143300"/>
              </a:lnSpc>
              <a:spcBef>
                <a:spcPts val="23"/>
              </a:spcBef>
            </a:pP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.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print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ived.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f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tor to 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</a:p>
        </p:txBody>
      </p:sp>
    </p:spTree>
    <p:extLst>
      <p:ext uri="{BB962C8B-B14F-4D97-AF65-F5344CB8AC3E}">
        <p14:creationId xmlns:p14="http://schemas.microsoft.com/office/powerpoint/2010/main" val="3181484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1295400"/>
            <a:ext cx="14706600" cy="7798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lang="en-US" sz="2761" b="1" dirty="0" err="1">
                <a:latin typeface="Times New Roman"/>
                <a:cs typeface="Times New Roman"/>
              </a:rPr>
              <a:t>S</a:t>
            </a:r>
            <a:r>
              <a:rPr lang="en-US" sz="2761" b="1" spc="-12" dirty="0" err="1">
                <a:latin typeface="Times New Roman"/>
                <a:cs typeface="Times New Roman"/>
              </a:rPr>
              <a:t>er</a:t>
            </a:r>
            <a:r>
              <a:rPr lang="en-US" sz="2761" b="1" dirty="0" err="1">
                <a:latin typeface="Times New Roman"/>
                <a:cs typeface="Times New Roman"/>
              </a:rPr>
              <a:t>ial.</a:t>
            </a:r>
            <a:r>
              <a:rPr lang="en-US" sz="2761" b="1" spc="-12" dirty="0" err="1">
                <a:latin typeface="Times New Roman"/>
                <a:cs typeface="Times New Roman"/>
              </a:rPr>
              <a:t>re</a:t>
            </a:r>
            <a:r>
              <a:rPr lang="en-US" sz="2761" b="1" dirty="0" err="1">
                <a:latin typeface="Times New Roman"/>
                <a:cs typeface="Times New Roman"/>
              </a:rPr>
              <a:t>adSt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g</a:t>
            </a:r>
            <a:r>
              <a:rPr lang="en-US" sz="2761" b="1" dirty="0">
                <a:latin typeface="Times New Roman"/>
                <a:cs typeface="Times New Roman"/>
              </a:rPr>
              <a:t>( 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spc="-46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oming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b="1" spc="35" dirty="0">
                <a:latin typeface="Times New Roman"/>
                <a:cs typeface="Times New Roman"/>
              </a:rPr>
              <a:t>S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s un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with an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String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b;</a:t>
            </a:r>
          </a:p>
          <a:p>
            <a:pPr marL="555159" marR="10841669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555159" marR="10841669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4.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(4800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5.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4" name="object 4"/>
          <p:cNvSpPr/>
          <p:nvPr/>
        </p:nvSpPr>
        <p:spPr>
          <a:xfrm>
            <a:off x="5892800" y="3276600"/>
            <a:ext cx="5273899" cy="2188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1143000"/>
            <a:ext cx="14935200" cy="849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 marR="10957084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le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 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10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dString(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10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l.println(b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12.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13.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lear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plains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adSt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g(</a:t>
            </a:r>
            <a:r>
              <a:rPr sz="2761" b="1" spc="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</a:p>
          <a:p>
            <a:pPr marL="29219" marR="2045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How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 data is 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ad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by 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adSt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g( )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and 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ad( </a:t>
            </a:r>
            <a:r>
              <a:rPr sz="2761" b="1" spc="-23" dirty="0">
                <a:latin typeface="Times New Roman"/>
                <a:cs typeface="Times New Roman"/>
              </a:rPr>
              <a:t>)</a:t>
            </a:r>
            <a:r>
              <a:rPr sz="2761" b="1" dirty="0">
                <a:latin typeface="Times New Roman"/>
                <a:cs typeface="Times New Roman"/>
              </a:rPr>
              <a:t>?</a:t>
            </a:r>
            <a:endParaRPr sz="2761" dirty="0">
              <a:latin typeface="Times New Roman"/>
              <a:cs typeface="Times New Roman"/>
            </a:endParaRPr>
          </a:p>
          <a:p>
            <a:pPr marL="29219" marR="17531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terms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dString(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 the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in the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32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1066800"/>
            <a:ext cx="14935200" cy="41274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 err="1">
                <a:latin typeface="Times New Roman"/>
                <a:cs typeface="Times New Roman"/>
              </a:rPr>
              <a:t>S</a:t>
            </a:r>
            <a:r>
              <a:rPr sz="2761" b="1" spc="-12" dirty="0" err="1">
                <a:latin typeface="Times New Roman"/>
                <a:cs typeface="Times New Roman"/>
              </a:rPr>
              <a:t>er</a:t>
            </a:r>
            <a:r>
              <a:rPr sz="2761" b="1" dirty="0" err="1">
                <a:latin typeface="Times New Roman"/>
                <a:cs typeface="Times New Roman"/>
              </a:rPr>
              <a:t>ial.</a:t>
            </a:r>
            <a:r>
              <a:rPr sz="2761" b="1" spc="12" dirty="0" err="1">
                <a:latin typeface="Times New Roman"/>
                <a:cs typeface="Times New Roman"/>
              </a:rPr>
              <a:t>w</a:t>
            </a:r>
            <a:r>
              <a:rPr sz="2761" b="1" spc="-12" dirty="0" err="1">
                <a:latin typeface="Times New Roman"/>
                <a:cs typeface="Times New Roman"/>
              </a:rPr>
              <a:t>r</a:t>
            </a:r>
            <a:r>
              <a:rPr sz="2761" b="1" dirty="0" err="1">
                <a:latin typeface="Times New Roman"/>
                <a:cs typeface="Times New Roman"/>
              </a:rPr>
              <a:t>it</a:t>
            </a:r>
            <a:r>
              <a:rPr sz="2761" b="1" spc="-23" dirty="0" err="1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( )</a:t>
            </a:r>
            <a:endParaRPr sz="2761" dirty="0">
              <a:latin typeface="Times New Roman"/>
              <a:cs typeface="Times New Roman"/>
            </a:endParaRPr>
          </a:p>
          <a:p>
            <a:pPr marL="29219" marR="14609">
              <a:lnSpc>
                <a:spcPts val="4739"/>
              </a:lnSpc>
              <a:spcBef>
                <a:spcPts val="380"/>
              </a:spcBef>
            </a:pPr>
            <a:endParaRPr lang="en-US" sz="2761" spc="-46" dirty="0">
              <a:latin typeface="Times New Roman"/>
              <a:cs typeface="Times New Roman"/>
            </a:endParaRPr>
          </a:p>
          <a:p>
            <a:pPr marL="29219" marR="14609">
              <a:lnSpc>
                <a:spcPts val="4739"/>
              </a:lnSpc>
              <a:spcBef>
                <a:spcPts val="380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bina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uino.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throu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l.write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siz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_</a:t>
            </a:r>
            <a:r>
              <a:rPr sz="2761" b="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l.writ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 ) f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will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the</a:t>
            </a:r>
            <a:r>
              <a:rPr lang="en-US" sz="2761" dirty="0">
                <a:latin typeface="Times New Roman"/>
                <a:cs typeface="Times New Roman"/>
              </a:rPr>
              <a:t> number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itten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tes.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nted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s, 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to 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dirty="0" err="1">
                <a:latin typeface="Times New Roman"/>
                <a:cs typeface="Times New Roman"/>
              </a:rPr>
              <a:t>Se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ial</a:t>
            </a:r>
            <a:r>
              <a:rPr lang="en-US" sz="2761" spc="23" dirty="0" err="1">
                <a:latin typeface="Times New Roman"/>
                <a:cs typeface="Times New Roman"/>
              </a:rPr>
              <a:t>.</a:t>
            </a:r>
            <a:r>
              <a:rPr lang="en-US" sz="2761" dirty="0" err="1">
                <a:latin typeface="Times New Roman"/>
                <a:cs typeface="Times New Roman"/>
              </a:rPr>
              <a:t>print</a:t>
            </a:r>
            <a:r>
              <a:rPr lang="en-US" sz="2761" dirty="0">
                <a:latin typeface="Times New Roman"/>
                <a:cs typeface="Times New Roman"/>
              </a:rPr>
              <a:t>( 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inste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</a:t>
            </a:r>
            <a:r>
              <a:rPr lang="en-US" sz="2761" dirty="0" err="1">
                <a:latin typeface="Times New Roman"/>
                <a:cs typeface="Times New Roman"/>
              </a:rPr>
              <a:t>Se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ial.w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).</a:t>
            </a:r>
          </a:p>
          <a:p>
            <a:pPr marL="29219" marR="14609">
              <a:lnSpc>
                <a:spcPts val="4739"/>
              </a:lnSpc>
              <a:spcBef>
                <a:spcPts val="380"/>
              </a:spcBef>
            </a:pP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3830" y="4800600"/>
            <a:ext cx="5556739" cy="279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901712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828800"/>
            <a:ext cx="14935200" cy="6542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l.writ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 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three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ts,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29219" indent="525940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(str 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indent="525940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29219" marR="6619540" indent="525940">
              <a:lnSpc>
                <a:spcPct val="143300"/>
              </a:lnSpc>
              <a:spcBef>
                <a:spcPts val="23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(bu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spc="23" dirty="0" err="1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6619540">
              <a:lnSpc>
                <a:spcPct val="143300"/>
              </a:lnSpc>
              <a:spcBef>
                <a:spcPts val="23"/>
              </a:spcBef>
              <a:buSzPct val="83333"/>
              <a:tabLst>
                <a:tab pos="1081099" algn="l"/>
              </a:tabLst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 marR="6619540">
              <a:lnSpc>
                <a:spcPct val="143300"/>
              </a:lnSpc>
              <a:spcBef>
                <a:spcPts val="23"/>
              </a:spcBef>
              <a:buSzPct val="83333"/>
              <a:tabLst>
                <a:tab pos="108109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</a:t>
            </a:r>
            <a:r>
              <a:rPr sz="2761" b="1" spc="12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s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dirty="0">
                <a:latin typeface="Times New Roman"/>
                <a:cs typeface="Times New Roman"/>
              </a:rPr>
              <a:t>ial po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obj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st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: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 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stri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buff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the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as a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val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sends the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as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te.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len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num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f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1091135"/>
            <a:ext cx="14935200" cy="7876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 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 marR="723898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723898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in(14400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7354395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7354395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indent="-524479">
              <a:spcBef>
                <a:spcPts val="1035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l.write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55); //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55.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l.write(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this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(55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l.write(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the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strin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th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 this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12.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191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4533</Words>
  <Application>Microsoft Office PowerPoint</Application>
  <PresentationFormat>Custom</PresentationFormat>
  <Paragraphs>424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4</cp:revision>
  <dcterms:created xsi:type="dcterms:W3CDTF">2024-06-25T17:27:59Z</dcterms:created>
  <dcterms:modified xsi:type="dcterms:W3CDTF">2024-06-26T12:08:56Z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