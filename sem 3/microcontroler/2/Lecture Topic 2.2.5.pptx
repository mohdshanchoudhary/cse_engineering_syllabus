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3" r:id="rId3"/>
    <p:sldId id="257" r:id="rId4"/>
    <p:sldId id="264" r:id="rId5"/>
    <p:sldId id="258" r:id="rId6"/>
    <p:sldId id="265" r:id="rId7"/>
    <p:sldId id="259" r:id="rId8"/>
    <p:sldId id="266" r:id="rId9"/>
    <p:sldId id="267" r:id="rId10"/>
    <p:sldId id="260" r:id="rId11"/>
    <p:sldId id="268" r:id="rId12"/>
    <p:sldId id="261" r:id="rId13"/>
    <p:sldId id="262" r:id="rId14"/>
    <p:sldId id="269" r:id="rId15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9810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1121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4914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1533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801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2402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14141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9187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800" y="1065154"/>
            <a:ext cx="14478000" cy="6992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Va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iables</a:t>
            </a:r>
            <a:endParaRPr sz="368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spcBef>
                <a:spcPts val="3232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12" dirty="0">
                <a:latin typeface="Times New Roman"/>
                <a:cs typeface="Times New Roman"/>
              </a:rPr>
              <a:t>ne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pla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sists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me,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 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46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int, flo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t, c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tc.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L="1079638">
              <a:spcBef>
                <a:spcPts val="1438"/>
              </a:spcBef>
            </a:pP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8;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>
              <a:spcBef>
                <a:spcPts val="143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1079638">
              <a:spcBef>
                <a:spcPts val="143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1079638">
              <a:spcBef>
                <a:spcPts val="143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lvl="0" indent="0" algn="just" defTabSz="914400" rtl="0" eaLnBrk="1" fontAlgn="auto" latinLnBrk="0" hangingPunct="1">
              <a:lnSpc>
                <a:spcPct val="14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 </a:t>
            </a:r>
            <a:r>
              <a:rPr kumimoji="0" lang="en-US" sz="2761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1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ta </a:t>
            </a:r>
            <a:r>
              <a:rPr kumimoji="0" lang="en-US" sz="2761" b="0" i="0" u="none" strike="noStrike" kern="1200" cap="none" spc="-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-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 </a:t>
            </a:r>
            <a:r>
              <a:rPr kumimoji="0" lang="en-US" sz="2761" b="0" i="0" u="none" strike="noStrike" kern="1200" cap="none" spc="-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 </a:t>
            </a:r>
            <a:r>
              <a:rPr kumimoji="0" lang="en-US" sz="2761" b="0" i="0" u="none" strike="noStrike" kern="1200" cap="none" spc="-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us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 </a:t>
            </a:r>
            <a:r>
              <a:rPr kumimoji="0" lang="en-US" sz="2761" b="0" i="0" u="none" strike="noStrike" kern="1200" cap="none" spc="-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 </a:t>
            </a:r>
            <a:r>
              <a:rPr kumimoji="0" lang="en-US" sz="2761" b="0" i="0" u="none" strike="noStrike" kern="1200" cap="none" spc="-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 </a:t>
            </a:r>
            <a:r>
              <a:rPr kumimoji="0" lang="en-US" sz="2761" b="0" i="0" u="none" strike="noStrike" kern="1200" cap="none" spc="-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 </a:t>
            </a:r>
            <a:r>
              <a:rPr kumimoji="0" lang="en-US" sz="2761" b="0" i="0" u="none" strike="noStrike" kern="1200" cap="none" spc="-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ble </a:t>
            </a:r>
            <a:r>
              <a:rPr kumimoji="0" lang="en-US" sz="2761" b="0" i="0" u="none" strike="noStrike" kern="1200" cap="none" spc="-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med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pin</a:t>
            </a:r>
            <a:r>
              <a:rPr kumimoji="0" lang="en-US" sz="2761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that </a:t>
            </a:r>
            <a:r>
              <a:rPr kumimoji="0" lang="en-US" sz="2761" b="0" i="0" u="none" strike="noStrike" kern="1200" cap="none" spc="-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stor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 </a:t>
            </a:r>
            <a:r>
              <a:rPr kumimoji="0" lang="en-US" sz="2761" b="0" i="0" u="none" strike="noStrike" kern="1200" cap="none" spc="-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lang="en-US" sz="2761" b="0" i="0" u="none" strike="noStrike" kern="1200" cap="none" spc="-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lue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8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 </a:t>
            </a:r>
            <a:r>
              <a:rPr kumimoji="0" lang="en-US" sz="2761" b="0" i="0" u="none" strike="noStrike" kern="1200" cap="none" spc="-1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 </a:t>
            </a:r>
            <a:r>
              <a:rPr kumimoji="0" lang="en-US" sz="2761" b="0" i="0" u="none" strike="noStrike" kern="1200" cap="none" spc="-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lso me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ns </a:t>
            </a:r>
            <a:r>
              <a:rPr kumimoji="0" lang="en-US" sz="2761" b="0" i="0" u="none" strike="noStrike" kern="1200" cap="none" spc="-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that </a:t>
            </a:r>
            <a:r>
              <a:rPr kumimoji="0" lang="en-US" sz="2761" b="0" i="0" u="none" strike="noStrike" kern="1200" cap="none" spc="-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lue </a:t>
            </a:r>
            <a:r>
              <a:rPr kumimoji="0" lang="en-US" sz="2761" b="0" i="0" u="none" strike="noStrike" kern="1200" cap="none" spc="-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8 </a:t>
            </a:r>
            <a:r>
              <a:rPr kumimoji="0" lang="en-US" sz="2761" b="0" i="0" u="none" strike="noStrike" kern="1200" cap="none" spc="-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 </a:t>
            </a:r>
            <a:r>
              <a:rPr kumimoji="0" lang="en-US" sz="2761" b="0" i="0" u="none" strike="noStrike" kern="1200" cap="none" spc="-29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itiali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z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 </a:t>
            </a:r>
            <a:r>
              <a:rPr kumimoji="0" lang="en-US" sz="2761" b="0" i="0" u="none" strike="noStrike" kern="1200" cap="none" spc="-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 </a:t>
            </a:r>
            <a:r>
              <a:rPr kumimoji="0" lang="en-US" sz="2761" b="0" i="0" u="none" strike="noStrike" kern="1200" cap="none" spc="-33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lang="en-US" sz="2761" b="0" i="0" u="none" strike="noStrike" kern="1200" cap="none" spc="-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ri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ble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pi</a:t>
            </a:r>
            <a:r>
              <a:rPr kumimoji="0" lang="en-US" sz="2761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 </a:t>
            </a:r>
            <a:r>
              <a:rPr kumimoji="0" lang="en-US" sz="2761" b="0" i="0" u="none" strike="noStrike" kern="1200" cap="none" spc="-3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 </a:t>
            </a:r>
            <a:r>
              <a:rPr kumimoji="0" lang="en-US" sz="2761" b="0" i="0" u="none" strike="noStrike" kern="1200" cap="none" spc="-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 </a:t>
            </a:r>
            <a:r>
              <a:rPr kumimoji="0" lang="en-US" sz="2761" b="0" i="0" u="none" strike="noStrike" kern="1200" cap="none" spc="-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modi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29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lang="en-US" sz="2761" b="0" i="0" u="none" strike="noStrike" kern="1200" cap="none" spc="-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me </a:t>
            </a:r>
            <a:r>
              <a:rPr kumimoji="0" lang="en-US" sz="2761" b="0" i="0" u="none" strike="noStrike" kern="1200" cap="none" spc="-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 </a:t>
            </a:r>
            <a:r>
              <a:rPr kumimoji="0" lang="en-US" sz="2761" b="0" i="0" u="none" strike="noStrike" kern="1200" cap="none" spc="-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lang="en-US" sz="2761" b="0" i="0" u="none" strike="noStrike" kern="1200" cap="none" spc="-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ri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ble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acc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ordi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 our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hoic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</a:t>
            </a:r>
          </a:p>
        </p:txBody>
      </p:sp>
      <p:sp>
        <p:nvSpPr>
          <p:cNvPr id="5" name="object 5"/>
          <p:cNvSpPr/>
          <p:nvPr/>
        </p:nvSpPr>
        <p:spPr>
          <a:xfrm>
            <a:off x="6150544" y="3429000"/>
            <a:ext cx="5293774" cy="24783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20800" y="914400"/>
            <a:ext cx="13734062" cy="7794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spcBef>
                <a:spcPts val="1438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29219" algn="just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bove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mple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 be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ritten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s:</a:t>
            </a:r>
          </a:p>
          <a:p>
            <a:pPr marL="1079638">
              <a:spcBef>
                <a:spcPts val="1438"/>
              </a:spcBef>
            </a:pP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pin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8;</a:t>
            </a:r>
          </a:p>
          <a:p>
            <a:pPr marL="29219" algn="just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the 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LEDpi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algn="just">
              <a:spcBef>
                <a:spcPts val="1438"/>
              </a:spcBef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n ref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red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in our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prog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or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27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29219" algn="just"/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1079638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pinMode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pin,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8)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riable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pin)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ssed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pinMode</a:t>
            </a:r>
            <a:r>
              <a:rPr sz="2761" spc="104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) 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</a:t>
            </a:r>
          </a:p>
          <a:p>
            <a:pPr marL="29219" algn="just">
              <a:spcBef>
                <a:spcPts val="1024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 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ble,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 be dir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</a:t>
            </a:r>
          </a:p>
          <a:p>
            <a:pPr marL="29219" algn="just">
              <a:spcBef>
                <a:spcPts val="1472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L="1079638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pinMode(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8, 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26197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0800" y="762000"/>
            <a:ext cx="15392400" cy="85246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71"/>
              </a:lnSpc>
            </a:pP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Advantages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lang="en-US"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Va</a:t>
            </a:r>
            <a:r>
              <a:rPr lang="en-US"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iables</a:t>
            </a:r>
            <a:endParaRPr lang="en-US" sz="368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of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v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bles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listed b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low:</a:t>
            </a:r>
          </a:p>
          <a:p>
            <a:pPr marL="1012359" indent="-457200">
              <a:spcBef>
                <a:spcPts val="1461"/>
              </a:spcBef>
              <a:buFont typeface="Arial" panose="020B0604020202020204" pitchFamily="34" charset="0"/>
              <a:buChar char="•"/>
              <a:tabLst>
                <a:tab pos="1079638" algn="l"/>
              </a:tabLst>
            </a:pP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ca</a:t>
            </a:r>
            <a:r>
              <a:rPr lang="en-US" sz="2761" dirty="0">
                <a:latin typeface="Times New Roman"/>
                <a:cs typeface="Times New Roman"/>
              </a:rPr>
              <a:t>n use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 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times in a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m.</a:t>
            </a:r>
          </a:p>
          <a:p>
            <a:pPr marL="1012359" indent="-457200">
              <a:spcBef>
                <a:spcPts val="1461"/>
              </a:spcBef>
              <a:buFont typeface="Arial" panose="020B0604020202020204" pitchFamily="34" charset="0"/>
              <a:buChar char="•"/>
              <a:tabLst>
                <a:tab pos="1079638" algn="l"/>
              </a:tabLst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inte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rs, stri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tc.</a:t>
            </a:r>
            <a:endParaRPr lang="en-US" sz="2761" dirty="0">
              <a:latin typeface="Times New Roman"/>
              <a:cs typeface="Times New Roman"/>
            </a:endParaRPr>
          </a:p>
          <a:p>
            <a:pPr marL="1012359" indent="-457200">
              <a:spcBef>
                <a:spcPts val="1461"/>
              </a:spcBef>
              <a:buFont typeface="Arial" panose="020B0604020202020204" pitchFamily="34" charset="0"/>
              <a:buChar char="•"/>
              <a:tabLst>
                <a:tab pos="1079638" algn="l"/>
              </a:tabLst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 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ibili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m.</a:t>
            </a:r>
            <a:endParaRPr lang="en-US" sz="2761" dirty="0">
              <a:latin typeface="Times New Roman"/>
              <a:cs typeface="Times New Roman"/>
            </a:endParaRPr>
          </a:p>
          <a:p>
            <a:pPr marL="1012359" indent="-457200">
              <a:spcBef>
                <a:spcPts val="1461"/>
              </a:spcBef>
              <a:buFont typeface="Arial" panose="020B0604020202020204" pitchFamily="34" charset="0"/>
              <a:buChar char="•"/>
              <a:tabLst>
                <a:tab pos="1079638" algn="l"/>
              </a:tabLst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modi</a:t>
            </a:r>
            <a:r>
              <a:rPr sz="2761" spc="35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bles.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8 to 13, we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 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point in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endParaRPr lang="en-US" sz="2761" dirty="0">
              <a:latin typeface="Times New Roman"/>
              <a:cs typeface="Times New Roman"/>
            </a:endParaRPr>
          </a:p>
          <a:p>
            <a:pPr marL="1012359" indent="-457200">
              <a:spcBef>
                <a:spcPts val="1461"/>
              </a:spcBef>
              <a:buFont typeface="Arial" panose="020B0604020202020204" pitchFamily="34" charset="0"/>
              <a:buChar char="•"/>
              <a:tabLst>
                <a:tab pos="1079638" algn="l"/>
              </a:tabLst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n 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46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ble.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npin, blu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P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pin, et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  <a:buSzPct val="83333"/>
              <a:tabLst>
                <a:tab pos="555159" algn="l"/>
              </a:tabLst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0" lvl="0" indent="0" algn="l" defTabSz="914400" rtl="0" eaLnBrk="1" fontAlgn="auto" latinLnBrk="0" hangingPunct="1">
              <a:lnSpc>
                <a:spcPts val="437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81" b="0" i="0" u="none" strike="noStrike" kern="1200" cap="none" spc="-35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How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can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we</a:t>
            </a:r>
            <a:r>
              <a:rPr kumimoji="0" lang="en-US" sz="3681" b="0" i="0" u="none" strike="noStrike" kern="1200" cap="none" spc="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cha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ge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value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lang="en-US" sz="3681" b="0" i="0" u="none" strike="noStrike" kern="1200" cap="none" spc="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 va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iable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Ard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</a:t>
            </a:r>
            <a:r>
              <a:rPr kumimoji="0" lang="en-US" sz="3681" b="0" i="0" u="none" strike="noStrike" kern="1200" cap="none" spc="-46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?</a:t>
            </a:r>
            <a:endParaRPr kumimoji="0" lang="en-US" sz="368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9219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lue </a:t>
            </a:r>
            <a:r>
              <a:rPr kumimoji="0" lang="en-US" sz="2761" b="0" i="0" u="none" strike="noStrike" kern="1200" cap="none" spc="-3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 </a:t>
            </a:r>
            <a:r>
              <a:rPr kumimoji="0" lang="en-US" sz="2761" b="0" i="0" u="none" strike="noStrike" kern="1200" cap="none" spc="-3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ri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ble </a:t>
            </a:r>
            <a:r>
              <a:rPr kumimoji="0" lang="en-US" sz="2761" b="0" i="0" u="none" strike="noStrike" kern="1200" cap="none" spc="-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usi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29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ss</a:t>
            </a:r>
            <a:r>
              <a:rPr kumimoji="0" lang="en-US" sz="2761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nment</a:t>
            </a:r>
            <a:r>
              <a:rPr kumimoji="0" lang="en-US" sz="2761" b="0" i="0" u="none" strike="noStrike" kern="1200" cap="none" spc="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op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tor </a:t>
            </a:r>
            <a:r>
              <a:rPr kumimoji="0" lang="en-US" sz="2761" b="0" i="0" u="none" strike="noStrike" kern="1200" cap="none" spc="-3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(equ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33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=</a:t>
            </a:r>
            <a:r>
              <a:rPr kumimoji="0" lang="en-US" sz="2761" b="0" i="0" u="none" strike="noStrike" kern="1200" cap="none" spc="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n).</a:t>
            </a:r>
            <a:r>
              <a:rPr kumimoji="0" lang="en-US" sz="2761" b="0" i="0" u="none" strike="noStrike" kern="1200" cap="none" spc="3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ut </a:t>
            </a:r>
            <a:r>
              <a:rPr kumimoji="0" lang="en-US" sz="2761" b="0" i="0" u="none" strike="noStrike" kern="1200" cap="none" spc="-33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we 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 to de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 a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ri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fo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ssi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ni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 </a:t>
            </a:r>
            <a:r>
              <a:rPr kumimoji="0" lang="en-US" sz="2761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we di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-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sp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-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lue 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s:</a:t>
            </a:r>
          </a:p>
          <a:p>
            <a:pPr marL="555159" marR="0" lvl="0" indent="0" algn="l" defTabSz="914400" rtl="0" eaLnBrk="1" fontAlgn="auto" latinLnBrk="0" hangingPunct="1">
              <a:lnSpc>
                <a:spcPct val="150000"/>
              </a:lnSpc>
              <a:spcBef>
                <a:spcPts val="146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1. 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pin =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7;</a:t>
            </a:r>
          </a:p>
          <a:p>
            <a:pPr marL="29219" marR="0" lvl="0" indent="0" algn="l" defTabSz="914400" rtl="0" eaLnBrk="1" fontAlgn="auto" latinLnBrk="0" hangingPunct="1">
              <a:lnSpc>
                <a:spcPct val="150000"/>
              </a:lnSpc>
              <a:spcBef>
                <a:spcPts val="143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will 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 an er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or th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pin has not de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lar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44600" y="685800"/>
            <a:ext cx="13720914" cy="9167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3038765">
              <a:lnSpc>
                <a:spcPct val="144200"/>
              </a:lnSpc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46" dirty="0">
                <a:latin typeface="Times New Roman"/>
                <a:cs typeface="Times New Roman"/>
              </a:rPr>
              <a:t>p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to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nother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ble.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555159" marR="10916177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 2.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1254951" indent="-699792">
              <a:spcBef>
                <a:spcPts val="1024"/>
              </a:spcBef>
              <a:buFont typeface="Times New Roman"/>
              <a:buAutoNum type="arabicPeriod" startAt="3"/>
              <a:tabLst>
                <a:tab pos="1256412" algn="l"/>
              </a:tabLst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in(9600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 startAt="3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7;</a:t>
            </a:r>
          </a:p>
          <a:p>
            <a:pPr marL="1254951" indent="-699792">
              <a:spcBef>
                <a:spcPts val="1438"/>
              </a:spcBef>
              <a:buFont typeface="Times New Roman"/>
              <a:buAutoNum type="arabicPeriod" startAt="3"/>
              <a:tabLst>
                <a:tab pos="1256412" algn="l"/>
              </a:tabLst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l.println(pi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);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7 will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 startAt="3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pin1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 startAt="3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pi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13;</a:t>
            </a:r>
          </a:p>
          <a:p>
            <a:pPr marL="1254951" indent="-699792">
              <a:spcBef>
                <a:spcPts val="1461"/>
              </a:spcBef>
              <a:buFont typeface="Times New Roman"/>
              <a:buAutoNum type="arabicPeriod" startAt="3"/>
              <a:tabLst>
                <a:tab pos="1256412" algn="l"/>
              </a:tabLst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l.println(pi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);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now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</a:p>
          <a:p>
            <a:pPr marL="1254951" indent="-699792">
              <a:spcBef>
                <a:spcPts val="1438"/>
              </a:spcBef>
              <a:buFont typeface="Times New Roman"/>
              <a:buAutoNum type="arabicPeriod" startAt="3"/>
              <a:tabLst>
                <a:tab pos="1256412" algn="l"/>
              </a:tabLst>
            </a:pPr>
            <a:r>
              <a:rPr sz="2761" dirty="0">
                <a:latin typeface="Times New Roman"/>
                <a:cs typeface="Times New Roman"/>
              </a:rPr>
              <a:t>// now,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13 will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10.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11.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loop()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12.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29219" indent="525940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13.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6537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0" y="914400"/>
            <a:ext cx="14554200" cy="8332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4200"/>
              </a:lnSpc>
            </a:pPr>
            <a:r>
              <a:rPr lang="en-US" sz="2761" b="1" dirty="0">
                <a:latin typeface="Times New Roman"/>
                <a:cs typeface="Times New Roman"/>
              </a:rPr>
              <a:t>O</a:t>
            </a:r>
            <a:r>
              <a:rPr lang="en-US" sz="2761" b="1" spc="12" dirty="0">
                <a:latin typeface="Times New Roman"/>
                <a:cs typeface="Times New Roman"/>
              </a:rPr>
              <a:t>u</a:t>
            </a:r>
            <a:r>
              <a:rPr lang="en-US" sz="2761" b="1" dirty="0">
                <a:latin typeface="Times New Roman"/>
                <a:cs typeface="Times New Roman"/>
              </a:rPr>
              <a:t>tput: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</a:pPr>
            <a:endParaRPr lang="en-US" sz="2761" spc="12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</a:pPr>
            <a:endParaRPr lang="en-US" sz="2761" spc="12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</a:pPr>
            <a:endParaRPr lang="en-US" sz="2761" spc="12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</a:pPr>
            <a:endParaRPr lang="en-US" sz="2761" spc="12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</a:pPr>
            <a:endParaRPr lang="en-US" sz="2761" spc="12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LEDpin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7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13.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lnSpc>
                <a:spcPts val="4371"/>
              </a:lnSpc>
            </a:pP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Variables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681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cope</a:t>
            </a:r>
            <a:endParaRPr lang="en-US" sz="3681" dirty="0">
              <a:latin typeface="Times New Roman"/>
              <a:cs typeface="Times New Roman"/>
            </a:endParaRPr>
          </a:p>
          <a:p>
            <a:pPr marL="29219" algn="just">
              <a:lnSpc>
                <a:spcPts val="3267"/>
              </a:lnSpc>
            </a:pP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m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ns th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 in how 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s the v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bles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d.</a:t>
            </a:r>
          </a:p>
          <a:p>
            <a:pPr marL="29219" algn="just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in two</a:t>
            </a:r>
            <a:r>
              <a:rPr lang="en-US" sz="2761" spc="12" dirty="0">
                <a:latin typeface="Times New Roman"/>
                <a:cs typeface="Times New Roman"/>
              </a:rPr>
              <a:t> w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spc="-92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s in</a:t>
            </a:r>
            <a:r>
              <a:rPr lang="en-US" sz="2761" spc="12" dirty="0">
                <a:latin typeface="Times New Roman"/>
                <a:cs typeface="Times New Roman"/>
              </a:rPr>
              <a:t> A</a:t>
            </a:r>
            <a:r>
              <a:rPr lang="en-US" sz="2761" dirty="0">
                <a:latin typeface="Times New Roman"/>
                <a:cs typeface="Times New Roman"/>
              </a:rPr>
              <a:t>rd</a:t>
            </a:r>
            <a:r>
              <a:rPr lang="en-US" sz="2761" spc="12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ino, which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listed b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w: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va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bles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Glob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va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iabl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4" name="object 4"/>
          <p:cNvSpPr/>
          <p:nvPr/>
        </p:nvSpPr>
        <p:spPr>
          <a:xfrm>
            <a:off x="1708150" y="1905000"/>
            <a:ext cx="3418541" cy="22264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68400" y="609600"/>
            <a:ext cx="15240000" cy="92018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4200"/>
              </a:lnSpc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Local</a:t>
            </a:r>
            <a:r>
              <a:rPr sz="2991" spc="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Va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iables.</a:t>
            </a:r>
            <a:r>
              <a:rPr sz="2991" spc="58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within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e 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within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within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</a:t>
            </a:r>
          </a:p>
          <a:p>
            <a:pPr marL="29219" algn="just">
              <a:spcBef>
                <a:spcPts val="1461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555159" marR="10933709">
              <a:lnSpc>
                <a:spcPct val="143300"/>
              </a:lnSpc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0933709">
              <a:lnSpc>
                <a:spcPct val="143300"/>
              </a:lnSpc>
            </a:pPr>
            <a:r>
              <a:rPr sz="2761" dirty="0">
                <a:latin typeface="Times New Roman"/>
                <a:cs typeface="Times New Roman"/>
              </a:rPr>
              <a:t>2.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 marR="9925657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3.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in(9600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9925657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4.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 marR="11049123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5.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loop()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1049123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6.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1079638" indent="-524479">
              <a:spcBef>
                <a:spcPts val="1472"/>
              </a:spcBef>
              <a:buFont typeface="Times New Roman"/>
              <a:buAutoNum type="arabicPeriod" startAt="7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3;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 startAt="7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4;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 startAt="7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sum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0;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 startAt="7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sum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+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b;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 startAt="7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l.println(sum);</a:t>
            </a:r>
          </a:p>
          <a:p>
            <a:pPr marL="555159">
              <a:spcBef>
                <a:spcPts val="1426"/>
              </a:spcBef>
            </a:pPr>
            <a:r>
              <a:rPr sz="2761" dirty="0">
                <a:latin typeface="Times New Roman"/>
                <a:cs typeface="Times New Roman"/>
              </a:rPr>
              <a:t>12.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88194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838200"/>
            <a:ext cx="14706600" cy="7909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4900"/>
              </a:lnSpc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Global</a:t>
            </a:r>
            <a:r>
              <a:rPr sz="2991" spc="26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Vari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bles.</a:t>
            </a:r>
            <a:r>
              <a:rPr sz="2991" spc="219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lobal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ssed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m.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is 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outs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loop()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</a:t>
            </a:r>
          </a:p>
          <a:p>
            <a:pPr marL="29219">
              <a:spcBef>
                <a:spcPts val="1438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pin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8;</a:t>
            </a:r>
          </a:p>
          <a:p>
            <a:pPr marL="555159" marR="10920560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0920560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 marR="8340532">
              <a:lnSpc>
                <a:spcPct val="1435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4.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pinMode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pin,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8340532">
              <a:lnSpc>
                <a:spcPct val="1435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5.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 marR="11035975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6.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loop()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1035975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7.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 marR="8422345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8.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pin,</a:t>
            </a:r>
            <a:r>
              <a:rPr sz="2761" spc="12" dirty="0">
                <a:latin typeface="Times New Roman"/>
                <a:cs typeface="Times New Roman"/>
              </a:rPr>
              <a:t> H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8422345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9.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75212" y="12334363"/>
            <a:ext cx="13726758" cy="2130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5" algn="ctr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sta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ts</a:t>
            </a:r>
            <a:endParaRPr sz="3681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  <a:spcBef>
                <a:spcPts val="3209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pred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58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ssions.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mak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d. 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nts in Arduino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s:</a:t>
            </a:r>
            <a:endParaRPr sz="2761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1219200"/>
            <a:ext cx="14935200" cy="79880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3149">
              <a:lnSpc>
                <a:spcPct val="143300"/>
              </a:lnSpc>
              <a:spcBef>
                <a:spcPts val="23"/>
              </a:spcBef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both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loop()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both fu</a:t>
            </a:r>
            <a:r>
              <a:rPr sz="2761" spc="-12" dirty="0">
                <a:latin typeface="Times New Roman"/>
                <a:cs typeface="Times New Roman"/>
              </a:rPr>
              <a:t>nc</a:t>
            </a:r>
            <a:r>
              <a:rPr sz="2761" dirty="0">
                <a:latin typeface="Times New Roman"/>
                <a:cs typeface="Times New Roman"/>
              </a:rPr>
              <a:t>tions, so, ch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one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will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fl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in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55515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pin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8;</a:t>
            </a:r>
          </a:p>
          <a:p>
            <a:pPr marL="555159" marR="10920560">
              <a:lnSpc>
                <a:spcPts val="4785"/>
              </a:lnSpc>
              <a:spcBef>
                <a:spcPts val="36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0920560">
              <a:lnSpc>
                <a:spcPts val="4785"/>
              </a:lnSpc>
              <a:spcBef>
                <a:spcPts val="36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024"/>
              </a:spcBef>
              <a:buFont typeface="Times New Roman"/>
              <a:buAutoNum type="arabicPeriod" startAt="4"/>
              <a:tabLst>
                <a:tab pos="1081099" algn="l"/>
              </a:tabLst>
            </a:pPr>
            <a:r>
              <a:rPr lang="en-US" sz="2761" spc="-35" dirty="0">
                <a:latin typeface="Times New Roman"/>
                <a:cs typeface="Times New Roman"/>
              </a:rPr>
              <a:t>    </a:t>
            </a:r>
            <a:r>
              <a:rPr sz="2761" spc="-35" dirty="0" err="1">
                <a:latin typeface="Times New Roman"/>
                <a:cs typeface="Times New Roman"/>
              </a:rPr>
              <a:t>L</a:t>
            </a:r>
            <a:r>
              <a:rPr sz="2761" dirty="0" err="1">
                <a:latin typeface="Times New Roman"/>
                <a:cs typeface="Times New Roman"/>
              </a:rPr>
              <a:t>E</a:t>
            </a:r>
            <a:r>
              <a:rPr sz="2761" spc="-12" dirty="0" err="1">
                <a:latin typeface="Times New Roman"/>
                <a:cs typeface="Times New Roman"/>
              </a:rPr>
              <a:t>D</a:t>
            </a:r>
            <a:r>
              <a:rPr sz="2761" dirty="0" err="1">
                <a:latin typeface="Times New Roman"/>
                <a:cs typeface="Times New Roman"/>
              </a:rPr>
              <a:t>pin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13;</a:t>
            </a:r>
          </a:p>
          <a:p>
            <a:pPr marL="555159" marR="8340532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 startAt="4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 </a:t>
            </a:r>
            <a:r>
              <a:rPr sz="2761" dirty="0" err="1">
                <a:latin typeface="Times New Roman"/>
                <a:cs typeface="Times New Roman"/>
              </a:rPr>
              <a:t>pinMode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pin,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8340532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 startAt="4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 marR="11035975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7.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loop()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1035975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8.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9.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pin,</a:t>
            </a:r>
            <a:r>
              <a:rPr sz="2761" spc="12" dirty="0">
                <a:latin typeface="Times New Roman"/>
                <a:cs typeface="Times New Roman"/>
              </a:rPr>
              <a:t> H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10.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472"/>
              </a:spcBef>
            </a:pP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the 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13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ill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ssed to the d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</a:t>
            </a:r>
          </a:p>
        </p:txBody>
      </p:sp>
    </p:spTree>
    <p:extLst>
      <p:ext uri="{BB962C8B-B14F-4D97-AF65-F5344CB8AC3E}">
        <p14:creationId xmlns:p14="http://schemas.microsoft.com/office/powerpoint/2010/main" val="1561862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25600" y="1143000"/>
            <a:ext cx="14630400" cy="7706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5" algn="ctr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sta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ts</a:t>
            </a:r>
            <a:endParaRPr sz="368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  <a:spcBef>
                <a:spcPts val="3209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pred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58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ssions.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mak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d. 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nts in Arduino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0" lvl="0" indent="0" algn="just" defTabSz="914400" rtl="0" eaLnBrk="1" fontAlgn="auto" latinLnBrk="0" hangingPunct="1">
              <a:lnSpc>
                <a:spcPts val="354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991" b="0" i="0" u="none" strike="noStrike" kern="1200" cap="none" spc="-23" normalizeH="0" baseline="0" noProof="0" dirty="0">
              <a:ln>
                <a:noFill/>
              </a:ln>
              <a:solidFill>
                <a:srgbClr val="2E5395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9219" marR="0" lvl="0" indent="0" algn="just" defTabSz="914400" rtl="0" eaLnBrk="1" fontAlgn="auto" latinLnBrk="0" hangingPunct="1">
              <a:lnSpc>
                <a:spcPts val="354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Logical</a:t>
            </a:r>
            <a:r>
              <a:rPr kumimoji="0" lang="en-US" sz="299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99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lev</a:t>
            </a:r>
            <a:r>
              <a:rPr kumimoji="0" lang="en-US" sz="2991" b="0" i="0" u="none" strike="noStrike" kern="1200" cap="none" spc="0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99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 </a:t>
            </a:r>
            <a:r>
              <a:rPr kumimoji="0" lang="en-US" sz="299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Cons</a:t>
            </a:r>
            <a:r>
              <a:rPr kumimoji="0" lang="en-US" sz="2991" b="0" i="0" u="none" strike="noStrike" kern="1200" cap="none" spc="0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99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ant</a:t>
            </a:r>
            <a:r>
              <a:rPr kumimoji="0" lang="en-US" sz="2991" b="0" i="0" u="none" strike="noStrike" kern="1200" cap="none" spc="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99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:</a:t>
            </a:r>
            <a:endParaRPr kumimoji="0" lang="en-US" sz="299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9219" marR="0" lvl="0" indent="0" algn="just" defTabSz="914400" rtl="0" eaLnBrk="1" fontAlgn="auto" latinLnBrk="0" hangingPunct="1">
              <a:lnSpc>
                <a:spcPts val="32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lo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19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lev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19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onst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ts</a:t>
            </a:r>
            <a:r>
              <a:rPr kumimoji="0" lang="en-US" sz="2761" b="0" i="0" u="none" strike="noStrike" kern="1200" cap="none" spc="19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 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1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ue</a:t>
            </a:r>
            <a:r>
              <a:rPr kumimoji="0" lang="en-US" sz="2761" b="1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alse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</a:t>
            </a:r>
            <a:r>
              <a:rPr kumimoji="0" lang="en-US" sz="2761" b="0" i="0" u="none" strike="noStrike" kern="1200" cap="none" spc="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lue</a:t>
            </a:r>
            <a:r>
              <a:rPr kumimoji="0" lang="en-US" sz="2761" b="0" i="0" u="none" strike="noStrike" kern="1200" cap="none" spc="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lang="en-US" sz="2761" b="0" i="0" u="none" strike="noStrike" kern="1200" cap="none" spc="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true</a:t>
            </a:r>
            <a:r>
              <a:rPr kumimoji="0" lang="en-US" sz="2761" b="0" i="0" u="none" strike="noStrike" kern="1200" cap="none" spc="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</a:t>
            </a:r>
            <a:r>
              <a:rPr kumimoji="0" lang="en-US" sz="2761" b="0" i="0" u="none" strike="noStrike" kern="1200" cap="none" spc="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lse</a:t>
            </a:r>
            <a:r>
              <a:rPr kumimoji="0" lang="en-US" sz="2761" b="0" i="0" u="none" strike="noStrike" kern="1200" cap="none" spc="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fin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</a:t>
            </a:r>
            <a:r>
              <a:rPr kumimoji="0" lang="en-US" sz="2761" b="0" i="0" u="none" strike="noStrike" kern="1200" cap="none" spc="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</a:t>
            </a:r>
            <a:r>
              <a:rPr kumimoji="0" lang="en-US" sz="2761" b="0" i="0" u="none" strike="noStrike" kern="1200" cap="none" spc="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0.</a:t>
            </a:r>
          </a:p>
          <a:p>
            <a:pPr marL="29219" marR="14609" lvl="0" indent="0" algn="just" defTabSz="914400" rtl="0" eaLnBrk="1" fontAlgn="auto" latinLnBrk="0" hangingPunct="1">
              <a:lnSpc>
                <a:spcPts val="4785"/>
              </a:lnSpc>
              <a:spcBef>
                <a:spcPts val="36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 </a:t>
            </a:r>
            <a:r>
              <a:rPr kumimoji="0" lang="en-US" sz="2761" b="0" i="0" u="none" strike="noStrike" kern="1200" cap="none" spc="-3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z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ro </a:t>
            </a:r>
            <a:r>
              <a:rPr kumimoji="0" lang="en-US" sz="2761" b="0" i="0" u="none" strike="noStrike" kern="1200" cap="none" spc="-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int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 </a:t>
            </a:r>
            <a:r>
              <a:rPr kumimoji="0" lang="en-US" sz="2761" b="0" i="0" u="none" strike="noStrike" kern="1200" cap="none" spc="-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 </a:t>
            </a:r>
            <a:r>
              <a:rPr kumimoji="0" lang="en-US" sz="2761" b="0" i="0" u="none" strike="noStrike" kern="1200" cap="none" spc="-25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te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min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 </a:t>
            </a:r>
            <a:r>
              <a:rPr kumimoji="0" lang="en-US" sz="2761" b="0" i="0" u="none" strike="noStrike" kern="1200" cap="none" spc="-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 </a:t>
            </a:r>
            <a:r>
              <a:rPr kumimoji="0" lang="en-US" sz="2761" b="0" i="0" u="none" strike="noStrike" kern="1200" cap="none" spc="-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true </a:t>
            </a:r>
            <a:r>
              <a:rPr kumimoji="0" lang="en-US" sz="2761" b="0" i="0" u="none" strike="noStrike" kern="1200" cap="none" spc="-29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 </a:t>
            </a:r>
            <a:r>
              <a:rPr kumimoji="0" lang="en-US" sz="2761" b="0" i="0" u="none" strike="noStrike" kern="1200" cap="none" spc="-2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rms </a:t>
            </a:r>
            <a:r>
              <a:rPr kumimoji="0" lang="en-US" sz="2761" b="0" i="0" u="none" strike="noStrike" kern="1200" cap="none" spc="-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 </a:t>
            </a:r>
            <a:r>
              <a:rPr kumimoji="0" lang="en-US" sz="2761" b="0" i="0" u="none" strike="noStrike" kern="1200" cap="none" spc="-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oole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 </a:t>
            </a:r>
            <a:r>
              <a:rPr kumimoji="0" lang="en-US" sz="2761" b="0" i="0" u="none" strike="noStrike" kern="1200" cap="none" spc="-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la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 </a:t>
            </a:r>
            <a:r>
              <a:rPr kumimoji="0" lang="en-US" sz="2761" b="0" i="0" u="none" strike="noStrike" kern="1200" cap="none" spc="-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lang="en-US" sz="2761" b="0" i="0" u="none" strike="noStrike" kern="1200" cap="none" spc="-29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true </a:t>
            </a:r>
            <a:r>
              <a:rPr kumimoji="0" lang="en-US" sz="2761" b="0" i="0" u="none" strike="noStrike" kern="1200" cap="none" spc="-29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 </a:t>
            </a:r>
            <a:r>
              <a:rPr kumimoji="0" lang="en-US" sz="2761" b="0" i="0" u="none" strike="noStrike" kern="1200" cap="none" spc="-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lse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onst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nts a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-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 lo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 th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 up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rc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(su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 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H,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OW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tc.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)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6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4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9219" marR="0" lvl="0" indent="0" algn="just" defTabSz="914400" rtl="0" eaLnBrk="1" fontAlgn="auto" latinLnBrk="0" hangingPunct="1">
              <a:lnSpc>
                <a:spcPts val="3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Pin</a:t>
            </a:r>
            <a:r>
              <a:rPr kumimoji="0" lang="en-US" sz="299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level</a:t>
            </a:r>
            <a:r>
              <a:rPr kumimoji="0" lang="en-US" sz="2991" b="0" i="0" u="none" strike="noStrike" kern="1200" cap="none" spc="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99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Constan</a:t>
            </a:r>
            <a:r>
              <a:rPr kumimoji="0" lang="en-US" sz="2991" b="0" i="0" u="none" strike="noStrike" kern="1200" cap="none" spc="0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99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s:</a:t>
            </a:r>
            <a:endParaRPr kumimoji="0" lang="en-US" sz="299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9219" marR="0" lvl="0" indent="0" algn="just" defTabSz="914400" rtl="0" eaLnBrk="1" fontAlgn="auto" latinLnBrk="0" hangingPunct="1">
              <a:lnSpc>
                <a:spcPts val="32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it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pins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ta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k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two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lue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HI</a:t>
            </a:r>
            <a:r>
              <a:rPr kumimoji="0" lang="en-US" sz="2761" b="1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LOW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</a:t>
            </a:r>
            <a:r>
              <a:rPr kumimoji="0" lang="en-US" sz="2761" b="0" i="0" u="none" strike="noStrike" kern="1200" cap="none" spc="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 A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duino,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pin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</a:t>
            </a:r>
            <a:r>
              <a:rPr kumimoji="0" lang="en-US" sz="2761" b="0" i="0" u="none" strike="noStrike" kern="1200" cap="none" spc="8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onf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1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NPUT</a:t>
            </a:r>
          </a:p>
          <a:p>
            <a:pPr marL="29219" marR="21914" lvl="0" indent="0" algn="just" defTabSz="914400" rtl="0" eaLnBrk="1" fontAlgn="auto" latinLnBrk="0" hangingPunct="1">
              <a:lnSpc>
                <a:spcPts val="4785"/>
              </a:lnSpc>
              <a:spcBef>
                <a:spcPts val="36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or</a:t>
            </a:r>
            <a:r>
              <a:rPr kumimoji="0" lang="en-US" sz="2761" b="0" i="0" u="none" strike="noStrike" kern="1200" cap="none" spc="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TPUT</a:t>
            </a:r>
            <a:r>
              <a:rPr kumimoji="0" lang="en-US" sz="2761" b="0" i="0" u="none" strike="noStrike" kern="1200" cap="none" spc="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usi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lang="en-US" sz="2761" b="0" i="0" u="none" strike="noStrike" kern="1200" cap="none" spc="-3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23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inMode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)</a:t>
            </a:r>
            <a:r>
              <a:rPr kumimoji="0" lang="en-US" sz="2761" b="0" i="0" u="none" strike="noStrike" kern="1200" cap="none" spc="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fu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tion.</a:t>
            </a:r>
            <a:r>
              <a:rPr kumimoji="0" lang="en-US" sz="2761" b="0" i="0" u="none" strike="noStrike" kern="1200" cap="none" spc="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33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pin</a:t>
            </a:r>
            <a:r>
              <a:rPr kumimoji="0" lang="en-US" sz="2761" b="0" i="0" u="none" strike="noStrike" kern="1200" cap="none" spc="33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</a:t>
            </a:r>
            <a:r>
              <a:rPr kumimoji="0" lang="en-US" sz="2761" b="0" i="0" u="none" strike="noStrike" kern="1200" cap="none" spc="33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fu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ther</a:t>
            </a:r>
            <a:r>
              <a:rPr kumimoji="0" lang="en-US" sz="2761" b="0" i="0" u="none" strike="noStrike" kern="1200" cap="none" spc="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</a:t>
            </a:r>
            <a:r>
              <a:rPr kumimoji="0" lang="en-US" sz="2761" b="0" i="0" u="none" strike="noStrike" kern="1200" cap="none" spc="31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3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or </a:t>
            </a:r>
            <a:r>
              <a:rPr kumimoji="0" lang="en-US" sz="2761" b="0" i="0" u="none" strike="noStrike" kern="1200" cap="none" spc="-3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OW</a:t>
            </a:r>
            <a:r>
              <a:rPr kumimoji="0" lang="en-US" sz="2761" b="0" i="0" u="none" strike="noStrike" kern="1200" cap="none" spc="33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usi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29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di</a:t>
            </a:r>
            <a:r>
              <a:rPr kumimoji="0" lang="en-US" sz="2761" b="0" i="0" u="none" strike="noStrike" kern="1200" cap="none" spc="-23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it</a:t>
            </a:r>
            <a:r>
              <a:rPr kumimoji="0" lang="en-US" sz="2761" b="0" i="0" u="none" strike="noStrike" kern="1200" cap="none" spc="-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rit</a:t>
            </a:r>
            <a:r>
              <a:rPr kumimoji="0" lang="en-US" sz="2761" b="0" i="0" u="none" strike="noStrike" kern="1200" cap="none" spc="-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()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fu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tion.</a:t>
            </a:r>
          </a:p>
        </p:txBody>
      </p:sp>
    </p:spTree>
    <p:extLst>
      <p:ext uri="{BB962C8B-B14F-4D97-AF65-F5344CB8AC3E}">
        <p14:creationId xmlns:p14="http://schemas.microsoft.com/office/powerpoint/2010/main" val="352241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400" y="1051091"/>
            <a:ext cx="14782800" cy="7956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21914" algn="just">
              <a:lnSpc>
                <a:spcPct val="143300"/>
              </a:lnSpc>
            </a:pPr>
            <a:r>
              <a:rPr sz="2761" b="1" dirty="0">
                <a:latin typeface="Times New Roman"/>
                <a:cs typeface="Times New Roman"/>
              </a:rPr>
              <a:t>HI</a:t>
            </a:r>
            <a:r>
              <a:rPr sz="2761" b="1" spc="-23" dirty="0">
                <a:latin typeface="Times New Roman"/>
                <a:cs typeface="Times New Roman"/>
              </a:rPr>
              <a:t>G</a:t>
            </a:r>
            <a:r>
              <a:rPr sz="2761" b="1" dirty="0">
                <a:latin typeface="Times New Roman"/>
                <a:cs typeface="Times New Roman"/>
              </a:rPr>
              <a:t>H.</a:t>
            </a:r>
            <a:r>
              <a:rPr sz="2761" b="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incl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provide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GH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lue,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listed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5V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3V</a:t>
            </a:r>
          </a:p>
          <a:p>
            <a:pPr marL="29219" marR="11688" algn="just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Some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rds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include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only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5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pins,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while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some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include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3.3V.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Some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onsist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both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5</a:t>
            </a:r>
            <a:r>
              <a:rPr sz="2761" dirty="0">
                <a:latin typeface="Times New Roman"/>
                <a:cs typeface="Times New Roman"/>
              </a:rPr>
              <a:t>V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3.3V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R3.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onfi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H</a:t>
            </a:r>
            <a:r>
              <a:rPr sz="2761" b="1" spc="23" dirty="0">
                <a:latin typeface="Times New Roman"/>
                <a:cs typeface="Times New Roman"/>
              </a:rPr>
              <a:t>I</a:t>
            </a:r>
            <a:r>
              <a:rPr sz="2761" b="1" spc="-23" dirty="0">
                <a:latin typeface="Times New Roman"/>
                <a:cs typeface="Times New Roman"/>
              </a:rPr>
              <a:t>G</a:t>
            </a:r>
            <a:r>
              <a:rPr sz="2761" b="1" dirty="0">
                <a:latin typeface="Times New Roman"/>
                <a:cs typeface="Times New Roman"/>
              </a:rPr>
              <a:t>H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5V or 3.</a:t>
            </a:r>
            <a:r>
              <a:rPr sz="2761" spc="-12" dirty="0">
                <a:latin typeface="Times New Roman"/>
                <a:cs typeface="Times New Roman"/>
              </a:rPr>
              <a:t>3</a:t>
            </a:r>
            <a:r>
              <a:rPr sz="2761" dirty="0">
                <a:latin typeface="Times New Roman"/>
                <a:cs typeface="Times New Roman"/>
              </a:rPr>
              <a:t>V.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onf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5V 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3.3V 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on: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3.</a:t>
            </a:r>
            <a:r>
              <a:rPr sz="2761" spc="23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V 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nted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5V pin)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2.</a:t>
            </a:r>
            <a:r>
              <a:rPr sz="2761" spc="23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V 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nted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3.3V pin)</a:t>
            </a:r>
          </a:p>
          <a:p>
            <a:pPr>
              <a:spcBef>
                <a:spcPts val="117"/>
              </a:spcBef>
              <a:buFont typeface="Courier New"/>
              <a:buChar char="o"/>
            </a:pPr>
            <a:endParaRPr sz="4026" dirty="0">
              <a:latin typeface="Times New Roman"/>
              <a:cs typeface="Times New Roman"/>
            </a:endParaRPr>
          </a:p>
          <a:p>
            <a:pPr marL="29219" marR="16070" algn="just">
              <a:lnSpc>
                <a:spcPct val="144200"/>
              </a:lnSpc>
            </a:pPr>
            <a:r>
              <a:rPr sz="2761" b="1" dirty="0">
                <a:latin typeface="Times New Roman"/>
                <a:cs typeface="Times New Roman"/>
              </a:rPr>
              <a:t>LOW.</a:t>
            </a:r>
            <a:r>
              <a:rPr sz="2761" b="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onfi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LOW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olts.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onf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gur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5V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3.3V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on: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&lt;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1.</a:t>
            </a:r>
            <a:r>
              <a:rPr sz="2761" spc="23" dirty="0">
                <a:latin typeface="Times New Roman"/>
                <a:cs typeface="Times New Roman"/>
              </a:rPr>
              <a:t>5</a:t>
            </a:r>
            <a:r>
              <a:rPr sz="2761" dirty="0">
                <a:latin typeface="Times New Roman"/>
                <a:cs typeface="Times New Roman"/>
              </a:rPr>
              <a:t>V 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nted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5V pin)</a:t>
            </a:r>
          </a:p>
          <a:p>
            <a:pPr marL="1079638" indent="-524479">
              <a:spcBef>
                <a:spcPts val="1472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&lt;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1</a:t>
            </a:r>
            <a:r>
              <a:rPr sz="2761" dirty="0">
                <a:latin typeface="Times New Roman"/>
                <a:cs typeface="Times New Roman"/>
              </a:rPr>
              <a:t>V 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3.3V pin)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20800" y="883065"/>
            <a:ext cx="14935200" cy="829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71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D_B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 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onsta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nt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rds 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built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stor.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</a:p>
          <a:p>
            <a:pPr marL="29219" marR="14609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number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_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46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46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Most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_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46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46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ted to Pin numb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13.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4609">
              <a:lnSpc>
                <a:spcPts val="4785"/>
              </a:lnSpc>
              <a:spcBef>
                <a:spcPts val="36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4383"/>
              </a:lnSpc>
            </a:pPr>
            <a:r>
              <a:rPr lang="en-US"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nsta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nt 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Ke</a:t>
            </a:r>
            <a:r>
              <a:rPr lang="en-US"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word</a:t>
            </a:r>
            <a:endParaRPr lang="en-US" sz="3681" dirty="0">
              <a:latin typeface="Times New Roman"/>
              <a:cs typeface="Times New Roman"/>
            </a:endParaRPr>
          </a:p>
          <a:p>
            <a:pPr marL="29219">
              <a:lnSpc>
                <a:spcPts val="3278"/>
              </a:lnSpc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b="1" spc="-12" dirty="0">
                <a:latin typeface="Times New Roman"/>
                <a:cs typeface="Times New Roman"/>
              </a:rPr>
              <a:t>c</a:t>
            </a:r>
            <a:r>
              <a:rPr lang="en-US" sz="2761" b="1" dirty="0">
                <a:latin typeface="Times New Roman"/>
                <a:cs typeface="Times New Roman"/>
              </a:rPr>
              <a:t>onst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pr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ts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onst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k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wo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d.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modifi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vior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bles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our</a:t>
            </a:r>
          </a:p>
          <a:p>
            <a:pPr marL="29219" marR="16070">
              <a:lnSpc>
                <a:spcPts val="4785"/>
              </a:lnSpc>
              <a:spcBef>
                <a:spcPts val="368"/>
              </a:spcBef>
            </a:pPr>
            <a:r>
              <a:rPr lang="en-US" sz="2761" dirty="0">
                <a:latin typeface="Times New Roman"/>
                <a:cs typeface="Times New Roman"/>
              </a:rPr>
              <a:t>prog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m.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fu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makes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'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spc="58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nl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'.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remain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other 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bles, but its value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nnot be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d.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35" dirty="0">
                <a:latin typeface="Times New Roman"/>
                <a:cs typeface="Times New Roman"/>
              </a:rPr>
              <a:t>m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s we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nnot modi</a:t>
            </a:r>
            <a:r>
              <a:rPr lang="en-US" sz="2761" spc="46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onst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nt.</a:t>
            </a:r>
          </a:p>
          <a:p>
            <a:pPr>
              <a:lnSpc>
                <a:spcPct val="1000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>
              <a:spcBef>
                <a:spcPts val="117"/>
              </a:spcBef>
            </a:pPr>
            <a:endParaRPr lang="en-US" sz="2186" dirty="0">
              <a:latin typeface="Times New Roman"/>
              <a:cs typeface="Times New Roman"/>
            </a:endParaRPr>
          </a:p>
          <a:p>
            <a:pPr marL="29219"/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 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</a:p>
          <a:p>
            <a:pPr marL="1069509" marR="10559707" indent="-514350">
              <a:lnSpc>
                <a:spcPts val="4785"/>
              </a:lnSpc>
              <a:spcBef>
                <a:spcPts val="368"/>
              </a:spcBef>
              <a:buAutoNum type="arabicPeriod"/>
            </a:pPr>
            <a:r>
              <a:rPr lang="en-US" sz="2761" b="1" spc="-12" dirty="0">
                <a:latin typeface="Times New Roman"/>
                <a:cs typeface="Times New Roman"/>
              </a:rPr>
              <a:t>c</a:t>
            </a:r>
            <a:r>
              <a:rPr lang="en-US" sz="2761" b="1" dirty="0">
                <a:latin typeface="Times New Roman"/>
                <a:cs typeface="Times New Roman"/>
              </a:rPr>
              <a:t>onst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 =</a:t>
            </a:r>
            <a:r>
              <a:rPr lang="en-US" sz="2761" dirty="0">
                <a:latin typeface="Times New Roman"/>
                <a:cs typeface="Times New Roman"/>
              </a:rPr>
              <a:t>2;</a:t>
            </a:r>
          </a:p>
          <a:p>
            <a:pPr marL="1069509" marR="10559707" indent="-514350">
              <a:lnSpc>
                <a:spcPts val="4785"/>
              </a:lnSpc>
              <a:spcBef>
                <a:spcPts val="368"/>
              </a:spcBef>
              <a:buAutoNum type="arabicPeriod"/>
            </a:pPr>
            <a:r>
              <a:rPr lang="en-US" sz="2761" dirty="0">
                <a:latin typeface="Times New Roman"/>
                <a:cs typeface="Times New Roman"/>
              </a:rPr>
              <a:t>//....</a:t>
            </a:r>
          </a:p>
          <a:p>
            <a:pPr marL="555159">
              <a:spcBef>
                <a:spcPts val="1024"/>
              </a:spcBef>
              <a:tabLst>
                <a:tab pos="2318517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3.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7;	// ille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-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nnot w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ite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or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modi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onst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</a:p>
        </p:txBody>
      </p:sp>
    </p:spTree>
    <p:extLst>
      <p:ext uri="{BB962C8B-B14F-4D97-AF65-F5344CB8AC3E}">
        <p14:creationId xmlns:p14="http://schemas.microsoft.com/office/powerpoint/2010/main" val="2502974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2200" y="609600"/>
            <a:ext cx="15163800" cy="8735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6070"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onst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nside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#d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eca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ob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rul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ia</a:t>
            </a:r>
            <a:r>
              <a:rPr sz="2761" b="1" spc="12" dirty="0">
                <a:latin typeface="Times New Roman"/>
                <a:cs typeface="Times New Roman"/>
              </a:rPr>
              <a:t>b</a:t>
            </a:r>
            <a:r>
              <a:rPr sz="2761" b="1" dirty="0">
                <a:latin typeface="Times New Roman"/>
                <a:cs typeface="Times New Roman"/>
              </a:rPr>
              <a:t>le s</a:t>
            </a:r>
            <a:r>
              <a:rPr sz="2761" b="1" spc="-23" dirty="0">
                <a:latin typeface="Times New Roman"/>
                <a:cs typeface="Times New Roman"/>
              </a:rPr>
              <a:t>c</a:t>
            </a:r>
            <a:r>
              <a:rPr sz="2761" b="1" spc="23" dirty="0">
                <a:latin typeface="Times New Roman"/>
                <a:cs typeface="Times New Roman"/>
              </a:rPr>
              <a:t>o</a:t>
            </a:r>
            <a:r>
              <a:rPr sz="2761" b="1" dirty="0">
                <a:latin typeface="Times New Roman"/>
                <a:cs typeface="Times New Roman"/>
              </a:rPr>
              <a:t>pe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>
              <a:spcBef>
                <a:spcPts val="1461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55515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spc="-12" dirty="0">
                <a:latin typeface="Times New Roman"/>
                <a:cs typeface="Times New Roman"/>
              </a:rPr>
              <a:t>  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onst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loat 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5.68;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loat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spc="-92" dirty="0">
                <a:latin typeface="Times New Roman"/>
                <a:cs typeface="Times New Roman"/>
              </a:rPr>
              <a:t>y;</a:t>
            </a:r>
            <a:endParaRPr sz="2761" dirty="0">
              <a:latin typeface="Times New Roman"/>
              <a:cs typeface="Times New Roman"/>
            </a:endParaRPr>
          </a:p>
          <a:p>
            <a:pPr marL="555159" marR="10929326">
              <a:spcBef>
                <a:spcPts val="35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0929326">
              <a:spcBef>
                <a:spcPts val="35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61"/>
              </a:spcBef>
              <a:buFont typeface="Times New Roman"/>
              <a:buAutoNum type="arabicPeriod" startAt="5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l.b</a:t>
            </a:r>
            <a:r>
              <a:rPr sz="2761" spc="12" dirty="0" err="1">
                <a:latin typeface="Times New Roman"/>
                <a:cs typeface="Times New Roman"/>
              </a:rPr>
              <a:t>e</a:t>
            </a:r>
            <a:r>
              <a:rPr sz="2761" spc="-35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in</a:t>
            </a:r>
            <a:r>
              <a:rPr sz="2761" dirty="0">
                <a:latin typeface="Times New Roman"/>
                <a:cs typeface="Times New Roman"/>
              </a:rPr>
              <a:t>(9600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 startAt="5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* 2; //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 use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math</a:t>
            </a:r>
          </a:p>
          <a:p>
            <a:pPr marL="555159" marR="10292354">
              <a:spcBef>
                <a:spcPts val="23"/>
              </a:spcBef>
              <a:buFont typeface="Times New Roman"/>
              <a:buAutoNum type="arabicPeriod" startAt="5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l.println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);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0292354">
              <a:spcBef>
                <a:spcPts val="23"/>
              </a:spcBef>
              <a:buFont typeface="Times New Roman"/>
              <a:buAutoNum type="arabicPeriod" startAt="5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9.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loop()</a:t>
            </a:r>
          </a:p>
          <a:p>
            <a:pPr marL="555159" marR="12000198">
              <a:spcBef>
                <a:spcPts val="380"/>
              </a:spcBef>
            </a:pPr>
            <a:r>
              <a:rPr sz="2761" dirty="0">
                <a:latin typeface="Times New Roman"/>
                <a:cs typeface="Times New Roman"/>
              </a:rPr>
              <a:t>10.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2000198">
              <a:spcBef>
                <a:spcPts val="380"/>
              </a:spcBef>
            </a:pPr>
            <a:r>
              <a:rPr sz="2761" dirty="0">
                <a:latin typeface="Times New Roman"/>
                <a:cs typeface="Times New Roman"/>
              </a:rPr>
              <a:t>11.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....</a:t>
            </a:r>
          </a:p>
          <a:p>
            <a:pPr marL="29219">
              <a:spcBef>
                <a:spcPts val="1056"/>
              </a:spcBef>
            </a:pPr>
            <a:r>
              <a:rPr sz="2761" dirty="0">
                <a:latin typeface="Times New Roman"/>
                <a:cs typeface="Times New Roman"/>
              </a:rPr>
              <a:t>Output: </a:t>
            </a:r>
            <a:r>
              <a:rPr sz="2761" b="1" dirty="0">
                <a:latin typeface="Times New Roman"/>
                <a:cs typeface="Times New Roman"/>
              </a:rPr>
              <a:t>11.36</a:t>
            </a:r>
            <a:endParaRPr lang="en-US" sz="2761" b="1" dirty="0">
              <a:latin typeface="Times New Roman"/>
              <a:cs typeface="Times New Roman"/>
            </a:endParaRPr>
          </a:p>
          <a:p>
            <a:pPr marL="29219">
              <a:spcBef>
                <a:spcPts val="1056"/>
              </a:spcBef>
            </a:pPr>
            <a:r>
              <a:rPr lang="en-US" sz="2761" dirty="0">
                <a:latin typeface="Times New Roman"/>
                <a:cs typeface="Times New Roman"/>
              </a:rPr>
              <a:t>Not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: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ca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ith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u</a:t>
            </a:r>
            <a:r>
              <a:rPr lang="en-US" sz="2761" spc="12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onst or #</a:t>
            </a:r>
            <a:r>
              <a:rPr lang="en-US" sz="2761" spc="-12" dirty="0">
                <a:latin typeface="Times New Roman"/>
                <a:cs typeface="Times New Roman"/>
              </a:rPr>
              <a:t>de</a:t>
            </a:r>
            <a:r>
              <a:rPr lang="en-US" sz="2761" dirty="0">
                <a:latin typeface="Times New Roman"/>
                <a:cs typeface="Times New Roman"/>
              </a:rPr>
              <a:t>fine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strin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nume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ic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onst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nts. </a:t>
            </a:r>
            <a:r>
              <a:rPr lang="en-US" sz="2761" spc="-12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ut we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 on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onst for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8400" y="838200"/>
            <a:ext cx="15087600" cy="82286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71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#de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ine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#d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 is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ive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 to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 valu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d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 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</a:p>
          <a:p>
            <a:pPr marL="29219" marR="771379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hip. At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ompile tim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ompiler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pr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ined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in the prog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to 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lue.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is:</a:t>
            </a:r>
          </a:p>
          <a:p>
            <a:pPr marR="7167394" algn="ctr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#d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OFconst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29219">
              <a:spcBef>
                <a:spcPts val="1438"/>
              </a:spcBef>
            </a:pPr>
            <a:r>
              <a:rPr sz="2761" b="1" dirty="0">
                <a:latin typeface="Times New Roman"/>
                <a:cs typeface="Times New Roman"/>
              </a:rPr>
              <a:t>na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spc="23" dirty="0">
                <a:latin typeface="Times New Roman"/>
                <a:cs typeface="Times New Roman"/>
              </a:rPr>
              <a:t>O</a:t>
            </a:r>
            <a:r>
              <a:rPr sz="2761" b="1" dirty="0">
                <a:latin typeface="Times New Roman"/>
                <a:cs typeface="Times New Roman"/>
              </a:rPr>
              <a:t>F</a:t>
            </a:r>
            <a:r>
              <a:rPr sz="2761" b="1" spc="-23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onstant: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the 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 of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ro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 to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fine</a:t>
            </a:r>
          </a:p>
          <a:p>
            <a:pPr marL="29219" marR="4974516">
              <a:lnSpc>
                <a:spcPct val="143300"/>
              </a:lnSpc>
              <a:spcBef>
                <a:spcPts val="35"/>
              </a:spcBef>
            </a:pPr>
            <a:r>
              <a:rPr sz="2761" b="1" dirty="0">
                <a:latin typeface="Times New Roman"/>
                <a:cs typeface="Times New Roman"/>
              </a:rPr>
              <a:t>val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: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lu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 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ue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ssi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onst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 or ma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ro.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#d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12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//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 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ntation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#d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fine</a:t>
            </a:r>
          </a:p>
          <a:p>
            <a:pPr marL="29219" marR="1212584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Not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#d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ot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olon. 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 not 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46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olon a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ter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#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Oth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ise,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omp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ler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show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600" y="1447800"/>
            <a:ext cx="15087600" cy="2390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71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 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-12" dirty="0">
                <a:latin typeface="Times New Roman"/>
                <a:cs typeface="Times New Roman"/>
              </a:rPr>
              <a:t>ra</a:t>
            </a:r>
            <a:r>
              <a:rPr sz="2761" dirty="0">
                <a:latin typeface="Times New Roman"/>
                <a:cs typeface="Times New Roman"/>
              </a:rPr>
              <a:t>tio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s of #d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#d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12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#d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12;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// both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incorre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577816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1508</Words>
  <Application>Microsoft Office PowerPoint</Application>
  <PresentationFormat>Custom</PresentationFormat>
  <Paragraphs>164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2</cp:revision>
  <dcterms:created xsi:type="dcterms:W3CDTF">2024-06-25T17:27:54Z</dcterms:created>
  <dcterms:modified xsi:type="dcterms:W3CDTF">2024-06-26T06:24:50Z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2024-06-25T00:00:00Z</vt:filetime>
  </property>
  <property fmtid="{D5CDD505-2E9C-101B-9397-08002B2CF9AE}" pid="3" name="LastSaved">
    <vt:filetime>2024-06-25T00:00:00Z</vt:filetime>
  </property>
</Properties>
</file>