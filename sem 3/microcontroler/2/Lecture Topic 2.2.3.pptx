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62" r:id="rId3"/>
    <p:sldId id="257" r:id="rId4"/>
    <p:sldId id="263" r:id="rId5"/>
    <p:sldId id="264" r:id="rId6"/>
    <p:sldId id="258" r:id="rId7"/>
    <p:sldId id="265" r:id="rId8"/>
    <p:sldId id="259" r:id="rId9"/>
    <p:sldId id="266" r:id="rId10"/>
    <p:sldId id="267" r:id="rId11"/>
    <p:sldId id="260" r:id="rId12"/>
    <p:sldId id="261" r:id="rId13"/>
  </p:sldIdLst>
  <p:sldSz cx="17881600" cy="10058400"/>
  <p:notesSz cx="7772400" cy="100584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49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4" d="100"/>
          <a:sy n="54" d="100"/>
        </p:scale>
        <p:origin x="821" y="77"/>
      </p:cViewPr>
      <p:guideLst>
        <p:guide orient="horz" pos="2880"/>
        <p:guide pos="49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7601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976520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60711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956754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735900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282966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422206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41120" y="3118105"/>
            <a:ext cx="151993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82241" y="5632704"/>
            <a:ext cx="1251711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94080" y="2313432"/>
            <a:ext cx="777849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209022" y="2313432"/>
            <a:ext cx="777849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6/26/2024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6/26/2024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6/26/2024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94081" y="402336"/>
            <a:ext cx="1609343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94081" y="2313432"/>
            <a:ext cx="1609343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079745" y="9354312"/>
            <a:ext cx="572211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94080" y="9354312"/>
            <a:ext cx="411276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874752" y="9354312"/>
            <a:ext cx="411276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1051880">
        <a:defRPr>
          <a:latin typeface="+mn-lt"/>
          <a:ea typeface="+mn-ea"/>
          <a:cs typeface="+mn-cs"/>
        </a:defRPr>
      </a:lvl2pPr>
      <a:lvl3pPr marL="2103760">
        <a:defRPr>
          <a:latin typeface="+mn-lt"/>
          <a:ea typeface="+mn-ea"/>
          <a:cs typeface="+mn-cs"/>
        </a:defRPr>
      </a:lvl3pPr>
      <a:lvl4pPr marL="3155640">
        <a:defRPr>
          <a:latin typeface="+mn-lt"/>
          <a:ea typeface="+mn-ea"/>
          <a:cs typeface="+mn-cs"/>
        </a:defRPr>
      </a:lvl4pPr>
      <a:lvl5pPr marL="4207520">
        <a:defRPr>
          <a:latin typeface="+mn-lt"/>
          <a:ea typeface="+mn-ea"/>
          <a:cs typeface="+mn-cs"/>
        </a:defRPr>
      </a:lvl5pPr>
      <a:lvl6pPr marL="5259400">
        <a:defRPr>
          <a:latin typeface="+mn-lt"/>
          <a:ea typeface="+mn-ea"/>
          <a:cs typeface="+mn-cs"/>
        </a:defRPr>
      </a:lvl6pPr>
      <a:lvl7pPr marL="6311280">
        <a:defRPr>
          <a:latin typeface="+mn-lt"/>
          <a:ea typeface="+mn-ea"/>
          <a:cs typeface="+mn-cs"/>
        </a:defRPr>
      </a:lvl7pPr>
      <a:lvl8pPr marL="7363160">
        <a:defRPr>
          <a:latin typeface="+mn-lt"/>
          <a:ea typeface="+mn-ea"/>
          <a:cs typeface="+mn-cs"/>
        </a:defRPr>
      </a:lvl8pPr>
      <a:lvl9pPr marL="841504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1051880">
        <a:defRPr>
          <a:latin typeface="+mn-lt"/>
          <a:ea typeface="+mn-ea"/>
          <a:cs typeface="+mn-cs"/>
        </a:defRPr>
      </a:lvl2pPr>
      <a:lvl3pPr marL="2103760">
        <a:defRPr>
          <a:latin typeface="+mn-lt"/>
          <a:ea typeface="+mn-ea"/>
          <a:cs typeface="+mn-cs"/>
        </a:defRPr>
      </a:lvl3pPr>
      <a:lvl4pPr marL="3155640">
        <a:defRPr>
          <a:latin typeface="+mn-lt"/>
          <a:ea typeface="+mn-ea"/>
          <a:cs typeface="+mn-cs"/>
        </a:defRPr>
      </a:lvl4pPr>
      <a:lvl5pPr marL="4207520">
        <a:defRPr>
          <a:latin typeface="+mn-lt"/>
          <a:ea typeface="+mn-ea"/>
          <a:cs typeface="+mn-cs"/>
        </a:defRPr>
      </a:lvl5pPr>
      <a:lvl6pPr marL="5259400">
        <a:defRPr>
          <a:latin typeface="+mn-lt"/>
          <a:ea typeface="+mn-ea"/>
          <a:cs typeface="+mn-cs"/>
        </a:defRPr>
      </a:lvl6pPr>
      <a:lvl7pPr marL="6311280">
        <a:defRPr>
          <a:latin typeface="+mn-lt"/>
          <a:ea typeface="+mn-ea"/>
          <a:cs typeface="+mn-cs"/>
        </a:defRPr>
      </a:lvl7pPr>
      <a:lvl8pPr marL="7363160">
        <a:defRPr>
          <a:latin typeface="+mn-lt"/>
          <a:ea typeface="+mn-ea"/>
          <a:cs typeface="+mn-cs"/>
        </a:defRPr>
      </a:lvl8pPr>
      <a:lvl9pPr marL="841504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54200" y="1219200"/>
            <a:ext cx="13735523" cy="70003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Ard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u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ino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P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r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ogr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a</a:t>
            </a:r>
            <a:r>
              <a:rPr sz="3681" spc="-58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3681" spc="-81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ing</a:t>
            </a:r>
            <a:endParaRPr sz="3681" dirty="0">
              <a:latin typeface="Times New Roman"/>
              <a:cs typeface="Times New Roman"/>
            </a:endParaRPr>
          </a:p>
          <a:p>
            <a:pPr marL="29219" marR="16070" algn="just">
              <a:lnSpc>
                <a:spcPct val="143600"/>
              </a:lnSpc>
              <a:spcBef>
                <a:spcPts val="3232"/>
              </a:spcBef>
            </a:pP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le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rn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that 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o 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DE </a:t>
            </a:r>
            <a:r>
              <a:rPr sz="2761" spc="35" dirty="0">
                <a:latin typeface="Times New Roman"/>
                <a:cs typeface="Times New Roman"/>
              </a:rPr>
              <a:t>(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ted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opment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Environm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nt) 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llows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 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draw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sk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tch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upload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he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rious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rduino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bo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ds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using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itten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simple prog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mming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simil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C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C</a:t>
            </a:r>
            <a:r>
              <a:rPr sz="2761" spc="-12" dirty="0">
                <a:latin typeface="Times New Roman"/>
                <a:cs typeface="Times New Roman"/>
              </a:rPr>
              <a:t>++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initi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step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sta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DE downlo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installation.</a:t>
            </a:r>
          </a:p>
          <a:p>
            <a:pPr>
              <a:lnSpc>
                <a:spcPct val="100000"/>
              </a:lnSpc>
            </a:pPr>
            <a:endParaRPr sz="2761" dirty="0">
              <a:latin typeface="Times New Roman"/>
              <a:cs typeface="Times New Roman"/>
            </a:endParaRPr>
          </a:p>
          <a:p>
            <a:pPr>
              <a:spcBef>
                <a:spcPts val="127"/>
              </a:spcBef>
            </a:pPr>
            <a:endParaRPr sz="2531" dirty="0">
              <a:latin typeface="Times New Roman"/>
              <a:cs typeface="Times New Roman"/>
            </a:endParaRPr>
          </a:p>
          <a:p>
            <a:pPr marL="29219"/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dirty="0">
                <a:latin typeface="Times New Roman"/>
                <a:cs typeface="Times New Roman"/>
              </a:rPr>
              <a:t>s dis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uss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sics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o st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rt </a:t>
            </a:r>
            <a:r>
              <a:rPr sz="2761" spc="-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ith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 pr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gr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mmin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29219">
              <a:lnSpc>
                <a:spcPts val="3520"/>
              </a:lnSpc>
              <a:spcBef>
                <a:spcPts val="1898"/>
              </a:spcBef>
            </a:pP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Brackets</a:t>
            </a:r>
            <a:endParaRPr sz="2991" dirty="0">
              <a:latin typeface="Times New Roman"/>
              <a:cs typeface="Times New Roman"/>
            </a:endParaRPr>
          </a:p>
          <a:p>
            <a:pPr marL="555159" indent="-525940">
              <a:lnSpc>
                <a:spcPts val="3244"/>
              </a:lnSpc>
            </a:pPr>
            <a:r>
              <a:rPr sz="2761" dirty="0">
                <a:latin typeface="Times New Roman"/>
                <a:cs typeface="Times New Roman"/>
              </a:rPr>
              <a:t>Th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re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two </a:t>
            </a:r>
            <a:r>
              <a:rPr sz="2761" spc="58" dirty="0">
                <a:latin typeface="Times New Roman"/>
                <a:cs typeface="Times New Roman"/>
              </a:rPr>
              <a:t>t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f br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dirty="0">
                <a:latin typeface="Times New Roman"/>
                <a:cs typeface="Times New Roman"/>
              </a:rPr>
              <a:t>k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ts 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in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rduino 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odin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, wh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listed b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low:</a:t>
            </a:r>
          </a:p>
          <a:p>
            <a:pPr marL="1079638" indent="-524479">
              <a:spcBef>
                <a:spcPts val="1438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nthes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(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)</a:t>
            </a:r>
          </a:p>
          <a:p>
            <a:pPr marL="1079638" indent="-524479">
              <a:spcBef>
                <a:spcPts val="1461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Cur</a:t>
            </a:r>
            <a:r>
              <a:rPr sz="2761" spc="12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ra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k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s { 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39800" y="457200"/>
            <a:ext cx="16002000" cy="93185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>
              <a:lnSpc>
                <a:spcPts val="3543"/>
              </a:lnSpc>
              <a:spcBef>
                <a:spcPts val="1864"/>
              </a:spcBef>
            </a:pP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Parentheses</a:t>
            </a:r>
            <a:r>
              <a:rPr sz="2991" spc="23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( )</a:t>
            </a:r>
            <a:endParaRPr sz="2991" dirty="0">
              <a:latin typeface="Times New Roman"/>
              <a:cs typeface="Times New Roman"/>
            </a:endParaRPr>
          </a:p>
          <a:p>
            <a:pPr marL="29219">
              <a:lnSpc>
                <a:spcPts val="3267"/>
              </a:lnSpc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nthes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dirty="0">
                <a:latin typeface="Times New Roman"/>
                <a:cs typeface="Times New Roman"/>
              </a:rPr>
              <a:t>k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roup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uments,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su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thod,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tion,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or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e</a:t>
            </a:r>
          </a:p>
          <a:p>
            <a:pPr marL="29219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stat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ment. Th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lso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to 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roup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math 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qu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tions.</a:t>
            </a:r>
          </a:p>
          <a:p>
            <a:pPr marL="29219">
              <a:lnSpc>
                <a:spcPts val="3520"/>
              </a:lnSpc>
              <a:spcBef>
                <a:spcPts val="1898"/>
              </a:spcBef>
            </a:pP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Cur</a:t>
            </a:r>
            <a:r>
              <a:rPr sz="2991" spc="23" dirty="0">
                <a:solidFill>
                  <a:srgbClr val="2E5395"/>
                </a:solidFill>
                <a:latin typeface="Times New Roman"/>
                <a:cs typeface="Times New Roman"/>
              </a:rPr>
              <a:t>l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y</a:t>
            </a:r>
            <a:r>
              <a:rPr sz="2991" spc="-69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Bra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c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kets</a:t>
            </a: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{</a:t>
            </a: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}</a:t>
            </a:r>
            <a:endParaRPr sz="2991" dirty="0">
              <a:latin typeface="Times New Roman"/>
              <a:cs typeface="Times New Roman"/>
            </a:endParaRPr>
          </a:p>
          <a:p>
            <a:pPr marL="29219">
              <a:lnSpc>
                <a:spcPts val="3244"/>
              </a:lnSpc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stat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ments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ode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losed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ur</a:t>
            </a:r>
            <a:r>
              <a:rPr sz="2761" spc="12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dirty="0">
                <a:latin typeface="Times New Roman"/>
                <a:cs typeface="Times New Roman"/>
              </a:rPr>
              <a:t>k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ts.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lw</a:t>
            </a:r>
            <a:r>
              <a:rPr sz="2761" spc="35" dirty="0">
                <a:latin typeface="Times New Roman"/>
                <a:cs typeface="Times New Roman"/>
              </a:rPr>
              <a:t>a</a:t>
            </a:r>
            <a:r>
              <a:rPr sz="2761" spc="-35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quire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losed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ur</a:t>
            </a:r>
            <a:r>
              <a:rPr sz="2761" spc="46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</a:p>
          <a:p>
            <a:pPr marL="29219" marR="4930688">
              <a:lnSpc>
                <a:spcPts val="4785"/>
              </a:lnSpc>
              <a:spcBef>
                <a:spcPts val="368"/>
              </a:spcBef>
            </a:pPr>
            <a:r>
              <a:rPr sz="2761" dirty="0">
                <a:latin typeface="Times New Roman"/>
                <a:cs typeface="Times New Roman"/>
              </a:rPr>
              <a:t>br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k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ts to mat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 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op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ur</a:t>
            </a:r>
            <a:r>
              <a:rPr sz="2761" spc="12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ra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k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 in the 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or sk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tch. Op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ur</a:t>
            </a:r>
            <a:r>
              <a:rPr sz="2761" spc="46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spc="23" dirty="0">
                <a:latin typeface="Times New Roman"/>
                <a:cs typeface="Times New Roman"/>
              </a:rPr>
              <a:t>k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-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'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{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'</a:t>
            </a:r>
          </a:p>
          <a:p>
            <a:pPr marL="29219">
              <a:spcBef>
                <a:spcPts val="1024"/>
              </a:spcBef>
            </a:pPr>
            <a:r>
              <a:rPr sz="2761" dirty="0">
                <a:latin typeface="Times New Roman"/>
                <a:cs typeface="Times New Roman"/>
              </a:rPr>
              <a:t>Closed 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ur</a:t>
            </a:r>
            <a:r>
              <a:rPr sz="2761" spc="12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k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-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'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}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'</a:t>
            </a:r>
          </a:p>
          <a:p>
            <a:pPr marL="29219">
              <a:lnSpc>
                <a:spcPts val="3520"/>
              </a:lnSpc>
              <a:spcBef>
                <a:spcPts val="1884"/>
              </a:spcBef>
            </a:pP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Line</a:t>
            </a: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C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mment</a:t>
            </a:r>
            <a:endParaRPr sz="2991" dirty="0">
              <a:latin typeface="Times New Roman"/>
              <a:cs typeface="Times New Roman"/>
            </a:endParaRPr>
          </a:p>
          <a:p>
            <a:pPr marL="555159" indent="-525940">
              <a:lnSpc>
                <a:spcPts val="3244"/>
              </a:lnSpc>
            </a:pPr>
            <a:r>
              <a:rPr sz="2761" dirty="0">
                <a:latin typeface="Times New Roman"/>
                <a:cs typeface="Times New Roman"/>
              </a:rPr>
              <a:t>Th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re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two </a:t>
            </a:r>
            <a:r>
              <a:rPr sz="2761" spc="58" dirty="0">
                <a:latin typeface="Times New Roman"/>
                <a:cs typeface="Times New Roman"/>
              </a:rPr>
              <a:t>t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f line</a:t>
            </a:r>
            <a:r>
              <a:rPr sz="2761" spc="-12" dirty="0">
                <a:latin typeface="Times New Roman"/>
                <a:cs typeface="Times New Roman"/>
              </a:rPr>
              <a:t> c</a:t>
            </a:r>
            <a:r>
              <a:rPr sz="2761" dirty="0">
                <a:latin typeface="Times New Roman"/>
                <a:cs typeface="Times New Roman"/>
              </a:rPr>
              <a:t>omm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nts, whi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 listed b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low:</a:t>
            </a:r>
          </a:p>
          <a:p>
            <a:pPr marL="1079638" indent="-524479">
              <a:spcBef>
                <a:spcPts val="1461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Sin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le line 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</a:t>
            </a:r>
          </a:p>
          <a:p>
            <a:pPr marL="1079638" indent="-524479">
              <a:spcBef>
                <a:spcPts val="1438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Multi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line</a:t>
            </a:r>
            <a:r>
              <a:rPr sz="2761" spc="-12" dirty="0">
                <a:latin typeface="Times New Roman"/>
                <a:cs typeface="Times New Roman"/>
              </a:rPr>
              <a:t> c</a:t>
            </a:r>
            <a:r>
              <a:rPr sz="2761" dirty="0">
                <a:latin typeface="Times New Roman"/>
                <a:cs typeface="Times New Roman"/>
              </a:rPr>
              <a:t>omm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</a:t>
            </a:r>
          </a:p>
          <a:p>
            <a:pPr marL="29219">
              <a:lnSpc>
                <a:spcPts val="3543"/>
              </a:lnSpc>
              <a:spcBef>
                <a:spcPts val="1864"/>
              </a:spcBef>
            </a:pP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/</a:t>
            </a: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/ </a:t>
            </a:r>
            <a:r>
              <a:rPr sz="2991" spc="-35" dirty="0">
                <a:solidFill>
                  <a:srgbClr val="2E5395"/>
                </a:solidFill>
                <a:latin typeface="Times New Roman"/>
                <a:cs typeface="Times New Roman"/>
              </a:rPr>
              <a:t>Singl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e</a:t>
            </a: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l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i</a:t>
            </a:r>
            <a:r>
              <a:rPr sz="2991" spc="-35" dirty="0">
                <a:solidFill>
                  <a:srgbClr val="2E5395"/>
                </a:solidFill>
                <a:latin typeface="Times New Roman"/>
                <a:cs typeface="Times New Roman"/>
              </a:rPr>
              <a:t>n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e</a:t>
            </a: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991" spc="-35" dirty="0">
                <a:solidFill>
                  <a:srgbClr val="2E5395"/>
                </a:solidFill>
                <a:latin typeface="Times New Roman"/>
                <a:cs typeface="Times New Roman"/>
              </a:rPr>
              <a:t>c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sz="2991" spc="-35" dirty="0">
                <a:solidFill>
                  <a:srgbClr val="2E5395"/>
                </a:solidFill>
                <a:latin typeface="Times New Roman"/>
                <a:cs typeface="Times New Roman"/>
              </a:rPr>
              <a:t>mment</a:t>
            </a:r>
            <a:endParaRPr sz="2991" dirty="0">
              <a:latin typeface="Times New Roman"/>
              <a:cs typeface="Times New Roman"/>
            </a:endParaRPr>
          </a:p>
          <a:p>
            <a:pPr marL="29219">
              <a:lnSpc>
                <a:spcPts val="3267"/>
              </a:lnSpc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12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that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itten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ft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two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slash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onsi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sin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le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line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nt.</a:t>
            </a:r>
            <a:r>
              <a:rPr lang="en-US" sz="27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ompiler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itten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fter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two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s.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not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be</a:t>
            </a:r>
            <a:r>
              <a:rPr lang="en-US" sz="27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displ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output.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Su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12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sp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ifi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und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ode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or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plan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 of</a:t>
            </a:r>
            <a:r>
              <a:rPr sz="2761" spc="-12" dirty="0">
                <a:latin typeface="Times New Roman"/>
                <a:cs typeface="Times New Roman"/>
              </a:rPr>
              <a:t> a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ode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tat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ment.</a:t>
            </a:r>
            <a:r>
              <a:rPr lang="en-US" sz="27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// (t</a:t>
            </a:r>
            <a:r>
              <a:rPr sz="2761" spc="-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o fo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 sl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s) 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a</a:t>
            </a:r>
            <a:r>
              <a:rPr sz="2761" dirty="0">
                <a:latin typeface="Times New Roman"/>
                <a:cs typeface="Times New Roman"/>
              </a:rPr>
              <a:t>lso 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to </a:t>
            </a:r>
            <a:r>
              <a:rPr sz="2761" spc="35" dirty="0">
                <a:latin typeface="Times New Roman"/>
                <a:cs typeface="Times New Roman"/>
              </a:rPr>
              <a:t>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no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some</a:t>
            </a:r>
            <a:r>
              <a:rPr sz="2761" spc="-12" dirty="0">
                <a:latin typeface="Times New Roman"/>
                <a:cs typeface="Times New Roman"/>
              </a:rPr>
              <a:t> 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tra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of 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without 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leting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it.</a:t>
            </a:r>
          </a:p>
        </p:txBody>
      </p:sp>
    </p:spTree>
    <p:extLst>
      <p:ext uri="{BB962C8B-B14F-4D97-AF65-F5344CB8AC3E}">
        <p14:creationId xmlns:p14="http://schemas.microsoft.com/office/powerpoint/2010/main" val="811493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8400" y="838200"/>
            <a:ext cx="13741367" cy="38232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>
              <a:lnSpc>
                <a:spcPts val="3543"/>
              </a:lnSpc>
            </a:pP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/ 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*</a:t>
            </a: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991" spc="-35" dirty="0">
                <a:solidFill>
                  <a:srgbClr val="2E5395"/>
                </a:solidFill>
                <a:latin typeface="Times New Roman"/>
                <a:cs typeface="Times New Roman"/>
              </a:rPr>
              <a:t>Mult</a:t>
            </a: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i -</a:t>
            </a:r>
            <a:r>
              <a:rPr sz="2991" spc="23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line 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c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sz="2991" spc="-35" dirty="0">
                <a:solidFill>
                  <a:srgbClr val="2E5395"/>
                </a:solidFill>
                <a:latin typeface="Times New Roman"/>
                <a:cs typeface="Times New Roman"/>
              </a:rPr>
              <a:t>mm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e</a:t>
            </a: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nt */</a:t>
            </a:r>
            <a:endParaRPr sz="2991" dirty="0">
              <a:latin typeface="Times New Roman"/>
              <a:cs typeface="Times New Roman"/>
            </a:endParaRPr>
          </a:p>
          <a:p>
            <a:pPr marL="29219">
              <a:lnSpc>
                <a:spcPts val="3267"/>
              </a:lnSpc>
            </a:pPr>
            <a:r>
              <a:rPr sz="2761" dirty="0">
                <a:latin typeface="Times New Roman"/>
                <a:cs typeface="Times New Roman"/>
              </a:rPr>
              <a:t>The Multi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line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 is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itten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roup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info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mation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le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und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tandin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sta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ts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</a:t>
            </a:r>
          </a:p>
          <a:p>
            <a:pPr marL="29219" marR="11688">
              <a:lnSpc>
                <a:spcPts val="4785"/>
              </a:lnSpc>
              <a:spcBef>
                <a:spcPts val="368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sin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le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slash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ste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isk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mbol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spc="58" dirty="0">
                <a:latin typeface="Times New Roman"/>
                <a:cs typeface="Times New Roman"/>
              </a:rPr>
              <a:t>(</a:t>
            </a:r>
            <a:r>
              <a:rPr sz="2761" b="1" dirty="0">
                <a:latin typeface="Times New Roman"/>
                <a:cs typeface="Times New Roman"/>
              </a:rPr>
              <a:t>/</a:t>
            </a:r>
            <a:r>
              <a:rPr sz="2761" b="1" spc="276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*</a:t>
            </a:r>
            <a:r>
              <a:rPr sz="2761" dirty="0">
                <a:latin typeface="Times New Roman"/>
                <a:cs typeface="Times New Roman"/>
              </a:rPr>
              <a:t>).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lso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nds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/</a:t>
            </a:r>
            <a:r>
              <a:rPr sz="2761" b="1" spc="276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*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ommon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 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to w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ite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te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t.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is a</a:t>
            </a:r>
            <a:r>
              <a:rPr sz="2761" spc="-12" dirty="0">
                <a:latin typeface="Times New Roman"/>
                <a:cs typeface="Times New Roman"/>
              </a:rPr>
              <a:t> c</a:t>
            </a:r>
            <a:r>
              <a:rPr sz="2761" dirty="0">
                <a:latin typeface="Times New Roman"/>
                <a:cs typeface="Times New Roman"/>
              </a:rPr>
              <a:t>omm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nt, wh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 is also 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nor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46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he</a:t>
            </a:r>
            <a:r>
              <a:rPr sz="2761" spc="12" dirty="0">
                <a:latin typeface="Times New Roman"/>
                <a:cs typeface="Times New Roman"/>
              </a:rPr>
              <a:t> c</a:t>
            </a:r>
            <a:r>
              <a:rPr sz="2761" dirty="0">
                <a:latin typeface="Times New Roman"/>
                <a:cs typeface="Times New Roman"/>
              </a:rPr>
              <a:t>ompile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29219">
              <a:lnSpc>
                <a:spcPts val="3520"/>
              </a:lnSpc>
              <a:spcBef>
                <a:spcPts val="1461"/>
              </a:spcBef>
            </a:pPr>
            <a:r>
              <a:rPr sz="2991" spc="-35" dirty="0">
                <a:solidFill>
                  <a:srgbClr val="2E5395"/>
                </a:solidFill>
                <a:latin typeface="Times New Roman"/>
                <a:cs typeface="Times New Roman"/>
              </a:rPr>
              <a:t>Codin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g</a:t>
            </a: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991" spc="-35" dirty="0">
                <a:solidFill>
                  <a:srgbClr val="2E5395"/>
                </a:solidFill>
                <a:latin typeface="Times New Roman"/>
                <a:cs typeface="Times New Roman"/>
              </a:rPr>
              <a:t>S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c</a:t>
            </a:r>
            <a:r>
              <a:rPr sz="2991" spc="-35" dirty="0">
                <a:solidFill>
                  <a:srgbClr val="2E5395"/>
                </a:solidFill>
                <a:latin typeface="Times New Roman"/>
                <a:cs typeface="Times New Roman"/>
              </a:rPr>
              <a:t>reen</a:t>
            </a:r>
            <a:endParaRPr sz="2991" dirty="0">
              <a:latin typeface="Times New Roman"/>
              <a:cs typeface="Times New Roman"/>
            </a:endParaRPr>
          </a:p>
          <a:p>
            <a:pPr marL="29219">
              <a:lnSpc>
                <a:spcPts val="3244"/>
              </a:lnSpc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odi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</a:t>
            </a:r>
            <a:r>
              <a:rPr sz="2761" spc="23" dirty="0">
                <a:latin typeface="Times New Roman"/>
                <a:cs typeface="Times New Roman"/>
              </a:rPr>
              <a:t>v</a:t>
            </a:r>
            <a:r>
              <a:rPr sz="2761" dirty="0">
                <a:latin typeface="Times New Roman"/>
                <a:cs typeface="Times New Roman"/>
              </a:rPr>
              <a:t>ided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into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two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blocks.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s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tup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onsid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block,</a:t>
            </a:r>
          </a:p>
          <a:p>
            <a:pPr marL="2921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while 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loop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conside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ution block.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is shown 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low:</a:t>
            </a:r>
          </a:p>
        </p:txBody>
      </p:sp>
      <p:sp>
        <p:nvSpPr>
          <p:cNvPr id="4" name="object 4"/>
          <p:cNvSpPr/>
          <p:nvPr/>
        </p:nvSpPr>
        <p:spPr>
          <a:xfrm>
            <a:off x="11379200" y="4038601"/>
            <a:ext cx="5751991" cy="58674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01700" y="1066800"/>
            <a:ext cx="16078200" cy="72923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11688">
              <a:lnSpc>
                <a:spcPct val="143300"/>
              </a:lnSpc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stat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ments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tup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loop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bloc</a:t>
            </a:r>
            <a:r>
              <a:rPr sz="2761" spc="-35" dirty="0">
                <a:latin typeface="Times New Roman"/>
                <a:cs typeface="Times New Roman"/>
              </a:rPr>
              <a:t>k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losed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ur</a:t>
            </a:r>
            <a:r>
              <a:rPr sz="2761" spc="12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bra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k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ts.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 w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ite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multiple st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nts dep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ndi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 the 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odi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 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quir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ments f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 a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rti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ular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proj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t.</a:t>
            </a:r>
            <a:endParaRPr lang="en-US" sz="2761" dirty="0">
              <a:latin typeface="Times New Roman"/>
              <a:cs typeface="Times New Roman"/>
            </a:endParaRPr>
          </a:p>
          <a:p>
            <a:pPr marL="29219" marR="11688">
              <a:lnSpc>
                <a:spcPct val="143300"/>
              </a:lnSpc>
            </a:pP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 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,</a:t>
            </a:r>
            <a:endParaRPr sz="2761" dirty="0">
              <a:latin typeface="Times New Roman"/>
              <a:cs typeface="Times New Roman"/>
            </a:endParaRPr>
          </a:p>
          <a:p>
            <a:pPr marL="555159" marR="10748169">
              <a:lnSpc>
                <a:spcPts val="4785"/>
              </a:lnSpc>
              <a:spcBef>
                <a:spcPts val="368"/>
              </a:spcBef>
            </a:pPr>
            <a:r>
              <a:rPr sz="2761" dirty="0">
                <a:latin typeface="Times New Roman"/>
                <a:cs typeface="Times New Roman"/>
              </a:rPr>
              <a:t>1.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void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tup (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)</a:t>
            </a:r>
            <a:endParaRPr lang="en-US" sz="2761" dirty="0">
              <a:latin typeface="Times New Roman"/>
              <a:cs typeface="Times New Roman"/>
            </a:endParaRPr>
          </a:p>
          <a:p>
            <a:pPr marL="555159" marR="10748169">
              <a:lnSpc>
                <a:spcPts val="4785"/>
              </a:lnSpc>
              <a:spcBef>
                <a:spcPts val="368"/>
              </a:spcBef>
            </a:pPr>
            <a:r>
              <a:rPr sz="2761" dirty="0">
                <a:latin typeface="Times New Roman"/>
                <a:cs typeface="Times New Roman"/>
              </a:rPr>
              <a:t>2.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</a:t>
            </a:r>
          </a:p>
          <a:p>
            <a:pPr marL="555159">
              <a:spcBef>
                <a:spcPts val="1024"/>
              </a:spcBef>
              <a:buFont typeface="Times New Roman"/>
              <a:buAutoNum type="arabicPeriod" startAt="3"/>
              <a:tabLst>
                <a:tab pos="1081099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Coding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stat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ment 1;</a:t>
            </a:r>
          </a:p>
          <a:p>
            <a:pPr marL="555159" marR="9805859">
              <a:lnSpc>
                <a:spcPct val="143300"/>
              </a:lnSpc>
              <a:spcBef>
                <a:spcPts val="35"/>
              </a:spcBef>
              <a:buFont typeface="Times New Roman"/>
              <a:buAutoNum type="arabicPeriod" startAt="3"/>
              <a:tabLst>
                <a:tab pos="1081099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Coding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stat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ment 2;</a:t>
            </a:r>
            <a:endParaRPr lang="en-US" sz="2761" dirty="0">
              <a:latin typeface="Times New Roman"/>
              <a:cs typeface="Times New Roman"/>
            </a:endParaRPr>
          </a:p>
          <a:p>
            <a:pPr marL="555159" marR="9805859">
              <a:lnSpc>
                <a:spcPct val="143300"/>
              </a:lnSpc>
              <a:spcBef>
                <a:spcPts val="35"/>
              </a:spcBef>
              <a:buFont typeface="Times New Roman"/>
              <a:buAutoNum type="arabicPeriod" startAt="3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55515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6.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555159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7.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555159" marR="9805859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8.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Coding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stat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ment n;</a:t>
            </a:r>
            <a:endParaRPr lang="en-US" sz="2761" dirty="0">
              <a:latin typeface="Times New Roman"/>
              <a:cs typeface="Times New Roman"/>
            </a:endParaRPr>
          </a:p>
          <a:p>
            <a:pPr marL="555159" marR="9805859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9.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927916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01700" y="1371600"/>
            <a:ext cx="16078200" cy="53626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5515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10.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void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loop (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)</a:t>
            </a:r>
            <a:endParaRPr lang="en-US" sz="2761" dirty="0">
              <a:latin typeface="Times New Roman"/>
              <a:cs typeface="Times New Roman"/>
            </a:endParaRPr>
          </a:p>
          <a:p>
            <a:pPr marL="555159">
              <a:spcBef>
                <a:spcPts val="1461"/>
              </a:spcBef>
            </a:pPr>
            <a:r>
              <a:rPr lang="en-US" sz="2761" dirty="0">
                <a:latin typeface="Times New Roman"/>
                <a:cs typeface="Times New Roman"/>
              </a:rPr>
              <a:t>11.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{</a:t>
            </a:r>
          </a:p>
          <a:p>
            <a:pPr marL="555159">
              <a:spcBef>
                <a:spcPts val="1461"/>
              </a:spcBef>
            </a:pPr>
            <a:r>
              <a:rPr lang="en-US" sz="2761" dirty="0">
                <a:latin typeface="Times New Roman"/>
                <a:cs typeface="Times New Roman"/>
              </a:rPr>
              <a:t>12. Coding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stat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ment 1;</a:t>
            </a:r>
          </a:p>
          <a:p>
            <a:pPr marL="555159">
              <a:spcBef>
                <a:spcPts val="1461"/>
              </a:spcBef>
            </a:pPr>
            <a:r>
              <a:rPr lang="en-US" sz="2761" dirty="0">
                <a:latin typeface="Times New Roman"/>
                <a:cs typeface="Times New Roman"/>
              </a:rPr>
              <a:t>13. Coding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stat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ment 2;</a:t>
            </a:r>
          </a:p>
          <a:p>
            <a:pPr marL="555159">
              <a:spcBef>
                <a:spcPts val="1461"/>
              </a:spcBef>
            </a:pPr>
            <a:r>
              <a:rPr lang="en-US" sz="2761" dirty="0">
                <a:latin typeface="Times New Roman"/>
                <a:cs typeface="Times New Roman"/>
              </a:rPr>
              <a:t>14.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.</a:t>
            </a:r>
          </a:p>
          <a:p>
            <a:pPr marL="555159">
              <a:spcBef>
                <a:spcPts val="1461"/>
              </a:spcBef>
            </a:pPr>
            <a:r>
              <a:rPr lang="en-US" sz="2761" dirty="0">
                <a:latin typeface="Times New Roman"/>
                <a:cs typeface="Times New Roman"/>
              </a:rPr>
              <a:t>15.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.</a:t>
            </a:r>
          </a:p>
          <a:p>
            <a:pPr marL="555159">
              <a:spcBef>
                <a:spcPts val="1461"/>
              </a:spcBef>
            </a:pPr>
            <a:r>
              <a:rPr lang="en-US" sz="2761" dirty="0">
                <a:latin typeface="Times New Roman"/>
                <a:cs typeface="Times New Roman"/>
              </a:rPr>
              <a:t>16.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.</a:t>
            </a:r>
          </a:p>
          <a:p>
            <a:pPr marL="555159">
              <a:spcBef>
                <a:spcPts val="1461"/>
              </a:spcBef>
            </a:pPr>
            <a:r>
              <a:rPr lang="en-US" sz="2761" dirty="0">
                <a:latin typeface="Times New Roman"/>
                <a:cs typeface="Times New Roman"/>
              </a:rPr>
              <a:t>17.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Coding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stat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ment n;</a:t>
            </a:r>
          </a:p>
          <a:p>
            <a:pPr marL="555159">
              <a:spcBef>
                <a:spcPts val="1461"/>
              </a:spcBef>
            </a:pPr>
            <a:r>
              <a:rPr lang="en-US" sz="2761" dirty="0">
                <a:latin typeface="Times New Roman"/>
                <a:cs typeface="Times New Roman"/>
              </a:rPr>
              <a:t>18.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898717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701800" y="1561648"/>
            <a:ext cx="14173200" cy="6935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>
              <a:lnSpc>
                <a:spcPts val="4383"/>
              </a:lnSpc>
            </a:pPr>
            <a:r>
              <a:rPr sz="3681" spc="-69" dirty="0">
                <a:solidFill>
                  <a:srgbClr val="2E5395"/>
                </a:solidFill>
                <a:latin typeface="Times New Roman"/>
                <a:cs typeface="Times New Roman"/>
              </a:rPr>
              <a:t>W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hat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is</a:t>
            </a:r>
            <a:r>
              <a:rPr sz="3681" spc="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Setu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p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?</a:t>
            </a:r>
            <a:r>
              <a:rPr sz="3681" spc="46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69" dirty="0">
                <a:solidFill>
                  <a:srgbClr val="2E5395"/>
                </a:solidFill>
                <a:latin typeface="Times New Roman"/>
                <a:cs typeface="Times New Roman"/>
              </a:rPr>
              <a:t>W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hat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t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y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pe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of</a:t>
            </a:r>
            <a:r>
              <a:rPr sz="3681" spc="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co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d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e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is</a:t>
            </a:r>
            <a:r>
              <a:rPr sz="3681" spc="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written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in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the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set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u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p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bl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c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k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?</a:t>
            </a:r>
            <a:endParaRPr sz="3681" dirty="0">
              <a:latin typeface="Times New Roman"/>
              <a:cs typeface="Times New Roman"/>
            </a:endParaRPr>
          </a:p>
          <a:p>
            <a:pPr marL="29219">
              <a:lnSpc>
                <a:spcPts val="3278"/>
              </a:lnSpc>
            </a:pP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ontains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initi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rt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ut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d.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modes,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librar</a:t>
            </a:r>
            <a:r>
              <a:rPr sz="2761" spc="12" dirty="0">
                <a:latin typeface="Times New Roman"/>
                <a:cs typeface="Times New Roman"/>
              </a:rPr>
              <a:t>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s,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s,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tc.,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</a:p>
          <a:p>
            <a:pPr marL="29219" marR="24836">
              <a:lnSpc>
                <a:spcPts val="4785"/>
              </a:lnSpc>
              <a:spcBef>
                <a:spcPts val="368"/>
              </a:spcBef>
            </a:pPr>
            <a:r>
              <a:rPr sz="2761" dirty="0">
                <a:latin typeface="Times New Roman"/>
                <a:cs typeface="Times New Roman"/>
              </a:rPr>
              <a:t>initi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-23" dirty="0">
                <a:latin typeface="Times New Roman"/>
                <a:cs typeface="Times New Roman"/>
              </a:rPr>
              <a:t>i</a:t>
            </a:r>
            <a:r>
              <a:rPr sz="2761" spc="12" dirty="0">
                <a:latin typeface="Times New Roman"/>
                <a:cs typeface="Times New Roman"/>
              </a:rPr>
              <a:t>z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tup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46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tion.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uted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during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upload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ng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ft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 or po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up 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rduino bo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rd.</a:t>
            </a:r>
          </a:p>
          <a:p>
            <a:pPr marL="29219">
              <a:spcBef>
                <a:spcPts val="1024"/>
              </a:spcBef>
            </a:pPr>
            <a:r>
              <a:rPr sz="2761" spc="-35" dirty="0">
                <a:latin typeface="Times New Roman"/>
                <a:cs typeface="Times New Roman"/>
              </a:rPr>
              <a:t>Z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ro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tup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()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sides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he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top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sk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tch.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soon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rts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runni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e</a:t>
            </a:r>
          </a:p>
          <a:p>
            <a:pPr marL="2921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inside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12" dirty="0">
                <a:latin typeface="Times New Roman"/>
                <a:cs typeface="Times New Roman"/>
              </a:rPr>
              <a:t> c</a:t>
            </a:r>
            <a:r>
              <a:rPr sz="2761" dirty="0">
                <a:latin typeface="Times New Roman"/>
                <a:cs typeface="Times New Roman"/>
              </a:rPr>
              <a:t>ur</a:t>
            </a:r>
            <a:r>
              <a:rPr sz="2761" spc="46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bra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k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35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uted in the s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tup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it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utes on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-12" dirty="0">
                <a:latin typeface="Times New Roman"/>
                <a:cs typeface="Times New Roman"/>
              </a:rPr>
              <a:t>ce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>
              <a:lnSpc>
                <a:spcPct val="100000"/>
              </a:lnSpc>
            </a:pPr>
            <a:endParaRPr sz="2761" dirty="0">
              <a:latin typeface="Times New Roman"/>
              <a:cs typeface="Times New Roman"/>
            </a:endParaRPr>
          </a:p>
          <a:p>
            <a:pPr>
              <a:spcBef>
                <a:spcPts val="35"/>
              </a:spcBef>
            </a:pPr>
            <a:endParaRPr sz="2991" dirty="0">
              <a:latin typeface="Times New Roman"/>
              <a:cs typeface="Times New Roman"/>
            </a:endParaRPr>
          </a:p>
          <a:p>
            <a:pPr marL="29219">
              <a:lnSpc>
                <a:spcPts val="3520"/>
              </a:lnSpc>
            </a:pP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S</a:t>
            </a:r>
            <a:r>
              <a:rPr sz="2991" spc="-81" dirty="0">
                <a:solidFill>
                  <a:srgbClr val="2E5395"/>
                </a:solidFill>
                <a:latin typeface="Times New Roman"/>
                <a:cs typeface="Times New Roman"/>
              </a:rPr>
              <a:t>y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n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tax</a:t>
            </a:r>
            <a:endParaRPr sz="2991" dirty="0">
              <a:latin typeface="Times New Roman"/>
              <a:cs typeface="Times New Roman"/>
            </a:endParaRPr>
          </a:p>
          <a:p>
            <a:pPr marL="29219">
              <a:lnSpc>
                <a:spcPts val="3244"/>
              </a:lnSpc>
            </a:pPr>
            <a:r>
              <a:rPr sz="2761" spc="35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ntax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nifi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rul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be </a:t>
            </a:r>
            <a:r>
              <a:rPr sz="2761" spc="-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follow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su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ce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sful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uploading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</a:p>
          <a:p>
            <a:pPr marL="29219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bo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rd.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ntax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Arduino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simil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gr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mm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li</a:t>
            </a:r>
            <a:r>
              <a:rPr sz="2761" spc="92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h.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</a:t>
            </a:r>
          </a:p>
          <a:p>
            <a:pPr marL="29219" marR="23375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me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ns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that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rul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mu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be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follow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rd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ompile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run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our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de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su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ssful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we br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k those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ru</a:t>
            </a:r>
            <a:r>
              <a:rPr sz="2761" spc="12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s, our 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mput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p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 m</a:t>
            </a:r>
            <a:r>
              <a:rPr sz="2761" spc="35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mpile 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r</a:t>
            </a:r>
            <a:r>
              <a:rPr sz="2761" spc="-12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n, but with some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bu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075213" y="1397070"/>
            <a:ext cx="13738445" cy="1029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>
              <a:spcBef>
                <a:spcPts val="1461"/>
              </a:spcBef>
            </a:pP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dirty="0">
                <a:latin typeface="Times New Roman"/>
                <a:cs typeface="Times New Roman"/>
              </a:rPr>
              <a:t>s un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with an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29219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As </a:t>
            </a:r>
            <a:r>
              <a:rPr sz="2761" spc="-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 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spc="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E,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displ</a:t>
            </a:r>
            <a:r>
              <a:rPr sz="2761" spc="35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 look like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low im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:</a:t>
            </a:r>
          </a:p>
        </p:txBody>
      </p:sp>
      <p:sp>
        <p:nvSpPr>
          <p:cNvPr id="4" name="object 4"/>
          <p:cNvSpPr/>
          <p:nvPr/>
        </p:nvSpPr>
        <p:spPr>
          <a:xfrm>
            <a:off x="4978400" y="3429000"/>
            <a:ext cx="6187263" cy="449435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  <p:extLst>
      <p:ext uri="{BB962C8B-B14F-4D97-AF65-F5344CB8AC3E}">
        <p14:creationId xmlns:p14="http://schemas.microsoft.com/office/powerpoint/2010/main" val="24008681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97000" y="1502433"/>
            <a:ext cx="13729679" cy="70408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two </a:t>
            </a:r>
            <a:r>
              <a:rPr sz="2761" spc="-12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un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tions th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 e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psul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ce</a:t>
            </a:r>
            <a:r>
              <a:rPr sz="2761" dirty="0">
                <a:latin typeface="Times New Roman"/>
                <a:cs typeface="Times New Roman"/>
              </a:rPr>
              <a:t>s of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de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 pr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ra</a:t>
            </a:r>
            <a:r>
              <a:rPr sz="2761" dirty="0">
                <a:latin typeface="Times New Roman"/>
                <a:cs typeface="Times New Roman"/>
              </a:rPr>
              <a:t>m 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shown b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low:</a:t>
            </a:r>
          </a:p>
          <a:p>
            <a:pPr marL="1079638" indent="-524479">
              <a:spcBef>
                <a:spcPts val="1484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sz="2761" b="1" dirty="0">
                <a:latin typeface="Times New Roman"/>
                <a:cs typeface="Times New Roman"/>
              </a:rPr>
              <a:t>void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s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tup ( )</a:t>
            </a:r>
            <a:endParaRPr sz="2761" dirty="0">
              <a:latin typeface="Times New Roman"/>
              <a:cs typeface="Times New Roman"/>
            </a:endParaRPr>
          </a:p>
          <a:p>
            <a:pPr marL="1079638" indent="-524479">
              <a:spcBef>
                <a:spcPts val="1461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sz="2761" b="1" dirty="0">
                <a:latin typeface="Times New Roman"/>
                <a:cs typeface="Times New Roman"/>
              </a:rPr>
              <a:t>void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loop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( )</a:t>
            </a:r>
            <a:endParaRPr sz="2761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761" dirty="0">
              <a:latin typeface="Times New Roman"/>
              <a:cs typeface="Times New Roman"/>
            </a:endParaRPr>
          </a:p>
          <a:p>
            <a:pPr>
              <a:spcBef>
                <a:spcPts val="106"/>
              </a:spcBef>
            </a:pPr>
            <a:endParaRPr sz="2876" dirty="0">
              <a:latin typeface="Times New Roman"/>
              <a:cs typeface="Times New Roman"/>
            </a:endParaRPr>
          </a:p>
          <a:p>
            <a:pPr marL="29219">
              <a:lnSpc>
                <a:spcPts val="3520"/>
              </a:lnSpc>
            </a:pP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Functions</a:t>
            </a:r>
            <a:endParaRPr sz="2991" dirty="0">
              <a:latin typeface="Times New Roman"/>
              <a:cs typeface="Times New Roman"/>
            </a:endParaRPr>
          </a:p>
          <a:p>
            <a:pPr marL="1079638" indent="-524479">
              <a:lnSpc>
                <a:spcPts val="3244"/>
              </a:lnSpc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tions in 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ombine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ma</a:t>
            </a:r>
            <a:r>
              <a:rPr sz="2761" spc="46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piec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of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of 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ode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into on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1079638" marR="17531" indent="-524479">
              <a:lnSpc>
                <a:spcPct val="143300"/>
              </a:lnSpc>
              <a:spcBef>
                <a:spcPts val="23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tions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12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58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urn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ft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finishing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ution.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ut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do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not 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turn 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46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due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v</a:t>
            </a:r>
            <a:r>
              <a:rPr sz="2761" spc="-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id.</a:t>
            </a:r>
            <a:endParaRPr lang="en-US" sz="2761" dirty="0">
              <a:latin typeface="Times New Roman"/>
              <a:cs typeface="Times New Roman"/>
            </a:endParaRPr>
          </a:p>
          <a:p>
            <a:pPr marL="1079638" marR="17531" indent="-524479">
              <a:lnSpc>
                <a:spcPct val="143300"/>
              </a:lnSpc>
              <a:spcBef>
                <a:spcPts val="23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tup and loop </a:t>
            </a:r>
            <a:r>
              <a:rPr sz="2761" spc="-12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un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35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on 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ve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void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k</a:t>
            </a:r>
            <a:r>
              <a:rPr sz="2761" spc="35" dirty="0">
                <a:latin typeface="Times New Roman"/>
                <a:cs typeface="Times New Roman"/>
              </a:rPr>
              <a:t>e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wo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 p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 in f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ont of th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ir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 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me.</a:t>
            </a:r>
            <a:endParaRPr lang="en-US" sz="2761" dirty="0">
              <a:latin typeface="Times New Roman"/>
              <a:cs typeface="Times New Roman"/>
            </a:endParaRPr>
          </a:p>
          <a:p>
            <a:pPr marL="1079638" marR="17531" indent="-524479">
              <a:lnSpc>
                <a:spcPct val="143300"/>
              </a:lnSpc>
              <a:spcBef>
                <a:spcPts val="23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multiple lines of</a:t>
            </a:r>
            <a:r>
              <a:rPr sz="2761" spc="-12" dirty="0">
                <a:latin typeface="Times New Roman"/>
                <a:cs typeface="Times New Roman"/>
              </a:rPr>
              <a:t> c</a:t>
            </a:r>
            <a:r>
              <a:rPr sz="2761" dirty="0">
                <a:latin typeface="Times New Roman"/>
                <a:cs typeface="Times New Roman"/>
              </a:rPr>
              <a:t>ode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that 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psu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tes 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itten inside</a:t>
            </a:r>
            <a:r>
              <a:rPr sz="2761" spc="-12" dirty="0">
                <a:latin typeface="Times New Roman"/>
                <a:cs typeface="Times New Roman"/>
              </a:rPr>
              <a:t> c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spc="23" dirty="0">
                <a:latin typeface="Times New Roman"/>
                <a:cs typeface="Times New Roman"/>
              </a:rPr>
              <a:t>k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ts.</a:t>
            </a:r>
            <a:endParaRPr lang="en-US" sz="2761" dirty="0">
              <a:latin typeface="Times New Roman"/>
              <a:cs typeface="Times New Roman"/>
            </a:endParaRPr>
          </a:p>
          <a:p>
            <a:pPr marL="1079638" marR="17531" indent="-524479">
              <a:lnSpc>
                <a:spcPct val="143300"/>
              </a:lnSpc>
              <a:spcBef>
                <a:spcPts val="23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Ev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35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losi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ur</a:t>
            </a:r>
            <a:r>
              <a:rPr sz="2761" spc="46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k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 '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}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'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must mat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 the 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ning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ur</a:t>
            </a:r>
            <a:r>
              <a:rPr sz="2761" spc="46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bra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k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'</a:t>
            </a:r>
            <a:r>
              <a:rPr sz="2761" b="1" dirty="0">
                <a:latin typeface="Times New Roman"/>
                <a:cs typeface="Times New Roman"/>
              </a:rPr>
              <a:t>{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'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 the 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1079638" indent="-524479">
              <a:spcBef>
                <a:spcPts val="1438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ca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lso write our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wn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un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tions, whi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 will be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discuss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lat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in this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tutori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20800" y="838200"/>
            <a:ext cx="15011400" cy="79657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>
              <a:lnSpc>
                <a:spcPts val="3520"/>
              </a:lnSpc>
              <a:spcBef>
                <a:spcPts val="1898"/>
              </a:spcBef>
            </a:pP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Spaces</a:t>
            </a:r>
            <a:endParaRPr sz="2991" dirty="0">
              <a:latin typeface="Times New Roman"/>
              <a:cs typeface="Times New Roman"/>
            </a:endParaRPr>
          </a:p>
          <a:p>
            <a:pPr marL="1079638" indent="-524479">
              <a:lnSpc>
                <a:spcPts val="3244"/>
              </a:lnSpc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 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no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the </a:t>
            </a:r>
            <a:r>
              <a:rPr sz="2761" spc="-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hi</a:t>
            </a:r>
            <a:r>
              <a:rPr sz="2761" spc="35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e sp</a:t>
            </a:r>
            <a:r>
              <a:rPr sz="2761" spc="-12" dirty="0">
                <a:latin typeface="Times New Roman"/>
                <a:cs typeface="Times New Roman"/>
              </a:rPr>
              <a:t>ace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tabs befo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he</a:t>
            </a:r>
            <a:r>
              <a:rPr sz="2761" spc="-12" dirty="0">
                <a:latin typeface="Times New Roman"/>
                <a:cs typeface="Times New Roman"/>
              </a:rPr>
              <a:t> c</a:t>
            </a:r>
            <a:r>
              <a:rPr sz="2761" dirty="0">
                <a:latin typeface="Times New Roman"/>
                <a:cs typeface="Times New Roman"/>
              </a:rPr>
              <a:t>odi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stat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ments.</a:t>
            </a:r>
          </a:p>
          <a:p>
            <a:pPr marL="1079638" marR="13149" indent="-524479">
              <a:lnSpc>
                <a:spcPts val="4785"/>
              </a:lnSpc>
              <a:spcBef>
                <a:spcPts val="368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odi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stat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ments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ode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sp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sta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tin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)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46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y 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1079638" indent="-524479">
              <a:spcBef>
                <a:spcPts val="1024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 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 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finitio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, loop, and 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onditional st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nts, 1 int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 = 2 spa</a:t>
            </a:r>
            <a:r>
              <a:rPr sz="2761" spc="-12" dirty="0">
                <a:latin typeface="Times New Roman"/>
                <a:cs typeface="Times New Roman"/>
              </a:rPr>
              <a:t>ce</a:t>
            </a:r>
            <a:r>
              <a:rPr sz="2761" dirty="0">
                <a:latin typeface="Times New Roman"/>
                <a:cs typeface="Times New Roman"/>
              </a:rPr>
              <a:t>s.</a:t>
            </a:r>
          </a:p>
          <a:p>
            <a:pPr marL="1079638" marR="11688" indent="-524479">
              <a:lnSpc>
                <a:spcPct val="143300"/>
              </a:lnSpc>
              <a:spcBef>
                <a:spcPts val="35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ompiler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lso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nor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sp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ce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nthes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s,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</a:t>
            </a:r>
            <a:r>
              <a:rPr sz="2761" spc="35" dirty="0">
                <a:latin typeface="Times New Roman"/>
                <a:cs typeface="Times New Roman"/>
              </a:rPr>
              <a:t>m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s,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blank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s,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tc.</a:t>
            </a:r>
          </a:p>
          <a:p>
            <a:pPr marL="29219">
              <a:lnSpc>
                <a:spcPts val="3520"/>
              </a:lnSpc>
              <a:spcBef>
                <a:spcPts val="1884"/>
              </a:spcBef>
            </a:pP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Tools</a:t>
            </a: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Tab</a:t>
            </a:r>
            <a:endParaRPr sz="2991" dirty="0">
              <a:latin typeface="Times New Roman"/>
              <a:cs typeface="Times New Roman"/>
            </a:endParaRPr>
          </a:p>
          <a:p>
            <a:pPr marL="1079638" indent="-524479">
              <a:lnSpc>
                <a:spcPts val="3244"/>
              </a:lnSpc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35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tool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tab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mpiles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quick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method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</a:p>
          <a:p>
            <a:pPr marL="1079638">
              <a:spcBef>
                <a:spcPts val="1438"/>
              </a:spcBef>
            </a:pP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k that w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ther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46" dirty="0">
                <a:latin typeface="Times New Roman"/>
                <a:cs typeface="Times New Roman"/>
              </a:rPr>
              <a:t>s</a:t>
            </a:r>
            <a:r>
              <a:rPr sz="2761" spc="-35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ntax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o</a:t>
            </a:r>
            <a:r>
              <a:rPr sz="2761" spc="-12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r p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 is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 or not.</a:t>
            </a:r>
          </a:p>
          <a:p>
            <a:pPr marL="1079638" indent="-524479">
              <a:spcBef>
                <a:spcPts val="1461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To 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ompile, 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un,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up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ode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, we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ee</a:t>
            </a:r>
            <a:r>
              <a:rPr sz="2761" dirty="0">
                <a:latin typeface="Times New Roman"/>
                <a:cs typeface="Times New Roman"/>
              </a:rPr>
              <a:t>d to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k on 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Uplo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 button.</a:t>
            </a:r>
            <a:endParaRPr lang="en-US" sz="2761" dirty="0">
              <a:latin typeface="Times New Roman"/>
              <a:cs typeface="Times New Roman"/>
            </a:endParaRPr>
          </a:p>
          <a:p>
            <a:pPr marL="555159">
              <a:spcBef>
                <a:spcPts val="1461"/>
              </a:spcBef>
              <a:buSzPct val="83333"/>
              <a:tabLst>
                <a:tab pos="1081099" algn="l"/>
              </a:tabLst>
            </a:pPr>
            <a:endParaRPr lang="en-US" sz="2761" dirty="0">
              <a:latin typeface="Times New Roman"/>
              <a:cs typeface="Times New Roman"/>
            </a:endParaRPr>
          </a:p>
          <a:p>
            <a:pPr marL="29219">
              <a:lnSpc>
                <a:spcPts val="3543"/>
              </a:lnSpc>
              <a:spcBef>
                <a:spcPts val="1864"/>
              </a:spcBef>
            </a:pPr>
            <a:r>
              <a:rPr lang="en-US"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Uses</a:t>
            </a:r>
            <a:r>
              <a:rPr lang="en-US"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lang="en-US"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of</a:t>
            </a:r>
            <a:r>
              <a:rPr lang="en-US" sz="2991" spc="23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lang="en-US"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Parenthes</a:t>
            </a:r>
            <a:r>
              <a:rPr lang="en-US" sz="2991" dirty="0">
                <a:solidFill>
                  <a:srgbClr val="2E5395"/>
                </a:solidFill>
                <a:latin typeface="Times New Roman"/>
                <a:cs typeface="Times New Roman"/>
              </a:rPr>
              <a:t>e</a:t>
            </a:r>
            <a:r>
              <a:rPr lang="en-US"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s ( )</a:t>
            </a:r>
            <a:endParaRPr lang="en-US" sz="2991" dirty="0">
              <a:latin typeface="Times New Roman"/>
              <a:cs typeface="Times New Roman"/>
            </a:endParaRPr>
          </a:p>
          <a:p>
            <a:pPr marL="1079638" indent="-524479">
              <a:lnSpc>
                <a:spcPts val="3267"/>
              </a:lnSpc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lang="en-US" sz="2761" spc="-46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t deno</a:t>
            </a:r>
            <a:r>
              <a:rPr lang="en-US" sz="2761" spc="23" dirty="0">
                <a:latin typeface="Times New Roman"/>
                <a:cs typeface="Times New Roman"/>
              </a:rPr>
              <a:t>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 the </a:t>
            </a:r>
            <a:r>
              <a:rPr lang="en-US" sz="2761" spc="-12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un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tion l</a:t>
            </a:r>
            <a:r>
              <a:rPr lang="en-US" sz="2761" spc="35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ke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void 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tup ( )</a:t>
            </a:r>
            <a:r>
              <a:rPr lang="en-US" sz="2761" spc="-12" dirty="0">
                <a:latin typeface="Times New Roman"/>
                <a:cs typeface="Times New Roman"/>
              </a:rPr>
              <a:t> a</a:t>
            </a:r>
            <a:r>
              <a:rPr lang="en-US" sz="2761" dirty="0">
                <a:latin typeface="Times New Roman"/>
                <a:cs typeface="Times New Roman"/>
              </a:rPr>
              <a:t>nd void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loop ( </a:t>
            </a:r>
            <a:r>
              <a:rPr lang="en-US" sz="2761" spc="-12" dirty="0">
                <a:latin typeface="Times New Roman"/>
                <a:cs typeface="Times New Roman"/>
              </a:rPr>
              <a:t>)</a:t>
            </a:r>
            <a:r>
              <a:rPr lang="en-US" sz="2761" dirty="0">
                <a:latin typeface="Times New Roman"/>
                <a:cs typeface="Times New Roman"/>
              </a:rPr>
              <a:t>.</a:t>
            </a:r>
          </a:p>
          <a:p>
            <a:pPr marL="1079638" indent="-524479">
              <a:spcBef>
                <a:spcPts val="1438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met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spc="-35" dirty="0">
                <a:latin typeface="Times New Roman"/>
                <a:cs typeface="Times New Roman"/>
              </a:rPr>
              <a:t>'</a:t>
            </a:r>
            <a:r>
              <a:rPr lang="en-US" sz="2761" dirty="0">
                <a:latin typeface="Times New Roman"/>
                <a:cs typeface="Times New Roman"/>
              </a:rPr>
              <a:t>s inputs to the </a:t>
            </a:r>
            <a:r>
              <a:rPr lang="en-US" sz="2761" spc="-23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un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tion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 e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los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 within the p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nthes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s.</a:t>
            </a:r>
          </a:p>
          <a:p>
            <a:pPr marL="1079638" indent="-524479">
              <a:spcBef>
                <a:spcPts val="1461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lang="en-US" sz="2761" spc="-46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t is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lso us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 to c</a:t>
            </a:r>
            <a:r>
              <a:rPr lang="en-US" sz="2761" spc="12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he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rd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 </a:t>
            </a:r>
            <a:r>
              <a:rPr lang="en-US" sz="2761" spc="12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f op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tions in math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matic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 oper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tions.</a:t>
            </a:r>
          </a:p>
        </p:txBody>
      </p:sp>
    </p:spTree>
    <p:extLst>
      <p:ext uri="{BB962C8B-B14F-4D97-AF65-F5344CB8AC3E}">
        <p14:creationId xmlns:p14="http://schemas.microsoft.com/office/powerpoint/2010/main" val="42772480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20800" y="990600"/>
            <a:ext cx="13729679" cy="7570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>
              <a:lnSpc>
                <a:spcPts val="3520"/>
              </a:lnSpc>
              <a:spcBef>
                <a:spcPts val="1864"/>
              </a:spcBef>
            </a:pP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S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e</a:t>
            </a:r>
            <a:r>
              <a:rPr sz="2991" spc="-69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icolon</a:t>
            </a:r>
            <a:r>
              <a:rPr sz="2991" spc="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;</a:t>
            </a:r>
            <a:endParaRPr sz="2991" dirty="0">
              <a:latin typeface="Times New Roman"/>
              <a:cs typeface="Times New Roman"/>
            </a:endParaRPr>
          </a:p>
          <a:p>
            <a:pPr marL="1079638" indent="-524479">
              <a:lnSpc>
                <a:spcPts val="3244"/>
              </a:lnSpc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is the stat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ment 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rmin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tor in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C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w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ll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35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++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1079638" marR="18992" indent="-524479">
              <a:lnSpc>
                <a:spcPct val="143300"/>
              </a:lnSpc>
              <a:spcBef>
                <a:spcPts val="23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stat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ment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omm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23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rduino,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instr</a:t>
            </a:r>
            <a:r>
              <a:rPr sz="2761" spc="12" dirty="0">
                <a:latin typeface="Times New Roman"/>
                <a:cs typeface="Times New Roman"/>
              </a:rPr>
              <a:t>u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ts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ta</a:t>
            </a:r>
            <a:r>
              <a:rPr sz="2761" spc="12" dirty="0">
                <a:latin typeface="Times New Roman"/>
                <a:cs typeface="Times New Roman"/>
              </a:rPr>
              <a:t>k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some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kind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dirty="0">
                <a:latin typeface="Times New Roman"/>
                <a:cs typeface="Times New Roman"/>
              </a:rPr>
              <a:t>tion. 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 the 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rmi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tor is ess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nti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to si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ni</a:t>
            </a:r>
            <a:r>
              <a:rPr sz="2761" spc="46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y the 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nd of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sta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ment.</a:t>
            </a:r>
            <a:endParaRPr lang="en-US" sz="2761" dirty="0">
              <a:latin typeface="Times New Roman"/>
              <a:cs typeface="Times New Roman"/>
            </a:endParaRPr>
          </a:p>
          <a:p>
            <a:pPr marL="1079638" marR="21914" indent="-524479">
              <a:lnSpc>
                <a:spcPct val="143300"/>
              </a:lnSpc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lang="en-US" sz="2761" spc="12" dirty="0">
                <a:latin typeface="Times New Roman"/>
                <a:cs typeface="Times New Roman"/>
              </a:rPr>
              <a:t>W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173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ca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ite</a:t>
            </a:r>
            <a:r>
              <a:rPr lang="en-US" sz="2761" spc="17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173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17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m</a:t>
            </a:r>
            <a:r>
              <a:rPr lang="en-US" sz="2761" spc="23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re</a:t>
            </a:r>
            <a:r>
              <a:rPr lang="en-US" sz="2761" spc="16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stat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23" dirty="0">
                <a:latin typeface="Times New Roman"/>
                <a:cs typeface="Times New Roman"/>
              </a:rPr>
              <a:t>m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nts</a:t>
            </a:r>
            <a:r>
              <a:rPr lang="en-US" sz="2761" spc="19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</a:t>
            </a:r>
            <a:r>
              <a:rPr lang="en-US" sz="2761" spc="19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19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si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le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lin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,</a:t>
            </a:r>
            <a:r>
              <a:rPr lang="en-US" sz="2761" spc="18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but</a:t>
            </a:r>
            <a:r>
              <a:rPr lang="en-US" sz="2761" spc="19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with</a:t>
            </a:r>
            <a:r>
              <a:rPr lang="en-US" sz="2761" spc="19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mi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olon</a:t>
            </a:r>
            <a:r>
              <a:rPr lang="en-US" sz="2761" spc="24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indi</a:t>
            </a:r>
            <a:r>
              <a:rPr lang="en-US" sz="2761" spc="-12" dirty="0">
                <a:latin typeface="Times New Roman"/>
                <a:cs typeface="Times New Roman"/>
              </a:rPr>
              <a:t>ca</a:t>
            </a:r>
            <a:r>
              <a:rPr lang="en-US" sz="2761" dirty="0">
                <a:latin typeface="Times New Roman"/>
                <a:cs typeface="Times New Roman"/>
              </a:rPr>
              <a:t>ting</a:t>
            </a:r>
            <a:r>
              <a:rPr lang="en-US" sz="2761" spc="16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23" dirty="0">
                <a:latin typeface="Times New Roman"/>
                <a:cs typeface="Times New Roman"/>
              </a:rPr>
              <a:t>h</a:t>
            </a:r>
            <a:r>
              <a:rPr lang="en-US" sz="2761" dirty="0">
                <a:latin typeface="Times New Roman"/>
                <a:cs typeface="Times New Roman"/>
              </a:rPr>
              <a:t>e 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nd of</a:t>
            </a:r>
            <a:r>
              <a:rPr lang="en-US" sz="2761" spc="-12" dirty="0">
                <a:latin typeface="Times New Roman"/>
                <a:cs typeface="Times New Roman"/>
              </a:rPr>
              <a:t> e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h st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tem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nt.</a:t>
            </a:r>
          </a:p>
          <a:p>
            <a:pPr marL="1079638" indent="-524479">
              <a:spcBef>
                <a:spcPts val="1461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ompiler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will indi</a:t>
            </a:r>
            <a:r>
              <a:rPr lang="en-US" sz="2761" spc="-12" dirty="0">
                <a:latin typeface="Times New Roman"/>
                <a:cs typeface="Times New Roman"/>
              </a:rPr>
              <a:t>ca</a:t>
            </a:r>
            <a:r>
              <a:rPr lang="en-US" sz="2761" spc="23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 a</a:t>
            </a:r>
            <a:r>
              <a:rPr lang="en-US" sz="2761" dirty="0">
                <a:latin typeface="Times New Roman"/>
                <a:cs typeface="Times New Roman"/>
              </a:rPr>
              <a:t>n 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ror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if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mi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olon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 abs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nt in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58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f the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st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tem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nts.</a:t>
            </a:r>
          </a:p>
          <a:p>
            <a:pPr marL="1079638" marR="11688" indent="-524479">
              <a:lnSpc>
                <a:spcPts val="4785"/>
              </a:lnSpc>
              <a:spcBef>
                <a:spcPts val="368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lang="en-US" sz="2761" spc="-46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t </a:t>
            </a:r>
            <a:r>
              <a:rPr lang="en-US" sz="2761" spc="-13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 </a:t>
            </a:r>
            <a:r>
              <a:rPr lang="en-US" sz="2761" spc="-13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omm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23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 </a:t>
            </a:r>
            <a:r>
              <a:rPr lang="en-US" sz="2761" spc="-150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 </a:t>
            </a:r>
            <a:r>
              <a:rPr lang="en-US" sz="2761" spc="-13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ite </a:t>
            </a:r>
            <a:r>
              <a:rPr lang="en-US" sz="2761" spc="-161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eac</a:t>
            </a:r>
            <a:r>
              <a:rPr lang="en-US" sz="2761" dirty="0">
                <a:latin typeface="Times New Roman"/>
                <a:cs typeface="Times New Roman"/>
              </a:rPr>
              <a:t>h </a:t>
            </a:r>
            <a:r>
              <a:rPr lang="en-US" sz="2761" spc="-150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35" dirty="0">
                <a:latin typeface="Times New Roman"/>
                <a:cs typeface="Times New Roman"/>
              </a:rPr>
              <a:t>t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tem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nt </a:t>
            </a:r>
            <a:r>
              <a:rPr lang="en-US" sz="2761" spc="-13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with </a:t>
            </a:r>
            <a:r>
              <a:rPr lang="en-US" sz="2761" spc="-11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mi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olon </a:t>
            </a:r>
            <a:r>
              <a:rPr lang="en-US" sz="2761" spc="-13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 </a:t>
            </a:r>
            <a:r>
              <a:rPr lang="en-US" sz="2761" spc="-13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 </a:t>
            </a:r>
            <a:r>
              <a:rPr lang="en-US" sz="2761" spc="-16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dif</a:t>
            </a:r>
            <a:r>
              <a:rPr lang="en-US" sz="2761" spc="-12" dirty="0">
                <a:latin typeface="Times New Roman"/>
                <a:cs typeface="Times New Roman"/>
              </a:rPr>
              <a:t>fe</a:t>
            </a:r>
            <a:r>
              <a:rPr lang="en-US" sz="2761" dirty="0">
                <a:latin typeface="Times New Roman"/>
                <a:cs typeface="Times New Roman"/>
              </a:rPr>
              <a:t>rent </a:t>
            </a:r>
            <a:r>
              <a:rPr lang="en-US" sz="2761" spc="-13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lin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, </a:t>
            </a:r>
            <a:r>
              <a:rPr lang="en-US" sz="2761" spc="-150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whi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h mak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 the 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ode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ea</a:t>
            </a:r>
            <a:r>
              <a:rPr lang="en-US" sz="2761" dirty="0">
                <a:latin typeface="Times New Roman"/>
                <a:cs typeface="Times New Roman"/>
              </a:rPr>
              <a:t>si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 to </a:t>
            </a:r>
            <a:r>
              <a:rPr lang="en-US" sz="2761" spc="-12" dirty="0">
                <a:latin typeface="Times New Roman"/>
                <a:cs typeface="Times New Roman"/>
              </a:rPr>
              <a:t>rea</a:t>
            </a:r>
            <a:r>
              <a:rPr lang="en-US" sz="2761" dirty="0">
                <a:latin typeface="Times New Roman"/>
                <a:cs typeface="Times New Roman"/>
              </a:rPr>
              <a:t>d.</a:t>
            </a:r>
          </a:p>
          <a:p>
            <a:pPr marL="1079638" indent="-524479">
              <a:spcBef>
                <a:spcPts val="1024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lang="en-US" sz="2761" spc="12" dirty="0">
                <a:latin typeface="Times New Roman"/>
                <a:cs typeface="Times New Roman"/>
              </a:rPr>
              <a:t>W</a:t>
            </a:r>
            <a:r>
              <a:rPr lang="en-US" sz="2761" dirty="0">
                <a:latin typeface="Times New Roman"/>
                <a:cs typeface="Times New Roman"/>
              </a:rPr>
              <a:t>e </a:t>
            </a:r>
            <a:r>
              <a:rPr lang="en-US" sz="2761" spc="-32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re </a:t>
            </a:r>
            <a:r>
              <a:rPr lang="en-US" sz="2761" spc="-31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not </a:t>
            </a:r>
            <a:r>
              <a:rPr lang="en-US" sz="2761" spc="-31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qui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 </a:t>
            </a:r>
            <a:r>
              <a:rPr lang="en-US" sz="2761" spc="-31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 </a:t>
            </a:r>
            <a:r>
              <a:rPr lang="en-US" sz="2761" spc="-27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pla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e </a:t>
            </a:r>
            <a:r>
              <a:rPr lang="en-US" sz="2761" spc="-29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 </a:t>
            </a:r>
            <a:r>
              <a:rPr lang="en-US" sz="2761" spc="-32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mi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olon </a:t>
            </a:r>
            <a:r>
              <a:rPr lang="en-US" sz="2761" spc="-276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fter </a:t>
            </a:r>
            <a:r>
              <a:rPr lang="en-US" sz="2761" spc="-28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</a:t>
            </a:r>
            <a:r>
              <a:rPr lang="en-US" sz="2761" spc="-32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ur</a:t>
            </a:r>
            <a:r>
              <a:rPr lang="en-US" sz="2761" spc="46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322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b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spc="12" dirty="0">
                <a:latin typeface="Times New Roman"/>
                <a:cs typeface="Times New Roman"/>
              </a:rPr>
              <a:t>c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 </a:t>
            </a:r>
            <a:r>
              <a:rPr lang="en-US" sz="2761" spc="-31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of </a:t>
            </a:r>
            <a:r>
              <a:rPr lang="en-US" sz="2761" spc="-29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</a:t>
            </a:r>
            <a:r>
              <a:rPr lang="en-US" sz="2761" spc="-28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tup </a:t>
            </a:r>
            <a:r>
              <a:rPr lang="en-US" sz="2761" spc="-311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nd </a:t>
            </a:r>
            <a:r>
              <a:rPr lang="en-US" sz="2761" spc="-31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loop</a:t>
            </a:r>
          </a:p>
          <a:p>
            <a:pPr marL="1079638">
              <a:spcBef>
                <a:spcPts val="1461"/>
              </a:spcBef>
            </a:pPr>
            <a:r>
              <a:rPr lang="en-US" sz="2761" dirty="0">
                <a:latin typeface="Times New Roman"/>
                <a:cs typeface="Times New Roman"/>
              </a:rPr>
              <a:t>fun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tion.</a:t>
            </a:r>
          </a:p>
          <a:p>
            <a:pPr marL="29219" marR="11688">
              <a:lnSpc>
                <a:spcPts val="4785"/>
              </a:lnSpc>
              <a:spcBef>
                <a:spcPts val="368"/>
              </a:spcBef>
            </a:pP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duino </a:t>
            </a:r>
            <a:r>
              <a:rPr lang="en-US" sz="2761" spc="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proc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sses 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ac</a:t>
            </a:r>
            <a:r>
              <a:rPr lang="en-US" sz="2761" dirty="0">
                <a:latin typeface="Times New Roman"/>
                <a:cs typeface="Times New Roman"/>
              </a:rPr>
              <a:t>h 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stat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ment 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qu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nti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58" dirty="0">
                <a:latin typeface="Times New Roman"/>
                <a:cs typeface="Times New Roman"/>
              </a:rPr>
              <a:t>l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. 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spc="-69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t </a:t>
            </a:r>
            <a:r>
              <a:rPr lang="en-US" sz="2761" spc="81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23" dirty="0">
                <a:latin typeface="Times New Roman"/>
                <a:cs typeface="Times New Roman"/>
              </a:rPr>
              <a:t>x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utes 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one </a:t>
            </a:r>
            <a:r>
              <a:rPr lang="en-US" sz="2761" spc="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stat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23" dirty="0">
                <a:latin typeface="Times New Roman"/>
                <a:cs typeface="Times New Roman"/>
              </a:rPr>
              <a:t>m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nt </a:t>
            </a:r>
            <a:r>
              <a:rPr lang="en-US" sz="2761" spc="58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 </a:t>
            </a:r>
            <a:r>
              <a:rPr lang="en-US" sz="2761" spc="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 </a:t>
            </a:r>
            <a:r>
              <a:rPr lang="en-US" sz="2761" spc="35" dirty="0">
                <a:latin typeface="Times New Roman"/>
                <a:cs typeface="Times New Roman"/>
              </a:rPr>
              <a:t> </a:t>
            </a:r>
            <a:r>
              <a:rPr lang="en-US" sz="2761" spc="69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ime </a:t>
            </a:r>
            <a:r>
              <a:rPr lang="en-US" sz="2761" spc="35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b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fore moving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 the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23" dirty="0">
                <a:latin typeface="Times New Roman"/>
                <a:cs typeface="Times New Roman"/>
              </a:rPr>
              <a:t>x</a:t>
            </a:r>
            <a:r>
              <a:rPr lang="en-US" sz="2761" dirty="0">
                <a:latin typeface="Times New Roman"/>
                <a:cs typeface="Times New Roman"/>
              </a:rPr>
              <a:t>t st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tem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nt.</a:t>
            </a:r>
            <a:endParaRPr sz="2761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564025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73200" y="606376"/>
            <a:ext cx="13735523" cy="73148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>
              <a:lnSpc>
                <a:spcPts val="3543"/>
              </a:lnSpc>
              <a:spcBef>
                <a:spcPts val="1461"/>
              </a:spcBef>
            </a:pP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Progr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a</a:t>
            </a:r>
            <a:r>
              <a:rPr sz="2991" spc="-35" dirty="0">
                <a:solidFill>
                  <a:srgbClr val="2E5395"/>
                </a:solidFill>
                <a:latin typeface="Times New Roman"/>
                <a:cs typeface="Times New Roman"/>
              </a:rPr>
              <a:t>m 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F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low</a:t>
            </a:r>
            <a:endParaRPr sz="2991" dirty="0">
              <a:latin typeface="Times New Roman"/>
              <a:cs typeface="Times New Roman"/>
            </a:endParaRPr>
          </a:p>
          <a:p>
            <a:pPr marL="29219">
              <a:lnSpc>
                <a:spcPts val="3267"/>
              </a:lnSpc>
            </a:pP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prog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 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flow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 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si</a:t>
            </a:r>
            <a:r>
              <a:rPr sz="2761" spc="-23" dirty="0">
                <a:latin typeface="Times New Roman"/>
                <a:cs typeface="Times New Roman"/>
              </a:rPr>
              <a:t>m</a:t>
            </a:r>
            <a:r>
              <a:rPr sz="2761" dirty="0">
                <a:latin typeface="Times New Roman"/>
                <a:cs typeface="Times New Roman"/>
              </a:rPr>
              <a:t>il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flo</a:t>
            </a:r>
            <a:r>
              <a:rPr sz="2761" spc="-12" dirty="0">
                <a:latin typeface="Times New Roman"/>
                <a:cs typeface="Times New Roman"/>
              </a:rPr>
              <a:t>wc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rts. 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ution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</a:p>
          <a:p>
            <a:pPr marL="29219" marR="27758">
              <a:lnSpc>
                <a:spcPts val="4785"/>
              </a:lnSpc>
              <a:spcBef>
                <a:spcPts val="368"/>
              </a:spcBef>
            </a:pPr>
            <a:r>
              <a:rPr sz="2761" dirty="0">
                <a:latin typeface="Times New Roman"/>
                <a:cs typeface="Times New Roman"/>
              </a:rPr>
              <a:t>prog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rd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r.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re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12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ow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rt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iting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lps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und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the 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ce</a:t>
            </a:r>
            <a:r>
              <a:rPr sz="2761" dirty="0">
                <a:latin typeface="Times New Roman"/>
                <a:cs typeface="Times New Roman"/>
              </a:rPr>
              <a:t>pt 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f 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 whi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 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k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it the 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odi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simpler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sie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29219">
              <a:lnSpc>
                <a:spcPts val="3520"/>
              </a:lnSpc>
              <a:spcBef>
                <a:spcPts val="1461"/>
              </a:spcBef>
            </a:pPr>
            <a:r>
              <a:rPr sz="2991" spc="-35" dirty="0">
                <a:solidFill>
                  <a:srgbClr val="2E5395"/>
                </a:solidFill>
                <a:latin typeface="Times New Roman"/>
                <a:cs typeface="Times New Roman"/>
              </a:rPr>
              <a:t>Flo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w</a:t>
            </a: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991" spc="-35" dirty="0">
                <a:solidFill>
                  <a:srgbClr val="2E5395"/>
                </a:solidFill>
                <a:latin typeface="Times New Roman"/>
                <a:cs typeface="Times New Roman"/>
              </a:rPr>
              <a:t>Ch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a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r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ts</a:t>
            </a:r>
            <a:endParaRPr sz="2991" dirty="0">
              <a:latin typeface="Times New Roman"/>
              <a:cs typeface="Times New Roman"/>
            </a:endParaRPr>
          </a:p>
          <a:p>
            <a:pPr marL="29219">
              <a:lnSpc>
                <a:spcPts val="3244"/>
              </a:lnSpc>
            </a:pP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flo</a:t>
            </a:r>
            <a:r>
              <a:rPr sz="2761" spc="-12" dirty="0">
                <a:latin typeface="Times New Roman"/>
                <a:cs typeface="Times New Roman"/>
              </a:rPr>
              <a:t>wc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rt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ows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info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mation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or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qu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dirty="0">
                <a:latin typeface="Times New Roman"/>
                <a:cs typeface="Times New Roman"/>
              </a:rPr>
              <a:t>tions.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An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</a:p>
          <a:p>
            <a:pPr marL="29219" marR="16070">
              <a:lnSpc>
                <a:spcPct val="143300"/>
              </a:lnSpc>
              <a:spcBef>
                <a:spcPts val="23"/>
              </a:spcBef>
            </a:pP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llipse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shows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q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q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sh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ws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dirty="0">
                <a:latin typeface="Times New Roman"/>
                <a:cs typeface="Times New Roman"/>
              </a:rPr>
              <a:t>tion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or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pro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that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be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rm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d.</a:t>
            </a:r>
          </a:p>
          <a:p>
            <a:pPr marL="2921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odi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</a:t>
            </a:r>
            <a:r>
              <a:rPr sz="2761" spc="12" dirty="0">
                <a:latin typeface="Times New Roman"/>
                <a:cs typeface="Times New Roman"/>
              </a:rPr>
              <a:t>oc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 in the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orm of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rt is shown b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low:</a:t>
            </a:r>
            <a:endParaRPr lang="en-US" sz="2761" dirty="0">
              <a:latin typeface="Times New Roman"/>
              <a:cs typeface="Times New Roman"/>
            </a:endParaRPr>
          </a:p>
          <a:p>
            <a:pPr marL="29219">
              <a:spcBef>
                <a:spcPts val="1461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>
              <a:spcBef>
                <a:spcPts val="1461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>
              <a:spcBef>
                <a:spcPts val="1461"/>
              </a:spcBef>
            </a:pP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, </a:t>
            </a:r>
            <a:r>
              <a:rPr lang="en-US" sz="2761" spc="-11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</a:t>
            </a:r>
            <a:r>
              <a:rPr lang="en-US" sz="2761" spc="-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proc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ssor </a:t>
            </a:r>
            <a:r>
              <a:rPr lang="en-US" sz="2761" spc="-127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23" dirty="0">
                <a:latin typeface="Times New Roman"/>
                <a:cs typeface="Times New Roman"/>
              </a:rPr>
              <a:t>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rs </a:t>
            </a:r>
            <a:r>
              <a:rPr lang="en-US" sz="2761" spc="-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our </a:t>
            </a:r>
            <a:r>
              <a:rPr lang="en-US" sz="2761" spc="-127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, </a:t>
            </a:r>
            <a:r>
              <a:rPr lang="en-US" sz="2761" spc="-115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nd </a:t>
            </a:r>
            <a:r>
              <a:rPr lang="en-US" sz="2761" spc="-11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</a:t>
            </a:r>
            <a:r>
              <a:rPr lang="en-US" sz="2761" spc="-127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spc="23" dirty="0">
                <a:latin typeface="Times New Roman"/>
                <a:cs typeface="Times New Roman"/>
              </a:rPr>
              <a:t>x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ution </a:t>
            </a:r>
            <a:r>
              <a:rPr lang="en-US" sz="2761" spc="-11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of </a:t>
            </a:r>
            <a:r>
              <a:rPr lang="en-US" sz="2761" spc="-127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ode </a:t>
            </a:r>
            <a:r>
              <a:rPr lang="en-US" sz="2761" spc="-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in</a:t>
            </a:r>
            <a:r>
              <a:rPr lang="en-US" sz="2761" spc="23" dirty="0">
                <a:latin typeface="Times New Roman"/>
                <a:cs typeface="Times New Roman"/>
              </a:rPr>
              <a:t>s</a:t>
            </a:r>
            <a:r>
              <a:rPr lang="en-US" sz="2761" dirty="0">
                <a:latin typeface="Times New Roman"/>
                <a:cs typeface="Times New Roman"/>
              </a:rPr>
              <a:t>. </a:t>
            </a:r>
            <a:r>
              <a:rPr lang="en-US" sz="2761" spc="-11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-23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ter </a:t>
            </a:r>
            <a:r>
              <a:rPr lang="en-US" sz="2761" spc="-13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</a:t>
            </a:r>
            <a:r>
              <a:rPr lang="en-US" sz="2761" spc="-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tup, </a:t>
            </a:r>
            <a:r>
              <a:rPr lang="en-US" sz="2761" spc="-11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23" dirty="0">
                <a:latin typeface="Times New Roman"/>
                <a:cs typeface="Times New Roman"/>
              </a:rPr>
              <a:t>x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ution of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st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tem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nt in the loop b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ins.</a:t>
            </a:r>
          </a:p>
        </p:txBody>
      </p:sp>
      <p:sp>
        <p:nvSpPr>
          <p:cNvPr id="5" name="object 5"/>
          <p:cNvSpPr/>
          <p:nvPr/>
        </p:nvSpPr>
        <p:spPr>
          <a:xfrm>
            <a:off x="5283200" y="5658645"/>
            <a:ext cx="6133054" cy="146635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  <p:sp>
        <p:nvSpPr>
          <p:cNvPr id="6" name="object 6"/>
          <p:cNvSpPr/>
          <p:nvPr/>
        </p:nvSpPr>
        <p:spPr>
          <a:xfrm>
            <a:off x="5355816" y="8062551"/>
            <a:ext cx="6085838" cy="14202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03116" y="2667000"/>
            <a:ext cx="3275367" cy="606542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  <p:sp>
        <p:nvSpPr>
          <p:cNvPr id="4" name="object 4"/>
          <p:cNvSpPr txBox="1"/>
          <p:nvPr/>
        </p:nvSpPr>
        <p:spPr>
          <a:xfrm>
            <a:off x="1549400" y="1325978"/>
            <a:ext cx="8188429" cy="424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flo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rt in A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 is sho</a:t>
            </a:r>
            <a:r>
              <a:rPr sz="2761" spc="23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n 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low: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</TotalTime>
  <Words>1284</Words>
  <Application>Microsoft Office PowerPoint</Application>
  <PresentationFormat>Custom</PresentationFormat>
  <Paragraphs>107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Calibri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Online2PDF.com</dc:creator>
  <cp:lastModifiedBy>Shikha Atwal</cp:lastModifiedBy>
  <cp:revision>3</cp:revision>
  <dcterms:created xsi:type="dcterms:W3CDTF">2024-06-25T17:27:45Z</dcterms:created>
  <dcterms:modified xsi:type="dcterms:W3CDTF">2024-06-26T02:24:27Z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2024-06-25T00:00:00Z</vt:filetime>
  </property>
  <property fmtid="{D5CDD505-2E9C-101B-9397-08002B2CF9AE}" pid="3" name="LastSaved">
    <vt:filetime>2024-06-25T00:00:00Z</vt:filetime>
  </property>
</Properties>
</file>