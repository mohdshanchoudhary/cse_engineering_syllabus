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0" r:id="rId2"/>
    <p:sldId id="256" r:id="rId3"/>
    <p:sldId id="269" r:id="rId4"/>
    <p:sldId id="257" r:id="rId5"/>
    <p:sldId id="271" r:id="rId6"/>
    <p:sldId id="272" r:id="rId7"/>
    <p:sldId id="258" r:id="rId8"/>
    <p:sldId id="273" r:id="rId9"/>
    <p:sldId id="259" r:id="rId10"/>
    <p:sldId id="260" r:id="rId11"/>
    <p:sldId id="274" r:id="rId12"/>
    <p:sldId id="261" r:id="rId13"/>
    <p:sldId id="275" r:id="rId14"/>
    <p:sldId id="262" r:id="rId15"/>
    <p:sldId id="276" r:id="rId16"/>
    <p:sldId id="263" r:id="rId17"/>
    <p:sldId id="277" r:id="rId18"/>
    <p:sldId id="278" r:id="rId19"/>
    <p:sldId id="279" r:id="rId20"/>
    <p:sldId id="281" r:id="rId21"/>
    <p:sldId id="280" r:id="rId22"/>
    <p:sldId id="266" r:id="rId23"/>
    <p:sldId id="267" r:id="rId24"/>
    <p:sldId id="268" r:id="rId25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0491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1195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6360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1069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135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5867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52273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23011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54841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63987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55467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12252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84068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AF38A-1103-E27A-E318-962DDDC84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4800" y="4013537"/>
            <a:ext cx="3048000" cy="2031325"/>
          </a:xfrm>
        </p:spPr>
        <p:txBody>
          <a:bodyPr/>
          <a:lstStyle/>
          <a:p>
            <a:pPr algn="ctr"/>
            <a:r>
              <a:rPr lang="en-US" sz="4400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lang="en-US" sz="4400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lang="en-US" sz="4400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lang="en-US" sz="440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4400" spc="-46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lang="en-US" sz="4400" spc="-23" dirty="0">
                <a:solidFill>
                  <a:srgbClr val="2E5395"/>
                </a:solidFill>
                <a:latin typeface="Times New Roman"/>
                <a:cs typeface="Times New Roman"/>
              </a:rPr>
              <a:t>oops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69235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381000"/>
            <a:ext cx="15544800" cy="95098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ts val="4371"/>
              </a:lnSpc>
              <a:spcBef>
                <a:spcPts val="3106"/>
              </a:spcBef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for Lo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endParaRPr sz="3681" dirty="0">
              <a:latin typeface="Times New Roman"/>
              <a:cs typeface="Times New Roman"/>
            </a:endParaRPr>
          </a:p>
          <a:p>
            <a:pPr marL="29219" algn="just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inside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ordi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</a:p>
          <a:p>
            <a:pPr marL="29219" marR="24836" algn="just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An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ounter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rement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loop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titions.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mon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titive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task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roup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ta/pins in combination with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</a:p>
          <a:p>
            <a:pPr marL="555159" marR="7000846" algn="just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or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tion;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on; inc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7000846" algn="just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2.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 algn="just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3.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\\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</a:t>
            </a:r>
          </a:p>
          <a:p>
            <a:pPr marL="55515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4.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1079638" indent="-524479" algn="just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itializa</a:t>
            </a:r>
            <a:r>
              <a:rPr sz="2761" b="1" spc="-23" dirty="0">
                <a:latin typeface="Times New Roman"/>
                <a:cs typeface="Times New Roman"/>
              </a:rPr>
              <a:t>t</a:t>
            </a:r>
            <a:r>
              <a:rPr sz="2761" b="1" dirty="0">
                <a:latin typeface="Times New Roman"/>
                <a:cs typeface="Times New Roman"/>
              </a:rPr>
              <a:t>io</a:t>
            </a:r>
            <a:r>
              <a:rPr sz="2761" b="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the 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ble.</a:t>
            </a:r>
          </a:p>
          <a:p>
            <a:pPr marL="1079638" marR="11688" indent="-524479" algn="just">
              <a:lnSpc>
                <a:spcPct val="143500"/>
              </a:lnSpc>
              <a:spcBef>
                <a:spcPts val="23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onditio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</a:t>
            </a:r>
            <a:r>
              <a:rPr sz="2761" spc="-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ution.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u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iven 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sk.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ends 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ondition be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omes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alse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marR="17531" indent="-524479" algn="just">
              <a:lnSpc>
                <a:spcPct val="143300"/>
              </a:lnSpc>
              <a:spcBef>
                <a:spcPts val="23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spc="-12" dirty="0">
                <a:latin typeface="Times New Roman"/>
                <a:cs typeface="Times New Roman"/>
              </a:rPr>
              <a:t>cr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nt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includ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i+</a:t>
            </a:r>
            <a:r>
              <a:rPr sz="2761" spc="23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-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i</a:t>
            </a:r>
            <a:r>
              <a:rPr sz="2761" spc="-12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1,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i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eac</a:t>
            </a:r>
            <a:r>
              <a:rPr sz="2761" dirty="0">
                <a:latin typeface="Times New Roman"/>
                <a:cs typeface="Times New Roman"/>
              </a:rPr>
              <a:t>h time until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mains tru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762000"/>
            <a:ext cx="13736984" cy="5660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Bef>
                <a:spcPts val="127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/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1079638">
              <a:spcBef>
                <a:spcPts val="1461"/>
              </a:spcBef>
            </a:pP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or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(i</a:t>
            </a:r>
            <a:r>
              <a:rPr sz="2761" spc="-23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0; i&lt;5; i+</a:t>
            </a:r>
            <a:r>
              <a:rPr sz="2761" spc="-23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29219" marR="731933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will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for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five times.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 w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ll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0 to 4.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is:</a:t>
            </a:r>
          </a:p>
          <a:p>
            <a:pPr marL="1079638">
              <a:spcBef>
                <a:spcPts val="1035"/>
              </a:spcBef>
            </a:pP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or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 ; i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&lt;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 ; i 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+)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will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six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i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ill be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 0 to 5.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 marR="23375">
              <a:lnSpc>
                <a:spcPct val="143300"/>
              </a:lnSpc>
              <a:spcBef>
                <a:spcPts val="1599"/>
              </a:spcBef>
            </a:pPr>
            <a:r>
              <a:rPr sz="2761" b="1" dirty="0">
                <a:latin typeface="Times New Roman"/>
                <a:cs typeface="Times New Roman"/>
              </a:rPr>
              <a:t>No</a:t>
            </a:r>
            <a:r>
              <a:rPr sz="2761" b="1" spc="-23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:</a:t>
            </a:r>
            <a:r>
              <a:rPr sz="2761" b="1" spc="69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in.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inse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void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 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on.</a:t>
            </a:r>
          </a:p>
        </p:txBody>
      </p:sp>
    </p:spTree>
    <p:extLst>
      <p:ext uri="{BB962C8B-B14F-4D97-AF65-F5344CB8AC3E}">
        <p14:creationId xmlns:p14="http://schemas.microsoft.com/office/powerpoint/2010/main" val="3896195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533400"/>
            <a:ext cx="15517438" cy="8353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1: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To p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 a</a:t>
            </a:r>
            <a:r>
              <a:rPr sz="2761" b="1" spc="35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me</a:t>
            </a:r>
            <a:r>
              <a:rPr sz="2761" b="1" dirty="0">
                <a:latin typeface="Times New Roman"/>
                <a:cs typeface="Times New Roman"/>
              </a:rPr>
              <a:t>ssage 'A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dui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o' 15 tim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s.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r>
              <a:rPr sz="2761" dirty="0">
                <a:latin typeface="Times New Roman"/>
                <a:cs typeface="Times New Roman"/>
              </a:rPr>
              <a:t>To p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int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mess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15 t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mes 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quite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ted using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tln ( 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</a:p>
          <a:p>
            <a:pPr marL="29219" marR="702714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ome too le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h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 To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 this, 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 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to use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p to 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task multiple tim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while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ment.</a:t>
            </a:r>
          </a:p>
          <a:p>
            <a:pPr marL="29219">
              <a:spcBef>
                <a:spcPts val="1461"/>
              </a:spcBef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i;</a:t>
            </a:r>
          </a:p>
          <a:p>
            <a:pPr marL="555159" marR="10670739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 {</a:t>
            </a:r>
          </a:p>
          <a:p>
            <a:pPr marL="555159">
              <a:spcBef>
                <a:spcPts val="1472"/>
              </a:spcBef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3</a:t>
            </a:r>
            <a:r>
              <a:rPr sz="2761" dirty="0">
                <a:latin typeface="Times New Roman"/>
                <a:cs typeface="Times New Roman"/>
              </a:rPr>
              <a:t>.	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555159" marR="8835790">
              <a:lnSpc>
                <a:spcPts val="4785"/>
              </a:lnSpc>
              <a:spcBef>
                <a:spcPts val="368"/>
              </a:spcBef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4</a:t>
            </a:r>
            <a:r>
              <a:rPr sz="2761" dirty="0">
                <a:latin typeface="Times New Roman"/>
                <a:cs typeface="Times New Roman"/>
              </a:rPr>
              <a:t>.	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or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 ; i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&lt;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15 ; i </a:t>
            </a:r>
            <a:r>
              <a:rPr sz="2761" spc="-12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+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 {</a:t>
            </a:r>
            <a:endParaRPr sz="2761" dirty="0">
              <a:latin typeface="Times New Roman"/>
              <a:cs typeface="Times New Roman"/>
            </a:endParaRPr>
          </a:p>
          <a:p>
            <a:pPr marL="555159">
              <a:spcBef>
                <a:spcPts val="1024"/>
              </a:spcBef>
              <a:tabLst>
                <a:tab pos="1342608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5</a:t>
            </a:r>
            <a:r>
              <a:rPr sz="2761" dirty="0">
                <a:latin typeface="Times New Roman"/>
                <a:cs typeface="Times New Roman"/>
              </a:rPr>
              <a:t>.	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555159">
              <a:spcBef>
                <a:spcPts val="1461"/>
              </a:spcBef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6</a:t>
            </a:r>
            <a:r>
              <a:rPr sz="2761" dirty="0">
                <a:latin typeface="Times New Roman"/>
                <a:cs typeface="Times New Roman"/>
              </a:rPr>
              <a:t>.	}</a:t>
            </a:r>
          </a:p>
          <a:p>
            <a:pPr marL="55515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7</a:t>
            </a:r>
            <a:r>
              <a:rPr sz="2761" dirty="0">
                <a:latin typeface="Times New Roman"/>
                <a:cs typeface="Times New Roman"/>
              </a:rPr>
              <a:t>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8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 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9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 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8000" y="1066800"/>
            <a:ext cx="13650790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spcBef>
                <a:spcPts val="1518"/>
              </a:spcBef>
            </a:pP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tput:</a:t>
            </a: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25800" y="2507659"/>
            <a:ext cx="4996329" cy="50430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1907029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16000" y="513540"/>
            <a:ext cx="15392400" cy="9031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2: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To use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ultipli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ation </a:t>
            </a:r>
            <a:r>
              <a:rPr sz="2761" b="1" spc="-23" dirty="0">
                <a:latin typeface="Times New Roman"/>
                <a:cs typeface="Times New Roman"/>
              </a:rPr>
              <a:t>i</a:t>
            </a:r>
            <a:r>
              <a:rPr sz="2761" b="1" dirty="0">
                <a:latin typeface="Times New Roman"/>
                <a:cs typeface="Times New Roman"/>
              </a:rPr>
              <a:t>n</a:t>
            </a:r>
            <a:r>
              <a:rPr sz="2761" b="1" spc="-12" dirty="0">
                <a:latin typeface="Times New Roman"/>
                <a:cs typeface="Times New Roman"/>
              </a:rPr>
              <a:t>cr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nt</a:t>
            </a:r>
            <a:endParaRPr sz="2761" dirty="0">
              <a:latin typeface="Times New Roman"/>
              <a:cs typeface="Times New Roman"/>
            </a:endParaRPr>
          </a:p>
          <a:p>
            <a:pPr marL="29219" marR="11688">
              <a:lnSpc>
                <a:spcPts val="4785"/>
              </a:lnSpc>
              <a:spcBef>
                <a:spcPts val="31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 inc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will 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rithmic 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ssion. 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55515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x;</a:t>
            </a:r>
            <a:endParaRPr lang="en-US" sz="2761" dirty="0">
              <a:latin typeface="Times New Roman"/>
              <a:cs typeface="Times New Roman"/>
            </a:endParaRPr>
          </a:p>
          <a:p>
            <a:pPr marL="1068048" marR="2498215" indent="-514350">
              <a:lnSpc>
                <a:spcPct val="143300"/>
              </a:lnSpc>
              <a:buAutoNum type="arabicPeriod" startAt="2"/>
            </a:pPr>
            <a:r>
              <a:rPr lang="en-US" sz="2761" b="1" dirty="0">
                <a:latin typeface="Times New Roman"/>
                <a:cs typeface="Times New Roman"/>
              </a:rPr>
              <a:t>void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tup (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) {</a:t>
            </a:r>
          </a:p>
          <a:p>
            <a:pPr marL="553698">
              <a:spcBef>
                <a:spcPts val="1461"/>
              </a:spcBef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3.	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l.b</a:t>
            </a:r>
            <a:r>
              <a:rPr lang="en-US" sz="2761" spc="12" dirty="0" err="1">
                <a:latin typeface="Times New Roman"/>
                <a:cs typeface="Times New Roman"/>
              </a:rPr>
              <a:t>e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in</a:t>
            </a:r>
            <a:r>
              <a:rPr lang="en-US" sz="2761" dirty="0">
                <a:latin typeface="Times New Roman"/>
                <a:cs typeface="Times New Roman"/>
              </a:rPr>
              <a:t>(9600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553698">
              <a:spcBef>
                <a:spcPts val="1438"/>
              </a:spcBef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4.	</a:t>
            </a:r>
            <a:r>
              <a:rPr lang="en-US" sz="2761" b="1" spc="12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or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2;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&lt;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100;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* 2) {</a:t>
            </a:r>
          </a:p>
          <a:p>
            <a:pPr marL="1068048" marR="1853939" indent="-514350">
              <a:lnSpc>
                <a:spcPts val="4785"/>
              </a:lnSpc>
              <a:spcBef>
                <a:spcPts val="368"/>
              </a:spcBef>
              <a:buAutoNum type="arabicPeriod" startAt="5"/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 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12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1068048" marR="1853939" indent="-514350">
              <a:lnSpc>
                <a:spcPts val="4785"/>
              </a:lnSpc>
              <a:spcBef>
                <a:spcPts val="368"/>
              </a:spcBef>
              <a:buAutoNum type="arabicPeriod" startAt="5"/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	}</a:t>
            </a:r>
          </a:p>
          <a:p>
            <a:pPr marL="555159">
              <a:spcBef>
                <a:spcPts val="1024"/>
              </a:spcBef>
            </a:pPr>
            <a:r>
              <a:rPr lang="en-US" sz="2761" dirty="0">
                <a:latin typeface="Times New Roman"/>
                <a:cs typeface="Times New Roman"/>
              </a:rPr>
              <a:t>7.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1069509" indent="-514350">
              <a:spcBef>
                <a:spcPts val="1472"/>
              </a:spcBef>
              <a:buAutoNum type="arabicPeriod" startAt="8"/>
            </a:pPr>
            <a:r>
              <a:rPr lang="en-US" sz="2761" b="1" dirty="0">
                <a:latin typeface="Times New Roman"/>
                <a:cs typeface="Times New Roman"/>
              </a:rPr>
              <a:t>void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loop (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 }</a:t>
            </a:r>
          </a:p>
          <a:p>
            <a:pPr marL="1069509" indent="-514350">
              <a:spcBef>
                <a:spcPts val="1472"/>
              </a:spcBef>
              <a:buAutoNum type="arabicPeriod" startAt="8"/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0" lvl="0" indent="0" algn="l" defTabSz="914400" rtl="0" eaLnBrk="1" fontAlgn="auto" latinLnBrk="0" hangingPunct="1">
              <a:lnSpc>
                <a:spcPct val="100000"/>
              </a:lnSpc>
              <a:spcBef>
                <a:spcPts val="151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761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tput:</a:t>
            </a:r>
          </a:p>
          <a:p>
            <a:pPr marL="29219" marR="1926986">
              <a:lnSpc>
                <a:spcPct val="144200"/>
              </a:lnSpc>
            </a:pP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ca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lso de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nt data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58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 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loop.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 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</a:p>
          <a:p>
            <a:pPr marL="29219" indent="525940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1.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b="1" spc="12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or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2;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&lt;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100;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x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* 2)</a:t>
            </a:r>
          </a:p>
        </p:txBody>
      </p:sp>
      <p:sp>
        <p:nvSpPr>
          <p:cNvPr id="4" name="object 4"/>
          <p:cNvSpPr/>
          <p:nvPr/>
        </p:nvSpPr>
        <p:spPr>
          <a:xfrm>
            <a:off x="8712200" y="4495800"/>
            <a:ext cx="3716566" cy="32256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407636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63600" y="381000"/>
            <a:ext cx="14859000" cy="95259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3: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To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ade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an LED</a:t>
            </a:r>
            <a:endParaRPr sz="2761" dirty="0">
              <a:latin typeface="Times New Roman"/>
              <a:cs typeface="Times New Roman"/>
            </a:endParaRPr>
          </a:p>
          <a:p>
            <a:pPr marL="29219" marR="2743654">
              <a:lnSpc>
                <a:spcPts val="4739"/>
              </a:lnSpc>
              <a:spcBef>
                <a:spcPts val="380"/>
              </a:spcBef>
            </a:pP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ns th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int slow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 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555159">
              <a:spcBef>
                <a:spcPts val="1070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spc="-12" dirty="0">
                <a:latin typeface="Times New Roman"/>
                <a:cs typeface="Times New Roman"/>
              </a:rPr>
              <a:t>  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onst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12" dirty="0">
                <a:latin typeface="Times New Roman"/>
                <a:cs typeface="Times New Roman"/>
              </a:rPr>
              <a:t>PW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11;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pin.</a:t>
            </a:r>
          </a:p>
          <a:p>
            <a:pPr marL="555159" marR="7469809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024"/>
              </a:spcBef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3</a:t>
            </a:r>
            <a:r>
              <a:rPr sz="2761" dirty="0">
                <a:latin typeface="Times New Roman"/>
                <a:cs typeface="Times New Roman"/>
              </a:rPr>
              <a:t>.	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55515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4</a:t>
            </a:r>
            <a:r>
              <a:rPr sz="2761" dirty="0">
                <a:latin typeface="Times New Roman"/>
                <a:cs typeface="Times New Roman"/>
              </a:rPr>
              <a:t>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1069509" indent="-514350">
              <a:spcBef>
                <a:spcPts val="1426"/>
              </a:spcBef>
              <a:buAutoNum type="arabicPeriod" startAt="5"/>
            </a:pP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 {</a:t>
            </a:r>
          </a:p>
          <a:p>
            <a:pPr marL="1069509" indent="-514350">
              <a:spcBef>
                <a:spcPts val="1426"/>
              </a:spcBef>
              <a:buAutoNum type="arabicPeriod" startAt="5"/>
            </a:pPr>
            <a:r>
              <a:rPr lang="nn-NO" sz="2761" b="1" dirty="0">
                <a:latin typeface="Times New Roman"/>
                <a:cs typeface="Times New Roman"/>
              </a:rPr>
              <a:t>   i</a:t>
            </a:r>
            <a:r>
              <a:rPr lang="nn-NO" sz="2761" b="1" spc="12" dirty="0">
                <a:latin typeface="Times New Roman"/>
                <a:cs typeface="Times New Roman"/>
              </a:rPr>
              <a:t>n</a:t>
            </a:r>
            <a:r>
              <a:rPr lang="nn-NO" sz="2761" b="1" dirty="0">
                <a:latin typeface="Times New Roman"/>
                <a:cs typeface="Times New Roman"/>
              </a:rPr>
              <a:t>t</a:t>
            </a:r>
            <a:r>
              <a:rPr lang="nn-NO" sz="2761" b="1" spc="-12" dirty="0">
                <a:latin typeface="Times New Roman"/>
                <a:cs typeface="Times New Roman"/>
              </a:rPr>
              <a:t> </a:t>
            </a:r>
            <a:r>
              <a:rPr lang="nn-NO" sz="2761" dirty="0">
                <a:latin typeface="Times New Roman"/>
                <a:cs typeface="Times New Roman"/>
              </a:rPr>
              <a:t>x</a:t>
            </a:r>
            <a:r>
              <a:rPr lang="nn-NO" sz="2761" spc="23" dirty="0">
                <a:latin typeface="Times New Roman"/>
                <a:cs typeface="Times New Roman"/>
              </a:rPr>
              <a:t> </a:t>
            </a:r>
            <a:r>
              <a:rPr lang="nn-NO" sz="2761" dirty="0">
                <a:latin typeface="Times New Roman"/>
                <a:cs typeface="Times New Roman"/>
              </a:rPr>
              <a:t>=</a:t>
            </a:r>
            <a:r>
              <a:rPr lang="nn-NO" sz="2761" spc="-12" dirty="0">
                <a:latin typeface="Times New Roman"/>
                <a:cs typeface="Times New Roman"/>
              </a:rPr>
              <a:t> </a:t>
            </a:r>
            <a:r>
              <a:rPr lang="nn-NO" sz="2761" dirty="0">
                <a:latin typeface="Times New Roman"/>
                <a:cs typeface="Times New Roman"/>
              </a:rPr>
              <a:t>1;</a:t>
            </a:r>
          </a:p>
          <a:p>
            <a:pPr marL="1069509" indent="-514350">
              <a:spcBef>
                <a:spcPts val="1426"/>
              </a:spcBef>
              <a:buAutoNum type="arabicPeriod" startAt="7"/>
            </a:pPr>
            <a:r>
              <a:rPr lang="nn-NO" sz="2761" b="1" spc="12" dirty="0">
                <a:latin typeface="Times New Roman"/>
                <a:cs typeface="Times New Roman"/>
              </a:rPr>
              <a:t>   f</a:t>
            </a:r>
            <a:r>
              <a:rPr lang="nn-NO" sz="2761" b="1" dirty="0">
                <a:latin typeface="Times New Roman"/>
                <a:cs typeface="Times New Roman"/>
              </a:rPr>
              <a:t>or</a:t>
            </a:r>
            <a:r>
              <a:rPr lang="nn-NO" sz="2761" b="1" spc="-12" dirty="0">
                <a:latin typeface="Times New Roman"/>
                <a:cs typeface="Times New Roman"/>
              </a:rPr>
              <a:t> </a:t>
            </a:r>
            <a:r>
              <a:rPr lang="nn-NO" sz="2761" spc="-12" dirty="0">
                <a:latin typeface="Times New Roman"/>
                <a:cs typeface="Times New Roman"/>
              </a:rPr>
              <a:t>(</a:t>
            </a:r>
            <a:r>
              <a:rPr lang="nn-NO" sz="2761" b="1" dirty="0">
                <a:latin typeface="Times New Roman"/>
                <a:cs typeface="Times New Roman"/>
              </a:rPr>
              <a:t>i</a:t>
            </a:r>
            <a:r>
              <a:rPr lang="nn-NO" sz="2761" b="1" spc="12" dirty="0">
                <a:latin typeface="Times New Roman"/>
                <a:cs typeface="Times New Roman"/>
              </a:rPr>
              <a:t>n</a:t>
            </a:r>
            <a:r>
              <a:rPr lang="nn-NO" sz="2761" b="1" dirty="0">
                <a:latin typeface="Times New Roman"/>
                <a:cs typeface="Times New Roman"/>
              </a:rPr>
              <a:t>t</a:t>
            </a:r>
            <a:r>
              <a:rPr lang="nn-NO" sz="2761" b="1" spc="-12" dirty="0">
                <a:latin typeface="Times New Roman"/>
                <a:cs typeface="Times New Roman"/>
              </a:rPr>
              <a:t> </a:t>
            </a:r>
            <a:r>
              <a:rPr lang="nn-NO" sz="2761" dirty="0">
                <a:latin typeface="Times New Roman"/>
                <a:cs typeface="Times New Roman"/>
              </a:rPr>
              <a:t>i =</a:t>
            </a:r>
            <a:r>
              <a:rPr lang="nn-NO" sz="2761" spc="-12" dirty="0">
                <a:latin typeface="Times New Roman"/>
                <a:cs typeface="Times New Roman"/>
              </a:rPr>
              <a:t> </a:t>
            </a:r>
            <a:r>
              <a:rPr lang="nn-NO" sz="2761" dirty="0">
                <a:latin typeface="Times New Roman"/>
                <a:cs typeface="Times New Roman"/>
              </a:rPr>
              <a:t>0;</a:t>
            </a:r>
            <a:r>
              <a:rPr lang="nn-NO" sz="2761" spc="12" dirty="0">
                <a:latin typeface="Times New Roman"/>
                <a:cs typeface="Times New Roman"/>
              </a:rPr>
              <a:t> </a:t>
            </a:r>
            <a:r>
              <a:rPr lang="nn-NO" sz="2761" dirty="0">
                <a:latin typeface="Times New Roman"/>
                <a:cs typeface="Times New Roman"/>
              </a:rPr>
              <a:t>i &gt;</a:t>
            </a:r>
            <a:r>
              <a:rPr lang="nn-NO" sz="2761" spc="-12" dirty="0">
                <a:latin typeface="Times New Roman"/>
                <a:cs typeface="Times New Roman"/>
              </a:rPr>
              <a:t> -</a:t>
            </a:r>
            <a:r>
              <a:rPr lang="nn-NO" sz="2761" dirty="0">
                <a:latin typeface="Times New Roman"/>
                <a:cs typeface="Times New Roman"/>
              </a:rPr>
              <a:t>1; i =</a:t>
            </a:r>
            <a:r>
              <a:rPr lang="nn-NO" sz="2761" spc="-12" dirty="0">
                <a:latin typeface="Times New Roman"/>
                <a:cs typeface="Times New Roman"/>
              </a:rPr>
              <a:t> </a:t>
            </a:r>
            <a:r>
              <a:rPr lang="nn-NO" sz="2761" dirty="0">
                <a:latin typeface="Times New Roman"/>
                <a:cs typeface="Times New Roman"/>
              </a:rPr>
              <a:t>i +</a:t>
            </a:r>
            <a:r>
              <a:rPr lang="nn-NO" sz="2761" spc="-12" dirty="0">
                <a:latin typeface="Times New Roman"/>
                <a:cs typeface="Times New Roman"/>
              </a:rPr>
              <a:t> </a:t>
            </a:r>
            <a:r>
              <a:rPr lang="nn-NO" sz="2761" spc="23" dirty="0">
                <a:latin typeface="Times New Roman"/>
                <a:cs typeface="Times New Roman"/>
              </a:rPr>
              <a:t>x)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1069509" indent="-514350">
              <a:spcBef>
                <a:spcPts val="1426"/>
              </a:spcBef>
              <a:buAutoNum type="arabicPeriod" startAt="7"/>
            </a:pPr>
            <a:r>
              <a:rPr lang="en-US" sz="2761" dirty="0">
                <a:latin typeface="Times New Roman"/>
                <a:cs typeface="Times New Roman"/>
              </a:rPr>
              <a:t>	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n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23" dirty="0" err="1">
                <a:latin typeface="Times New Roman"/>
                <a:cs typeface="Times New Roman"/>
              </a:rPr>
              <a:t>o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pinP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M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1069509" indent="-514350">
              <a:spcBef>
                <a:spcPts val="1426"/>
              </a:spcBef>
              <a:buAutoNum type="arabicPeriod" startAt="7"/>
            </a:pPr>
            <a:r>
              <a:rPr lang="en-US" sz="2761" dirty="0">
                <a:latin typeface="Times New Roman"/>
                <a:cs typeface="Times New Roman"/>
              </a:rPr>
              <a:t>	</a:t>
            </a:r>
            <a:r>
              <a:rPr lang="en-US" sz="2761" b="1" dirty="0">
                <a:latin typeface="Times New Roman"/>
                <a:cs typeface="Times New Roman"/>
              </a:rPr>
              <a:t>if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255)  {</a:t>
            </a:r>
          </a:p>
          <a:p>
            <a:pPr marL="1069509" indent="-514350">
              <a:spcBef>
                <a:spcPts val="1426"/>
              </a:spcBef>
              <a:buFontTx/>
              <a:buAutoNum type="arabicPeriod" startAt="7"/>
            </a:pPr>
            <a:r>
              <a:rPr lang="en-US" sz="2761" dirty="0">
                <a:latin typeface="Times New Roman"/>
                <a:cs typeface="Times New Roman"/>
              </a:rPr>
              <a:t>             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-</a:t>
            </a:r>
            <a:r>
              <a:rPr lang="en-US" sz="2761" dirty="0">
                <a:latin typeface="Times New Roman"/>
                <a:cs typeface="Times New Roman"/>
              </a:rPr>
              <a:t>1;  //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will switch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dirty="0">
                <a:latin typeface="Times New Roman"/>
                <a:cs typeface="Times New Roman"/>
              </a:rPr>
              <a:t>k   }</a:t>
            </a:r>
          </a:p>
          <a:p>
            <a:pPr marL="1069509" indent="-514350">
              <a:spcBef>
                <a:spcPts val="1426"/>
              </a:spcBef>
              <a:buFontTx/>
              <a:buAutoNum type="arabicPeriod" startAt="7"/>
            </a:pPr>
            <a:r>
              <a:rPr lang="en-US" sz="2761" dirty="0">
                <a:latin typeface="Times New Roman"/>
                <a:cs typeface="Times New Roman"/>
              </a:rPr>
              <a:t>        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(10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//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is 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time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10 millise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onds</a:t>
            </a:r>
          </a:p>
          <a:p>
            <a:pPr marL="1069509" indent="-514350">
              <a:spcBef>
                <a:spcPts val="1426"/>
              </a:spcBef>
              <a:buFontTx/>
              <a:buAutoNum type="arabicPeriod" startAt="7"/>
            </a:pPr>
            <a:r>
              <a:rPr lang="en-US" sz="2761" dirty="0">
                <a:latin typeface="Times New Roman"/>
                <a:cs typeface="Times New Roman"/>
              </a:rPr>
              <a:t>    //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less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time,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more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ding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ff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46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</a:p>
          <a:p>
            <a:pPr marL="1069509" indent="-514350">
              <a:spcBef>
                <a:spcPts val="1426"/>
              </a:spcBef>
              <a:buFontTx/>
              <a:buAutoNum type="arabicPeriod" startAt="7"/>
            </a:pPr>
            <a:r>
              <a:rPr lang="en-US" sz="2761" dirty="0">
                <a:latin typeface="Times New Roman"/>
                <a:cs typeface="Times New Roman"/>
              </a:rPr>
              <a:t>    }</a:t>
            </a:r>
          </a:p>
          <a:p>
            <a:pPr marL="1069509" indent="-514350">
              <a:spcBef>
                <a:spcPts val="1426"/>
              </a:spcBef>
              <a:buFontTx/>
              <a:buAutoNum type="arabicPeriod" startAt="7"/>
            </a:pPr>
            <a:r>
              <a:rPr lang="en-US" sz="2761" dirty="0">
                <a:latin typeface="Times New Roman"/>
                <a:cs typeface="Times New Roman"/>
              </a:rPr>
              <a:t> }</a:t>
            </a:r>
            <a:endParaRPr sz="276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168400" y="1066800"/>
            <a:ext cx="15544800" cy="2826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tion,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w</a:t>
            </a:r>
            <a:r>
              <a:rPr sz="2761" dirty="0">
                <a:latin typeface="Times New Roman"/>
                <a:cs typeface="Times New Roman"/>
              </a:rPr>
              <a:t>ill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positive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rmin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35" dirty="0">
                <a:latin typeface="Times New Roman"/>
                <a:cs typeface="Times New Roman"/>
              </a:rPr>
              <a:t>P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11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M pin),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rmin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of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GN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>
              <a:spcBef>
                <a:spcPts val="1024"/>
              </a:spcBef>
            </a:pPr>
            <a:r>
              <a:rPr sz="2761" b="1" dirty="0">
                <a:latin typeface="Times New Roman"/>
                <a:cs typeface="Times New Roman"/>
              </a:rPr>
              <a:t>No</a:t>
            </a:r>
            <a:r>
              <a:rPr sz="2761" b="1" spc="-23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:</a:t>
            </a:r>
            <a:r>
              <a:rPr sz="2761" b="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+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mming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much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prog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mming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9954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016000" y="685800"/>
            <a:ext cx="15544800" cy="8962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4: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r>
              <a:rPr sz="2761" dirty="0">
                <a:latin typeface="Times New Roman"/>
                <a:cs typeface="Times New Roman"/>
              </a:rPr>
              <a:t>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555159" marR="10751091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1069509" marR="10751091" indent="-514350">
              <a:lnSpc>
                <a:spcPct val="143300"/>
              </a:lnSpc>
              <a:spcBef>
                <a:spcPts val="23"/>
              </a:spcBef>
              <a:buAutoNum type="arabicPeriod" startAt="2"/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 err="1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1069509" marR="10751091" indent="-514350">
              <a:lnSpc>
                <a:spcPct val="143300"/>
              </a:lnSpc>
              <a:spcBef>
                <a:spcPts val="23"/>
              </a:spcBef>
              <a:buAutoNum type="arabicPeriod" startAt="2"/>
            </a:pP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l.b</a:t>
            </a:r>
            <a:r>
              <a:rPr sz="2761" spc="12" dirty="0" err="1">
                <a:latin typeface="Times New Roman"/>
                <a:cs typeface="Times New Roman"/>
              </a:rPr>
              <a:t>e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in</a:t>
            </a:r>
            <a:r>
              <a:rPr sz="2761" dirty="0">
                <a:latin typeface="Times New Roman"/>
                <a:cs typeface="Times New Roman"/>
              </a:rPr>
              <a:t>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1069509" marR="10751091" indent="-514350">
              <a:lnSpc>
                <a:spcPct val="143300"/>
              </a:lnSpc>
              <a:spcBef>
                <a:spcPts val="23"/>
              </a:spcBef>
              <a:buAutoNum type="arabicPeriod" startAt="2"/>
            </a:pP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or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 err="1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=0; </a:t>
            </a:r>
            <a:r>
              <a:rPr sz="2761" dirty="0" err="1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&lt;4; </a:t>
            </a:r>
            <a:r>
              <a:rPr sz="2761" dirty="0" err="1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i+1)</a:t>
            </a: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7617365">
              <a:lnSpc>
                <a:spcPct val="143300"/>
              </a:lnSpc>
              <a:spcBef>
                <a:spcPts val="23"/>
              </a:spcBef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5.	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 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llo 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duino"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);</a:t>
            </a:r>
          </a:p>
          <a:p>
            <a:pPr marL="555159" marR="7617365">
              <a:lnSpc>
                <a:spcPct val="143300"/>
              </a:lnSpc>
              <a:spcBef>
                <a:spcPts val="23"/>
              </a:spcBef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6.	}</a:t>
            </a:r>
          </a:p>
          <a:p>
            <a:pPr marL="555159">
              <a:spcBef>
                <a:spcPts val="1461"/>
              </a:spcBef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7</a:t>
            </a:r>
            <a:r>
              <a:rPr sz="2761" dirty="0">
                <a:latin typeface="Times New Roman"/>
                <a:cs typeface="Times New Roman"/>
              </a:rPr>
              <a:t>.	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 "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");</a:t>
            </a:r>
          </a:p>
          <a:p>
            <a:pPr marL="55515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8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9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  { }</a:t>
            </a:r>
          </a:p>
          <a:p>
            <a:pPr marL="55515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bove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ode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print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'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llo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'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four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times.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ter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that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dition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omes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ls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ontrol com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out of the loop, and </a:t>
            </a:r>
            <a:r>
              <a:rPr lang="en-US" sz="2761" spc="-35" dirty="0">
                <a:latin typeface="Times New Roman"/>
                <a:cs typeface="Times New Roman"/>
              </a:rPr>
              <a:t>'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N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'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prin</a:t>
            </a:r>
            <a:r>
              <a:rPr lang="en-US" sz="2761" spc="35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d.</a:t>
            </a:r>
          </a:p>
          <a:p>
            <a:pPr marL="29219">
              <a:spcBef>
                <a:spcPts val="1518"/>
              </a:spcBef>
            </a:pPr>
            <a:r>
              <a:rPr lang="en-US" sz="2761" b="1" dirty="0">
                <a:latin typeface="Times New Roman"/>
                <a:cs typeface="Times New Roman"/>
              </a:rPr>
              <a:t>O</a:t>
            </a:r>
            <a:r>
              <a:rPr lang="en-US" sz="2761" b="1" spc="12" dirty="0">
                <a:latin typeface="Times New Roman"/>
                <a:cs typeface="Times New Roman"/>
              </a:rPr>
              <a:t>u</a:t>
            </a:r>
            <a:r>
              <a:rPr lang="en-US" sz="2761" b="1" dirty="0">
                <a:latin typeface="Times New Roman"/>
                <a:cs typeface="Times New Roman"/>
              </a:rPr>
              <a:t>tput:</a:t>
            </a:r>
            <a:endParaRPr lang="en-US" sz="2761" dirty="0">
              <a:latin typeface="Times New Roman"/>
              <a:cs typeface="Times New Roman"/>
            </a:endParaRPr>
          </a:p>
        </p:txBody>
      </p:sp>
      <p:sp>
        <p:nvSpPr>
          <p:cNvPr id="7" name="object 5"/>
          <p:cNvSpPr/>
          <p:nvPr/>
        </p:nvSpPr>
        <p:spPr>
          <a:xfrm>
            <a:off x="9169400" y="4114800"/>
            <a:ext cx="3488663" cy="2910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68400" y="990600"/>
            <a:ext cx="15392400" cy="6539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ts val="4371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while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loop</a:t>
            </a:r>
            <a:endParaRPr sz="3681" dirty="0">
              <a:latin typeface="Times New Roman"/>
              <a:cs typeface="Times New Roman"/>
            </a:endParaRPr>
          </a:p>
          <a:p>
            <a:pPr marL="29219" algn="just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while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loop()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onditional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ontinu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inside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</a:p>
          <a:p>
            <a:pPr marL="29219" marR="11688" algn="just">
              <a:lnSpc>
                <a:spcPct val="1437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until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ition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omes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lse.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while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il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test</a:t>
            </a:r>
            <a:r>
              <a:rPr sz="2761" spc="-46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  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 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  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  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made   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 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stop.  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  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ommon  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   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  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  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while  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in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includ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or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testin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,  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lib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58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put   of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,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 inc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ment,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</a:t>
            </a:r>
          </a:p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</a:p>
          <a:p>
            <a:pPr marL="555159" marR="10191549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h</a:t>
            </a:r>
            <a:r>
              <a:rPr sz="2761" b="1" spc="-23" dirty="0">
                <a:latin typeface="Times New Roman"/>
                <a:cs typeface="Times New Roman"/>
              </a:rPr>
              <a:t>i</a:t>
            </a:r>
            <a:r>
              <a:rPr sz="2761" b="1" dirty="0">
                <a:latin typeface="Times New Roman"/>
                <a:cs typeface="Times New Roman"/>
              </a:rPr>
              <a:t>le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191549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2.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3.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ts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4.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 marR="17531" algn="just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onditio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boole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ion,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true or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20800" y="1447800"/>
            <a:ext cx="13735523" cy="5158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0;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h</a:t>
            </a:r>
            <a:r>
              <a:rPr sz="2761" b="1" spc="-23" dirty="0">
                <a:latin typeface="Times New Roman"/>
                <a:cs typeface="Times New Roman"/>
              </a:rPr>
              <a:t>i</a:t>
            </a:r>
            <a:r>
              <a:rPr sz="2761" b="1" dirty="0">
                <a:latin typeface="Times New Roman"/>
                <a:cs typeface="Times New Roman"/>
              </a:rPr>
              <a:t>le </a:t>
            </a:r>
            <a:r>
              <a:rPr sz="2761" dirty="0">
                <a:latin typeface="Times New Roman"/>
                <a:cs typeface="Times New Roman"/>
              </a:rPr>
              <a:t>(v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&lt;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100)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1254951" indent="-699792">
              <a:spcBef>
                <a:spcPts val="1461"/>
              </a:spcBef>
              <a:buFont typeface="Times New Roman"/>
              <a:buAutoNum type="arabicPeriod"/>
              <a:tabLst>
                <a:tab pos="1256412" algn="l"/>
              </a:tabLst>
            </a:pPr>
            <a:r>
              <a:rPr sz="2761" dirty="0">
                <a:latin typeface="Times New Roman"/>
                <a:cs typeface="Times New Roman"/>
              </a:rPr>
              <a:t>// 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orms the 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fied task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100 times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</a:p>
          <a:p>
            <a:pPr marL="1254951" indent="-699792">
              <a:spcBef>
                <a:spcPts val="1438"/>
              </a:spcBef>
              <a:buFont typeface="Times New Roman"/>
              <a:buAutoNum type="arabicPeriod"/>
              <a:tabLst>
                <a:tab pos="1256412" algn="l"/>
              </a:tabLst>
            </a:pP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ble+</a:t>
            </a:r>
            <a:r>
              <a:rPr sz="2761" spc="-12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; 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inc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ution</a:t>
            </a:r>
            <a:endParaRPr lang="en-US" sz="2761" dirty="0">
              <a:latin typeface="Times New Roman"/>
              <a:cs typeface="Times New Roman"/>
            </a:endParaRPr>
          </a:p>
          <a:p>
            <a:pPr marR="11895010" algn="ctr"/>
            <a:r>
              <a:rPr lang="en-US" sz="2761" dirty="0">
                <a:latin typeface="Times New Roman"/>
                <a:cs typeface="Times New Roman"/>
              </a:rPr>
              <a:t>5.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bo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inside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ur</a:t>
            </a:r>
            <a:r>
              <a:rPr lang="en-US" sz="2761" spc="46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bra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while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op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ute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ontinu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s long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the </a:t>
            </a:r>
            <a:r>
              <a:rPr lang="en-US" sz="2761" spc="12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 is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12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s than 100.</a:t>
            </a:r>
          </a:p>
        </p:txBody>
      </p:sp>
    </p:spTree>
    <p:extLst>
      <p:ext uri="{BB962C8B-B14F-4D97-AF65-F5344CB8AC3E}">
        <p14:creationId xmlns:p14="http://schemas.microsoft.com/office/powerpoint/2010/main" val="3597884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1000940"/>
            <a:ext cx="13717992" cy="12695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3520"/>
              </a:lnSpc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Flowchart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flo</a:t>
            </a:r>
            <a:r>
              <a:rPr sz="2761" spc="-12" dirty="0">
                <a:latin typeface="Times New Roman"/>
                <a:cs typeface="Times New Roman"/>
              </a:rPr>
              <a:t>wc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 is shown 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</p:txBody>
      </p:sp>
      <p:sp>
        <p:nvSpPr>
          <p:cNvPr id="4" name="object 4"/>
          <p:cNvSpPr/>
          <p:nvPr/>
        </p:nvSpPr>
        <p:spPr>
          <a:xfrm>
            <a:off x="4140200" y="3429000"/>
            <a:ext cx="5644976" cy="46957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68400" y="990600"/>
            <a:ext cx="15316200" cy="86055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3520"/>
              </a:lnSpc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Code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Ex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mples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order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flow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m,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inside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nthe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of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p.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is much like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if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84"/>
              </a:spcBef>
            </a:pPr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1: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03"/>
              </a:spcBef>
            </a:pPr>
            <a:r>
              <a:rPr sz="2761" dirty="0">
                <a:latin typeface="Times New Roman"/>
                <a:cs typeface="Times New Roman"/>
              </a:rPr>
              <a:t>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55515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0;</a:t>
            </a:r>
          </a:p>
          <a:p>
            <a:pPr marL="555159" marR="10914716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914716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72"/>
              </a:spcBef>
              <a:buFont typeface="Times New Roman"/>
              <a:buAutoNum type="arabicPeriod" startAt="4"/>
              <a:tabLst>
                <a:tab pos="1256412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  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l.b</a:t>
            </a:r>
            <a:r>
              <a:rPr sz="2761" spc="12" dirty="0" err="1">
                <a:latin typeface="Times New Roman"/>
                <a:cs typeface="Times New Roman"/>
              </a:rPr>
              <a:t>e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in</a:t>
            </a:r>
            <a:r>
              <a:rPr sz="2761" dirty="0">
                <a:latin typeface="Times New Roman"/>
                <a:cs typeface="Times New Roman"/>
              </a:rPr>
              <a:t>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555159" marR="10799302">
              <a:lnSpc>
                <a:spcPts val="4785"/>
              </a:lnSpc>
              <a:spcBef>
                <a:spcPts val="368"/>
              </a:spcBef>
              <a:buFont typeface="Times New Roman"/>
              <a:buAutoNum type="arabicPeriod" startAt="4"/>
              <a:tabLst>
                <a:tab pos="1081099" algn="l"/>
              </a:tabLst>
            </a:pPr>
            <a:r>
              <a:rPr lang="en-US" sz="2761" b="1" spc="12" dirty="0">
                <a:latin typeface="Times New Roman"/>
                <a:cs typeface="Times New Roman"/>
              </a:rPr>
              <a:t>      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h</a:t>
            </a:r>
            <a:r>
              <a:rPr sz="2761" b="1" spc="-23" dirty="0">
                <a:latin typeface="Times New Roman"/>
                <a:cs typeface="Times New Roman"/>
              </a:rPr>
              <a:t>i</a:t>
            </a:r>
            <a:r>
              <a:rPr sz="2761" b="1" dirty="0">
                <a:latin typeface="Times New Roman"/>
                <a:cs typeface="Times New Roman"/>
              </a:rPr>
              <a:t>le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&lt;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5)</a:t>
            </a:r>
            <a:r>
              <a:rPr lang="en-US" sz="2761" dirty="0">
                <a:latin typeface="Times New Roman"/>
                <a:cs typeface="Times New Roman"/>
              </a:rPr>
              <a:t> 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024"/>
              </a:spcBef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6</a:t>
            </a:r>
            <a:r>
              <a:rPr sz="2761" dirty="0">
                <a:latin typeface="Times New Roman"/>
                <a:cs typeface="Times New Roman"/>
              </a:rPr>
              <a:t>.	</a:t>
            </a:r>
            <a:r>
              <a:rPr lang="en-US" sz="2761" dirty="0">
                <a:latin typeface="Times New Roman"/>
                <a:cs typeface="Times New Roman"/>
              </a:rPr>
              <a:t>   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l.println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lco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e to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duino");</a:t>
            </a:r>
          </a:p>
          <a:p>
            <a:pPr marL="555159">
              <a:spcBef>
                <a:spcPts val="1461"/>
              </a:spcBef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7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lang="en-US" sz="2761" dirty="0">
                <a:latin typeface="Times New Roman"/>
                <a:cs typeface="Times New Roman"/>
              </a:rPr>
              <a:t>        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1;</a:t>
            </a:r>
          </a:p>
          <a:p>
            <a:pPr marL="1069509" indent="-514350">
              <a:spcBef>
                <a:spcPts val="1426"/>
              </a:spcBef>
              <a:buAutoNum type="arabicPeriod" startAt="8"/>
            </a:pPr>
            <a:r>
              <a:rPr sz="2761" dirty="0">
                <a:latin typeface="Times New Roman"/>
                <a:cs typeface="Times New Roman"/>
              </a:rPr>
              <a:t>}</a:t>
            </a:r>
            <a:endParaRPr lang="en-US" sz="2761" dirty="0">
              <a:latin typeface="Times New Roman"/>
              <a:cs typeface="Times New Roman"/>
            </a:endParaRPr>
          </a:p>
          <a:p>
            <a:pPr marL="1069509" indent="-514350">
              <a:spcBef>
                <a:spcPts val="1426"/>
              </a:spcBef>
              <a:buAutoNum type="arabicPeriod" startAt="8"/>
            </a:pPr>
            <a:r>
              <a:rPr lang="en-US" sz="2761" b="1" dirty="0">
                <a:latin typeface="Times New Roman"/>
                <a:cs typeface="Times New Roman"/>
              </a:rPr>
              <a:t>void</a:t>
            </a:r>
            <a:r>
              <a:rPr lang="en-US" sz="2761" dirty="0">
                <a:latin typeface="Times New Roman"/>
                <a:cs typeface="Times New Roman"/>
              </a:rPr>
              <a:t> loop() {  }</a:t>
            </a: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18394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68400" y="762000"/>
            <a:ext cx="13734062" cy="851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lang="en-US" sz="2761" b="1" dirty="0">
                <a:latin typeface="Times New Roman"/>
                <a:cs typeface="Times New Roman"/>
              </a:rPr>
              <a:t>O</a:t>
            </a:r>
            <a:r>
              <a:rPr lang="en-US" sz="2761" b="1" spc="12" dirty="0">
                <a:latin typeface="Times New Roman"/>
                <a:cs typeface="Times New Roman"/>
              </a:rPr>
              <a:t>u</a:t>
            </a:r>
            <a:r>
              <a:rPr lang="en-US" sz="2761" b="1" dirty="0">
                <a:latin typeface="Times New Roman"/>
                <a:cs typeface="Times New Roman"/>
              </a:rPr>
              <a:t>tput: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algn="just"/>
            <a:endParaRPr lang="en-US" sz="2761" dirty="0">
              <a:latin typeface="Times New Roman"/>
              <a:cs typeface="Times New Roman"/>
            </a:endParaRPr>
          </a:p>
          <a:p>
            <a:pPr marL="29219" algn="just"/>
            <a:endParaRPr lang="en-US" sz="2761" dirty="0">
              <a:latin typeface="Times New Roman"/>
              <a:cs typeface="Times New Roman"/>
            </a:endParaRPr>
          </a:p>
          <a:p>
            <a:pPr marL="29219" algn="just"/>
            <a:endParaRPr lang="en-US" sz="2761" dirty="0">
              <a:latin typeface="Times New Roman"/>
              <a:cs typeface="Times New Roman"/>
            </a:endParaRPr>
          </a:p>
          <a:p>
            <a:pPr marL="29219" algn="just"/>
            <a:endParaRPr lang="en-US" sz="2761" dirty="0">
              <a:latin typeface="Times New Roman"/>
              <a:cs typeface="Times New Roman"/>
            </a:endParaRPr>
          </a:p>
          <a:p>
            <a:pPr marL="29219" algn="just"/>
            <a:endParaRPr lang="en-US" sz="2761" dirty="0">
              <a:latin typeface="Times New Roman"/>
              <a:cs typeface="Times New Roman"/>
            </a:endParaRPr>
          </a:p>
          <a:p>
            <a:pPr marL="29219" algn="just"/>
            <a:endParaRPr lang="en-US" sz="2761" dirty="0">
              <a:latin typeface="Times New Roman"/>
              <a:cs typeface="Times New Roman"/>
            </a:endParaRPr>
          </a:p>
          <a:p>
            <a:pPr marL="29219" algn="just"/>
            <a:endParaRPr lang="en-US" sz="2761" dirty="0">
              <a:latin typeface="Times New Roman"/>
              <a:cs typeface="Times New Roman"/>
            </a:endParaRPr>
          </a:p>
          <a:p>
            <a:pPr marL="29219" algn="just"/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mess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inside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oop will be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printed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ive tim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s,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shown 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low:</a:t>
            </a:r>
          </a:p>
          <a:p>
            <a:pPr marL="29219" algn="just"/>
            <a:endParaRPr lang="en-US" sz="2761" spc="-35" dirty="0">
              <a:latin typeface="Times New Roman"/>
              <a:cs typeface="Times New Roman"/>
            </a:endParaRPr>
          </a:p>
          <a:p>
            <a:pPr marL="29219" marR="13149" algn="just">
              <a:lnSpc>
                <a:spcPct val="143800"/>
              </a:lnSpc>
              <a:spcBef>
                <a:spcPts val="12"/>
              </a:spcBef>
            </a:pPr>
            <a:r>
              <a:rPr sz="2761" b="1" dirty="0">
                <a:latin typeface="Times New Roman"/>
                <a:cs typeface="Times New Roman"/>
              </a:rPr>
              <a:t>Expla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ati</a:t>
            </a:r>
            <a:r>
              <a:rPr sz="2761" b="1" spc="-35" dirty="0">
                <a:latin typeface="Times New Roman"/>
                <a:cs typeface="Times New Roman"/>
              </a:rPr>
              <a:t>o</a:t>
            </a:r>
            <a:r>
              <a:rPr sz="2761" b="1" dirty="0">
                <a:latin typeface="Times New Roman"/>
                <a:cs typeface="Times New Roman"/>
              </a:rPr>
              <a:t>n: </a:t>
            </a:r>
            <a:r>
              <a:rPr sz="2761" dirty="0">
                <a:latin typeface="Times New Roman"/>
                <a:cs typeface="Times New Roman"/>
              </a:rPr>
              <a:t>At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st,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riable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0,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monitor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usu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(m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 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</a:t>
            </a:r>
            <a:r>
              <a:rPr sz="2761" spc="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). 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st 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ks 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 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within 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nthe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At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st,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0.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true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(0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&lt;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5).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inside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mess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),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loop 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utes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in.</a:t>
            </a:r>
          </a:p>
          <a:p>
            <a:pPr marL="29219" marR="23375" algn="just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Simil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mains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tru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5,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omes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loop 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its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d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ops.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outside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loop is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uted.</a:t>
            </a:r>
          </a:p>
        </p:txBody>
      </p:sp>
      <p:sp>
        <p:nvSpPr>
          <p:cNvPr id="6" name="object 6"/>
          <p:cNvSpPr/>
          <p:nvPr/>
        </p:nvSpPr>
        <p:spPr>
          <a:xfrm>
            <a:off x="2311400" y="1398503"/>
            <a:ext cx="3435490" cy="25285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244600" y="854948"/>
            <a:ext cx="15240000" cy="8330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2:</a:t>
            </a:r>
            <a:endParaRPr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ts val="4785"/>
              </a:lnSpc>
              <a:spcBef>
                <a:spcPts val="31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bove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some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outside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9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loop. 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555159">
              <a:spcBef>
                <a:spcPts val="1024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0;</a:t>
            </a:r>
          </a:p>
          <a:p>
            <a:pPr marL="555159" marR="10929326">
              <a:lnSpc>
                <a:spcPct val="1435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r>
              <a:rPr lang="en-US" sz="2761" dirty="0">
                <a:latin typeface="Times New Roman"/>
                <a:cs typeface="Times New Roman"/>
              </a:rPr>
              <a:t>  {</a:t>
            </a:r>
          </a:p>
          <a:p>
            <a:pPr marL="555159" marR="10929326">
              <a:lnSpc>
                <a:spcPct val="1435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  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l.b</a:t>
            </a:r>
            <a:r>
              <a:rPr sz="2761" spc="12" dirty="0" err="1">
                <a:latin typeface="Times New Roman"/>
                <a:cs typeface="Times New Roman"/>
              </a:rPr>
              <a:t>e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in</a:t>
            </a:r>
            <a:r>
              <a:rPr sz="2761" dirty="0">
                <a:latin typeface="Times New Roman"/>
                <a:cs typeface="Times New Roman"/>
              </a:rPr>
              <a:t>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555159" marR="10813911">
              <a:lnSpc>
                <a:spcPts val="4785"/>
              </a:lnSpc>
              <a:spcBef>
                <a:spcPts val="368"/>
              </a:spcBef>
              <a:buFont typeface="Times New Roman"/>
              <a:buAutoNum type="arabicPeriod" startAt="4"/>
              <a:tabLst>
                <a:tab pos="1081099" algn="l"/>
              </a:tabLst>
            </a:pPr>
            <a:r>
              <a:rPr lang="en-US" sz="2761" b="1" spc="12" dirty="0">
                <a:latin typeface="Times New Roman"/>
                <a:cs typeface="Times New Roman"/>
              </a:rPr>
              <a:t>      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h</a:t>
            </a:r>
            <a:r>
              <a:rPr sz="2761" b="1" spc="-23" dirty="0">
                <a:latin typeface="Times New Roman"/>
                <a:cs typeface="Times New Roman"/>
              </a:rPr>
              <a:t>i</a:t>
            </a:r>
            <a:r>
              <a:rPr sz="2761" b="1" dirty="0">
                <a:latin typeface="Times New Roman"/>
                <a:cs typeface="Times New Roman"/>
              </a:rPr>
              <a:t>le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&lt;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5)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>
              <a:spcBef>
                <a:spcPts val="1024"/>
              </a:spcBef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5.	    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35" dirty="0">
                <a:latin typeface="Times New Roman"/>
                <a:cs typeface="Times New Roman"/>
              </a:rPr>
              <a:t>"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lco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dirty="0">
                <a:latin typeface="Times New Roman"/>
                <a:cs typeface="Times New Roman"/>
              </a:rPr>
              <a:t>e to 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duino");</a:t>
            </a:r>
          </a:p>
          <a:p>
            <a:pPr marL="555159">
              <a:spcBef>
                <a:spcPts val="1461"/>
              </a:spcBef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6</a:t>
            </a:r>
            <a:r>
              <a:rPr sz="2761" dirty="0">
                <a:latin typeface="Times New Roman"/>
                <a:cs typeface="Times New Roman"/>
              </a:rPr>
              <a:t>.	</a:t>
            </a:r>
            <a:r>
              <a:rPr lang="en-US" sz="2761" dirty="0">
                <a:latin typeface="Times New Roman"/>
                <a:cs typeface="Times New Roman"/>
              </a:rPr>
              <a:t>     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1;</a:t>
            </a:r>
          </a:p>
          <a:p>
            <a:pPr marL="55515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7</a:t>
            </a:r>
            <a:r>
              <a:rPr sz="2761" dirty="0">
                <a:latin typeface="Times New Roman"/>
                <a:cs typeface="Times New Roman"/>
              </a:rPr>
              <a:t>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    </a:t>
            </a:r>
            <a:r>
              <a:rPr sz="2761" dirty="0">
                <a:latin typeface="Times New Roman"/>
                <a:cs typeface="Times New Roman"/>
              </a:rPr>
              <a:t>}</a:t>
            </a:r>
            <a:endParaRPr lang="en-US" sz="2761" dirty="0">
              <a:latin typeface="Times New Roman"/>
              <a:cs typeface="Times New Roman"/>
            </a:endParaRPr>
          </a:p>
          <a:p>
            <a:pPr marL="1069509" indent="-514350">
              <a:spcBef>
                <a:spcPts val="1438"/>
              </a:spcBef>
              <a:buAutoNum type="arabicPeriod" startAt="8"/>
            </a:pPr>
            <a:r>
              <a:rPr lang="en-US" sz="2761" dirty="0">
                <a:latin typeface="Times New Roman"/>
                <a:cs typeface="Times New Roman"/>
              </a:rPr>
              <a:t>  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35" dirty="0">
                <a:latin typeface="Times New Roman"/>
                <a:cs typeface="Times New Roman"/>
              </a:rPr>
              <a:t>"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N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spc="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1069509" indent="-514350">
              <a:spcBef>
                <a:spcPts val="1438"/>
              </a:spcBef>
              <a:buAutoNum type="arabicPeriod" startAt="8"/>
            </a:pPr>
            <a:r>
              <a:rPr lang="en-US" sz="2761" dirty="0">
                <a:latin typeface="Times New Roman"/>
                <a:cs typeface="Times New Roman"/>
              </a:rPr>
              <a:t>  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</a:t>
            </a:r>
            <a:r>
              <a:rPr lang="en-US" sz="2761" spc="12" dirty="0" err="1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35" dirty="0">
                <a:latin typeface="Times New Roman"/>
                <a:cs typeface="Times New Roman"/>
              </a:rPr>
              <a:t>"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lco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the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ode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outside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oop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1069509" indent="-514350">
              <a:spcBef>
                <a:spcPts val="1438"/>
              </a:spcBef>
              <a:buAutoNum type="arabicPeriod" startAt="8"/>
            </a:pPr>
            <a:r>
              <a:rPr lang="en-US" sz="2761" spc="-12" dirty="0">
                <a:latin typeface="Times New Roman"/>
                <a:cs typeface="Times New Roman"/>
              </a:rPr>
              <a:t>  </a:t>
            </a: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1069509" indent="-514350">
              <a:spcBef>
                <a:spcPts val="1438"/>
              </a:spcBef>
              <a:buAutoNum type="arabicPeriod" startAt="8"/>
            </a:pPr>
            <a:r>
              <a:rPr lang="en-US" sz="2761" b="1" dirty="0">
                <a:latin typeface="Times New Roman"/>
                <a:cs typeface="Times New Roman"/>
              </a:rPr>
              <a:t> void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loop()  {  }</a:t>
            </a: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11912600" y="3505200"/>
            <a:ext cx="1269535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Bef>
                <a:spcPts val="1518"/>
              </a:spcBef>
            </a:pP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tput:</a:t>
            </a: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885612" y="4343400"/>
            <a:ext cx="4978502" cy="27903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2273260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244600" y="1219200"/>
            <a:ext cx="15316200" cy="65246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83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do.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.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.while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hile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while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loop.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inside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while</a:t>
            </a:r>
          </a:p>
          <a:p>
            <a:pPr marL="29219" marR="21914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eca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 loop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inni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do</a:t>
            </a:r>
            <a:endParaRPr sz="2761" dirty="0">
              <a:latin typeface="Times New Roman"/>
              <a:cs typeface="Times New Roman"/>
            </a:endParaRP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2.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1069509" indent="-514350">
              <a:spcBef>
                <a:spcPts val="1438"/>
              </a:spcBef>
              <a:buAutoNum type="arabicPeriod" startAt="3"/>
            </a:pPr>
            <a:r>
              <a:rPr sz="2761" dirty="0">
                <a:latin typeface="Times New Roman"/>
                <a:cs typeface="Times New Roman"/>
              </a:rPr>
              <a:t>//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ts</a:t>
            </a:r>
            <a:endParaRPr lang="en-US" sz="2761" dirty="0">
              <a:latin typeface="Times New Roman"/>
              <a:cs typeface="Times New Roman"/>
            </a:endParaRPr>
          </a:p>
          <a:p>
            <a:pPr marL="1069509" indent="-514350">
              <a:spcBef>
                <a:spcPts val="1438"/>
              </a:spcBef>
              <a:buAutoNum type="arabicPeriod" startAt="3"/>
            </a:pPr>
            <a:r>
              <a:rPr lang="en-US" sz="2761" dirty="0">
                <a:latin typeface="Times New Roman"/>
                <a:cs typeface="Times New Roman"/>
              </a:rPr>
              <a:t>} </a:t>
            </a:r>
            <a:r>
              <a:rPr lang="en-US" sz="2761" b="1" spc="12" dirty="0">
                <a:latin typeface="Times New Roman"/>
                <a:cs typeface="Times New Roman"/>
              </a:rPr>
              <a:t>w</a:t>
            </a:r>
            <a:r>
              <a:rPr lang="en-US" sz="2761" b="1" dirty="0">
                <a:latin typeface="Times New Roman"/>
                <a:cs typeface="Times New Roman"/>
              </a:rPr>
              <a:t>h</a:t>
            </a:r>
            <a:r>
              <a:rPr lang="en-US" sz="2761" b="1" spc="-23" dirty="0">
                <a:latin typeface="Times New Roman"/>
                <a:cs typeface="Times New Roman"/>
              </a:rPr>
              <a:t>i</a:t>
            </a:r>
            <a:r>
              <a:rPr lang="en-US" sz="2761" b="1" dirty="0">
                <a:latin typeface="Times New Roman"/>
                <a:cs typeface="Times New Roman"/>
              </a:rPr>
              <a:t>le 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ondition); </a:t>
            </a:r>
          </a:p>
          <a:p>
            <a:pPr marL="29219" marR="9839461">
              <a:lnSpc>
                <a:spcPts val="4785"/>
              </a:lnSpc>
              <a:spcBef>
                <a:spcPts val="368"/>
              </a:spcBef>
              <a:tabLst>
                <a:tab pos="1081099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9839461">
              <a:lnSpc>
                <a:spcPts val="4785"/>
              </a:lnSpc>
              <a:spcBef>
                <a:spcPts val="368"/>
              </a:spcBef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</a:p>
          <a:p>
            <a:pPr marL="29219">
              <a:spcBef>
                <a:spcPts val="1024"/>
              </a:spcBef>
            </a:pP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onditio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sp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boole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ssion, w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ich 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 to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true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168400" y="762000"/>
            <a:ext cx="13735523" cy="4620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For example,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36576" algn="l" fontAlgn="t"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1.  int b = 0;</a:t>
            </a:r>
          </a:p>
          <a:p>
            <a:pPr marL="36576" algn="l" fontAlgn="t">
              <a:spcBef>
                <a:spcPts val="0"/>
              </a:spcBef>
              <a:spcAft>
                <a:spcPts val="0"/>
              </a:spcAft>
            </a:pPr>
            <a:r>
              <a:rPr lang="en-US" sz="2761" dirty="0">
                <a:latin typeface="Times New Roman"/>
                <a:cs typeface="Times New Roman"/>
              </a:rPr>
              <a:t>2.  do {</a:t>
            </a:r>
          </a:p>
          <a:p>
            <a:pPr marL="550926" indent="-514350" algn="l" fontAlgn="t">
              <a:spcBef>
                <a:spcPts val="0"/>
              </a:spcBef>
              <a:spcAft>
                <a:spcPts val="0"/>
              </a:spcAft>
              <a:buAutoNum type="arabicPeriod" startAt="3"/>
            </a:pPr>
            <a:r>
              <a:rPr lang="en-US" sz="2761" dirty="0">
                <a:latin typeface="Times New Roman"/>
                <a:cs typeface="Times New Roman"/>
              </a:rPr>
              <a:t>   delay(100);    // wait for stabilization of the sensors</a:t>
            </a:r>
          </a:p>
          <a:p>
            <a:pPr marL="550926" indent="-514350" algn="l" fontAlgn="t">
              <a:spcBef>
                <a:spcPts val="0"/>
              </a:spcBef>
              <a:spcAft>
                <a:spcPts val="0"/>
              </a:spcAft>
              <a:buAutoNum type="arabicPeriod" startAt="3"/>
            </a:pPr>
            <a:r>
              <a:rPr lang="en-US" sz="2761" dirty="0">
                <a:latin typeface="Times New Roman"/>
                <a:cs typeface="Times New Roman"/>
              </a:rPr>
              <a:t>   b=</a:t>
            </a:r>
            <a:r>
              <a:rPr lang="en-US" sz="2761" dirty="0" err="1">
                <a:latin typeface="Times New Roman"/>
                <a:cs typeface="Times New Roman"/>
              </a:rPr>
              <a:t>readSensors</a:t>
            </a:r>
            <a:r>
              <a:rPr lang="en-US" sz="2761" dirty="0">
                <a:latin typeface="Times New Roman"/>
                <a:cs typeface="Times New Roman"/>
              </a:rPr>
              <a:t>();     // It checks the sensors</a:t>
            </a:r>
          </a:p>
          <a:p>
            <a:pPr marL="550926" indent="-514350" fontAlgn="t">
              <a:buFontTx/>
              <a:buAutoNum type="arabicPeriod" startAt="3"/>
            </a:pPr>
            <a:r>
              <a:rPr lang="en-US" sz="2761" dirty="0">
                <a:latin typeface="Times New Roman"/>
                <a:cs typeface="Times New Roman"/>
              </a:rPr>
              <a:t>} while (x &lt; 100);     // specified condition</a:t>
            </a:r>
          </a:p>
          <a:p>
            <a:pPr marL="36576" algn="l" fontAlgn="t">
              <a:spcBef>
                <a:spcPts val="0"/>
              </a:spcBef>
              <a:spcAft>
                <a:spcPts val="0"/>
              </a:spcAft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b="1" spc="-35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lo</a:t>
            </a:r>
            <a:r>
              <a:rPr lang="en-US" sz="2761" b="1" spc="23" dirty="0">
                <a:latin typeface="Times New Roman"/>
                <a:cs typeface="Times New Roman"/>
              </a:rPr>
              <a:t>w</a:t>
            </a:r>
            <a:r>
              <a:rPr lang="en-US" sz="2761" b="1" spc="-12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ha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flo</a:t>
            </a:r>
            <a:r>
              <a:rPr lang="en-US" sz="2761" spc="-12" dirty="0">
                <a:latin typeface="Times New Roman"/>
                <a:cs typeface="Times New Roman"/>
              </a:rPr>
              <a:t>wc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rt is shown </a:t>
            </a:r>
            <a:r>
              <a:rPr lang="en-US" sz="2761" spc="12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low:</a:t>
            </a:r>
          </a:p>
        </p:txBody>
      </p:sp>
      <p:sp>
        <p:nvSpPr>
          <p:cNvPr id="4" name="object 4"/>
          <p:cNvSpPr/>
          <p:nvPr/>
        </p:nvSpPr>
        <p:spPr>
          <a:xfrm>
            <a:off x="6125722" y="4114800"/>
            <a:ext cx="3820877" cy="5378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363946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68400" y="838200"/>
            <a:ext cx="14630400" cy="8286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3520"/>
              </a:lnSpc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Code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Ex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mple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pt of the 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while loop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an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/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1:</a:t>
            </a:r>
            <a:endParaRPr sz="2761" dirty="0">
              <a:latin typeface="Times New Roman"/>
              <a:cs typeface="Times New Roman"/>
            </a:endParaRPr>
          </a:p>
          <a:p>
            <a:pPr marL="55515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0;</a:t>
            </a:r>
          </a:p>
          <a:p>
            <a:pPr marL="555159" marR="6675055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6675055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   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l.b</a:t>
            </a:r>
            <a:r>
              <a:rPr sz="2761" spc="12" dirty="0" err="1">
                <a:latin typeface="Times New Roman"/>
                <a:cs typeface="Times New Roman"/>
              </a:rPr>
              <a:t>e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in</a:t>
            </a:r>
            <a:r>
              <a:rPr sz="2761" dirty="0">
                <a:latin typeface="Times New Roman"/>
                <a:cs typeface="Times New Roman"/>
              </a:rPr>
              <a:t>(9600);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6675055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    </a:t>
            </a:r>
            <a:r>
              <a:rPr sz="2761" b="1" dirty="0">
                <a:latin typeface="Times New Roman"/>
                <a:cs typeface="Times New Roman"/>
              </a:rPr>
              <a:t>do</a:t>
            </a: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513539">
              <a:lnSpc>
                <a:spcPts val="4785"/>
              </a:lnSpc>
              <a:spcBef>
                <a:spcPts val="368"/>
              </a:spcBef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5.	    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35" dirty="0">
                <a:latin typeface="Times New Roman"/>
                <a:cs typeface="Times New Roman"/>
              </a:rPr>
              <a:t>"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lco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dirty="0">
                <a:latin typeface="Times New Roman"/>
                <a:cs typeface="Times New Roman"/>
              </a:rPr>
              <a:t>e to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do while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loop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555159" marR="1513539">
              <a:lnSpc>
                <a:spcPts val="4785"/>
              </a:lnSpc>
              <a:spcBef>
                <a:spcPts val="368"/>
              </a:spcBef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6.	      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+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1;</a:t>
            </a:r>
          </a:p>
          <a:p>
            <a:pPr marL="555159">
              <a:spcBef>
                <a:spcPts val="1024"/>
              </a:spcBef>
            </a:pPr>
            <a:r>
              <a:rPr lang="en-US" sz="2761" dirty="0">
                <a:latin typeface="Times New Roman"/>
                <a:cs typeface="Times New Roman"/>
              </a:rPr>
              <a:t>7</a:t>
            </a:r>
            <a:r>
              <a:rPr sz="2761" dirty="0">
                <a:latin typeface="Times New Roman"/>
                <a:cs typeface="Times New Roman"/>
              </a:rPr>
              <a:t>.  </a:t>
            </a:r>
            <a:r>
              <a:rPr lang="en-US" sz="2761" dirty="0">
                <a:latin typeface="Times New Roman"/>
                <a:cs typeface="Times New Roman"/>
              </a:rPr>
              <a:t>  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 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h</a:t>
            </a:r>
            <a:r>
              <a:rPr sz="2761" b="1" spc="-23" dirty="0">
                <a:latin typeface="Times New Roman"/>
                <a:cs typeface="Times New Roman"/>
              </a:rPr>
              <a:t>i</a:t>
            </a:r>
            <a:r>
              <a:rPr sz="2761" b="1" dirty="0">
                <a:latin typeface="Times New Roman"/>
                <a:cs typeface="Times New Roman"/>
              </a:rPr>
              <a:t>le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&lt;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3);</a:t>
            </a:r>
          </a:p>
          <a:p>
            <a:pPr marL="55515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8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 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1069509" indent="-514350">
              <a:spcBef>
                <a:spcPts val="1461"/>
              </a:spcBef>
              <a:buAutoNum type="arabicPeriod" startAt="9"/>
            </a:pP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loop()</a:t>
            </a:r>
            <a:r>
              <a:rPr lang="en-US" sz="2761" dirty="0">
                <a:latin typeface="Times New Roman"/>
                <a:cs typeface="Times New Roman"/>
              </a:rPr>
              <a:t>  </a:t>
            </a:r>
            <a:r>
              <a:rPr sz="2761" dirty="0">
                <a:latin typeface="Times New Roman"/>
                <a:cs typeface="Times New Roman"/>
              </a:rPr>
              <a:t>{</a:t>
            </a:r>
            <a:r>
              <a:rPr lang="en-US" sz="2761" dirty="0">
                <a:latin typeface="Times New Roman"/>
                <a:cs typeface="Times New Roman"/>
              </a:rPr>
              <a:t>  </a:t>
            </a:r>
            <a:r>
              <a:rPr sz="2761" dirty="0">
                <a:latin typeface="Times New Roman"/>
                <a:cs typeface="Times New Roman"/>
              </a:rPr>
              <a:t>}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761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tput:</a:t>
            </a:r>
            <a:endParaRPr kumimoji="0" lang="en-US" sz="276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6" name="object 4"/>
          <p:cNvSpPr/>
          <p:nvPr/>
        </p:nvSpPr>
        <p:spPr>
          <a:xfrm>
            <a:off x="5283200" y="7543800"/>
            <a:ext cx="5802755" cy="23666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1643699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49400" y="1066800"/>
            <a:ext cx="14478000" cy="5591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ts val="4383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switch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se</a:t>
            </a:r>
            <a:endParaRPr sz="3681" dirty="0">
              <a:latin typeface="Times New Roman"/>
              <a:cs typeface="Times New Roman"/>
            </a:endParaRPr>
          </a:p>
          <a:p>
            <a:pPr marL="29219" algn="just">
              <a:lnSpc>
                <a:spcPts val="3278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lnSpc>
                <a:spcPts val="3278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it</a:t>
            </a:r>
            <a:r>
              <a:rPr sz="2761" b="1" spc="-23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 </a:t>
            </a:r>
            <a:r>
              <a:rPr sz="2761" b="1" spc="-219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ase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flow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ra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uting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switch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ompar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ular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</a:p>
          <a:p>
            <a:pPr marL="29219" marR="18992" algn="just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se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ble,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se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utes.</a:t>
            </a:r>
          </a:p>
          <a:p>
            <a:pPr marL="29219" marR="11688" algn="just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ak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five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br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 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 will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be 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ive. 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 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its the switch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marR="21914" algn="just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switch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hout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ontin</a:t>
            </a:r>
            <a:r>
              <a:rPr sz="2761" spc="-35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until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, it is ess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to include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 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 at the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of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2686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8400" y="902772"/>
            <a:ext cx="13725297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spc="-35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lo</a:t>
            </a:r>
            <a:r>
              <a:rPr sz="2761" b="1" spc="23" dirty="0">
                <a:latin typeface="Times New Roman"/>
                <a:cs typeface="Times New Roman"/>
              </a:rPr>
              <a:t>w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t of the s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it</a:t>
            </a:r>
            <a:r>
              <a:rPr sz="2761" b="1" spc="-23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ase</a:t>
            </a: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50000" y="304800"/>
            <a:ext cx="6189970" cy="92366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1003602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92200" y="438712"/>
            <a:ext cx="15468600" cy="875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5159" marR="10317190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it</a:t>
            </a:r>
            <a:r>
              <a:rPr sz="2761" b="1" spc="-23" dirty="0">
                <a:latin typeface="Times New Roman"/>
                <a:cs typeface="Times New Roman"/>
              </a:rPr>
              <a:t>c</a:t>
            </a:r>
            <a:r>
              <a:rPr sz="2761" b="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(v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317190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2.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  <a:buFont typeface="Times New Roman"/>
              <a:buAutoNum type="arabicPeriod" startAt="3"/>
              <a:tabLst>
                <a:tab pos="1081099" algn="l"/>
              </a:tabLst>
            </a:pPr>
            <a:r>
              <a:rPr lang="en-US" sz="2761" b="1" spc="-12" dirty="0">
                <a:latin typeface="Times New Roman"/>
                <a:cs typeface="Times New Roman"/>
              </a:rPr>
              <a:t>     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ase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1: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1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 startAt="3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            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12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1079638" indent="-524479">
              <a:spcBef>
                <a:spcPts val="1426"/>
              </a:spcBef>
              <a:buFont typeface="Times New Roman"/>
              <a:buAutoNum type="arabicPeriod" startAt="3"/>
              <a:tabLst>
                <a:tab pos="1081099" algn="l"/>
              </a:tabLst>
            </a:pPr>
            <a:r>
              <a:rPr lang="en-US" sz="2761" b="1" spc="-12" dirty="0">
                <a:latin typeface="Times New Roman"/>
                <a:cs typeface="Times New Roman"/>
              </a:rPr>
              <a:t>  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ase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2: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2</a:t>
            </a:r>
          </a:p>
          <a:p>
            <a:pPr marL="555159" marR="11659798">
              <a:lnSpc>
                <a:spcPts val="4785"/>
              </a:lnSpc>
              <a:spcBef>
                <a:spcPts val="368"/>
              </a:spcBef>
              <a:buFont typeface="Times New Roman"/>
              <a:buAutoNum type="arabicPeriod" startAt="3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               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12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1659798">
              <a:lnSpc>
                <a:spcPts val="4785"/>
              </a:lnSpc>
              <a:spcBef>
                <a:spcPts val="368"/>
              </a:spcBef>
              <a:buFont typeface="Times New Roman"/>
              <a:buAutoNum type="arabicPeriod" startAt="3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    </a:t>
            </a:r>
            <a:r>
              <a:rPr sz="2761" dirty="0">
                <a:latin typeface="Times New Roman"/>
                <a:cs typeface="Times New Roman"/>
              </a:rPr>
              <a:t>.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1659798">
              <a:lnSpc>
                <a:spcPts val="4785"/>
              </a:lnSpc>
              <a:spcBef>
                <a:spcPts val="368"/>
              </a:spcBef>
              <a:buFont typeface="Times New Roman"/>
              <a:buAutoNum type="arabicPeriod" startAt="3"/>
              <a:tabLst>
                <a:tab pos="1081099" algn="l"/>
              </a:tabLst>
            </a:pPr>
            <a:r>
              <a:rPr lang="en-US" sz="2761" spc="-12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    </a:t>
            </a:r>
            <a:r>
              <a:rPr sz="2761" dirty="0">
                <a:latin typeface="Times New Roman"/>
                <a:cs typeface="Times New Roman"/>
              </a:rPr>
              <a:t>.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1659798">
              <a:lnSpc>
                <a:spcPts val="4785"/>
              </a:lnSpc>
              <a:spcBef>
                <a:spcPts val="368"/>
              </a:spcBef>
              <a:buFont typeface="Times New Roman"/>
              <a:buAutoNum type="arabicPeriod" startAt="3"/>
              <a:tabLst>
                <a:tab pos="1081099" algn="l"/>
              </a:tabLst>
            </a:pPr>
            <a:r>
              <a:rPr lang="en-US" sz="2761" b="1" spc="-12" dirty="0">
                <a:latin typeface="Times New Roman"/>
                <a:cs typeface="Times New Roman"/>
              </a:rPr>
              <a:t>      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ase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n: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indent="-524479">
              <a:spcBef>
                <a:spcPts val="1461"/>
              </a:spcBef>
              <a:buFont typeface="Times New Roman"/>
              <a:buAutoNum type="arabicPeriod" startAt="11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       // stat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ments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lat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to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</a:p>
          <a:p>
            <a:pPr marL="1079638" indent="-524479">
              <a:spcBef>
                <a:spcPts val="1426"/>
              </a:spcBef>
              <a:buFont typeface="Times New Roman"/>
              <a:buAutoNum type="arabicPeriod" startAt="11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       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12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indent="-524479">
              <a:spcBef>
                <a:spcPts val="1426"/>
              </a:spcBef>
              <a:buFont typeface="Times New Roman"/>
              <a:buAutoNum type="arabicPeriod" startAt="11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 default: </a:t>
            </a:r>
            <a:r>
              <a:rPr lang="en-US" sz="2761" dirty="0">
                <a:latin typeface="Times New Roman"/>
                <a:cs typeface="Times New Roman"/>
              </a:rPr>
              <a:t>// it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ontains the option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ode</a:t>
            </a:r>
          </a:p>
          <a:p>
            <a:pPr marL="1079638" indent="-524479">
              <a:spcBef>
                <a:spcPts val="1426"/>
              </a:spcBef>
              <a:buFont typeface="Times New Roman"/>
              <a:buAutoNum type="arabicPeriod" startAt="11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 //if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nothing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mat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in the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bove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s,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ult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 runs</a:t>
            </a:r>
          </a:p>
          <a:p>
            <a:pPr marL="1079638" indent="-524479">
              <a:spcBef>
                <a:spcPts val="1426"/>
              </a:spcBef>
              <a:buFont typeface="Times New Roman"/>
              <a:buAutoNum type="arabicPeriod" startAt="11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 b</a:t>
            </a:r>
            <a:r>
              <a:rPr lang="en-US" sz="2761" b="1" spc="-12" dirty="0">
                <a:latin typeface="Times New Roman"/>
                <a:cs typeface="Times New Roman"/>
              </a:rPr>
              <a:t>re</a:t>
            </a:r>
            <a:r>
              <a:rPr lang="en-US" sz="2761" b="1" dirty="0">
                <a:latin typeface="Times New Roman"/>
                <a:cs typeface="Times New Roman"/>
              </a:rPr>
              <a:t>a</a:t>
            </a:r>
            <a:r>
              <a:rPr lang="en-US" sz="2761" b="1" spc="12" dirty="0">
                <a:latin typeface="Times New Roman"/>
                <a:cs typeface="Times New Roman"/>
              </a:rPr>
              <a:t>k</a:t>
            </a:r>
            <a:r>
              <a:rPr lang="en-US" sz="2761" dirty="0">
                <a:latin typeface="Times New Roman"/>
                <a:cs typeface="Times New Roman"/>
              </a:rPr>
              <a:t>;  }</a:t>
            </a:r>
            <a:endParaRPr sz="2761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83503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9050" y="914400"/>
            <a:ext cx="15163800" cy="8001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lang="en-US" sz="2761" dirty="0">
                <a:latin typeface="Times New Roman"/>
                <a:cs typeface="Times New Roman"/>
              </a:rPr>
              <a:t>where,</a:t>
            </a:r>
          </a:p>
          <a:p>
            <a:pPr marL="29219">
              <a:spcBef>
                <a:spcPts val="1461"/>
              </a:spcBef>
            </a:pPr>
            <a:r>
              <a:rPr lang="en-US" sz="2761" b="1" dirty="0">
                <a:latin typeface="Times New Roman"/>
                <a:cs typeface="Times New Roman"/>
              </a:rPr>
              <a:t>va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ia</a:t>
            </a:r>
            <a:r>
              <a:rPr lang="en-US" sz="2761" b="1" spc="12" dirty="0">
                <a:latin typeface="Times New Roman"/>
                <a:cs typeface="Times New Roman"/>
              </a:rPr>
              <a:t>b</a:t>
            </a:r>
            <a:r>
              <a:rPr lang="en-US" sz="2761" b="1" dirty="0">
                <a:latin typeface="Times New Roman"/>
                <a:cs typeface="Times New Roman"/>
              </a:rPr>
              <a:t>l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: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in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ludes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bles 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ho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 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ll be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ompa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with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multiple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lang="en-US" sz="2761" b="1" dirty="0">
                <a:latin typeface="Times New Roman"/>
                <a:cs typeface="Times New Roman"/>
              </a:rPr>
              <a:t>val</a:t>
            </a:r>
            <a:r>
              <a:rPr lang="en-US" sz="2761" b="1" spc="12" dirty="0">
                <a:latin typeface="Times New Roman"/>
                <a:cs typeface="Times New Roman"/>
              </a:rPr>
              <a:t>u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: </a:t>
            </a:r>
            <a:r>
              <a:rPr lang="en-US" sz="2761" spc="-219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onsists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o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ompa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se </a:t>
            </a:r>
            <a:r>
              <a:rPr lang="en-US" sz="2761" spc="-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lues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nts.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llow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spc="58" dirty="0">
                <a:latin typeface="Times New Roman"/>
                <a:cs typeface="Times New Roman"/>
              </a:rPr>
              <a:t>t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b="1" spc="-12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ha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4701319">
              <a:lnSpc>
                <a:spcPts val="3198"/>
              </a:lnSpc>
            </a:pPr>
            <a:r>
              <a:rPr lang="en-US" sz="2761" dirty="0">
                <a:solidFill>
                  <a:srgbClr val="1F3762"/>
                </a:solidFill>
                <a:latin typeface="Times New Roman"/>
                <a:cs typeface="Times New Roman"/>
              </a:rPr>
              <a:t>C</a:t>
            </a:r>
            <a:r>
              <a:rPr lang="en-US"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a</a:t>
            </a:r>
            <a:r>
              <a:rPr lang="en-US" sz="2761" dirty="0">
                <a:solidFill>
                  <a:srgbClr val="1F3762"/>
                </a:solidFill>
                <a:latin typeface="Times New Roman"/>
                <a:cs typeface="Times New Roman"/>
              </a:rPr>
              <a:t>n we</a:t>
            </a:r>
            <a:r>
              <a:rPr lang="en-US" sz="2761" spc="-23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lang="en-US" sz="2761" dirty="0">
                <a:solidFill>
                  <a:srgbClr val="1F3762"/>
                </a:solidFill>
                <a:latin typeface="Times New Roman"/>
                <a:cs typeface="Times New Roman"/>
              </a:rPr>
              <a:t>use</a:t>
            </a:r>
            <a:r>
              <a:rPr lang="en-US"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lang="en-US" sz="2761" dirty="0">
                <a:solidFill>
                  <a:srgbClr val="1F3762"/>
                </a:solidFill>
                <a:latin typeface="Times New Roman"/>
                <a:cs typeface="Times New Roman"/>
              </a:rPr>
              <a:t>the if</a:t>
            </a:r>
            <a:r>
              <a:rPr lang="en-US"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lang="en-US" sz="2761" dirty="0">
                <a:solidFill>
                  <a:srgbClr val="1F3762"/>
                </a:solidFill>
                <a:latin typeface="Times New Roman"/>
                <a:cs typeface="Times New Roman"/>
              </a:rPr>
              <a:t>sta</a:t>
            </a:r>
            <a:r>
              <a:rPr lang="en-US" sz="2761" spc="23" dirty="0">
                <a:solidFill>
                  <a:srgbClr val="1F3762"/>
                </a:solidFill>
                <a:latin typeface="Times New Roman"/>
                <a:cs typeface="Times New Roman"/>
              </a:rPr>
              <a:t>t</a:t>
            </a:r>
            <a:r>
              <a:rPr lang="en-US"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lang="en-US" sz="2761" dirty="0">
                <a:solidFill>
                  <a:srgbClr val="1F3762"/>
                </a:solidFill>
                <a:latin typeface="Times New Roman"/>
                <a:cs typeface="Times New Roman"/>
              </a:rPr>
              <a:t>ment inste</a:t>
            </a:r>
            <a:r>
              <a:rPr lang="en-US" sz="2761" spc="-23" dirty="0">
                <a:solidFill>
                  <a:srgbClr val="1F3762"/>
                </a:solidFill>
                <a:latin typeface="Times New Roman"/>
                <a:cs typeface="Times New Roman"/>
              </a:rPr>
              <a:t>a</a:t>
            </a:r>
            <a:r>
              <a:rPr lang="en-US" sz="2761" dirty="0">
                <a:solidFill>
                  <a:srgbClr val="1F3762"/>
                </a:solidFill>
                <a:latin typeface="Times New Roman"/>
                <a:cs typeface="Times New Roman"/>
              </a:rPr>
              <a:t>d of a</a:t>
            </a:r>
            <a:r>
              <a:rPr lang="en-US" sz="2761" spc="-23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lang="en-US" sz="2761" dirty="0">
                <a:solidFill>
                  <a:srgbClr val="1F3762"/>
                </a:solidFill>
                <a:latin typeface="Times New Roman"/>
                <a:cs typeface="Times New Roman"/>
              </a:rPr>
              <a:t>switch</a:t>
            </a:r>
            <a:r>
              <a:rPr lang="en-US" sz="2761" spc="12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lang="en-US"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c</a:t>
            </a:r>
            <a:r>
              <a:rPr lang="en-US" sz="2761" spc="12" dirty="0">
                <a:solidFill>
                  <a:srgbClr val="1F3762"/>
                </a:solidFill>
                <a:latin typeface="Times New Roman"/>
                <a:cs typeface="Times New Roman"/>
              </a:rPr>
              <a:t>a</a:t>
            </a:r>
            <a:r>
              <a:rPr lang="en-US" sz="2761" dirty="0">
                <a:solidFill>
                  <a:srgbClr val="1F3762"/>
                </a:solidFill>
                <a:latin typeface="Times New Roman"/>
                <a:cs typeface="Times New Roman"/>
              </a:rPr>
              <a:t>s</a:t>
            </a:r>
            <a:r>
              <a:rPr lang="en-US"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lang="en-US" sz="2761" dirty="0">
                <a:solidFill>
                  <a:srgbClr val="1F3762"/>
                </a:solidFill>
                <a:latin typeface="Times New Roman"/>
                <a:cs typeface="Times New Roman"/>
              </a:rPr>
              <a:t>? </a:t>
            </a:r>
          </a:p>
          <a:p>
            <a:pPr marL="29219" marR="4701319">
              <a:lnSpc>
                <a:spcPts val="3198"/>
              </a:lnSpc>
            </a:pPr>
            <a:endParaRPr lang="en-US" sz="2761" dirty="0">
              <a:solidFill>
                <a:srgbClr val="1F3762"/>
              </a:solidFill>
              <a:latin typeface="Times New Roman"/>
              <a:cs typeface="Times New Roman"/>
            </a:endParaRPr>
          </a:p>
          <a:p>
            <a:pPr marL="29219" marR="4701319">
              <a:lnSpc>
                <a:spcPts val="3198"/>
              </a:lnSpc>
            </a:pP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s.</a:t>
            </a:r>
          </a:p>
          <a:p>
            <a:pPr marL="29219" marR="11688" algn="just">
              <a:lnSpc>
                <a:spcPct val="143300"/>
              </a:lnSpc>
            </a:pP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ut for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some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s, imp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menting 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switch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some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 e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si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th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if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</a:t>
            </a:r>
            <a:r>
              <a:rPr lang="en-US" sz="2761" spc="35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.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omm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switch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inst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multiple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onditions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no</a:t>
            </a:r>
            <a:r>
              <a:rPr lang="en-US" sz="2761" spc="115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- trivi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e</a:t>
            </a:r>
            <a:r>
              <a:rPr lang="en-US" sz="2761" spc="12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pr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ssion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d.</a:t>
            </a:r>
          </a:p>
          <a:p>
            <a:pPr marL="29219" marR="18992" algn="just">
              <a:lnSpc>
                <a:spcPct val="143800"/>
              </a:lnSpc>
              <a:spcBef>
                <a:spcPts val="12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if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llows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hoose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tw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two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options,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TRUE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SE.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lso use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multiple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if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tat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for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more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than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two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s.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switch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se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llows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hoose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tw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n 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rious dis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te options.</a:t>
            </a:r>
            <a:endParaRPr lang="en-US" sz="2646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6500" y="29501"/>
            <a:ext cx="15468600" cy="8794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2761" b="1" dirty="0">
                <a:latin typeface="Times New Roman"/>
                <a:cs typeface="Times New Roman"/>
              </a:rPr>
              <a:t>Code Exa</a:t>
            </a:r>
            <a:r>
              <a:rPr sz="2761" b="1" spc="-35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</a:t>
            </a:r>
            <a:endParaRPr sz="2761" dirty="0">
              <a:latin typeface="Times New Roman"/>
              <a:cs typeface="Times New Roman"/>
            </a:endParaRPr>
          </a:p>
          <a:p>
            <a:pPr marL="29219" marR="24836" algn="just">
              <a:lnSpc>
                <a:spcPts val="4785"/>
              </a:lnSpc>
              <a:spcBef>
                <a:spcPts val="311"/>
              </a:spcBef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include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35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se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tion,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ution.</a:t>
            </a:r>
          </a:p>
          <a:p>
            <a:pPr marL="555159" marR="10932248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932248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l.b</a:t>
            </a:r>
            <a:r>
              <a:rPr sz="2761" spc="12" dirty="0" err="1">
                <a:latin typeface="Times New Roman"/>
                <a:cs typeface="Times New Roman"/>
              </a:rPr>
              <a:t>e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in</a:t>
            </a:r>
            <a:r>
              <a:rPr sz="2761" dirty="0">
                <a:latin typeface="Times New Roman"/>
                <a:cs typeface="Times New Roman"/>
              </a:rPr>
              <a:t>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932248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1;</a:t>
            </a:r>
          </a:p>
          <a:p>
            <a:pPr marL="555159" marR="2315597">
              <a:lnSpc>
                <a:spcPts val="4785"/>
              </a:lnSpc>
              <a:spcBef>
                <a:spcPts val="368"/>
              </a:spcBef>
              <a:buFont typeface="Times New Roman"/>
              <a:buAutoNum type="arabicPeriod" startAt="4"/>
              <a:tabLst>
                <a:tab pos="1256412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it</a:t>
            </a:r>
            <a:r>
              <a:rPr sz="2761" b="1" spc="-23" dirty="0">
                <a:latin typeface="Times New Roman"/>
                <a:cs typeface="Times New Roman"/>
              </a:rPr>
              <a:t>c</a:t>
            </a:r>
            <a:r>
              <a:rPr sz="2761" b="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tching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run</a:t>
            </a: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2315597">
              <a:lnSpc>
                <a:spcPts val="4785"/>
              </a:lnSpc>
              <a:spcBef>
                <a:spcPts val="368"/>
              </a:spcBef>
              <a:buFont typeface="Times New Roman"/>
              <a:buAutoNum type="arabicPeriod" startAt="4"/>
              <a:tabLst>
                <a:tab pos="1256412" algn="l"/>
              </a:tabLst>
            </a:pPr>
            <a:r>
              <a:rPr lang="en-US" sz="2761" b="1" spc="-12" dirty="0">
                <a:latin typeface="Times New Roman"/>
                <a:cs typeface="Times New Roman"/>
              </a:rPr>
              <a:t>       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ase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1: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l.println</a:t>
            </a:r>
            <a:r>
              <a:rPr sz="2761" dirty="0">
                <a:latin typeface="Times New Roman"/>
                <a:cs typeface="Times New Roman"/>
              </a:rPr>
              <a:t>("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s");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2315597">
              <a:lnSpc>
                <a:spcPts val="4785"/>
              </a:lnSpc>
              <a:spcBef>
                <a:spcPts val="368"/>
              </a:spcBef>
              <a:buFont typeface="Times New Roman"/>
              <a:buAutoNum type="arabicPeriod" startAt="4"/>
              <a:tabLst>
                <a:tab pos="1256412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                 //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 of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mat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with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se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1.</a:t>
            </a:r>
          </a:p>
          <a:p>
            <a:pPr marL="555159" marR="2315597">
              <a:lnSpc>
                <a:spcPts val="4785"/>
              </a:lnSpc>
              <a:spcBef>
                <a:spcPts val="368"/>
              </a:spcBef>
              <a:buFont typeface="Times New Roman"/>
              <a:buAutoNum type="arabicPeriod" startAt="4"/>
              <a:tabLst>
                <a:tab pos="1256412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                 </a:t>
            </a:r>
            <a:r>
              <a:rPr sz="2761" dirty="0">
                <a:latin typeface="Times New Roman"/>
                <a:cs typeface="Times New Roman"/>
              </a:rPr>
              <a:t>//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mess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ssoc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with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 will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ted</a:t>
            </a:r>
          </a:p>
          <a:p>
            <a:pPr marL="1430265" indent="-875106">
              <a:spcBef>
                <a:spcPts val="1438"/>
              </a:spcBef>
              <a:buFont typeface="Times New Roman"/>
              <a:buAutoNum type="arabicPeriod" startAt="8"/>
              <a:tabLst>
                <a:tab pos="1431726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          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12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1430265" indent="-875106">
              <a:spcBef>
                <a:spcPts val="1461"/>
              </a:spcBef>
              <a:buFont typeface="Times New Roman"/>
              <a:buAutoNum type="arabicPeriod" startAt="8"/>
              <a:tabLst>
                <a:tab pos="1431726" algn="l"/>
              </a:tabLst>
            </a:pP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ase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2: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l.println</a:t>
            </a:r>
            <a:r>
              <a:rPr sz="2761" dirty="0">
                <a:latin typeface="Times New Roman"/>
                <a:cs typeface="Times New Roman"/>
              </a:rPr>
              <a:t>("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s");</a:t>
            </a:r>
          </a:p>
          <a:p>
            <a:pPr marL="1430265" indent="-875106">
              <a:spcBef>
                <a:spcPts val="1461"/>
              </a:spcBef>
              <a:buFont typeface="Times New Roman"/>
              <a:buAutoNum type="arabicPeriod" startAt="8"/>
              <a:tabLst>
                <a:tab pos="1431726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         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12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1430265" indent="-875106">
              <a:spcBef>
                <a:spcPts val="1438"/>
              </a:spcBef>
              <a:buFont typeface="Times New Roman"/>
              <a:buAutoNum type="arabicPeriod" startAt="8"/>
              <a:tabLst>
                <a:tab pos="1431726" algn="l"/>
              </a:tabLst>
            </a:pP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ase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3: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l.println</a:t>
            </a:r>
            <a:r>
              <a:rPr sz="2761" dirty="0">
                <a:latin typeface="Times New Roman"/>
                <a:cs typeface="Times New Roman"/>
              </a:rPr>
              <a:t>("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s");</a:t>
            </a:r>
          </a:p>
          <a:p>
            <a:pPr marL="1430265" indent="-875106">
              <a:spcBef>
                <a:spcPts val="1438"/>
              </a:spcBef>
              <a:buFont typeface="Times New Roman"/>
              <a:buAutoNum type="arabicPeriod" startAt="8"/>
              <a:tabLst>
                <a:tab pos="1431726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         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12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1295400"/>
            <a:ext cx="9753600" cy="4128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5159">
              <a:spcBef>
                <a:spcPts val="1461"/>
              </a:spcBef>
              <a:tabLst>
                <a:tab pos="1431726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13.    d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spc="12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ault</a:t>
            </a:r>
            <a:r>
              <a:rPr lang="en-US" sz="2761" dirty="0">
                <a:latin typeface="Times New Roman"/>
                <a:cs typeface="Times New Roman"/>
              </a:rPr>
              <a:t>: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("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ult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mat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s");</a:t>
            </a:r>
          </a:p>
          <a:p>
            <a:pPr marL="1069509" indent="-514350">
              <a:spcBef>
                <a:spcPts val="1461"/>
              </a:spcBef>
              <a:buAutoNum type="arabicPeriod" startAt="14"/>
              <a:tabLst>
                <a:tab pos="1431726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              b</a:t>
            </a:r>
            <a:r>
              <a:rPr lang="en-US" sz="2761" b="1" spc="-12" dirty="0">
                <a:latin typeface="Times New Roman"/>
                <a:cs typeface="Times New Roman"/>
              </a:rPr>
              <a:t>re</a:t>
            </a:r>
            <a:r>
              <a:rPr lang="en-US" sz="2761" b="1" dirty="0">
                <a:latin typeface="Times New Roman"/>
                <a:cs typeface="Times New Roman"/>
              </a:rPr>
              <a:t>a</a:t>
            </a:r>
            <a:r>
              <a:rPr lang="en-US" sz="2761" b="1" spc="12" dirty="0">
                <a:latin typeface="Times New Roman"/>
                <a:cs typeface="Times New Roman"/>
              </a:rPr>
              <a:t>k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1069509" indent="-514350">
              <a:spcBef>
                <a:spcPts val="1461"/>
              </a:spcBef>
              <a:buAutoNum type="arabicPeriod" startAt="14"/>
              <a:tabLst>
                <a:tab pos="1431726" algn="l"/>
              </a:tabLst>
            </a:pP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  <a:endParaRPr lang="en-US" sz="2761" dirty="0">
              <a:latin typeface="Times New Roman"/>
              <a:cs typeface="Times New Roman"/>
            </a:endParaRPr>
          </a:p>
          <a:p>
            <a:pPr marL="1069509" indent="-514350">
              <a:spcBef>
                <a:spcPts val="1461"/>
              </a:spcBef>
              <a:buAutoNum type="arabicPeriod" startAt="14"/>
              <a:tabLst>
                <a:tab pos="1431726" algn="l"/>
              </a:tabLst>
            </a:pPr>
            <a:r>
              <a:rPr sz="2761" dirty="0">
                <a:latin typeface="Times New Roman"/>
                <a:cs typeface="Times New Roman"/>
              </a:rPr>
              <a:t>}</a:t>
            </a:r>
            <a:endParaRPr lang="en-US" sz="2761" dirty="0">
              <a:latin typeface="Times New Roman"/>
              <a:cs typeface="Times New Roman"/>
            </a:endParaRPr>
          </a:p>
          <a:p>
            <a:pPr marL="1069509" indent="-514350">
              <a:spcBef>
                <a:spcPts val="1461"/>
              </a:spcBef>
              <a:buAutoNum type="arabicPeriod" startAt="14"/>
              <a:tabLst>
                <a:tab pos="1431726" algn="l"/>
              </a:tabLst>
            </a:pP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loop()</a:t>
            </a:r>
            <a:r>
              <a:rPr lang="en-US" sz="2761" dirty="0">
                <a:latin typeface="Times New Roman"/>
                <a:cs typeface="Times New Roman"/>
              </a:rPr>
              <a:t>  </a:t>
            </a:r>
            <a:r>
              <a:rPr sz="2761" dirty="0">
                <a:latin typeface="Times New Roman"/>
                <a:cs typeface="Times New Roman"/>
              </a:rPr>
              <a:t>{</a:t>
            </a:r>
            <a:r>
              <a:rPr lang="en-US" sz="2761" dirty="0">
                <a:latin typeface="Times New Roman"/>
                <a:cs typeface="Times New Roman"/>
              </a:rPr>
              <a:t> 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84"/>
              </a:spcBef>
            </a:pPr>
            <a:endParaRPr lang="en-US" sz="2761" b="1" dirty="0">
              <a:latin typeface="Times New Roman"/>
              <a:cs typeface="Times New Roman"/>
            </a:endParaRPr>
          </a:p>
          <a:p>
            <a:pPr marL="29219">
              <a:spcBef>
                <a:spcPts val="1484"/>
              </a:spcBef>
            </a:pP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tput:</a:t>
            </a: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68600" y="6430144"/>
            <a:ext cx="3225698" cy="23138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599</TotalTime>
  <Words>2089</Words>
  <Application>Microsoft Office PowerPoint</Application>
  <PresentationFormat>Custom</PresentationFormat>
  <Paragraphs>231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Calibri</vt:lpstr>
      <vt:lpstr>Courier New</vt:lpstr>
      <vt:lpstr>Times New Roman</vt:lpstr>
      <vt:lpstr>Office Theme</vt:lpstr>
      <vt:lpstr>Arduino Loops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4</cp:revision>
  <dcterms:created xsi:type="dcterms:W3CDTF">2024-06-25T17:28:08Z</dcterms:created>
  <dcterms:modified xsi:type="dcterms:W3CDTF">2024-06-27T03:51:56Z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2024-06-25T00:00:00Z</vt:filetime>
  </property>
  <property fmtid="{D5CDD505-2E9C-101B-9397-08002B2CF9AE}" pid="3" name="LastSaved">
    <vt:filetime>2024-06-25T00:00:00Z</vt:filetime>
  </property>
</Properties>
</file>