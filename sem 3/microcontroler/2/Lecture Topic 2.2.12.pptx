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3" r:id="rId3"/>
    <p:sldId id="257" r:id="rId4"/>
    <p:sldId id="264" r:id="rId5"/>
    <p:sldId id="265" r:id="rId6"/>
    <p:sldId id="266" r:id="rId7"/>
    <p:sldId id="258" r:id="rId8"/>
    <p:sldId id="267" r:id="rId9"/>
    <p:sldId id="259" r:id="rId10"/>
    <p:sldId id="268" r:id="rId11"/>
    <p:sldId id="260" r:id="rId12"/>
    <p:sldId id="269" r:id="rId13"/>
    <p:sldId id="261" r:id="rId14"/>
    <p:sldId id="270" r:id="rId15"/>
    <p:sldId id="262" r:id="rId16"/>
  </p:sldIdLst>
  <p:sldSz cx="17881600" cy="100584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4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821" y="72"/>
      </p:cViewPr>
      <p:guideLst>
        <p:guide orient="horz" pos="2880"/>
        <p:guide pos="4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0506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5859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243172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022369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88995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231217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921443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069633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17283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41120" y="3118105"/>
            <a:ext cx="15199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82241" y="5632704"/>
            <a:ext cx="1251711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94080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209022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4081" y="402336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81" y="2313432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79745" y="9354312"/>
            <a:ext cx="572211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94080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874752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78000" y="1219200"/>
            <a:ext cx="14401800" cy="6481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ino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endParaRPr sz="3681" dirty="0">
              <a:latin typeface="Times New Roman"/>
              <a:cs typeface="Times New Roman"/>
            </a:endParaRPr>
          </a:p>
          <a:p>
            <a:pPr marL="29219" marR="16070" algn="just">
              <a:lnSpc>
                <a:spcPct val="143600"/>
              </a:lnSpc>
              <a:spcBef>
                <a:spcPts val="3232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fin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tur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llow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multiple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lues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roup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togeth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a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simple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method.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rr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norm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built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like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g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, </a:t>
            </a:r>
            <a:r>
              <a:rPr sz="2761" b="1" spc="-311" dirty="0">
                <a:latin typeface="Times New Roman"/>
                <a:cs typeface="Times New Roman"/>
              </a:rPr>
              <a:t> </a:t>
            </a:r>
            <a:r>
              <a:rPr sz="2761" b="1" spc="-12" dirty="0">
                <a:latin typeface="Times New Roman"/>
                <a:cs typeface="Times New Roman"/>
              </a:rPr>
              <a:t>re</a:t>
            </a:r>
            <a:r>
              <a:rPr sz="2761" b="1" dirty="0">
                <a:latin typeface="Times New Roman"/>
                <a:cs typeface="Times New Roman"/>
              </a:rPr>
              <a:t>als, </a:t>
            </a:r>
            <a:r>
              <a:rPr sz="2761" b="1" spc="-299" dirty="0">
                <a:latin typeface="Times New Roman"/>
                <a:cs typeface="Times New Roman"/>
              </a:rPr>
              <a:t> 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ha</a:t>
            </a:r>
            <a:r>
              <a:rPr sz="2761" b="1" spc="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s, </a:t>
            </a:r>
            <a:r>
              <a:rPr sz="2761" b="1" spc="-311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and </a:t>
            </a:r>
            <a:r>
              <a:rPr sz="2761" b="1" spc="-334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boolea</a:t>
            </a:r>
            <a:r>
              <a:rPr sz="2761" b="1" spc="46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fers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list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finite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number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(n)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simil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 d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nts.</a:t>
            </a:r>
          </a:p>
          <a:p>
            <a:pPr marL="29219" marR="11688" algn="just">
              <a:lnSpc>
                <a:spcPts val="4808"/>
              </a:lnSpc>
              <a:spcBef>
                <a:spcPts val="380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utive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umbe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rr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0,</a:t>
            </a:r>
            <a:r>
              <a:rPr sz="2761" b="1" spc="127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1,</a:t>
            </a:r>
            <a:r>
              <a:rPr sz="2761" b="1" spc="127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2,</a:t>
            </a:r>
            <a:r>
              <a:rPr sz="2761" b="1" spc="127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3, 4, 5, 6, .......n.</a:t>
            </a:r>
            <a:endParaRPr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999"/>
              </a:spcBef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5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lem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nts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AR,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58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</a:p>
          <a:p>
            <a:pPr marL="29219" algn="just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shown 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</a:p>
          <a:p>
            <a:pPr marL="1079638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AR</a:t>
            </a:r>
            <a:r>
              <a:rPr sz="2761" spc="12" dirty="0">
                <a:latin typeface="Times New Roman"/>
                <a:cs typeface="Times New Roman"/>
              </a:rPr>
              <a:t>[</a:t>
            </a:r>
            <a:r>
              <a:rPr sz="2761" dirty="0">
                <a:latin typeface="Times New Roman"/>
                <a:cs typeface="Times New Roman"/>
              </a:rPr>
              <a:t>0</a:t>
            </a:r>
            <a:r>
              <a:rPr sz="2761" spc="12" dirty="0">
                <a:latin typeface="Times New Roman"/>
                <a:cs typeface="Times New Roman"/>
              </a:rPr>
              <a:t>]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[</a:t>
            </a:r>
            <a:r>
              <a:rPr sz="2761" spc="-35" dirty="0">
                <a:latin typeface="Times New Roman"/>
                <a:cs typeface="Times New Roman"/>
              </a:rPr>
              <a:t>1</a:t>
            </a:r>
            <a:r>
              <a:rPr sz="2761" spc="12" dirty="0">
                <a:latin typeface="Times New Roman"/>
                <a:cs typeface="Times New Roman"/>
              </a:rPr>
              <a:t>]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[</a:t>
            </a:r>
            <a:r>
              <a:rPr sz="2761" dirty="0">
                <a:latin typeface="Times New Roman"/>
                <a:cs typeface="Times New Roman"/>
              </a:rPr>
              <a:t>2</a:t>
            </a:r>
            <a:r>
              <a:rPr sz="2761" spc="12" dirty="0">
                <a:latin typeface="Times New Roman"/>
                <a:cs typeface="Times New Roman"/>
              </a:rPr>
              <a:t>]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[</a:t>
            </a:r>
            <a:r>
              <a:rPr sz="2761" spc="-35" dirty="0">
                <a:latin typeface="Times New Roman"/>
                <a:cs typeface="Times New Roman"/>
              </a:rPr>
              <a:t>3</a:t>
            </a:r>
            <a:r>
              <a:rPr sz="2761" spc="12" dirty="0">
                <a:latin typeface="Times New Roman"/>
                <a:cs typeface="Times New Roman"/>
              </a:rPr>
              <a:t>]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AR</a:t>
            </a:r>
            <a:r>
              <a:rPr sz="2761" spc="12" dirty="0">
                <a:latin typeface="Times New Roman"/>
                <a:cs typeface="Times New Roman"/>
              </a:rPr>
              <a:t>[</a:t>
            </a:r>
            <a:r>
              <a:rPr sz="2761" spc="-35" dirty="0">
                <a:latin typeface="Times New Roman"/>
                <a:cs typeface="Times New Roman"/>
              </a:rPr>
              <a:t>4</a:t>
            </a:r>
            <a:r>
              <a:rPr sz="2761" dirty="0">
                <a:latin typeface="Times New Roman"/>
                <a:cs typeface="Times New Roman"/>
              </a:rPr>
              <a:t>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97000" y="1295400"/>
            <a:ext cx="15087600" cy="60657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4371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</a:t>
            </a:r>
            <a:r>
              <a:rPr sz="3681" spc="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ino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rr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rduino is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lar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oll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bles,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hich is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qui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with an ind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rr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nted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s: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i</a:t>
            </a:r>
            <a:r>
              <a:rPr lang="en-US" sz="2761" spc="46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46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m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ordi</a:t>
            </a:r>
            <a:r>
              <a:rPr lang="en-US" sz="2761" spc="12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23" dirty="0">
                <a:latin typeface="Times New Roman"/>
                <a:cs typeface="Times New Roman"/>
              </a:rPr>
              <a:t>u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ho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me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individual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me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lem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nt.</a:t>
            </a:r>
          </a:p>
        </p:txBody>
      </p:sp>
      <p:sp>
        <p:nvSpPr>
          <p:cNvPr id="6" name="object 6"/>
          <p:cNvSpPr/>
          <p:nvPr/>
        </p:nvSpPr>
        <p:spPr>
          <a:xfrm>
            <a:off x="6273800" y="3352800"/>
            <a:ext cx="5334000" cy="35052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3397127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3200" y="891817"/>
            <a:ext cx="14706600" cy="82747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ct val="150000"/>
              </a:lnSpc>
            </a:pP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</a:t>
            </a:r>
            <a:r>
              <a:rPr lang="en-US"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lang="en-US"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lang="en-US"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Decl</a:t>
            </a:r>
            <a:r>
              <a:rPr lang="en-US"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ration</a:t>
            </a:r>
            <a:endParaRPr lang="en-US" sz="3681" dirty="0">
              <a:latin typeface="Times New Roman"/>
              <a:cs typeface="Times New Roman"/>
            </a:endParaRPr>
          </a:p>
          <a:p>
            <a:pPr marL="555159" indent="-525940">
              <a:lnSpc>
                <a:spcPct val="1500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555159" indent="-525940">
              <a:lnSpc>
                <a:spcPct val="150000"/>
              </a:lnSpc>
            </a:pPr>
            <a:r>
              <a:rPr lang="en-US" sz="2761" dirty="0">
                <a:latin typeface="Times New Roman"/>
                <a:cs typeface="Times New Roman"/>
              </a:rPr>
              <a:t>Th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re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di</a:t>
            </a:r>
            <a:r>
              <a:rPr lang="en-US" sz="2761" spc="12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 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thods to de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la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duino, which 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listed b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low:</a:t>
            </a:r>
          </a:p>
          <a:p>
            <a:pPr marL="555159">
              <a:lnSpc>
                <a:spcPct val="150000"/>
              </a:lnSpc>
              <a:spcBef>
                <a:spcPts val="1461"/>
              </a:spcBef>
              <a:tabLst>
                <a:tab pos="1079638" algn="l"/>
              </a:tabLst>
            </a:pPr>
            <a:r>
              <a:rPr lang="en-US" sz="2301" spc="-23" dirty="0">
                <a:latin typeface="Courier New"/>
                <a:cs typeface="Courier New"/>
              </a:rPr>
              <a:t>o</a:t>
            </a:r>
            <a:r>
              <a:rPr lang="en-US" sz="2301" spc="-23" dirty="0">
                <a:latin typeface="Times New Roman"/>
                <a:cs typeface="Times New Roman"/>
              </a:rPr>
              <a:t>	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ca</a:t>
            </a:r>
            <a:r>
              <a:rPr lang="en-US" sz="2761" dirty="0">
                <a:latin typeface="Times New Roman"/>
                <a:cs typeface="Times New Roman"/>
              </a:rPr>
              <a:t>n d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spc="23" dirty="0">
                <a:latin typeface="Times New Roman"/>
                <a:cs typeface="Times New Roman"/>
              </a:rPr>
              <a:t>l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35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without sp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i</a:t>
            </a:r>
            <a:r>
              <a:rPr lang="en-US" sz="2761" spc="12" dirty="0">
                <a:latin typeface="Times New Roman"/>
                <a:cs typeface="Times New Roman"/>
              </a:rPr>
              <a:t>f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s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spc="12" dirty="0">
                <a:latin typeface="Times New Roman"/>
                <a:cs typeface="Times New Roman"/>
              </a:rPr>
              <a:t>z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1079638">
              <a:lnSpc>
                <a:spcPct val="150000"/>
              </a:lnSpc>
              <a:spcBef>
                <a:spcPts val="1426"/>
              </a:spcBef>
            </a:pP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or 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mpl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</a:p>
          <a:p>
            <a:pPr marL="2131518">
              <a:lnSpc>
                <a:spcPct val="150000"/>
              </a:lnSpc>
              <a:spcBef>
                <a:spcPts val="1461"/>
              </a:spcBef>
            </a:pPr>
            <a:r>
              <a:rPr lang="en-US" sz="2761" b="1" dirty="0">
                <a:latin typeface="Times New Roman"/>
                <a:cs typeface="Times New Roman"/>
              </a:rPr>
              <a:t>i</a:t>
            </a:r>
            <a:r>
              <a:rPr lang="en-US" sz="2761" b="1" spc="12" dirty="0">
                <a:latin typeface="Times New Roman"/>
                <a:cs typeface="Times New Roman"/>
              </a:rPr>
              <a:t>n</a:t>
            </a:r>
            <a:r>
              <a:rPr lang="en-US" sz="2761" b="1" dirty="0">
                <a:latin typeface="Times New Roman"/>
                <a:cs typeface="Times New Roman"/>
              </a:rPr>
              <a:t>t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spc="23" dirty="0" err="1">
                <a:latin typeface="Times New Roman"/>
                <a:cs typeface="Times New Roman"/>
              </a:rPr>
              <a:t>m</a:t>
            </a:r>
            <a:r>
              <a:rPr lang="en-US" sz="2761" spc="-58" dirty="0" err="1">
                <a:latin typeface="Times New Roman"/>
                <a:cs typeface="Times New Roman"/>
              </a:rPr>
              <a:t>y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rr</a:t>
            </a:r>
            <a:r>
              <a:rPr lang="en-US" sz="2761" spc="35" dirty="0" err="1">
                <a:latin typeface="Times New Roman"/>
                <a:cs typeface="Times New Roman"/>
              </a:rPr>
              <a:t>a</a:t>
            </a:r>
            <a:r>
              <a:rPr lang="en-US" sz="2761" spc="-92" dirty="0" err="1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[]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{1, 4, 6,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7};</a:t>
            </a:r>
          </a:p>
          <a:p>
            <a:pPr marL="1010898" lvl="1" indent="-524479">
              <a:lnSpc>
                <a:spcPct val="150000"/>
              </a:lnSpc>
              <a:buSzPct val="83333"/>
              <a:buFont typeface="Courier New"/>
              <a:buChar char="o"/>
              <a:tabLst>
                <a:tab pos="555159" algn="l"/>
              </a:tabLst>
            </a:pP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ca</a:t>
            </a:r>
            <a:r>
              <a:rPr lang="en-US" sz="2761" dirty="0">
                <a:latin typeface="Times New Roman"/>
                <a:cs typeface="Times New Roman"/>
              </a:rPr>
              <a:t>n d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spc="23" dirty="0">
                <a:latin typeface="Times New Roman"/>
                <a:cs typeface="Times New Roman"/>
              </a:rPr>
              <a:t>l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rr</a:t>
            </a:r>
            <a:r>
              <a:rPr lang="en-US" sz="2761" spc="35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without initi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-23" dirty="0">
                <a:latin typeface="Times New Roman"/>
                <a:cs typeface="Times New Roman"/>
              </a:rPr>
              <a:t>i</a:t>
            </a:r>
            <a:r>
              <a:rPr lang="en-US" sz="2761" spc="12" dirty="0">
                <a:latin typeface="Times New Roman"/>
                <a:cs typeface="Times New Roman"/>
              </a:rPr>
              <a:t>z</a:t>
            </a:r>
            <a:r>
              <a:rPr lang="en-US" sz="2761" dirty="0">
                <a:latin typeface="Times New Roman"/>
                <a:cs typeface="Times New Roman"/>
              </a:rPr>
              <a:t>ing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its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lem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nts.</a:t>
            </a:r>
          </a:p>
          <a:p>
            <a:pPr marL="486419" lvl="1">
              <a:lnSpc>
                <a:spcPct val="150000"/>
              </a:lnSpc>
              <a:buSzPct val="83333"/>
              <a:tabLst>
                <a:tab pos="555159" algn="l"/>
              </a:tabLst>
            </a:pPr>
            <a:r>
              <a:rPr lang="en-US" sz="2761" spc="-23" dirty="0">
                <a:latin typeface="Times New Roman"/>
                <a:cs typeface="Times New Roman"/>
              </a:rPr>
              <a:t>		 F</a:t>
            </a:r>
            <a:r>
              <a:rPr lang="en-US" sz="2761" dirty="0">
                <a:latin typeface="Times New Roman"/>
                <a:cs typeface="Times New Roman"/>
              </a:rPr>
              <a:t>or 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mpl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</a:p>
          <a:p>
            <a:pPr marL="1605578">
              <a:lnSpc>
                <a:spcPct val="150000"/>
              </a:lnSpc>
              <a:spcBef>
                <a:spcPts val="1461"/>
              </a:spcBef>
            </a:pPr>
            <a:r>
              <a:rPr lang="en-US" sz="2761" b="1" dirty="0">
                <a:latin typeface="Times New Roman"/>
                <a:cs typeface="Times New Roman"/>
              </a:rPr>
              <a:t>i</a:t>
            </a:r>
            <a:r>
              <a:rPr lang="en-US" sz="2761" b="1" spc="12" dirty="0">
                <a:latin typeface="Times New Roman"/>
                <a:cs typeface="Times New Roman"/>
              </a:rPr>
              <a:t>n</a:t>
            </a:r>
            <a:r>
              <a:rPr lang="en-US" sz="2761" b="1" dirty="0">
                <a:latin typeface="Times New Roman"/>
                <a:cs typeface="Times New Roman"/>
              </a:rPr>
              <a:t>t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spc="23" dirty="0" err="1">
                <a:latin typeface="Times New Roman"/>
                <a:cs typeface="Times New Roman"/>
              </a:rPr>
              <a:t>m</a:t>
            </a:r>
            <a:r>
              <a:rPr lang="en-US" sz="2761" spc="-58" dirty="0" err="1">
                <a:latin typeface="Times New Roman"/>
                <a:cs typeface="Times New Roman"/>
              </a:rPr>
              <a:t>y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rr</a:t>
            </a:r>
            <a:r>
              <a:rPr lang="en-US" sz="2761" spc="35" dirty="0" err="1">
                <a:latin typeface="Times New Roman"/>
                <a:cs typeface="Times New Roman"/>
              </a:rPr>
              <a:t>a</a:t>
            </a:r>
            <a:r>
              <a:rPr lang="en-US" sz="2761" spc="-92" dirty="0" err="1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[5</a:t>
            </a:r>
            <a:r>
              <a:rPr lang="en-US" sz="2761" spc="12" dirty="0">
                <a:latin typeface="Times New Roman"/>
                <a:cs typeface="Times New Roman"/>
              </a:rPr>
              <a:t>]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1010898" lvl="1" indent="-524479">
              <a:lnSpc>
                <a:spcPct val="150000"/>
              </a:lnSpc>
              <a:spcBef>
                <a:spcPts val="1438"/>
              </a:spcBef>
              <a:buSzPct val="83333"/>
              <a:buFont typeface="Courier New"/>
              <a:buChar char="o"/>
              <a:tabLst>
                <a:tab pos="555159" algn="l"/>
              </a:tabLst>
            </a:pP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ca</a:t>
            </a:r>
            <a:r>
              <a:rPr lang="en-US" sz="2761" dirty="0">
                <a:latin typeface="Times New Roman"/>
                <a:cs typeface="Times New Roman"/>
              </a:rPr>
              <a:t>n d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spc="23" dirty="0">
                <a:latin typeface="Times New Roman"/>
                <a:cs typeface="Times New Roman"/>
              </a:rPr>
              <a:t>l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rr</a:t>
            </a:r>
            <a:r>
              <a:rPr lang="en-US" sz="2761" spc="35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initi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li</a:t>
            </a:r>
            <a:r>
              <a:rPr lang="en-US" sz="2761" spc="12" dirty="0">
                <a:latin typeface="Times New Roman"/>
                <a:cs typeface="Times New Roman"/>
              </a:rPr>
              <a:t>z</a:t>
            </a:r>
            <a:r>
              <a:rPr lang="en-US" sz="2761" dirty="0">
                <a:latin typeface="Times New Roman"/>
                <a:cs typeface="Times New Roman"/>
              </a:rPr>
              <a:t>ing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si</a:t>
            </a:r>
            <a:r>
              <a:rPr lang="en-US" sz="2761" spc="12" dirty="0">
                <a:latin typeface="Times New Roman"/>
                <a:cs typeface="Times New Roman"/>
              </a:rPr>
              <a:t>z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a</a:t>
            </a:r>
            <a:r>
              <a:rPr lang="en-US" sz="2761" dirty="0">
                <a:latin typeface="Times New Roman"/>
                <a:cs typeface="Times New Roman"/>
              </a:rPr>
              <a:t>nd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lem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nts.</a:t>
            </a:r>
          </a:p>
          <a:p>
            <a:pPr marL="1605578">
              <a:lnSpc>
                <a:spcPct val="150000"/>
              </a:lnSpc>
              <a:spcBef>
                <a:spcPts val="1461"/>
              </a:spcBef>
            </a:pPr>
            <a:r>
              <a:rPr lang="en-US" sz="2761" b="1" dirty="0">
                <a:latin typeface="Times New Roman"/>
                <a:cs typeface="Times New Roman"/>
              </a:rPr>
              <a:t>i</a:t>
            </a:r>
            <a:r>
              <a:rPr lang="en-US" sz="2761" b="1" spc="12" dirty="0">
                <a:latin typeface="Times New Roman"/>
                <a:cs typeface="Times New Roman"/>
              </a:rPr>
              <a:t>n</a:t>
            </a:r>
            <a:r>
              <a:rPr lang="en-US" sz="2761" b="1" dirty="0">
                <a:latin typeface="Times New Roman"/>
                <a:cs typeface="Times New Roman"/>
              </a:rPr>
              <a:t>t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spc="23" dirty="0" err="1">
                <a:latin typeface="Times New Roman"/>
                <a:cs typeface="Times New Roman"/>
              </a:rPr>
              <a:t>m</a:t>
            </a:r>
            <a:r>
              <a:rPr lang="en-US" sz="2761" spc="-58" dirty="0" err="1">
                <a:latin typeface="Times New Roman"/>
                <a:cs typeface="Times New Roman"/>
              </a:rPr>
              <a:t>y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rr</a:t>
            </a:r>
            <a:r>
              <a:rPr lang="en-US" sz="2761" spc="35" dirty="0" err="1">
                <a:latin typeface="Times New Roman"/>
                <a:cs typeface="Times New Roman"/>
              </a:rPr>
              <a:t>a</a:t>
            </a:r>
            <a:r>
              <a:rPr lang="en-US" sz="2761" spc="-92" dirty="0" err="1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[8]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{ 1, 4,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7, 9, 3, 2 , 4};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26973" y="12264463"/>
            <a:ext cx="9032835" cy="11462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>
              <a:lnSpc>
                <a:spcPct val="143300"/>
              </a:lnSpc>
            </a:pPr>
            <a:r>
              <a:rPr sz="2761" dirty="0">
                <a:latin typeface="Times New Roman"/>
                <a:cs typeface="Times New Roman"/>
              </a:rPr>
              <a:t>No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, if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46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s: int </a:t>
            </a:r>
            <a:r>
              <a:rPr sz="2761" spc="35" dirty="0">
                <a:latin typeface="Times New Roman"/>
                <a:cs typeface="Times New Roman"/>
              </a:rPr>
              <a:t>m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rr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[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2]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 1, 4, 6, 7 } ;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displ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rr</a:t>
            </a:r>
            <a:r>
              <a:rPr sz="2761" dirty="0">
                <a:latin typeface="Times New Roman"/>
                <a:cs typeface="Times New Roman"/>
              </a:rPr>
              <a:t>ors,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shown 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  <a:endParaRPr sz="2761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49400" y="1096200"/>
            <a:ext cx="13463793" cy="7865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4371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Features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of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Array</a:t>
            </a:r>
            <a:endParaRPr sz="3681" dirty="0">
              <a:latin typeface="Times New Roman"/>
              <a:cs typeface="Times New Roman"/>
            </a:endParaRPr>
          </a:p>
          <a:p>
            <a:pPr marL="1079638" indent="-524479">
              <a:lnSpc>
                <a:spcPts val="3267"/>
              </a:lnSpc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nts of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rr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be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rs, ne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ve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s,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tc.</a:t>
            </a:r>
          </a:p>
          <a:p>
            <a:pPr marL="1079638">
              <a:spcBef>
                <a:spcPts val="1461"/>
              </a:spcBef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</a:p>
          <a:p>
            <a:pPr marL="1605578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1.  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rr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[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4 ]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 1, 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spc="23" dirty="0">
                <a:latin typeface="Times New Roman"/>
                <a:cs typeface="Times New Roman"/>
              </a:rPr>
              <a:t>3</a:t>
            </a:r>
            <a:r>
              <a:rPr sz="2761" dirty="0">
                <a:latin typeface="Times New Roman"/>
                <a:cs typeface="Times New Roman"/>
              </a:rPr>
              <a:t>, 4};</a:t>
            </a:r>
          </a:p>
          <a:p>
            <a:pPr marL="1605578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2.   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har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rr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[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6]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" </a:t>
            </a:r>
            <a:r>
              <a:rPr sz="2761" spc="-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i "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1079638" indent="-524479">
              <a:spcBef>
                <a:spcPts val="143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rr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uld not 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less than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nts.</a:t>
            </a:r>
          </a:p>
          <a:p>
            <a:pPr marL="1079638">
              <a:spcBef>
                <a:spcPts val="1461"/>
              </a:spcBef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</a:p>
          <a:p>
            <a:pPr marL="2131518">
              <a:spcBef>
                <a:spcPts val="1438"/>
              </a:spcBef>
            </a:pP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 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ya</a:t>
            </a:r>
            <a:r>
              <a:rPr sz="2761" b="1" spc="12" dirty="0">
                <a:latin typeface="Times New Roman"/>
                <a:cs typeface="Times New Roman"/>
              </a:rPr>
              <a:t>r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ay[5]</a:t>
            </a:r>
            <a:r>
              <a:rPr sz="2761" b="1" spc="-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=</a:t>
            </a:r>
            <a:r>
              <a:rPr sz="2761" b="1" spc="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{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1, 4,</a:t>
            </a:r>
            <a:r>
              <a:rPr sz="2761" b="1" spc="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6, 7 </a:t>
            </a:r>
            <a:r>
              <a:rPr sz="2761" b="1" spc="-12" dirty="0">
                <a:latin typeface="Times New Roman"/>
                <a:cs typeface="Times New Roman"/>
              </a:rPr>
              <a:t>}</a:t>
            </a:r>
            <a:r>
              <a:rPr sz="2761" b="1" dirty="0">
                <a:latin typeface="Times New Roman"/>
                <a:cs typeface="Times New Roman"/>
              </a:rPr>
              <a:t>;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itten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 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y</a:t>
            </a:r>
            <a:r>
              <a:rPr sz="2761" b="1" spc="23" dirty="0">
                <a:latin typeface="Times New Roman"/>
                <a:cs typeface="Times New Roman"/>
              </a:rPr>
              <a:t>a</a:t>
            </a:r>
            <a:r>
              <a:rPr sz="2761" b="1" spc="-12" dirty="0">
                <a:latin typeface="Times New Roman"/>
                <a:cs typeface="Times New Roman"/>
              </a:rPr>
              <a:t>rr</a:t>
            </a:r>
            <a:r>
              <a:rPr sz="2761" b="1" dirty="0">
                <a:latin typeface="Times New Roman"/>
                <a:cs typeface="Times New Roman"/>
              </a:rPr>
              <a:t>ay[</a:t>
            </a:r>
            <a:r>
              <a:rPr sz="2761" b="1" spc="12" dirty="0">
                <a:latin typeface="Times New Roman"/>
                <a:cs typeface="Times New Roman"/>
              </a:rPr>
              <a:t>8</a:t>
            </a:r>
            <a:r>
              <a:rPr sz="2761" b="1" dirty="0">
                <a:latin typeface="Times New Roman"/>
                <a:cs typeface="Times New Roman"/>
              </a:rPr>
              <a:t>] = {</a:t>
            </a:r>
            <a:r>
              <a:rPr sz="2761" b="1" spc="-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1, 4,</a:t>
            </a:r>
            <a:r>
              <a:rPr sz="2761" b="1" spc="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6, 7 </a:t>
            </a:r>
            <a:r>
              <a:rPr sz="2761" b="1" spc="-12" dirty="0">
                <a:latin typeface="Times New Roman"/>
                <a:cs typeface="Times New Roman"/>
              </a:rPr>
              <a:t>}</a:t>
            </a:r>
            <a:r>
              <a:rPr sz="2761" b="1" dirty="0">
                <a:latin typeface="Times New Roman"/>
                <a:cs typeface="Times New Roman"/>
              </a:rPr>
              <a:t>;</a:t>
            </a:r>
            <a:endParaRPr sz="2761" dirty="0">
              <a:latin typeface="Times New Roman"/>
              <a:cs typeface="Times New Roman"/>
            </a:endParaRPr>
          </a:p>
          <a:p>
            <a:pPr marL="2131518">
              <a:spcBef>
                <a:spcPts val="1461"/>
              </a:spcBef>
            </a:pP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ut, it 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nnot be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ritten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 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y</a:t>
            </a:r>
            <a:r>
              <a:rPr sz="2761" b="1" spc="23" dirty="0">
                <a:latin typeface="Times New Roman"/>
                <a:cs typeface="Times New Roman"/>
              </a:rPr>
              <a:t>a</a:t>
            </a:r>
            <a:r>
              <a:rPr sz="2761" b="1" spc="-12" dirty="0">
                <a:latin typeface="Times New Roman"/>
                <a:cs typeface="Times New Roman"/>
              </a:rPr>
              <a:t>rr</a:t>
            </a:r>
            <a:r>
              <a:rPr sz="2761" b="1" dirty="0">
                <a:latin typeface="Times New Roman"/>
                <a:cs typeface="Times New Roman"/>
              </a:rPr>
              <a:t>ay[</a:t>
            </a:r>
            <a:r>
              <a:rPr sz="2761" b="1" spc="12" dirty="0">
                <a:latin typeface="Times New Roman"/>
                <a:cs typeface="Times New Roman"/>
              </a:rPr>
              <a:t>2</a:t>
            </a:r>
            <a:r>
              <a:rPr sz="2761" b="1" dirty="0">
                <a:latin typeface="Times New Roman"/>
                <a:cs typeface="Times New Roman"/>
              </a:rPr>
              <a:t>] = {</a:t>
            </a:r>
            <a:r>
              <a:rPr sz="2761" b="1" spc="-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1,</a:t>
            </a:r>
            <a:r>
              <a:rPr sz="2761" b="1" spc="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4, 6, 7 </a:t>
            </a:r>
            <a:r>
              <a:rPr sz="2761" b="1" spc="-12" dirty="0">
                <a:latin typeface="Times New Roman"/>
                <a:cs typeface="Times New Roman"/>
              </a:rPr>
              <a:t>}</a:t>
            </a:r>
            <a:r>
              <a:rPr sz="2761" b="1" dirty="0">
                <a:latin typeface="Times New Roman"/>
                <a:cs typeface="Times New Roman"/>
              </a:rPr>
              <a:t>;</a:t>
            </a:r>
            <a:endParaRPr sz="2761" dirty="0">
              <a:latin typeface="Times New Roman"/>
              <a:cs typeface="Times New Roman"/>
            </a:endParaRPr>
          </a:p>
          <a:p>
            <a:pPr marL="1079638" marR="1637719">
              <a:lnSpc>
                <a:spcPts val="4785"/>
              </a:lnSpc>
              <a:spcBef>
                <a:spcPts val="36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1079638" marR="1637719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Consid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DE</a:t>
            </a:r>
            <a:r>
              <a:rPr sz="2761" dirty="0">
                <a:latin typeface="Times New Roman"/>
                <a:cs typeface="Times New Roman"/>
              </a:rPr>
              <a:t>.</a:t>
            </a:r>
            <a:endParaRPr lang="en-US" sz="2761" dirty="0">
              <a:latin typeface="Times New Roman"/>
              <a:cs typeface="Times New Roman"/>
            </a:endParaRPr>
          </a:p>
          <a:p>
            <a:pPr marL="1079638" marR="1637719">
              <a:lnSpc>
                <a:spcPts val="4785"/>
              </a:lnSpc>
              <a:spcBef>
                <a:spcPts val="368"/>
              </a:spcBef>
            </a:pP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s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46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rr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s:</a:t>
            </a:r>
            <a:endParaRPr lang="en-US" sz="2761" dirty="0">
              <a:latin typeface="Times New Roman"/>
              <a:cs typeface="Times New Roman"/>
            </a:endParaRPr>
          </a:p>
          <a:p>
            <a:pPr marL="1079638" marR="1637719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int 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rr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spc="12" dirty="0">
                <a:latin typeface="Times New Roman"/>
                <a:cs typeface="Times New Roman"/>
              </a:rPr>
              <a:t>[</a:t>
            </a:r>
            <a:r>
              <a:rPr sz="2761" dirty="0">
                <a:latin typeface="Times New Roman"/>
                <a:cs typeface="Times New Roman"/>
              </a:rPr>
              <a:t>5]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 1, 4,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6, 7 };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26973" y="12264463"/>
            <a:ext cx="9032835" cy="11462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>
              <a:lnSpc>
                <a:spcPct val="143300"/>
              </a:lnSpc>
            </a:pPr>
            <a:r>
              <a:rPr sz="2761" dirty="0">
                <a:latin typeface="Times New Roman"/>
                <a:cs typeface="Times New Roman"/>
              </a:rPr>
              <a:t>No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, if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46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s: int </a:t>
            </a:r>
            <a:r>
              <a:rPr sz="2761" spc="35" dirty="0">
                <a:latin typeface="Times New Roman"/>
                <a:cs typeface="Times New Roman"/>
              </a:rPr>
              <a:t>m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rr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[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2]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 1, 4, 6, 7 } ;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displ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rr</a:t>
            </a:r>
            <a:r>
              <a:rPr sz="2761" dirty="0">
                <a:latin typeface="Times New Roman"/>
                <a:cs typeface="Times New Roman"/>
              </a:rPr>
              <a:t>ors,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shown 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  <a:endParaRPr sz="276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20845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20800" y="990600"/>
            <a:ext cx="13463793" cy="424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638">
              <a:spcBef>
                <a:spcPts val="1024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su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ssful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ompile,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shown 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w:</a:t>
            </a:r>
          </a:p>
        </p:txBody>
      </p:sp>
      <p:sp>
        <p:nvSpPr>
          <p:cNvPr id="5" name="object 5"/>
          <p:cNvSpPr/>
          <p:nvPr/>
        </p:nvSpPr>
        <p:spPr>
          <a:xfrm>
            <a:off x="3870365" y="2165940"/>
            <a:ext cx="8915400" cy="6477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2150366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473200" y="990600"/>
            <a:ext cx="14935200" cy="11462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>
              <a:lnSpc>
                <a:spcPct val="143300"/>
              </a:lnSpc>
            </a:pPr>
            <a:r>
              <a:rPr sz="2761" dirty="0">
                <a:latin typeface="Times New Roman"/>
                <a:cs typeface="Times New Roman"/>
              </a:rPr>
              <a:t>No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, if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46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s: int </a:t>
            </a:r>
            <a:r>
              <a:rPr sz="2761" spc="35" dirty="0">
                <a:latin typeface="Times New Roman"/>
                <a:cs typeface="Times New Roman"/>
              </a:rPr>
              <a:t>m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rr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[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2]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 1, 4, 6, 7 } ;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displ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rr</a:t>
            </a:r>
            <a:r>
              <a:rPr sz="2761" dirty="0">
                <a:latin typeface="Times New Roman"/>
                <a:cs typeface="Times New Roman"/>
              </a:rPr>
              <a:t>ors,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shown 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</a:p>
        </p:txBody>
      </p:sp>
      <p:sp>
        <p:nvSpPr>
          <p:cNvPr id="2" name="object 4"/>
          <p:cNvSpPr/>
          <p:nvPr/>
        </p:nvSpPr>
        <p:spPr>
          <a:xfrm>
            <a:off x="4368800" y="2438400"/>
            <a:ext cx="8534400" cy="5638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2704784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4600" y="762864"/>
            <a:ext cx="15011400" cy="18279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3698" marR="11688" indent="-525940">
              <a:lnSpc>
                <a:spcPct val="143800"/>
              </a:lnSpc>
              <a:tabLst>
                <a:tab pos="553698" algn="l"/>
              </a:tabLst>
            </a:pPr>
            <a:r>
              <a:rPr sz="2301" spc="-23" dirty="0">
                <a:latin typeface="Courier New"/>
                <a:cs typeface="Courier New"/>
              </a:rPr>
              <a:t>o</a:t>
            </a:r>
            <a:r>
              <a:rPr sz="2301" spc="-23" dirty="0">
                <a:latin typeface="Times New Roman"/>
                <a:cs typeface="Times New Roman"/>
              </a:rPr>
              <a:t>	</a:t>
            </a:r>
            <a:r>
              <a:rPr sz="2761" spc="-23" dirty="0">
                <a:latin typeface="Times New Roman"/>
                <a:cs typeface="Times New Roman"/>
              </a:rPr>
              <a:t>The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nts,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while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46" dirty="0">
                <a:latin typeface="Times New Roman"/>
                <a:cs typeface="Times New Roman"/>
              </a:rPr>
              <a:t>f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har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should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 </a:t>
            </a:r>
            <a:r>
              <a:rPr sz="2761" b="1" dirty="0">
                <a:latin typeface="Times New Roman"/>
                <a:cs typeface="Times New Roman"/>
              </a:rPr>
              <a:t>(n</a:t>
            </a:r>
            <a:r>
              <a:rPr sz="2761" b="1" spc="196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-</a:t>
            </a:r>
            <a:r>
              <a:rPr sz="2761" b="1" spc="207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1),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n</a:t>
            </a:r>
            <a:r>
              <a:rPr sz="2761" b="1" spc="196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is</a:t>
            </a:r>
            <a:r>
              <a:rPr sz="2761" b="1" spc="196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the</a:t>
            </a:r>
            <a:r>
              <a:rPr sz="2761" b="1" spc="17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size of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the </a:t>
            </a:r>
            <a:r>
              <a:rPr sz="2761" b="1" spc="-12" dirty="0">
                <a:latin typeface="Times New Roman"/>
                <a:cs typeface="Times New Roman"/>
              </a:rPr>
              <a:t>arr</a:t>
            </a:r>
            <a:r>
              <a:rPr sz="2761" b="1" dirty="0">
                <a:latin typeface="Times New Roman"/>
                <a:cs typeface="Times New Roman"/>
              </a:rPr>
              <a:t>ay.</a:t>
            </a:r>
            <a:r>
              <a:rPr sz="2761" b="1" spc="35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is b</a:t>
            </a:r>
            <a:r>
              <a:rPr sz="2761" spc="-12" dirty="0">
                <a:latin typeface="Times New Roman"/>
                <a:cs typeface="Times New Roman"/>
              </a:rPr>
              <a:t>eca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one</a:t>
            </a:r>
            <a:r>
              <a:rPr sz="2761" spc="-12" dirty="0">
                <a:latin typeface="Times New Roman"/>
                <a:cs typeface="Times New Roman"/>
              </a:rPr>
              <a:t> 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is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hold the null ch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in the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rr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</a:p>
          <a:p>
            <a:pPr marL="553698">
              <a:spcBef>
                <a:spcPts val="1438"/>
              </a:spcBef>
            </a:pP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s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46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rr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har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ab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[8 ]</a:t>
            </a:r>
            <a:r>
              <a:rPr sz="2761" b="1" spc="-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= " A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dui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o";</a:t>
            </a:r>
            <a:endParaRPr sz="2761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59350" y="2590800"/>
            <a:ext cx="7152640" cy="72750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97000" y="990600"/>
            <a:ext cx="14782800" cy="8161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4371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Access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of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ay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</a:t>
            </a:r>
            <a:r>
              <a:rPr sz="3681" spc="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ino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inde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st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inde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0.</a:t>
            </a:r>
          </a:p>
          <a:p>
            <a:pPr marL="29219">
              <a:spcBef>
                <a:spcPts val="1461"/>
              </a:spcBef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</a:p>
          <a:p>
            <a:pPr marL="1079638">
              <a:spcBef>
                <a:spcPts val="1438"/>
              </a:spcBef>
            </a:pP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lue[0]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1, </a:t>
            </a:r>
            <a:r>
              <a:rPr sz="2761" spc="58" dirty="0">
                <a:latin typeface="Times New Roman"/>
                <a:cs typeface="Times New Roman"/>
              </a:rPr>
              <a:t>m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[</a:t>
            </a:r>
            <a:r>
              <a:rPr sz="2761" dirty="0">
                <a:latin typeface="Times New Roman"/>
                <a:cs typeface="Times New Roman"/>
              </a:rPr>
              <a:t>1]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2, . . . .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61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29219">
              <a:tabLst>
                <a:tab pos="1336764" algn="l"/>
                <a:tab pos="3880269" algn="l"/>
                <a:tab pos="6423773" algn="l"/>
                <a:tab pos="8968738" algn="l"/>
              </a:tabLst>
            </a:pP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'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lang="en-US" sz="2761" b="0" i="0" u="none" strike="noStrike" kern="1200" cap="none" spc="1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ta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k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1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20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lang="en-US" sz="2761" b="0" i="0" u="none" strike="noStrike" kern="1200" cap="none" spc="1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1" i="0" u="none" strike="noStrike" kern="1200" cap="none" spc="-12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1" i="0" u="none" strike="noStrike" kern="1200" cap="none" spc="-12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dui</a:t>
            </a:r>
            <a:r>
              <a:rPr kumimoji="0" lang="en-US" sz="2761" b="1" i="0" u="none" strike="noStrike" kern="1200" cap="none" spc="12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</a:t>
            </a:r>
            <a:r>
              <a:rPr kumimoji="0" lang="en-US" sz="2761" b="0" i="0" u="none" strike="noStrike" kern="1200" cap="none" spc="1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6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lem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nts.</a:t>
            </a:r>
            <a:r>
              <a:rPr kumimoji="0" lang="en-US" sz="2761" b="0" i="0" u="none" strike="noStrike" kern="1200" cap="none" spc="19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lang="en-US" sz="2761" b="0" i="0" u="none" strike="noStrike" kern="1200" cap="none" spc="1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lem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nts</a:t>
            </a:r>
            <a:r>
              <a:rPr kumimoji="0" lang="en-US" sz="2761" b="0" i="0" u="none" strike="noStrike" kern="1200" cap="none" spc="21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</a:t>
            </a:r>
            <a:r>
              <a:rPr kumimoji="0" lang="en-US" sz="2761" b="0" i="0" u="none" strike="noStrike" kern="1200" cap="none" spc="1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lang="en-US" sz="2761" b="0" i="0" u="none" strike="noStrike" kern="1200" cap="none" spc="1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rr</a:t>
            </a:r>
            <a:r>
              <a:rPr kumimoji="0" lang="en-US" sz="2761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lang="en-US" sz="2761" b="0" i="0" u="none" strike="noStrike" kern="1200" cap="none" spc="12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re</a:t>
            </a:r>
            <a:r>
              <a:rPr kumimoji="0" lang="en-US" sz="2761" b="0" i="0" u="none" strike="noStrike" kern="1200" cap="none" spc="1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shown 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low:</a:t>
            </a:r>
          </a:p>
          <a:p>
            <a:pPr marL="29219">
              <a:tabLst>
                <a:tab pos="1336764" algn="l"/>
                <a:tab pos="3880269" algn="l"/>
                <a:tab pos="6423773" algn="l"/>
                <a:tab pos="8968738" algn="l"/>
              </a:tabLst>
            </a:pPr>
            <a:r>
              <a:rPr lang="en-US" sz="2761" b="1" dirty="0" err="1">
                <a:latin typeface="Times New Roman"/>
                <a:cs typeface="Times New Roman"/>
              </a:rPr>
              <a:t>A</a:t>
            </a:r>
            <a:r>
              <a:rPr lang="en-US" sz="2761" b="1" spc="-12" dirty="0" err="1">
                <a:latin typeface="Times New Roman"/>
                <a:cs typeface="Times New Roman"/>
              </a:rPr>
              <a:t>R</a:t>
            </a:r>
            <a:r>
              <a:rPr lang="en-US" sz="2761" b="1" dirty="0" err="1">
                <a:latin typeface="Times New Roman"/>
                <a:cs typeface="Times New Roman"/>
              </a:rPr>
              <a:t>a</a:t>
            </a:r>
            <a:r>
              <a:rPr lang="en-US" sz="2761" b="1" spc="-12" dirty="0" err="1">
                <a:latin typeface="Times New Roman"/>
                <a:cs typeface="Times New Roman"/>
              </a:rPr>
              <a:t>r</a:t>
            </a:r>
            <a:r>
              <a:rPr lang="en-US" sz="2761" b="1" dirty="0" err="1">
                <a:latin typeface="Times New Roman"/>
                <a:cs typeface="Times New Roman"/>
              </a:rPr>
              <a:t>dui</a:t>
            </a:r>
            <a:r>
              <a:rPr lang="en-US" sz="2761" b="1" spc="12" dirty="0" err="1">
                <a:latin typeface="Times New Roman"/>
                <a:cs typeface="Times New Roman"/>
              </a:rPr>
              <a:t>n</a:t>
            </a:r>
            <a:r>
              <a:rPr lang="en-US" sz="2761" b="1" dirty="0" err="1">
                <a:latin typeface="Times New Roman"/>
                <a:cs typeface="Times New Roman"/>
              </a:rPr>
              <a:t>o</a:t>
            </a:r>
            <a:r>
              <a:rPr lang="en-US" sz="2761" b="1" dirty="0">
                <a:latin typeface="Times New Roman"/>
                <a:cs typeface="Times New Roman"/>
              </a:rPr>
              <a:t>[0</a:t>
            </a:r>
            <a:r>
              <a:rPr lang="en-US" sz="2761" b="1" spc="-23" dirty="0">
                <a:latin typeface="Times New Roman"/>
                <a:cs typeface="Times New Roman"/>
              </a:rPr>
              <a:t>]</a:t>
            </a:r>
            <a:r>
              <a:rPr lang="en-US" sz="2761" b="1" dirty="0">
                <a:latin typeface="Times New Roman"/>
                <a:cs typeface="Times New Roman"/>
              </a:rPr>
              <a:t>, </a:t>
            </a:r>
            <a:r>
              <a:rPr lang="en-US" sz="2761" b="1" dirty="0" err="1">
                <a:latin typeface="Times New Roman"/>
                <a:cs typeface="Times New Roman"/>
              </a:rPr>
              <a:t>A</a:t>
            </a:r>
            <a:r>
              <a:rPr lang="en-US" sz="2761" b="1" spc="-12" dirty="0" err="1">
                <a:latin typeface="Times New Roman"/>
                <a:cs typeface="Times New Roman"/>
              </a:rPr>
              <a:t>R</a:t>
            </a:r>
            <a:r>
              <a:rPr lang="en-US" sz="2761" b="1" dirty="0" err="1">
                <a:latin typeface="Times New Roman"/>
                <a:cs typeface="Times New Roman"/>
              </a:rPr>
              <a:t>a</a:t>
            </a:r>
            <a:r>
              <a:rPr lang="en-US" sz="2761" b="1" spc="-12" dirty="0" err="1">
                <a:latin typeface="Times New Roman"/>
                <a:cs typeface="Times New Roman"/>
              </a:rPr>
              <a:t>r</a:t>
            </a:r>
            <a:r>
              <a:rPr lang="en-US" sz="2761" b="1" dirty="0" err="1">
                <a:latin typeface="Times New Roman"/>
                <a:cs typeface="Times New Roman"/>
              </a:rPr>
              <a:t>dui</a:t>
            </a:r>
            <a:r>
              <a:rPr lang="en-US" sz="2761" b="1" spc="12" dirty="0" err="1">
                <a:latin typeface="Times New Roman"/>
                <a:cs typeface="Times New Roman"/>
              </a:rPr>
              <a:t>n</a:t>
            </a:r>
            <a:r>
              <a:rPr lang="en-US" sz="2761" b="1" dirty="0" err="1">
                <a:latin typeface="Times New Roman"/>
                <a:cs typeface="Times New Roman"/>
              </a:rPr>
              <a:t>o</a:t>
            </a:r>
            <a:r>
              <a:rPr lang="en-US" sz="2761" b="1" dirty="0">
                <a:latin typeface="Times New Roman"/>
                <a:cs typeface="Times New Roman"/>
              </a:rPr>
              <a:t>[1</a:t>
            </a:r>
            <a:r>
              <a:rPr lang="en-US" sz="2761" b="1" spc="-23" dirty="0">
                <a:latin typeface="Times New Roman"/>
                <a:cs typeface="Times New Roman"/>
              </a:rPr>
              <a:t>]</a:t>
            </a:r>
            <a:r>
              <a:rPr lang="en-US" sz="2761" b="1" dirty="0">
                <a:latin typeface="Times New Roman"/>
                <a:cs typeface="Times New Roman"/>
              </a:rPr>
              <a:t>, </a:t>
            </a:r>
            <a:r>
              <a:rPr lang="en-US" sz="2761" b="1" dirty="0" err="1">
                <a:latin typeface="Times New Roman"/>
                <a:cs typeface="Times New Roman"/>
              </a:rPr>
              <a:t>A</a:t>
            </a:r>
            <a:r>
              <a:rPr lang="en-US" sz="2761" b="1" spc="-12" dirty="0" err="1">
                <a:latin typeface="Times New Roman"/>
                <a:cs typeface="Times New Roman"/>
              </a:rPr>
              <a:t>R</a:t>
            </a:r>
            <a:r>
              <a:rPr lang="en-US" sz="2761" b="1" dirty="0" err="1">
                <a:latin typeface="Times New Roman"/>
                <a:cs typeface="Times New Roman"/>
              </a:rPr>
              <a:t>a</a:t>
            </a:r>
            <a:r>
              <a:rPr lang="en-US" sz="2761" b="1" spc="-12" dirty="0" err="1">
                <a:latin typeface="Times New Roman"/>
                <a:cs typeface="Times New Roman"/>
              </a:rPr>
              <a:t>r</a:t>
            </a:r>
            <a:r>
              <a:rPr lang="en-US" sz="2761" b="1" dirty="0" err="1">
                <a:latin typeface="Times New Roman"/>
                <a:cs typeface="Times New Roman"/>
              </a:rPr>
              <a:t>dui</a:t>
            </a:r>
            <a:r>
              <a:rPr lang="en-US" sz="2761" b="1" spc="12" dirty="0" err="1">
                <a:latin typeface="Times New Roman"/>
                <a:cs typeface="Times New Roman"/>
              </a:rPr>
              <a:t>n</a:t>
            </a:r>
            <a:r>
              <a:rPr lang="en-US" sz="2761" b="1" dirty="0" err="1">
                <a:latin typeface="Times New Roman"/>
                <a:cs typeface="Times New Roman"/>
              </a:rPr>
              <a:t>o</a:t>
            </a:r>
            <a:r>
              <a:rPr lang="en-US" sz="2761" b="1" dirty="0">
                <a:latin typeface="Times New Roman"/>
                <a:cs typeface="Times New Roman"/>
              </a:rPr>
              <a:t>[2</a:t>
            </a:r>
            <a:r>
              <a:rPr lang="en-US" sz="2761" b="1" spc="-23" dirty="0">
                <a:latin typeface="Times New Roman"/>
                <a:cs typeface="Times New Roman"/>
              </a:rPr>
              <a:t>]</a:t>
            </a:r>
            <a:r>
              <a:rPr lang="en-US" sz="2761" b="1" dirty="0">
                <a:latin typeface="Times New Roman"/>
                <a:cs typeface="Times New Roman"/>
              </a:rPr>
              <a:t>, </a:t>
            </a:r>
            <a:r>
              <a:rPr lang="en-US" sz="2761" b="1" dirty="0" err="1">
                <a:latin typeface="Times New Roman"/>
                <a:cs typeface="Times New Roman"/>
              </a:rPr>
              <a:t>A</a:t>
            </a:r>
            <a:r>
              <a:rPr lang="en-US" sz="2761" b="1" spc="-12" dirty="0" err="1">
                <a:latin typeface="Times New Roman"/>
                <a:cs typeface="Times New Roman"/>
              </a:rPr>
              <a:t>R</a:t>
            </a:r>
            <a:r>
              <a:rPr lang="en-US" sz="2761" b="1" dirty="0" err="1">
                <a:latin typeface="Times New Roman"/>
                <a:cs typeface="Times New Roman"/>
              </a:rPr>
              <a:t>a</a:t>
            </a:r>
            <a:r>
              <a:rPr lang="en-US" sz="2761" b="1" spc="-12" dirty="0" err="1">
                <a:latin typeface="Times New Roman"/>
                <a:cs typeface="Times New Roman"/>
              </a:rPr>
              <a:t>r</a:t>
            </a:r>
            <a:r>
              <a:rPr lang="en-US" sz="2761" b="1" dirty="0" err="1">
                <a:latin typeface="Times New Roman"/>
                <a:cs typeface="Times New Roman"/>
              </a:rPr>
              <a:t>dui</a:t>
            </a:r>
            <a:r>
              <a:rPr lang="en-US" sz="2761" b="1" spc="12" dirty="0" err="1">
                <a:latin typeface="Times New Roman"/>
                <a:cs typeface="Times New Roman"/>
              </a:rPr>
              <a:t>n</a:t>
            </a:r>
            <a:r>
              <a:rPr lang="en-US" sz="2761" b="1" spc="-35" dirty="0" err="1">
                <a:latin typeface="Times New Roman"/>
                <a:cs typeface="Times New Roman"/>
              </a:rPr>
              <a:t>o</a:t>
            </a:r>
            <a:r>
              <a:rPr lang="en-US" sz="2761" b="1" dirty="0">
                <a:latin typeface="Times New Roman"/>
                <a:cs typeface="Times New Roman"/>
              </a:rPr>
              <a:t>[3</a:t>
            </a:r>
            <a:r>
              <a:rPr lang="en-US" sz="2761" b="1" spc="-23" dirty="0">
                <a:latin typeface="Times New Roman"/>
                <a:cs typeface="Times New Roman"/>
              </a:rPr>
              <a:t>]</a:t>
            </a:r>
            <a:r>
              <a:rPr lang="en-US" sz="2761" b="1" dirty="0">
                <a:latin typeface="Times New Roman"/>
                <a:cs typeface="Times New Roman"/>
              </a:rPr>
              <a:t>, </a:t>
            </a:r>
            <a:r>
              <a:rPr lang="en-US" sz="2761" b="1" dirty="0" err="1">
                <a:latin typeface="Times New Roman"/>
                <a:cs typeface="Times New Roman"/>
              </a:rPr>
              <a:t>A</a:t>
            </a:r>
            <a:r>
              <a:rPr lang="en-US" sz="2761" b="1" spc="-12" dirty="0" err="1">
                <a:latin typeface="Times New Roman"/>
                <a:cs typeface="Times New Roman"/>
              </a:rPr>
              <a:t>R</a:t>
            </a:r>
            <a:r>
              <a:rPr lang="en-US" sz="2761" b="1" dirty="0" err="1">
                <a:latin typeface="Times New Roman"/>
                <a:cs typeface="Times New Roman"/>
              </a:rPr>
              <a:t>a</a:t>
            </a:r>
            <a:r>
              <a:rPr lang="en-US" sz="2761" b="1" spc="-12" dirty="0" err="1">
                <a:latin typeface="Times New Roman"/>
                <a:cs typeface="Times New Roman"/>
              </a:rPr>
              <a:t>r</a:t>
            </a:r>
            <a:r>
              <a:rPr lang="en-US" sz="2761" b="1" dirty="0" err="1">
                <a:latin typeface="Times New Roman"/>
                <a:cs typeface="Times New Roman"/>
              </a:rPr>
              <a:t>dui</a:t>
            </a:r>
            <a:r>
              <a:rPr lang="en-US" sz="2761" b="1" spc="12" dirty="0" err="1">
                <a:latin typeface="Times New Roman"/>
                <a:cs typeface="Times New Roman"/>
              </a:rPr>
              <a:t>n</a:t>
            </a:r>
            <a:r>
              <a:rPr lang="en-US" sz="2761" b="1" dirty="0" err="1">
                <a:latin typeface="Times New Roman"/>
                <a:cs typeface="Times New Roman"/>
              </a:rPr>
              <a:t>o</a:t>
            </a:r>
            <a:r>
              <a:rPr lang="en-US" sz="2761" b="1" dirty="0">
                <a:latin typeface="Times New Roman"/>
                <a:cs typeface="Times New Roman"/>
              </a:rPr>
              <a:t>[4</a:t>
            </a:r>
            <a:r>
              <a:rPr lang="en-US" sz="2761" b="1" spc="-23" dirty="0">
                <a:latin typeface="Times New Roman"/>
                <a:cs typeface="Times New Roman"/>
              </a:rPr>
              <a:t>]</a:t>
            </a:r>
            <a:r>
              <a:rPr lang="en-US" sz="2761" b="1" dirty="0">
                <a:latin typeface="Times New Roman"/>
                <a:cs typeface="Times New Roman"/>
              </a:rPr>
              <a:t>,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</a:t>
            </a:r>
            <a:r>
              <a:rPr lang="en-US" sz="2761" b="1" dirty="0" err="1">
                <a:latin typeface="Times New Roman"/>
                <a:cs typeface="Times New Roman"/>
              </a:rPr>
              <a:t>A</a:t>
            </a:r>
            <a:r>
              <a:rPr lang="en-US" sz="2761" b="1" spc="-12" dirty="0" err="1">
                <a:latin typeface="Times New Roman"/>
                <a:cs typeface="Times New Roman"/>
              </a:rPr>
              <a:t>R</a:t>
            </a:r>
            <a:r>
              <a:rPr lang="en-US" sz="2761" b="1" dirty="0" err="1">
                <a:latin typeface="Times New Roman"/>
                <a:cs typeface="Times New Roman"/>
              </a:rPr>
              <a:t>a</a:t>
            </a:r>
            <a:r>
              <a:rPr lang="en-US" sz="2761" b="1" spc="-12" dirty="0" err="1">
                <a:latin typeface="Times New Roman"/>
                <a:cs typeface="Times New Roman"/>
              </a:rPr>
              <a:t>r</a:t>
            </a:r>
            <a:r>
              <a:rPr lang="en-US" sz="2761" b="1" dirty="0" err="1">
                <a:latin typeface="Times New Roman"/>
                <a:cs typeface="Times New Roman"/>
              </a:rPr>
              <a:t>dui</a:t>
            </a:r>
            <a:r>
              <a:rPr lang="en-US" sz="2761" b="1" spc="12" dirty="0" err="1">
                <a:latin typeface="Times New Roman"/>
                <a:cs typeface="Times New Roman"/>
              </a:rPr>
              <a:t>n</a:t>
            </a:r>
            <a:r>
              <a:rPr lang="en-US" sz="2761" b="1" dirty="0" err="1">
                <a:latin typeface="Times New Roman"/>
                <a:cs typeface="Times New Roman"/>
              </a:rPr>
              <a:t>o</a:t>
            </a:r>
            <a:r>
              <a:rPr lang="en-US" sz="2761" b="1" dirty="0">
                <a:latin typeface="Times New Roman"/>
                <a:cs typeface="Times New Roman"/>
              </a:rPr>
              <a:t>[5</a:t>
            </a:r>
            <a:r>
              <a:rPr lang="en-US" sz="2761" b="1" spc="-23" dirty="0">
                <a:latin typeface="Times New Roman"/>
                <a:cs typeface="Times New Roman"/>
              </a:rPr>
              <a:t>]</a:t>
            </a:r>
            <a:r>
              <a:rPr lang="en-US" sz="2761" b="1" dirty="0">
                <a:latin typeface="Times New Roman"/>
                <a:cs typeface="Times New Roman"/>
              </a:rPr>
              <a:t>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last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lem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 of 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</a:t>
            </a:r>
            <a:r>
              <a:rPr lang="en-US" sz="2761" dirty="0" err="1">
                <a:latin typeface="Times New Roman"/>
                <a:cs typeface="Times New Roman"/>
              </a:rPr>
              <a:t>AR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rduino</a:t>
            </a:r>
            <a:r>
              <a:rPr lang="en-US" sz="2761" spc="12" dirty="0">
                <a:latin typeface="Times New Roman"/>
                <a:cs typeface="Times New Roman"/>
              </a:rPr>
              <a:t>[</a:t>
            </a:r>
            <a:r>
              <a:rPr lang="en-US" sz="2761" dirty="0">
                <a:latin typeface="Times New Roman"/>
                <a:cs typeface="Times New Roman"/>
              </a:rPr>
              <a:t>5</a:t>
            </a:r>
            <a:r>
              <a:rPr lang="en-US" sz="2761" spc="12" dirty="0">
                <a:latin typeface="Times New Roman"/>
                <a:cs typeface="Times New Roman"/>
              </a:rPr>
              <a:t>]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29219" marR="11688">
              <a:lnSpc>
                <a:spcPct val="143300"/>
              </a:lnSpc>
              <a:spcBef>
                <a:spcPts val="23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  <a:spcBef>
                <a:spcPts val="23"/>
              </a:spcBef>
            </a:pP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last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lem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 of 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will be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-</a:t>
            </a:r>
            <a:r>
              <a:rPr lang="en-US" sz="2761" dirty="0">
                <a:latin typeface="Times New Roman"/>
                <a:cs typeface="Times New Roman"/>
              </a:rPr>
              <a:t>1, w</a:t>
            </a:r>
            <a:r>
              <a:rPr lang="en-US" sz="2761" spc="12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s the d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lar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si</a:t>
            </a:r>
            <a:r>
              <a:rPr lang="en-US" sz="2761" spc="12" dirty="0">
                <a:latin typeface="Times New Roman"/>
                <a:cs typeface="Times New Roman"/>
              </a:rPr>
              <a:t>z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 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35" dirty="0">
                <a:latin typeface="Times New Roman"/>
                <a:cs typeface="Times New Roman"/>
              </a:rPr>
              <a:t>a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. Consid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low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29219"/>
            <a:r>
              <a:rPr lang="en-US" sz="2761" dirty="0">
                <a:latin typeface="Times New Roman"/>
                <a:cs typeface="Times New Roman"/>
              </a:rPr>
              <a:t>1. 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 err="1">
                <a:latin typeface="Times New Roman"/>
                <a:cs typeface="Times New Roman"/>
              </a:rPr>
              <a:t>AR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rduino</a:t>
            </a:r>
            <a:r>
              <a:rPr lang="en-US" sz="2761" spc="12" dirty="0">
                <a:latin typeface="Times New Roman"/>
                <a:cs typeface="Times New Roman"/>
              </a:rPr>
              <a:t>[</a:t>
            </a:r>
            <a:r>
              <a:rPr lang="en-US" sz="2761" dirty="0">
                <a:latin typeface="Times New Roman"/>
                <a:cs typeface="Times New Roman"/>
              </a:rPr>
              <a:t>6]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{ 1, 4, 7,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6, 11, 15};</a:t>
            </a:r>
          </a:p>
          <a:p>
            <a:pPr marL="553698" indent="-524479">
              <a:spcBef>
                <a:spcPts val="1438"/>
              </a:spcBef>
              <a:buFont typeface="Times New Roman"/>
              <a:buAutoNum type="arabicPeriod" startAt="2"/>
              <a:tabLst>
                <a:tab pos="55515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// </a:t>
            </a:r>
            <a:r>
              <a:rPr lang="en-US" sz="2761" dirty="0" err="1">
                <a:latin typeface="Times New Roman"/>
                <a:cs typeface="Times New Roman"/>
              </a:rPr>
              <a:t>AR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rduino</a:t>
            </a:r>
            <a:r>
              <a:rPr lang="en-US" sz="2761" spc="12" dirty="0">
                <a:latin typeface="Times New Roman"/>
                <a:cs typeface="Times New Roman"/>
              </a:rPr>
              <a:t>[</a:t>
            </a:r>
            <a:r>
              <a:rPr lang="en-US" sz="2761" dirty="0">
                <a:latin typeface="Times New Roman"/>
                <a:cs typeface="Times New Roman"/>
              </a:rPr>
              <a:t>4]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ontains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11</a:t>
            </a:r>
          </a:p>
          <a:p>
            <a:pPr marL="553698" indent="-524479">
              <a:spcBef>
                <a:spcPts val="1472"/>
              </a:spcBef>
              <a:buFont typeface="Times New Roman"/>
              <a:buAutoNum type="arabicPeriod" startAt="2"/>
              <a:tabLst>
                <a:tab pos="55515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// </a:t>
            </a:r>
            <a:r>
              <a:rPr lang="en-US" sz="2761" dirty="0" err="1">
                <a:latin typeface="Times New Roman"/>
                <a:cs typeface="Times New Roman"/>
              </a:rPr>
              <a:t>AR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rduino</a:t>
            </a:r>
            <a:r>
              <a:rPr lang="en-US" sz="2761" spc="12" dirty="0">
                <a:latin typeface="Times New Roman"/>
                <a:cs typeface="Times New Roman"/>
              </a:rPr>
              <a:t>[</a:t>
            </a:r>
            <a:r>
              <a:rPr lang="en-US" sz="2761" dirty="0">
                <a:latin typeface="Times New Roman"/>
                <a:cs typeface="Times New Roman"/>
              </a:rPr>
              <a:t>5]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ontains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15</a:t>
            </a:r>
          </a:p>
          <a:p>
            <a:pPr marL="553698" indent="-524479">
              <a:spcBef>
                <a:spcPts val="1438"/>
              </a:spcBef>
              <a:buFont typeface="Times New Roman"/>
              <a:buAutoNum type="arabicPeriod" startAt="2"/>
              <a:tabLst>
                <a:tab pos="55515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//</a:t>
            </a:r>
            <a:r>
              <a:rPr lang="en-US" sz="2761" dirty="0" err="1">
                <a:latin typeface="Times New Roman"/>
                <a:cs typeface="Times New Roman"/>
              </a:rPr>
              <a:t>AR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rduino</a:t>
            </a:r>
            <a:r>
              <a:rPr lang="en-US" sz="2761" spc="12" dirty="0">
                <a:latin typeface="Times New Roman"/>
                <a:cs typeface="Times New Roman"/>
              </a:rPr>
              <a:t>[</a:t>
            </a:r>
            <a:r>
              <a:rPr lang="en-US" sz="2761" dirty="0">
                <a:latin typeface="Times New Roman"/>
                <a:cs typeface="Times New Roman"/>
              </a:rPr>
              <a:t>6] is invalid</a:t>
            </a:r>
            <a:endParaRPr kumimoji="0" lang="en-US" sz="2761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01739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016000" y="685800"/>
            <a:ext cx="15621000" cy="84273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>
              <a:lnSpc>
                <a:spcPts val="4383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Arit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h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et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p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erat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ons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on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ray</a:t>
            </a:r>
            <a:endParaRPr sz="3681" dirty="0">
              <a:latin typeface="Times New Roman"/>
              <a:cs typeface="Times New Roman"/>
            </a:endParaRPr>
          </a:p>
          <a:p>
            <a:pPr marL="29219" algn="just">
              <a:lnSpc>
                <a:spcPts val="3278"/>
              </a:lnSpc>
            </a:pP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un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the o</a:t>
            </a:r>
            <a:r>
              <a:rPr sz="2761" spc="12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tions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ied on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ra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 marL="29219" algn="just">
              <a:lnSpc>
                <a:spcPts val="3520"/>
              </a:lnSpc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Ex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2991" spc="-69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ple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1:</a:t>
            </a:r>
            <a:r>
              <a:rPr sz="299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endParaRPr sz="2991" dirty="0">
              <a:latin typeface="Times New Roman"/>
              <a:cs typeface="Times New Roman"/>
            </a:endParaRPr>
          </a:p>
          <a:p>
            <a:pPr marL="29219" algn="just">
              <a:lnSpc>
                <a:spcPts val="3244"/>
              </a:lnSpc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lcul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sum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nts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onsid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R)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4</a:t>
            </a:r>
          </a:p>
          <a:p>
            <a:pPr marL="29219" algn="just">
              <a:spcBef>
                <a:spcPts val="1438"/>
              </a:spcBef>
            </a:pP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nts. The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nts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[</a:t>
            </a:r>
            <a:r>
              <a:rPr sz="2761" b="1" spc="12" dirty="0">
                <a:latin typeface="Times New Roman"/>
                <a:cs typeface="Times New Roman"/>
              </a:rPr>
              <a:t>0</a:t>
            </a:r>
            <a:r>
              <a:rPr sz="2761" b="1" dirty="0">
                <a:latin typeface="Times New Roman"/>
                <a:cs typeface="Times New Roman"/>
              </a:rPr>
              <a:t>], </a:t>
            </a:r>
            <a:r>
              <a:rPr sz="2761" b="1" spc="-23" dirty="0">
                <a:latin typeface="Times New Roman"/>
                <a:cs typeface="Times New Roman"/>
              </a:rPr>
              <a:t>A</a:t>
            </a:r>
            <a:r>
              <a:rPr sz="2761" b="1" dirty="0">
                <a:latin typeface="Times New Roman"/>
                <a:cs typeface="Times New Roman"/>
              </a:rPr>
              <a:t>R</a:t>
            </a:r>
            <a:r>
              <a:rPr sz="2761" b="1" spc="-23" dirty="0">
                <a:latin typeface="Times New Roman"/>
                <a:cs typeface="Times New Roman"/>
              </a:rPr>
              <a:t>[</a:t>
            </a:r>
            <a:r>
              <a:rPr sz="2761" b="1" spc="23" dirty="0">
                <a:latin typeface="Times New Roman"/>
                <a:cs typeface="Times New Roman"/>
              </a:rPr>
              <a:t>1</a:t>
            </a:r>
            <a:r>
              <a:rPr sz="2761" b="1" dirty="0">
                <a:latin typeface="Times New Roman"/>
                <a:cs typeface="Times New Roman"/>
              </a:rPr>
              <a:t>], </a:t>
            </a:r>
            <a:r>
              <a:rPr sz="2761" b="1" spc="-23" dirty="0">
                <a:latin typeface="Times New Roman"/>
                <a:cs typeface="Times New Roman"/>
              </a:rPr>
              <a:t>A</a:t>
            </a:r>
            <a:r>
              <a:rPr sz="2761" b="1" dirty="0">
                <a:latin typeface="Times New Roman"/>
                <a:cs typeface="Times New Roman"/>
              </a:rPr>
              <a:t>R</a:t>
            </a:r>
            <a:r>
              <a:rPr sz="2761" b="1" spc="-23" dirty="0">
                <a:latin typeface="Times New Roman"/>
                <a:cs typeface="Times New Roman"/>
              </a:rPr>
              <a:t>[</a:t>
            </a:r>
            <a:r>
              <a:rPr sz="2761" b="1" spc="23" dirty="0">
                <a:latin typeface="Times New Roman"/>
                <a:cs typeface="Times New Roman"/>
              </a:rPr>
              <a:t>2</a:t>
            </a:r>
            <a:r>
              <a:rPr sz="2761" b="1" spc="12" dirty="0">
                <a:latin typeface="Times New Roman"/>
                <a:cs typeface="Times New Roman"/>
              </a:rPr>
              <a:t>]</a:t>
            </a:r>
            <a:r>
              <a:rPr sz="2761" b="1" dirty="0">
                <a:latin typeface="Times New Roman"/>
                <a:cs typeface="Times New Roman"/>
              </a:rPr>
              <a:t>,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[3</a:t>
            </a:r>
            <a:r>
              <a:rPr sz="2761" b="1" spc="-23" dirty="0">
                <a:latin typeface="Times New Roman"/>
                <a:cs typeface="Times New Roman"/>
              </a:rPr>
              <a:t>]</a:t>
            </a:r>
            <a:r>
              <a:rPr sz="2761" b="1" dirty="0">
                <a:latin typeface="Times New Roman"/>
                <a:cs typeface="Times New Roman"/>
              </a:rPr>
              <a:t>.</a:t>
            </a:r>
            <a:endParaRPr sz="2761" dirty="0">
              <a:latin typeface="Times New Roman"/>
              <a:cs typeface="Times New Roman"/>
            </a:endParaRPr>
          </a:p>
          <a:p>
            <a:pPr marL="1079638" marR="7183464" indent="-1051880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lcul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sum of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st two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nts: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AR</a:t>
            </a:r>
            <a:r>
              <a:rPr sz="2761" spc="12" dirty="0">
                <a:latin typeface="Times New Roman"/>
                <a:cs typeface="Times New Roman"/>
              </a:rPr>
              <a:t>[</a:t>
            </a:r>
            <a:r>
              <a:rPr sz="2761" dirty="0">
                <a:latin typeface="Times New Roman"/>
                <a:cs typeface="Times New Roman"/>
              </a:rPr>
              <a:t>0]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+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[</a:t>
            </a:r>
            <a:r>
              <a:rPr sz="2761" dirty="0">
                <a:latin typeface="Times New Roman"/>
                <a:cs typeface="Times New Roman"/>
              </a:rPr>
              <a:t>1]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);</a:t>
            </a:r>
            <a:endParaRPr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sum of v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lues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the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nts within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rr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printed.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 marL="29219" algn="just">
              <a:lnSpc>
                <a:spcPts val="3520"/>
              </a:lnSpc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Ex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2991" spc="-69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ple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2:</a:t>
            </a:r>
            <a:r>
              <a:rPr sz="299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Divis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on</a:t>
            </a:r>
            <a:endParaRPr sz="2991" dirty="0">
              <a:latin typeface="Times New Roman"/>
              <a:cs typeface="Times New Roman"/>
            </a:endParaRPr>
          </a:p>
          <a:p>
            <a:pPr marL="29219" algn="just">
              <a:lnSpc>
                <a:spcPts val="3244"/>
              </a:lnSpc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divide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AR</a:t>
            </a:r>
            <a:r>
              <a:rPr sz="2761" spc="12" dirty="0">
                <a:latin typeface="Times New Roman"/>
                <a:cs typeface="Times New Roman"/>
              </a:rPr>
              <a:t>[</a:t>
            </a:r>
            <a:r>
              <a:rPr sz="2761" dirty="0">
                <a:latin typeface="Times New Roman"/>
                <a:cs typeface="Times New Roman"/>
              </a:rPr>
              <a:t>4]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2.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sulting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</a:p>
          <a:p>
            <a:pPr marL="555159" marR="6265991" indent="-525940">
              <a:lnSpc>
                <a:spcPct val="143500"/>
              </a:lnSpc>
              <a:spcBef>
                <a:spcPts val="23"/>
              </a:spcBef>
            </a:pP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'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. Consid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 1.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z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AR</a:t>
            </a:r>
            <a:r>
              <a:rPr sz="2761" spc="12" dirty="0">
                <a:latin typeface="Times New Roman"/>
                <a:cs typeface="Times New Roman"/>
              </a:rPr>
              <a:t>[</a:t>
            </a:r>
            <a:r>
              <a:rPr sz="2761" spc="-35" dirty="0">
                <a:latin typeface="Times New Roman"/>
                <a:cs typeface="Times New Roman"/>
              </a:rPr>
              <a:t>4</a:t>
            </a:r>
            <a:r>
              <a:rPr sz="2761" dirty="0">
                <a:latin typeface="Times New Roman"/>
                <a:cs typeface="Times New Roman"/>
              </a:rPr>
              <a:t>] 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/ 2;</a:t>
            </a:r>
          </a:p>
          <a:p>
            <a:pPr marL="29219" marR="10019157" indent="525940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2.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l.println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);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re</a:t>
            </a:r>
            <a:r>
              <a:rPr sz="2761" dirty="0">
                <a:latin typeface="Times New Roman"/>
                <a:cs typeface="Times New Roman"/>
              </a:rPr>
              <a:t>sult will 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printe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701800" y="1295400"/>
            <a:ext cx="14478000" cy="60428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20453" algn="just">
              <a:lnSpc>
                <a:spcPct val="143700"/>
              </a:lnSpc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ful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hile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number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dirty="0">
                <a:latin typeface="Times New Roman"/>
                <a:cs typeface="Times New Roman"/>
              </a:rPr>
              <a:t>e of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rr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invalid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ta.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ndom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memo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tions,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use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12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 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lf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or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dif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ult b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o find.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20453" algn="just">
              <a:lnSpc>
                <a:spcPct val="1437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</a:pPr>
            <a:r>
              <a:rPr lang="en-US" sz="2761" b="1" dirty="0">
                <a:latin typeface="Times New Roman"/>
                <a:cs typeface="Times New Roman"/>
              </a:rPr>
              <a:t>No</a:t>
            </a:r>
            <a:r>
              <a:rPr lang="en-US" sz="2761" b="1" spc="-23" dirty="0">
                <a:latin typeface="Times New Roman"/>
                <a:cs typeface="Times New Roman"/>
              </a:rPr>
              <a:t>t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b="1" dirty="0">
                <a:latin typeface="Times New Roman"/>
                <a:cs typeface="Times New Roman"/>
              </a:rPr>
              <a:t>:</a:t>
            </a:r>
            <a:r>
              <a:rPr lang="en-US" sz="2761" b="1" spc="69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+</a:t>
            </a:r>
            <a:r>
              <a:rPr lang="en-US" sz="2761" dirty="0">
                <a:latin typeface="Times New Roman"/>
                <a:cs typeface="Times New Roman"/>
              </a:rPr>
              <a:t>+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not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k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58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bound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si</a:t>
            </a:r>
            <a:r>
              <a:rPr lang="en-US" sz="2761" spc="12" dirty="0">
                <a:latin typeface="Times New Roman"/>
                <a:cs typeface="Times New Roman"/>
              </a:rPr>
              <a:t>z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lar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35" dirty="0">
                <a:latin typeface="Times New Roman"/>
                <a:cs typeface="Times New Roman"/>
              </a:rPr>
              <a:t>a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</a:t>
            </a:r>
            <a:r>
              <a:rPr lang="en-US" sz="2761" spc="12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ile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J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V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BA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C do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k.</a:t>
            </a:r>
          </a:p>
          <a:p>
            <a:pPr marL="2921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x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assign</a:t>
            </a:r>
            <a:r>
              <a:rPr lang="en-US" sz="2761" b="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46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 to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rr</a:t>
            </a:r>
            <a:r>
              <a:rPr lang="en-US" sz="2761" spc="35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sp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ifi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s:</a:t>
            </a:r>
          </a:p>
          <a:p>
            <a:pPr marL="1079638" indent="-524479">
              <a:spcBef>
                <a:spcPts val="143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spc="23" dirty="0" err="1">
                <a:latin typeface="Times New Roman"/>
                <a:cs typeface="Times New Roman"/>
              </a:rPr>
              <a:t>m</a:t>
            </a:r>
            <a:r>
              <a:rPr lang="en-US" sz="2761" spc="-58" dirty="0" err="1">
                <a:latin typeface="Times New Roman"/>
                <a:cs typeface="Times New Roman"/>
              </a:rPr>
              <a:t>y</a:t>
            </a:r>
            <a:r>
              <a:rPr lang="en-US" sz="2761" dirty="0" err="1">
                <a:latin typeface="Times New Roman"/>
                <a:cs typeface="Times New Roman"/>
              </a:rPr>
              <a:t>Arr</a:t>
            </a:r>
            <a:r>
              <a:rPr lang="en-US" sz="2761" spc="23" dirty="0" err="1">
                <a:latin typeface="Times New Roman"/>
                <a:cs typeface="Times New Roman"/>
              </a:rPr>
              <a:t>a</a:t>
            </a:r>
            <a:r>
              <a:rPr lang="en-US" sz="2761" spc="-92" dirty="0" err="1">
                <a:latin typeface="Times New Roman"/>
                <a:cs typeface="Times New Roman"/>
              </a:rPr>
              <a:t>y</a:t>
            </a:r>
            <a:r>
              <a:rPr lang="en-US" sz="2761" spc="12" dirty="0">
                <a:latin typeface="Times New Roman"/>
                <a:cs typeface="Times New Roman"/>
              </a:rPr>
              <a:t>[</a:t>
            </a:r>
            <a:r>
              <a:rPr lang="en-US" sz="2761" dirty="0">
                <a:latin typeface="Times New Roman"/>
                <a:cs typeface="Times New Roman"/>
              </a:rPr>
              <a:t>0]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5;</a:t>
            </a:r>
          </a:p>
          <a:p>
            <a:pPr marL="1079638" indent="-52447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// </a:t>
            </a:r>
            <a:r>
              <a:rPr lang="en-US" sz="2761" spc="-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ca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ss</a:t>
            </a:r>
            <a:r>
              <a:rPr lang="en-US" sz="2761" spc="35" dirty="0">
                <a:latin typeface="Times New Roman"/>
                <a:cs typeface="Times New Roman"/>
              </a:rPr>
              <a:t>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46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23" dirty="0">
                <a:latin typeface="Times New Roman"/>
                <a:cs typeface="Times New Roman"/>
              </a:rPr>
              <a:t>u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ndi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qui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ments.</a:t>
            </a:r>
          </a:p>
          <a:p>
            <a:pPr marL="29219" marR="20453" algn="just">
              <a:lnSpc>
                <a:spcPct val="143700"/>
              </a:lnSpc>
            </a:pPr>
            <a:endParaRPr sz="276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29531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73200" y="1447800"/>
            <a:ext cx="13723836" cy="56956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4371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Lo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endParaRPr lang="en-US" sz="2761" spc="12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nside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loop.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oop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ounter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</a:p>
          <a:p>
            <a:pPr marL="29219" marR="11688">
              <a:lnSpc>
                <a:spcPct val="143300"/>
              </a:lnSpc>
              <a:spcBef>
                <a:spcPts val="35"/>
              </a:spcBef>
            </a:pPr>
            <a:r>
              <a:rPr sz="2761" dirty="0">
                <a:latin typeface="Times New Roman"/>
                <a:cs typeface="Times New Roman"/>
              </a:rPr>
              <a:t>index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 that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rra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und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ov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the s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port will be p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nted.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</a:p>
          <a:p>
            <a:pPr marL="553698" marR="2933577">
              <a:lnSpc>
                <a:spcPts val="4785"/>
              </a:lnSpc>
              <a:spcBef>
                <a:spcPts val="368"/>
              </a:spcBef>
              <a:tabLst>
                <a:tab pos="1167295" algn="l"/>
              </a:tabLst>
            </a:pPr>
            <a:r>
              <a:rPr sz="2761" dirty="0">
                <a:latin typeface="Times New Roman"/>
                <a:cs typeface="Times New Roman"/>
              </a:rPr>
              <a:t>1.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spc="12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or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b="1" dirty="0">
                <a:latin typeface="Times New Roman"/>
                <a:cs typeface="Times New Roman"/>
              </a:rPr>
              <a:t>byte</a:t>
            </a:r>
            <a:r>
              <a:rPr sz="2761" b="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0; i &lt;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6; i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 +</a:t>
            </a:r>
            <a:r>
              <a:rPr sz="2761" spc="-12" dirty="0">
                <a:latin typeface="Times New Roman"/>
                <a:cs typeface="Times New Roman"/>
              </a:rPr>
              <a:t> +</a:t>
            </a:r>
            <a:r>
              <a:rPr sz="2761" dirty="0">
                <a:latin typeface="Times New Roman"/>
                <a:cs typeface="Times New Roman"/>
              </a:rPr>
              <a:t>)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// 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i++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o 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itten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i+1 2.	{</a:t>
            </a:r>
          </a:p>
          <a:p>
            <a:pPr marL="553698">
              <a:spcBef>
                <a:spcPts val="1024"/>
              </a:spcBef>
              <a:tabLst>
                <a:tab pos="1254951" algn="l"/>
              </a:tabLst>
            </a:pPr>
            <a:r>
              <a:rPr sz="2761" dirty="0">
                <a:latin typeface="Times New Roman"/>
                <a:cs typeface="Times New Roman"/>
              </a:rPr>
              <a:t>3.	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l.println(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35" dirty="0">
                <a:latin typeface="Times New Roman"/>
                <a:cs typeface="Times New Roman"/>
              </a:rPr>
              <a:t>[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]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 marL="553698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4.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39800" y="266873"/>
            <a:ext cx="15544800" cy="9791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4371"/>
              </a:lnSpc>
            </a:pP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de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x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ples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un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ith some</a:t>
            </a:r>
            <a:r>
              <a:rPr sz="2761" spc="-12" dirty="0">
                <a:latin typeface="Times New Roman"/>
                <a:cs typeface="Times New Roman"/>
              </a:rPr>
              <a:t> 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  <a:p>
            <a:pPr marL="29219">
              <a:spcBef>
                <a:spcPts val="1484"/>
              </a:spcBef>
            </a:pPr>
            <a:r>
              <a:rPr sz="2761" b="1" dirty="0">
                <a:latin typeface="Times New Roman"/>
                <a:cs typeface="Times New Roman"/>
              </a:rPr>
              <a:t>Exa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ple 1: P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ting the sum</a:t>
            </a:r>
            <a:r>
              <a:rPr sz="2761" b="1" spc="-35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of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all 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l</a:t>
            </a:r>
            <a:r>
              <a:rPr sz="2761" b="1" spc="12" dirty="0">
                <a:latin typeface="Times New Roman"/>
                <a:cs typeface="Times New Roman"/>
              </a:rPr>
              <a:t>e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nts</a:t>
            </a:r>
            <a:endParaRPr sz="2761" dirty="0">
              <a:latin typeface="Times New Roman"/>
              <a:cs typeface="Times New Roman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const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sizeOFarray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= 5;   // constant variable indicating size of array  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b[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sizeOFarray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 = {10, 20, 30, 40, 50};  // five values initialized to five elements of an array  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sum = 0;  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void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setup ()   {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Serial.begin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(9600);  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}  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void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loop ()   {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  // sum of array b  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  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(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= 0; 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&lt; 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sizeOFarray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 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++ )  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     sum += b[ 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];  // here, sum = sum + b[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  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  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Serial.print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('Sum of total elements of an array:') ;  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  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Serial.print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(sum) ;  // It will print the sum of all elements of an array  </a:t>
            </a:r>
          </a:p>
          <a:p>
            <a:r>
              <a:rPr lang="en-US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  <a:endParaRPr lang="en-US" sz="276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2376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97000" y="1219200"/>
            <a:ext cx="14630400" cy="25373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lang="en-US" sz="2761" b="1" dirty="0">
                <a:latin typeface="Times New Roman"/>
                <a:cs typeface="Times New Roman"/>
              </a:rPr>
              <a:t>O</a:t>
            </a:r>
            <a:r>
              <a:rPr lang="en-US" sz="2761" b="1" spc="12" dirty="0">
                <a:latin typeface="Times New Roman"/>
                <a:cs typeface="Times New Roman"/>
              </a:rPr>
              <a:t>u</a:t>
            </a:r>
            <a:r>
              <a:rPr lang="en-US" sz="2761" b="1" dirty="0">
                <a:latin typeface="Times New Roman"/>
                <a:cs typeface="Times New Roman"/>
              </a:rPr>
              <a:t>tput</a:t>
            </a:r>
            <a:endParaRPr lang="en-US" sz="276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r>
              <a:rPr sz="2761" dirty="0">
                <a:latin typeface="Times New Roman"/>
                <a:cs typeface="Times New Roman"/>
              </a:rPr>
              <a:t>Sum of tot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el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ments of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rr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: 150</a:t>
            </a:r>
          </a:p>
          <a:p>
            <a:pPr marL="29219" marR="11688">
              <a:lnSpc>
                <a:spcPts val="4785"/>
              </a:lnSpc>
              <a:spcBef>
                <a:spcPts val="368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bove 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 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ve 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onst 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ble. </a:t>
            </a:r>
            <a:endParaRPr lang="en-US" sz="2761" spc="262" dirty="0">
              <a:latin typeface="Times New Roman"/>
              <a:cs typeface="Times New Roman"/>
            </a:endParaRPr>
          </a:p>
          <a:p>
            <a:pPr marL="29219" marR="11688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ompiler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 the memory</a:t>
            </a:r>
            <a:r>
              <a:rPr sz="2761" dirty="0">
                <a:latin typeface="Times New Roman"/>
                <a:cs typeface="Times New Roman"/>
              </a:rPr>
              <a:t> in 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duino.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 to use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onst int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gr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168400" y="457200"/>
            <a:ext cx="15039808" cy="9379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b="1" dirty="0">
                <a:latin typeface="Times New Roman"/>
                <a:cs typeface="Times New Roman"/>
              </a:rPr>
              <a:t>Exa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ple 2:</a:t>
            </a:r>
            <a:r>
              <a:rPr sz="2761" b="1" spc="-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12" dirty="0">
                <a:latin typeface="Times New Roman"/>
                <a:cs typeface="Times New Roman"/>
              </a:rPr>
              <a:t>v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23" dirty="0">
                <a:latin typeface="Times New Roman"/>
                <a:cs typeface="Times New Roman"/>
              </a:rPr>
              <a:t>g</a:t>
            </a:r>
            <a:r>
              <a:rPr sz="2761" b="1" dirty="0">
                <a:latin typeface="Times New Roman"/>
                <a:cs typeface="Times New Roman"/>
              </a:rPr>
              <a:t>e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of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the 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l</a:t>
            </a:r>
            <a:r>
              <a:rPr sz="2761" b="1" spc="12" dirty="0">
                <a:latin typeface="Times New Roman"/>
                <a:cs typeface="Times New Roman"/>
              </a:rPr>
              <a:t>e</a:t>
            </a:r>
            <a:r>
              <a:rPr sz="2761" b="1" spc="-12" dirty="0">
                <a:latin typeface="Times New Roman"/>
                <a:cs typeface="Times New Roman"/>
              </a:rPr>
              <a:t>me</a:t>
            </a:r>
            <a:r>
              <a:rPr sz="2761" b="1" dirty="0">
                <a:latin typeface="Times New Roman"/>
                <a:cs typeface="Times New Roman"/>
              </a:rPr>
              <a:t>nts of an a</a:t>
            </a:r>
            <a:r>
              <a:rPr sz="2761" b="1" spc="-12" dirty="0">
                <a:latin typeface="Times New Roman"/>
                <a:cs typeface="Times New Roman"/>
              </a:rPr>
              <a:t>rr</a:t>
            </a:r>
            <a:r>
              <a:rPr sz="2761" b="1" dirty="0">
                <a:latin typeface="Times New Roman"/>
                <a:cs typeface="Times New Roman"/>
              </a:rPr>
              <a:t>ay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380"/>
              </a:spcBef>
            </a:pPr>
            <a:r>
              <a:rPr sz="2761" dirty="0">
                <a:latin typeface="Times New Roman"/>
                <a:cs typeface="Times New Roman"/>
              </a:rPr>
              <a:t>Consid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</a:t>
            </a:r>
            <a:endParaRPr lang="en-US" sz="2761" dirty="0">
              <a:latin typeface="Times New Roman"/>
              <a:cs typeface="Times New Roman"/>
            </a:endParaRPr>
          </a:p>
          <a:p>
            <a:pPr marL="553698" indent="-524479">
              <a:buFont typeface="Times New Roman"/>
              <a:buAutoNum type="arabicPeriod"/>
              <a:tabLst>
                <a:tab pos="555159" algn="l"/>
              </a:tabLst>
            </a:pPr>
            <a:r>
              <a:rPr lang="en-US" sz="2761" b="1" spc="-12" dirty="0">
                <a:latin typeface="Times New Roman"/>
                <a:cs typeface="Times New Roman"/>
              </a:rPr>
              <a:t>c</a:t>
            </a:r>
            <a:r>
              <a:rPr lang="en-US" sz="2761" b="1" dirty="0">
                <a:latin typeface="Times New Roman"/>
                <a:cs typeface="Times New Roman"/>
              </a:rPr>
              <a:t>onst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i</a:t>
            </a:r>
            <a:r>
              <a:rPr lang="en-US" sz="2761" b="1" spc="12" dirty="0">
                <a:latin typeface="Times New Roman"/>
                <a:cs typeface="Times New Roman"/>
              </a:rPr>
              <a:t>n</a:t>
            </a:r>
            <a:r>
              <a:rPr lang="en-US" sz="2761" b="1" dirty="0">
                <a:latin typeface="Times New Roman"/>
                <a:cs typeface="Times New Roman"/>
              </a:rPr>
              <a:t>t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dirty="0" err="1">
                <a:latin typeface="Times New Roman"/>
                <a:cs typeface="Times New Roman"/>
              </a:rPr>
              <a:t>si</a:t>
            </a:r>
            <a:r>
              <a:rPr lang="en-US" sz="2761" spc="12" dirty="0" err="1">
                <a:latin typeface="Times New Roman"/>
                <a:cs typeface="Times New Roman"/>
              </a:rPr>
              <a:t>z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O</a:t>
            </a:r>
            <a:r>
              <a:rPr lang="en-US" sz="2761" spc="-23" dirty="0" err="1">
                <a:latin typeface="Times New Roman"/>
                <a:cs typeface="Times New Roman"/>
              </a:rPr>
              <a:t>F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rr</a:t>
            </a:r>
            <a:r>
              <a:rPr lang="en-US" sz="2761" spc="35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y</a:t>
            </a:r>
            <a:r>
              <a:rPr lang="en-US" sz="2761" spc="-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5; //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onst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nt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indi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ting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si</a:t>
            </a:r>
            <a:r>
              <a:rPr lang="en-US" sz="2761" spc="12" dirty="0">
                <a:latin typeface="Times New Roman"/>
                <a:cs typeface="Times New Roman"/>
              </a:rPr>
              <a:t>z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35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</a:p>
          <a:p>
            <a:pPr marL="553698" marR="11688" indent="-524479">
              <a:lnSpc>
                <a:spcPts val="4785"/>
              </a:lnSpc>
              <a:spcBef>
                <a:spcPts val="368"/>
              </a:spcBef>
              <a:buFont typeface="Times New Roman"/>
              <a:buAutoNum type="arabicPeriod"/>
              <a:tabLst>
                <a:tab pos="55515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i</a:t>
            </a:r>
            <a:r>
              <a:rPr lang="en-US" sz="2761" b="1" spc="12" dirty="0">
                <a:latin typeface="Times New Roman"/>
                <a:cs typeface="Times New Roman"/>
              </a:rPr>
              <a:t>n</a:t>
            </a:r>
            <a:r>
              <a:rPr lang="en-US" sz="2761" b="1" dirty="0">
                <a:latin typeface="Times New Roman"/>
                <a:cs typeface="Times New Roman"/>
              </a:rPr>
              <a:t>t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12" dirty="0">
                <a:latin typeface="Times New Roman"/>
                <a:cs typeface="Times New Roman"/>
              </a:rPr>
              <a:t>[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23" dirty="0" err="1">
                <a:latin typeface="Times New Roman"/>
                <a:cs typeface="Times New Roman"/>
              </a:rPr>
              <a:t>i</a:t>
            </a:r>
            <a:r>
              <a:rPr lang="en-US" sz="2761" spc="12" dirty="0" err="1">
                <a:latin typeface="Times New Roman"/>
                <a:cs typeface="Times New Roman"/>
              </a:rPr>
              <a:t>z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O</a:t>
            </a:r>
            <a:r>
              <a:rPr lang="en-US" sz="2761" spc="-23" dirty="0" err="1">
                <a:latin typeface="Times New Roman"/>
                <a:cs typeface="Times New Roman"/>
              </a:rPr>
              <a:t>F</a:t>
            </a:r>
            <a:r>
              <a:rPr lang="en-US" sz="2761" spc="-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rr</a:t>
            </a:r>
            <a:r>
              <a:rPr lang="en-US" sz="2761" spc="35" dirty="0" err="1">
                <a:latin typeface="Times New Roman"/>
                <a:cs typeface="Times New Roman"/>
              </a:rPr>
              <a:t>a</a:t>
            </a:r>
            <a:r>
              <a:rPr lang="en-US" sz="2761" spc="-92" dirty="0" err="1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]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{1</a:t>
            </a:r>
            <a:r>
              <a:rPr lang="en-US" sz="2761" spc="23" dirty="0">
                <a:latin typeface="Times New Roman"/>
                <a:cs typeface="Times New Roman"/>
              </a:rPr>
              <a:t>0</a:t>
            </a:r>
            <a:r>
              <a:rPr lang="en-US" sz="2761" dirty="0">
                <a:latin typeface="Times New Roman"/>
                <a:cs typeface="Times New Roman"/>
              </a:rPr>
              <a:t>, 30, 40, 55, 65}; // five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lues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initi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li</a:t>
            </a:r>
            <a:r>
              <a:rPr lang="en-US" sz="2761" spc="12" dirty="0">
                <a:latin typeface="Times New Roman"/>
                <a:cs typeface="Times New Roman"/>
              </a:rPr>
              <a:t>z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five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lem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nts of</a:t>
            </a:r>
            <a:r>
              <a:rPr lang="en-US" sz="2761" spc="-12" dirty="0">
                <a:latin typeface="Times New Roman"/>
                <a:cs typeface="Times New Roman"/>
              </a:rPr>
              <a:t> an 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35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</a:p>
          <a:p>
            <a:pPr marL="553698" indent="-524479">
              <a:spcBef>
                <a:spcPts val="1024"/>
              </a:spcBef>
              <a:buFont typeface="Times New Roman"/>
              <a:buAutoNum type="arabicPeriod"/>
              <a:tabLst>
                <a:tab pos="55515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i</a:t>
            </a:r>
            <a:r>
              <a:rPr lang="en-US" sz="2761" b="1" spc="12" dirty="0">
                <a:latin typeface="Times New Roman"/>
                <a:cs typeface="Times New Roman"/>
              </a:rPr>
              <a:t>n</a:t>
            </a:r>
            <a:r>
              <a:rPr lang="en-US" sz="2761" b="1" dirty="0">
                <a:latin typeface="Times New Roman"/>
                <a:cs typeface="Times New Roman"/>
              </a:rPr>
              <a:t>t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sum 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0;</a:t>
            </a:r>
          </a:p>
          <a:p>
            <a:pPr marL="29219" marR="10174017">
              <a:lnSpc>
                <a:spcPct val="143300"/>
              </a:lnSpc>
              <a:spcBef>
                <a:spcPts val="23"/>
              </a:spcBef>
              <a:buFont typeface="Times New Roman"/>
              <a:buAutoNum type="arabicPeriod"/>
              <a:tabLst>
                <a:tab pos="55515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i</a:t>
            </a:r>
            <a:r>
              <a:rPr lang="en-US" sz="2761" b="1" spc="12" dirty="0">
                <a:latin typeface="Times New Roman"/>
                <a:cs typeface="Times New Roman"/>
              </a:rPr>
              <a:t>n</a:t>
            </a:r>
            <a:r>
              <a:rPr lang="en-US" sz="2761" b="1" dirty="0">
                <a:latin typeface="Times New Roman"/>
                <a:cs typeface="Times New Roman"/>
              </a:rPr>
              <a:t>t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rage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0;</a:t>
            </a:r>
          </a:p>
          <a:p>
            <a:pPr marL="29219" marR="10174017">
              <a:lnSpc>
                <a:spcPct val="143300"/>
              </a:lnSpc>
              <a:spcBef>
                <a:spcPts val="23"/>
              </a:spcBef>
              <a:buFont typeface="Times New Roman"/>
              <a:buAutoNum type="arabicPeriod"/>
              <a:tabLst>
                <a:tab pos="55515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 </a:t>
            </a:r>
            <a:r>
              <a:rPr lang="en-US" sz="2761" b="1" dirty="0">
                <a:latin typeface="Times New Roman"/>
                <a:cs typeface="Times New Roman"/>
              </a:rPr>
              <a:t>void</a:t>
            </a:r>
            <a:r>
              <a:rPr lang="en-US" sz="2761" dirty="0">
                <a:latin typeface="Times New Roman"/>
                <a:cs typeface="Times New Roman"/>
              </a:rPr>
              <a:t> setup()   {</a:t>
            </a:r>
          </a:p>
          <a:p>
            <a:pPr marL="29219" marR="10174017">
              <a:lnSpc>
                <a:spcPct val="143300"/>
              </a:lnSpc>
              <a:spcBef>
                <a:spcPts val="23"/>
              </a:spcBef>
              <a:buFont typeface="Times New Roman"/>
              <a:buAutoNum type="arabicPeriod"/>
              <a:tabLst>
                <a:tab pos="55515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    </a:t>
            </a:r>
            <a:r>
              <a:rPr lang="en-US" sz="2761" dirty="0" err="1">
                <a:latin typeface="Times New Roman"/>
                <a:cs typeface="Times New Roman"/>
              </a:rPr>
              <a:t>Serial.begin</a:t>
            </a:r>
            <a:r>
              <a:rPr lang="en-US" sz="2761" dirty="0">
                <a:latin typeface="Times New Roman"/>
                <a:cs typeface="Times New Roman"/>
              </a:rPr>
              <a:t>(9600);</a:t>
            </a:r>
          </a:p>
          <a:p>
            <a:pPr marL="29219" marR="10174017">
              <a:lnSpc>
                <a:spcPct val="143300"/>
              </a:lnSpc>
              <a:spcBef>
                <a:spcPts val="23"/>
              </a:spcBef>
              <a:buFont typeface="Times New Roman"/>
              <a:buAutoNum type="arabicPeriod"/>
              <a:tabLst>
                <a:tab pos="55515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 }</a:t>
            </a:r>
          </a:p>
          <a:p>
            <a:pPr marL="29219" marR="10174017">
              <a:lnSpc>
                <a:spcPct val="143300"/>
              </a:lnSpc>
              <a:spcBef>
                <a:spcPts val="23"/>
              </a:spcBef>
              <a:buFont typeface="Times New Roman"/>
              <a:buAutoNum type="arabicPeriod"/>
              <a:tabLst>
                <a:tab pos="55515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void</a:t>
            </a:r>
            <a:r>
              <a:rPr lang="en-US" sz="2761" b="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loop </a:t>
            </a:r>
            <a:r>
              <a:rPr lang="en-US" sz="2761" spc="-12" dirty="0">
                <a:latin typeface="Times New Roman"/>
                <a:cs typeface="Times New Roman"/>
              </a:rPr>
              <a:t>(</a:t>
            </a:r>
            <a:r>
              <a:rPr lang="en-US" sz="2761" dirty="0">
                <a:latin typeface="Times New Roman"/>
                <a:cs typeface="Times New Roman"/>
              </a:rPr>
              <a:t>)</a:t>
            </a:r>
            <a:r>
              <a:rPr lang="en-US" sz="2761" spc="-12" dirty="0">
                <a:latin typeface="Times New Roman"/>
                <a:cs typeface="Times New Roman"/>
              </a:rPr>
              <a:t>   </a:t>
            </a:r>
            <a:r>
              <a:rPr lang="en-US" sz="2761" dirty="0">
                <a:latin typeface="Times New Roman"/>
                <a:cs typeface="Times New Roman"/>
              </a:rPr>
              <a:t>{</a:t>
            </a:r>
          </a:p>
          <a:p>
            <a:pPr marL="29219" marR="10174017">
              <a:lnSpc>
                <a:spcPct val="143300"/>
              </a:lnSpc>
              <a:spcBef>
                <a:spcPts val="23"/>
              </a:spcBef>
              <a:buFont typeface="Times New Roman"/>
              <a:buAutoNum type="arabicPeriod"/>
              <a:tabLst>
                <a:tab pos="55515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    // sum of</a:t>
            </a:r>
            <a:r>
              <a:rPr lang="en-US" sz="2761" spc="-12" dirty="0">
                <a:latin typeface="Times New Roman"/>
                <a:cs typeface="Times New Roman"/>
              </a:rPr>
              <a:t> 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35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</a:p>
          <a:p>
            <a:pPr marL="816668" indent="-787449">
              <a:spcBef>
                <a:spcPts val="1461"/>
              </a:spcBef>
              <a:buFont typeface="Times New Roman"/>
              <a:buAutoNum type="arabicPeriod" startAt="10"/>
              <a:tabLst>
                <a:tab pos="818129" algn="l"/>
              </a:tabLst>
            </a:pPr>
            <a:r>
              <a:rPr lang="en-US" sz="2761" b="1" spc="12" dirty="0">
                <a:latin typeface="Times New Roman"/>
                <a:cs typeface="Times New Roman"/>
              </a:rPr>
              <a:t>f</a:t>
            </a:r>
            <a:r>
              <a:rPr lang="en-US" sz="2761" b="1" dirty="0">
                <a:latin typeface="Times New Roman"/>
                <a:cs typeface="Times New Roman"/>
              </a:rPr>
              <a:t>or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i</a:t>
            </a:r>
            <a:r>
              <a:rPr lang="en-US" sz="2761" b="1" spc="12" dirty="0">
                <a:latin typeface="Times New Roman"/>
                <a:cs typeface="Times New Roman"/>
              </a:rPr>
              <a:t>n</a:t>
            </a:r>
            <a:r>
              <a:rPr lang="en-US" sz="2761" b="1" dirty="0">
                <a:latin typeface="Times New Roman"/>
                <a:cs typeface="Times New Roman"/>
              </a:rPr>
              <a:t>t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 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0; 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 &lt;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 err="1">
                <a:latin typeface="Times New Roman"/>
                <a:cs typeface="Times New Roman"/>
              </a:rPr>
              <a:t>si</a:t>
            </a:r>
            <a:r>
              <a:rPr lang="en-US" sz="2761" spc="12" dirty="0" err="1">
                <a:latin typeface="Times New Roman"/>
                <a:cs typeface="Times New Roman"/>
              </a:rPr>
              <a:t>z</a:t>
            </a:r>
            <a:r>
              <a:rPr lang="en-US" sz="2761" spc="-46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O</a:t>
            </a:r>
            <a:r>
              <a:rPr lang="en-US" sz="2761" spc="-23" dirty="0" err="1">
                <a:latin typeface="Times New Roman"/>
                <a:cs typeface="Times New Roman"/>
              </a:rPr>
              <a:t>F</a:t>
            </a:r>
            <a:r>
              <a:rPr lang="en-US" sz="2761" spc="12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r</a:t>
            </a:r>
            <a:r>
              <a:rPr lang="en-US" sz="2761" spc="-23" dirty="0" err="1">
                <a:latin typeface="Times New Roman"/>
                <a:cs typeface="Times New Roman"/>
              </a:rPr>
              <a:t>r</a:t>
            </a:r>
            <a:r>
              <a:rPr lang="en-US" sz="2761" spc="35" dirty="0" err="1">
                <a:latin typeface="Times New Roman"/>
                <a:cs typeface="Times New Roman"/>
              </a:rPr>
              <a:t>a</a:t>
            </a:r>
            <a:r>
              <a:rPr lang="en-US" sz="2761" spc="-58" dirty="0" err="1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spc="12" dirty="0">
                <a:latin typeface="Times New Roman"/>
                <a:cs typeface="Times New Roman"/>
              </a:rPr>
              <a:t>+</a:t>
            </a:r>
            <a:r>
              <a:rPr lang="en-US" sz="2761" dirty="0">
                <a:latin typeface="Times New Roman"/>
                <a:cs typeface="Times New Roman"/>
              </a:rPr>
              <a:t>+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)</a:t>
            </a:r>
          </a:p>
          <a:p>
            <a:pPr marL="1079638" indent="-1050419">
              <a:spcBef>
                <a:spcPts val="1438"/>
              </a:spcBef>
              <a:buFont typeface="Times New Roman"/>
              <a:buAutoNum type="arabicPeriod" startAt="10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sum </a:t>
            </a:r>
            <a:r>
              <a:rPr lang="en-US" sz="2761" spc="-12" dirty="0">
                <a:latin typeface="Times New Roman"/>
                <a:cs typeface="Times New Roman"/>
              </a:rPr>
              <a:t>+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b[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]</a:t>
            </a:r>
            <a:r>
              <a:rPr lang="en-US" sz="2761" dirty="0">
                <a:latin typeface="Times New Roman"/>
                <a:cs typeface="Times New Roman"/>
              </a:rPr>
              <a:t>;  </a:t>
            </a:r>
            <a:r>
              <a:rPr lang="en-US" sz="2761" spc="-23" dirty="0">
                <a:latin typeface="Times New Roman"/>
                <a:cs typeface="Times New Roman"/>
              </a:rPr>
              <a:t>/</a:t>
            </a:r>
            <a:r>
              <a:rPr lang="en-US" sz="2761" dirty="0">
                <a:latin typeface="Times New Roman"/>
                <a:cs typeface="Times New Roman"/>
              </a:rPr>
              <a:t>/ 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 sum 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sum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+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12" dirty="0">
                <a:latin typeface="Times New Roman"/>
                <a:cs typeface="Times New Roman"/>
              </a:rPr>
              <a:t>[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]</a:t>
            </a:r>
          </a:p>
          <a:p>
            <a:pPr marL="1079638" indent="-1050419">
              <a:spcBef>
                <a:spcPts val="1461"/>
              </a:spcBef>
              <a:buFont typeface="Times New Roman"/>
              <a:buAutoNum type="arabicPeriod" startAt="10"/>
              <a:tabLst>
                <a:tab pos="1081099" algn="l"/>
              </a:tabLst>
            </a:pP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rage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sum/5;</a:t>
            </a:r>
          </a:p>
          <a:p>
            <a:pPr marL="816668" indent="-787449">
              <a:spcBef>
                <a:spcPts val="1438"/>
              </a:spcBef>
              <a:buFont typeface="Times New Roman"/>
              <a:buAutoNum type="arabicPeriod" startAt="10"/>
              <a:tabLst>
                <a:tab pos="818129" algn="l"/>
              </a:tabLst>
            </a:pP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l.print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12" dirty="0">
                <a:latin typeface="Times New Roman"/>
                <a:cs typeface="Times New Roman"/>
              </a:rPr>
              <a:t>'</a:t>
            </a:r>
            <a:r>
              <a:rPr lang="en-US" sz="2761" dirty="0">
                <a:latin typeface="Times New Roman"/>
                <a:cs typeface="Times New Roman"/>
              </a:rPr>
              <a:t>Av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ra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e of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-12" dirty="0">
                <a:latin typeface="Times New Roman"/>
                <a:cs typeface="Times New Roman"/>
              </a:rPr>
              <a:t> e</a:t>
            </a:r>
            <a:r>
              <a:rPr lang="en-US" sz="2761" dirty="0">
                <a:latin typeface="Times New Roman"/>
                <a:cs typeface="Times New Roman"/>
              </a:rPr>
              <a:t>lem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nts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rr</a:t>
            </a:r>
            <a:r>
              <a:rPr lang="en-US" sz="2761" spc="35" dirty="0">
                <a:latin typeface="Times New Roman"/>
                <a:cs typeface="Times New Roman"/>
              </a:rPr>
              <a:t>a</a:t>
            </a:r>
            <a:r>
              <a:rPr lang="en-US" sz="2761" spc="-35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:</a:t>
            </a:r>
            <a:r>
              <a:rPr lang="en-US" sz="2761" spc="-23" dirty="0">
                <a:latin typeface="Times New Roman"/>
                <a:cs typeface="Times New Roman"/>
              </a:rPr>
              <a:t>'</a:t>
            </a:r>
            <a:r>
              <a:rPr lang="en-US" sz="2761" dirty="0">
                <a:latin typeface="Times New Roman"/>
                <a:cs typeface="Times New Roman"/>
              </a:rPr>
              <a:t>)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816668" indent="-787449">
              <a:spcBef>
                <a:spcPts val="1461"/>
              </a:spcBef>
              <a:buFont typeface="Times New Roman"/>
              <a:buAutoNum type="arabicPeriod" startAt="10"/>
              <a:tabLst>
                <a:tab pos="818129" algn="l"/>
              </a:tabLst>
            </a:pP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l.println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ra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)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;  //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 will print the</a:t>
            </a:r>
            <a:r>
              <a:rPr lang="en-US" sz="2761" spc="-12" dirty="0">
                <a:latin typeface="Times New Roman"/>
                <a:cs typeface="Times New Roman"/>
              </a:rPr>
              <a:t> a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ra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-12" dirty="0">
                <a:latin typeface="Times New Roman"/>
                <a:cs typeface="Times New Roman"/>
              </a:rPr>
              <a:t> a</a:t>
            </a:r>
            <a:r>
              <a:rPr lang="en-US" sz="2761" dirty="0">
                <a:latin typeface="Times New Roman"/>
                <a:cs typeface="Times New Roman"/>
              </a:rPr>
              <a:t>ll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lem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nts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35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634541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5600" y="1447800"/>
            <a:ext cx="13868400" cy="28371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3698">
              <a:tabLst>
                <a:tab pos="1342608" algn="l"/>
              </a:tabLst>
            </a:pPr>
            <a:r>
              <a:rPr sz="2761" dirty="0">
                <a:latin typeface="Times New Roman"/>
                <a:cs typeface="Times New Roman"/>
              </a:rPr>
              <a:t>1</a:t>
            </a:r>
            <a:r>
              <a:rPr lang="en-US" sz="2761" dirty="0">
                <a:latin typeface="Times New Roman"/>
                <a:cs typeface="Times New Roman"/>
              </a:rPr>
              <a:t>5</a:t>
            </a:r>
            <a:r>
              <a:rPr sz="2761" dirty="0">
                <a:latin typeface="Times New Roman"/>
                <a:cs typeface="Times New Roman"/>
              </a:rPr>
              <a:t>.	// the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5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nts.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So, the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rage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divid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5.</a:t>
            </a:r>
          </a:p>
          <a:p>
            <a:pPr marL="55515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1</a:t>
            </a:r>
            <a:r>
              <a:rPr lang="en-US" sz="2761" dirty="0">
                <a:latin typeface="Times New Roman"/>
                <a:cs typeface="Times New Roman"/>
              </a:rPr>
              <a:t>6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29219">
              <a:spcBef>
                <a:spcPts val="1518"/>
              </a:spcBef>
            </a:pPr>
            <a:endParaRPr lang="en-US" sz="2761" b="1" dirty="0">
              <a:latin typeface="Times New Roman"/>
              <a:cs typeface="Times New Roman"/>
            </a:endParaRPr>
          </a:p>
          <a:p>
            <a:pPr marL="29219">
              <a:spcBef>
                <a:spcPts val="1518"/>
              </a:spcBef>
            </a:pPr>
            <a:r>
              <a:rPr sz="2761" b="1" dirty="0">
                <a:latin typeface="Times New Roman"/>
                <a:cs typeface="Times New Roman"/>
              </a:rPr>
              <a:t>O</a:t>
            </a:r>
            <a:r>
              <a:rPr sz="2761" b="1" spc="12" dirty="0">
                <a:latin typeface="Times New Roman"/>
                <a:cs typeface="Times New Roman"/>
              </a:rPr>
              <a:t>u</a:t>
            </a:r>
            <a:r>
              <a:rPr sz="2761" b="1" dirty="0">
                <a:latin typeface="Times New Roman"/>
                <a:cs typeface="Times New Roman"/>
              </a:rPr>
              <a:t>tput</a:t>
            </a:r>
            <a:endParaRPr sz="2761" dirty="0">
              <a:latin typeface="Times New Roman"/>
              <a:cs typeface="Times New Roman"/>
            </a:endParaRPr>
          </a:p>
          <a:p>
            <a:pPr marL="29219" marR="4509936">
              <a:lnSpc>
                <a:spcPts val="4739"/>
              </a:lnSpc>
              <a:spcBef>
                <a:spcPts val="345"/>
              </a:spcBef>
            </a:pPr>
            <a:r>
              <a:rPr sz="2761" dirty="0">
                <a:latin typeface="Times New Roman"/>
                <a:cs typeface="Times New Roman"/>
              </a:rPr>
              <a:t>Av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rage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the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rr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: 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1040</TotalTime>
  <Words>1558</Words>
  <Application>Microsoft Office PowerPoint</Application>
  <PresentationFormat>Custom</PresentationFormat>
  <Paragraphs>132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Shikha Atwal</cp:lastModifiedBy>
  <cp:revision>6</cp:revision>
  <dcterms:created xsi:type="dcterms:W3CDTF">2024-06-25T17:28:29Z</dcterms:created>
  <dcterms:modified xsi:type="dcterms:W3CDTF">2024-06-28T03:44:24Z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2024-06-25T00:00:00Z</vt:filetime>
  </property>
  <property fmtid="{D5CDD505-2E9C-101B-9397-08002B2CF9AE}" pid="3" name="LastSaved">
    <vt:filetime>2024-06-25T00:00:00Z</vt:filetime>
  </property>
</Properties>
</file>