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3" r:id="rId4"/>
    <p:sldId id="257" r:id="rId5"/>
    <p:sldId id="264" r:id="rId6"/>
    <p:sldId id="265" r:id="rId7"/>
    <p:sldId id="258" r:id="rId8"/>
    <p:sldId id="266" r:id="rId9"/>
    <p:sldId id="259" r:id="rId10"/>
    <p:sldId id="260" r:id="rId11"/>
    <p:sldId id="267" r:id="rId12"/>
    <p:sldId id="261" r:id="rId13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73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7239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7355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331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5696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4549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3595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447800"/>
            <a:ext cx="13732601" cy="6163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indent="4490941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cation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81"/>
              </a:spcBef>
            </a:pPr>
            <a:endParaRPr sz="4371" dirty="0">
              <a:latin typeface="Times New Roman"/>
              <a:cs typeface="Times New Roman"/>
            </a:endParaRPr>
          </a:p>
          <a:p>
            <a:pPr marL="29219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Arduino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bra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58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unct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ons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44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re,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tends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bilities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</a:p>
          <a:p>
            <a:pPr marL="29219" marR="18992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provi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tra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mming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plat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ritten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(.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pp).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low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manipulate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54714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To implem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L</a:t>
            </a:r>
            <a:r>
              <a:rPr sz="2761" dirty="0">
                <a:latin typeface="Times New Roman"/>
                <a:cs typeface="Times New Roman"/>
              </a:rPr>
              <a:t>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 </a:t>
            </a:r>
            <a:r>
              <a:rPr sz="2761" b="1" dirty="0">
                <a:latin typeface="Times New Roman"/>
                <a:cs typeface="Times New Roman"/>
              </a:rPr>
              <a:t>Sk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-</a:t>
            </a:r>
            <a:r>
              <a:rPr sz="2761" b="1" dirty="0">
                <a:latin typeface="Times New Roman"/>
                <a:cs typeface="Times New Roman"/>
              </a:rPr>
              <a:t>&gt; I</a:t>
            </a:r>
            <a:r>
              <a:rPr sz="2761" b="1" spc="-35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po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Li</a:t>
            </a:r>
            <a:r>
              <a:rPr sz="2761" b="1" spc="12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ries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d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 o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762000"/>
            <a:ext cx="14554200" cy="7726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Standard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Libraries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lib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>
              <a:spcBef>
                <a:spcPts val="97"/>
              </a:spcBef>
            </a:pPr>
            <a:endParaRPr sz="3911" dirty="0">
              <a:latin typeface="Times New Roman"/>
              <a:cs typeface="Times New Roman"/>
            </a:endParaRPr>
          </a:p>
          <a:p>
            <a:pPr marL="29219" marR="14609">
              <a:lnSpc>
                <a:spcPct val="144000"/>
              </a:lnSpc>
              <a:buClr>
                <a:srgbClr val="2E5395"/>
              </a:buClr>
              <a:buFont typeface="Times New Roman"/>
              <a:buAutoNum type="arabicPeriod"/>
              <a:tabLst>
                <a:tab pos="477729" algn="l"/>
              </a:tabLst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EE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ROM: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96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stands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Elect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onic </a:t>
            </a:r>
            <a:r>
              <a:rPr sz="2761" b="1" spc="-150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asable </a:t>
            </a:r>
            <a:r>
              <a:rPr sz="2761" b="1" spc="-127" dirty="0">
                <a:latin typeface="Times New Roman"/>
                <a:cs typeface="Times New Roman"/>
              </a:rPr>
              <a:t> 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23" dirty="0">
                <a:latin typeface="Times New Roman"/>
                <a:cs typeface="Times New Roman"/>
              </a:rPr>
              <a:t>g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able </a:t>
            </a:r>
            <a:r>
              <a:rPr sz="2761" b="1" spc="-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ad </a:t>
            </a:r>
            <a:r>
              <a:rPr sz="2761" b="1" spc="-11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ly </a:t>
            </a:r>
            <a:r>
              <a:rPr sz="2761" b="1" spc="-138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46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EEPROM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ssoci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rds.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EEPROM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is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ROM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rds,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B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1024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meg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328P.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be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4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96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the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meg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2560,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R="8181289" algn="ctr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EEPROM.h&gt;</a:t>
            </a:r>
          </a:p>
          <a:p>
            <a:pPr>
              <a:spcBef>
                <a:spcPts val="90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 marR="17531">
              <a:lnSpc>
                <a:spcPct val="144200"/>
              </a:lnSpc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EEPROM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EEPROM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EEPROM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EE</a:t>
            </a:r>
            <a:r>
              <a:rPr sz="2761" spc="-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ROM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t,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EEPROM Upd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te, 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PROM Put, EEPROM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</p:txBody>
      </p:sp>
    </p:spTree>
    <p:extLst>
      <p:ext uri="{BB962C8B-B14F-4D97-AF65-F5344CB8AC3E}">
        <p14:creationId xmlns:p14="http://schemas.microsoft.com/office/powerpoint/2010/main" val="176287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63700" y="1524000"/>
            <a:ext cx="14554200" cy="54629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4100"/>
              </a:lnSpc>
              <a:buClr>
                <a:srgbClr val="2E5395"/>
              </a:buClr>
              <a:buFont typeface="Times New Roman"/>
              <a:buAutoNum type="arabicPeriod" startAt="2"/>
              <a:tabLst>
                <a:tab pos="464580" algn="l"/>
              </a:tabLst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Ethernet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1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Libra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7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works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</a:t>
            </a:r>
            <a:r>
              <a:rPr sz="2761" spc="-35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shield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bus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ts as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diate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the board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shi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ssoci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lib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1079638" lvl="1" indent="-524479">
              <a:spcBef>
                <a:spcPts val="1426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 err="1">
                <a:latin typeface="Times New Roman"/>
                <a:cs typeface="Times New Roman"/>
              </a:rPr>
              <a:t>Eth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</a:t>
            </a:r>
            <a:r>
              <a:rPr sz="2761" spc="12" dirty="0" err="1">
                <a:latin typeface="Times New Roman"/>
                <a:cs typeface="Times New Roman"/>
              </a:rPr>
              <a:t>n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t.h</a:t>
            </a:r>
            <a:r>
              <a:rPr sz="2761" dirty="0">
                <a:latin typeface="Times New Roman"/>
                <a:cs typeface="Times New Roman"/>
              </a:rPr>
              <a:t>&gt;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lvl="1" indent="-524479">
              <a:spcBef>
                <a:spcPts val="1426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#include</a:t>
            </a:r>
            <a:r>
              <a:rPr lang="en-US" sz="2761" spc="-12" dirty="0">
                <a:latin typeface="Times New Roman"/>
                <a:cs typeface="Times New Roman"/>
              </a:rPr>
              <a:t> &lt;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35" dirty="0" err="1">
                <a:latin typeface="Times New Roman"/>
                <a:cs typeface="Times New Roman"/>
              </a:rPr>
              <a:t>P</a:t>
            </a:r>
            <a:r>
              <a:rPr lang="en-US" sz="2761" spc="-69" dirty="0" err="1">
                <a:latin typeface="Times New Roman"/>
                <a:cs typeface="Times New Roman"/>
              </a:rPr>
              <a:t>I</a:t>
            </a:r>
            <a:r>
              <a:rPr lang="en-US" sz="2761" spc="12" dirty="0" err="1">
                <a:latin typeface="Times New Roman"/>
                <a:cs typeface="Times New Roman"/>
              </a:rPr>
              <a:t>.</a:t>
            </a:r>
            <a:r>
              <a:rPr lang="en-US" sz="2761" spc="23" dirty="0" err="1">
                <a:latin typeface="Times New Roman"/>
                <a:cs typeface="Times New Roman"/>
              </a:rPr>
              <a:t>h</a:t>
            </a:r>
            <a:r>
              <a:rPr lang="en-US" sz="2761" spc="23" dirty="0">
                <a:latin typeface="Times New Roman"/>
                <a:cs typeface="Times New Roman"/>
              </a:rPr>
              <a:t>&gt;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lvl="1" indent="-524479">
              <a:spcBef>
                <a:spcPts val="1426"/>
              </a:spcBef>
              <a:buFont typeface="Times New Roman"/>
              <a:buAutoNum type="arabicPeriod"/>
              <a:tabLst>
                <a:tab pos="108109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tabLst>
                <a:tab pos="918934" algn="l"/>
                <a:tab pos="4526006" algn="l"/>
                <a:tab pos="6590321" algn="l"/>
              </a:tabLst>
              <a:defRPr/>
            </a:pP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	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mpl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2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lnetClient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	</a:t>
            </a:r>
            <a:r>
              <a:rPr kumimoji="0" lang="en-US" sz="2761" b="0" i="0" u="none" strike="noStrike" kern="1200" cap="none" spc="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bS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rv</a:t>
            </a:r>
            <a:r>
              <a:rPr kumimoji="0" lang="en-US" sz="2761" b="0" i="0" u="none" strike="noStrike" kern="1200" cap="none" spc="-23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	</a:t>
            </a:r>
            <a:r>
              <a:rPr kumimoji="0" lang="en-US" sz="2761" b="0" i="0" u="none" strike="noStrike" kern="1200" cap="none" spc="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bCli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ntR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tin</a:t>
            </a:r>
            <a:r>
              <a:rPr kumimoji="0" lang="en-US" sz="2761" b="0" i="0" u="none" strike="noStrike" kern="1200" cap="none" spc="-3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lang="en-US" sz="2761" spc="12" dirty="0" err="1">
                <a:latin typeface="Times New Roman"/>
                <a:cs typeface="Times New Roman"/>
              </a:rPr>
              <a:t>We</a:t>
            </a:r>
            <a:r>
              <a:rPr lang="en-US" sz="2761" dirty="0" err="1">
                <a:latin typeface="Times New Roman"/>
                <a:cs typeface="Times New Roman"/>
              </a:rPr>
              <a:t>bCli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dirty="0" err="1">
                <a:latin typeface="Times New Roman"/>
                <a:cs typeface="Times New Roman"/>
              </a:rPr>
              <a:t>Ch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t</a:t>
            </a:r>
            <a:r>
              <a:rPr lang="en-US" sz="2761" spc="12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rv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DnsW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bCli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UdpNtpCli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UdpS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ndR</a:t>
            </a:r>
            <a:r>
              <a:rPr kumimoji="0" lang="en-US" sz="2761" b="0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iv</a:t>
            </a:r>
            <a:r>
              <a:rPr kumimoji="0" lang="en-US" sz="2761" b="0" i="0" u="none" strike="noStrike" kern="1200" cap="none" spc="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Strin</a:t>
            </a:r>
            <a:r>
              <a:rPr kumimoji="0" lang="en-US" sz="2761" b="0" i="0" u="none" strike="noStrike" kern="1200" cap="none" spc="-3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tc.</a:t>
            </a:r>
          </a:p>
        </p:txBody>
      </p:sp>
    </p:spTree>
    <p:extLst>
      <p:ext uri="{BB962C8B-B14F-4D97-AF65-F5344CB8AC3E}">
        <p14:creationId xmlns:p14="http://schemas.microsoft.com/office/powerpoint/2010/main" val="44795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587500" y="1447800"/>
            <a:ext cx="14706600" cy="4971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4200"/>
              </a:lnSpc>
              <a:buClr>
                <a:srgbClr val="2E5395"/>
              </a:buClr>
              <a:buFont typeface="Times New Roman"/>
              <a:buAutoNum type="arabicPeriod" startAt="3"/>
              <a:tabLst>
                <a:tab pos="474807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Liquid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tal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Lib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07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rmits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CDs, 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mpatible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hipset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44780.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hipsets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found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most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xt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CDs.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8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4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mode.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mode 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lines in addition to the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ble,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rw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lines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option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l).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&lt;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iquidC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l.h&gt;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llo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orld, Curso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link,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73200" y="914400"/>
            <a:ext cx="14935200" cy="8084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0453">
              <a:lnSpc>
                <a:spcPct val="144200"/>
              </a:lnSpc>
              <a:buClr>
                <a:srgbClr val="2E5395"/>
              </a:buClr>
              <a:buFont typeface="Times New Roman"/>
              <a:buAutoNum type="arabicPeriod" startAt="4"/>
              <a:tabLst>
                <a:tab pos="444127" algn="l"/>
              </a:tabLst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SD</a:t>
            </a:r>
            <a:r>
              <a:rPr sz="2991" spc="26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Libra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r>
              <a:rPr sz="2991" spc="219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iting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Shield.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lude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ths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slash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 SD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used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the SD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 lvl="1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&gt;</a:t>
            </a:r>
          </a:p>
          <a:p>
            <a:pPr marL="1079638" lvl="1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SD.h&gt;</a:t>
            </a:r>
          </a:p>
          <a:p>
            <a:pPr lvl="1">
              <a:lnSpc>
                <a:spcPct val="100000"/>
              </a:lnSpc>
              <a:buFont typeface="Times New Roman"/>
              <a:buAutoNum type="arabicPeriod"/>
            </a:pPr>
            <a:endParaRPr sz="2761" dirty="0">
              <a:latin typeface="Times New Roman"/>
              <a:cs typeface="Times New Roman"/>
            </a:endParaRPr>
          </a:p>
          <a:p>
            <a:pPr lvl="1">
              <a:spcBef>
                <a:spcPts val="127"/>
              </a:spcBef>
              <a:buFont typeface="Times New Roman"/>
              <a:buAutoNum type="arabicPeriod"/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Dump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ist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  <a:p>
            <a:pPr>
              <a:spcBef>
                <a:spcPts val="58"/>
              </a:spcBef>
            </a:pPr>
            <a:endParaRPr sz="3911" dirty="0">
              <a:latin typeface="Times New Roman"/>
              <a:cs typeface="Times New Roman"/>
            </a:endParaRPr>
          </a:p>
          <a:p>
            <a:pPr marL="29219" marR="23375">
              <a:lnSpc>
                <a:spcPct val="145100"/>
              </a:lnSpc>
              <a:buClr>
                <a:srgbClr val="2E5395"/>
              </a:buClr>
              <a:buFont typeface="Times New Roman"/>
              <a:buAutoNum type="arabicPeriod" startAt="5"/>
              <a:tabLst>
                <a:tab pos="457276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Stepper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4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Libra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r>
              <a:rPr sz="2991" spc="334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Stepp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uino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rmits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bipol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unipol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stepp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motors.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Stepp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&gt;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Stepp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ludes 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sp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ontrol, 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one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volution, et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22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320800" y="666531"/>
            <a:ext cx="15163800" cy="8725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44800"/>
              </a:lnSpc>
              <a:buClr>
                <a:srgbClr val="2E5395"/>
              </a:buClr>
              <a:buFont typeface="Times New Roman"/>
              <a:buAutoNum type="arabicPeriod" startAt="6"/>
              <a:tabLst>
                <a:tab pos="464580" algn="l"/>
              </a:tabLst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 So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tware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31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Serial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32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Li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ra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34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Soft</a:t>
            </a:r>
            <a:r>
              <a:rPr lang="en-US" sz="2761" spc="-12" dirty="0">
                <a:latin typeface="Times New Roman"/>
                <a:cs typeface="Times New Roman"/>
              </a:rPr>
              <a:t>wa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-219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ibra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rmits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</a:t>
            </a:r>
            <a:r>
              <a:rPr lang="en-US" sz="2761" spc="-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ommunic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25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di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nput/output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pins.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-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uilt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include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multiple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orts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our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that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upto</a:t>
            </a:r>
            <a:r>
              <a:rPr lang="en-US" sz="2761" spc="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115200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bps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(bits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ond).</a:t>
            </a:r>
          </a:p>
          <a:p>
            <a:pPr marL="29219" algn="just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libr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</a:p>
          <a:p>
            <a:pPr marL="1079638" algn="just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#include</a:t>
            </a:r>
            <a:r>
              <a:rPr lang="en-US" sz="2761" spc="-12" dirty="0">
                <a:latin typeface="Times New Roman"/>
                <a:cs typeface="Times New Roman"/>
              </a:rPr>
              <a:t> &lt;</a:t>
            </a:r>
            <a:r>
              <a:rPr lang="en-US" sz="2761" dirty="0" err="1">
                <a:latin typeface="Times New Roman"/>
                <a:cs typeface="Times New Roman"/>
              </a:rPr>
              <a:t>Soft</a:t>
            </a:r>
            <a:r>
              <a:rPr lang="en-US" sz="2761" spc="-12" dirty="0" err="1">
                <a:latin typeface="Times New Roman"/>
                <a:cs typeface="Times New Roman"/>
              </a:rPr>
              <a:t>wa</a:t>
            </a:r>
            <a:r>
              <a:rPr lang="en-US" sz="2761" spc="12" dirty="0" err="1">
                <a:latin typeface="Times New Roman"/>
                <a:cs typeface="Times New Roman"/>
              </a:rPr>
              <a:t>r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spc="23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.h</a:t>
            </a:r>
            <a:r>
              <a:rPr lang="en-US" sz="2761" dirty="0">
                <a:latin typeface="Times New Roman"/>
                <a:cs typeface="Times New Roman"/>
              </a:rPr>
              <a:t>&gt;</a:t>
            </a:r>
          </a:p>
          <a:p>
            <a:pPr marL="29219" marR="11688" algn="just">
              <a:lnSpc>
                <a:spcPct val="144800"/>
              </a:lnSpc>
              <a:buClr>
                <a:srgbClr val="2E5395"/>
              </a:buClr>
              <a:buFont typeface="Times New Roman"/>
              <a:buAutoNum type="arabicPeriod" startAt="6"/>
              <a:tabLst>
                <a:tab pos="464580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500"/>
              </a:lnSpc>
              <a:buClr>
                <a:srgbClr val="2E5395"/>
              </a:buClr>
              <a:buFont typeface="Times New Roman"/>
              <a:buAutoNum type="arabicPeriod" startAt="7"/>
              <a:tabLst>
                <a:tab pos="432440" algn="l"/>
              </a:tabLst>
            </a:pPr>
            <a:r>
              <a:rPr lang="en-US" sz="2991" spc="-69" dirty="0" err="1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lang="en-US" sz="2991" spc="-12" dirty="0" err="1">
                <a:solidFill>
                  <a:srgbClr val="2E5395"/>
                </a:solidFill>
                <a:latin typeface="Times New Roman"/>
                <a:cs typeface="Times New Roman"/>
              </a:rPr>
              <a:t>iFi</a:t>
            </a:r>
            <a:r>
              <a:rPr lang="en-US" sz="2991" spc="15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ibra</a:t>
            </a:r>
            <a:r>
              <a:rPr lang="en-US"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r>
              <a:rPr lang="en-US" sz="2991" spc="115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12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libr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rmits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uino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stablish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8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t.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29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rver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ive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incoming </a:t>
            </a:r>
            <a:r>
              <a:rPr lang="en-US" sz="2761" spc="-31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tions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 </a:t>
            </a:r>
            <a:r>
              <a:rPr lang="en-US" sz="2761" spc="-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27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orm </a:t>
            </a:r>
            <a:r>
              <a:rPr lang="en-US" sz="2761" spc="-28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oing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tions.</a:t>
            </a:r>
          </a:p>
          <a:p>
            <a:pPr marL="29219" marR="16070" algn="just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rson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ptio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support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12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libr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PA2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EP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pt</a:t>
            </a:r>
            <a:r>
              <a:rPr lang="en-US" sz="2761" spc="21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PA2 Ent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rp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ise.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 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</a:t>
            </a:r>
            <a:r>
              <a:rPr lang="en-US" sz="2761" spc="35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bus to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ommuni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ith the </a:t>
            </a:r>
            <a:r>
              <a:rPr lang="en-US" sz="2761" dirty="0" err="1">
                <a:latin typeface="Times New Roman"/>
                <a:cs typeface="Times New Roman"/>
              </a:rPr>
              <a:t>Wi</a:t>
            </a:r>
            <a:r>
              <a:rPr lang="en-US" sz="2761" spc="-12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shi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ld.</a:t>
            </a:r>
          </a:p>
          <a:p>
            <a:pPr marL="29219" algn="just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libr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</a:p>
          <a:p>
            <a:pPr marL="1079638" algn="just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#include</a:t>
            </a:r>
            <a:r>
              <a:rPr lang="en-US" sz="2761" spc="-12" dirty="0">
                <a:latin typeface="Times New Roman"/>
                <a:cs typeface="Times New Roman"/>
              </a:rPr>
              <a:t> &lt;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12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i.h</a:t>
            </a:r>
            <a:r>
              <a:rPr lang="en-US" sz="2761" dirty="0">
                <a:latin typeface="Times New Roman"/>
                <a:cs typeface="Times New Roman"/>
              </a:rPr>
              <a:t>&gt;</a:t>
            </a:r>
          </a:p>
          <a:p>
            <a:pPr algn="just">
              <a:lnSpc>
                <a:spcPct val="10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algn="just">
              <a:spcBef>
                <a:spcPts val="127"/>
              </a:spcBef>
            </a:pPr>
            <a:endParaRPr lang="en-US" sz="2531" dirty="0">
              <a:latin typeface="Times New Roman"/>
              <a:cs typeface="Times New Roman"/>
            </a:endParaRPr>
          </a:p>
          <a:p>
            <a:pPr marL="29219" algn="just"/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include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12" dirty="0" err="1">
                <a:latin typeface="Times New Roman"/>
                <a:cs typeface="Times New Roman"/>
              </a:rPr>
              <a:t>F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bCli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nt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-12" dirty="0" err="1">
                <a:latin typeface="Times New Roman"/>
                <a:cs typeface="Times New Roman"/>
              </a:rPr>
              <a:t>F</a:t>
            </a:r>
            <a:r>
              <a:rPr lang="en-US" sz="2761" spc="-23" dirty="0" err="1">
                <a:latin typeface="Times New Roman"/>
                <a:cs typeface="Times New Roman"/>
              </a:rPr>
              <a:t>i</a:t>
            </a:r>
            <a:r>
              <a:rPr lang="en-US" sz="2761" spc="12" dirty="0" err="1">
                <a:latin typeface="Times New Roman"/>
                <a:cs typeface="Times New Roman"/>
              </a:rPr>
              <a:t>W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bS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rv</a:t>
            </a:r>
            <a:r>
              <a:rPr lang="en-US" sz="2761" spc="-23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endParaRPr lang="en-US" sz="391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845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219200"/>
            <a:ext cx="13735523" cy="43245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5000"/>
              </a:lnSpc>
              <a:buClr>
                <a:srgbClr val="2E5395"/>
              </a:buClr>
              <a:buFont typeface="Times New Roman"/>
              <a:buAutoNum type="arabicPeriod" startAt="8"/>
              <a:tabLst>
                <a:tab pos="419291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Audio</a:t>
            </a:r>
            <a:r>
              <a:rPr sz="2991" spc="104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Libra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2991" spc="-81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Audio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58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ompat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 the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to 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.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 fil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such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SD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rd.</a:t>
            </a:r>
          </a:p>
          <a:p>
            <a:pPr marL="29219" marR="6422312">
              <a:lnSpc>
                <a:spcPct val="143300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sounds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C0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C1 pi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#include</a:t>
            </a:r>
            <a:r>
              <a:rPr sz="2761" spc="-12" dirty="0">
                <a:latin typeface="Times New Roman"/>
                <a:cs typeface="Times New Roman"/>
              </a:rPr>
              <a:t> &lt;</a:t>
            </a:r>
            <a:r>
              <a:rPr sz="2761" dirty="0">
                <a:latin typeface="Times New Roman"/>
                <a:cs typeface="Times New Roman"/>
              </a:rPr>
              <a:t>Audio.h&gt;</a:t>
            </a:r>
          </a:p>
          <a:p>
            <a:pPr marL="29219" algn="just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udio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1066800"/>
            <a:ext cx="9220200" cy="4299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How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install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ibrary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?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51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steps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 L</a:t>
            </a:r>
            <a:r>
              <a:rPr sz="2761" b="1" spc="-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anag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380"/>
              </a:spcBef>
              <a:tabLst>
                <a:tab pos="1079638" algn="l"/>
              </a:tabLst>
            </a:pPr>
            <a:r>
              <a:rPr sz="2301" spc="-23" dirty="0">
                <a:latin typeface="Courier New"/>
                <a:cs typeface="Courier New"/>
              </a:rPr>
              <a:t>o</a:t>
            </a:r>
            <a:r>
              <a:rPr sz="2301" spc="-23" dirty="0">
                <a:latin typeface="Times New Roman"/>
                <a:cs typeface="Times New Roman"/>
              </a:rPr>
              <a:t>	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</a:t>
            </a:r>
            <a:r>
              <a:rPr sz="2761" spc="-46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  <a:endParaRPr lang="en-US" sz="2761" spc="58" dirty="0">
              <a:latin typeface="Times New Roman"/>
              <a:cs typeface="Times New Roman"/>
            </a:endParaRPr>
          </a:p>
          <a:p>
            <a:pPr marL="555159">
              <a:spcBef>
                <a:spcPts val="1380"/>
              </a:spcBef>
              <a:tabLst>
                <a:tab pos="1079638" algn="l"/>
              </a:tabLst>
            </a:pPr>
            <a:r>
              <a:rPr sz="2761" dirty="0">
                <a:latin typeface="Times New Roman"/>
                <a:cs typeface="Times New Roman"/>
              </a:rPr>
              <a:t>Cli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Sk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-12" dirty="0">
                <a:latin typeface="Times New Roman"/>
                <a:cs typeface="Times New Roman"/>
              </a:rPr>
              <a:t>-</a:t>
            </a:r>
            <a:r>
              <a:rPr sz="2761" b="1" dirty="0">
                <a:latin typeface="Times New Roman"/>
                <a:cs typeface="Times New Roman"/>
              </a:rPr>
              <a:t>&gt; In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de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Li</a:t>
            </a:r>
            <a:r>
              <a:rPr sz="2761" b="1" spc="12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-</a:t>
            </a:r>
            <a:r>
              <a:rPr sz="2761" b="1" dirty="0">
                <a:latin typeface="Times New Roman"/>
                <a:cs typeface="Times New Roman"/>
              </a:rPr>
              <a:t>&gt;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anage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Li</a:t>
            </a:r>
            <a:r>
              <a:rPr sz="2761" b="1" spc="12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ies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own </a:t>
            </a:r>
            <a:r>
              <a:rPr lang="en-US" sz="2761" dirty="0">
                <a:latin typeface="Times New Roman"/>
                <a:cs typeface="Times New Roman"/>
              </a:rPr>
              <a:t>here.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0845800" y="248772"/>
            <a:ext cx="6587548" cy="9504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19357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914400"/>
            <a:ext cx="10501057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tabLst>
                <a:tab pos="553698" algn="l"/>
              </a:tabLst>
            </a:pPr>
            <a:r>
              <a:rPr sz="2301" spc="-23" dirty="0">
                <a:latin typeface="Courier New"/>
                <a:cs typeface="Courier New"/>
              </a:rPr>
              <a:t>o</a:t>
            </a:r>
            <a:r>
              <a:rPr sz="2301" spc="-23" dirty="0">
                <a:latin typeface="Times New Roman"/>
                <a:cs typeface="Times New Roman"/>
              </a:rPr>
              <a:t>	</a:t>
            </a:r>
            <a:r>
              <a:rPr sz="2761" spc="-23" dirty="0">
                <a:latin typeface="Times New Roman"/>
                <a:cs typeface="Times New Roman"/>
              </a:rPr>
              <a:t>A di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ontaining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will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4" name="object 4"/>
          <p:cNvSpPr/>
          <p:nvPr/>
        </p:nvSpPr>
        <p:spPr>
          <a:xfrm>
            <a:off x="3224964" y="2362200"/>
            <a:ext cx="11431672" cy="6415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1135340"/>
            <a:ext cx="13199367" cy="1153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marR="11688" indent="-525940">
              <a:lnSpc>
                <a:spcPct val="144200"/>
              </a:lnSpc>
              <a:tabLst>
                <a:tab pos="553698" algn="l"/>
              </a:tabLst>
            </a:pPr>
            <a:r>
              <a:rPr sz="2301" spc="-23" dirty="0">
                <a:latin typeface="Courier New"/>
                <a:cs typeface="Courier New"/>
              </a:rPr>
              <a:t>o</a:t>
            </a:r>
            <a:r>
              <a:rPr sz="2301" spc="-23" dirty="0">
                <a:latin typeface="Times New Roman"/>
                <a:cs typeface="Times New Roman"/>
              </a:rPr>
              <a:t>	</a:t>
            </a:r>
            <a:r>
              <a:rPr sz="2761" spc="-23" dirty="0">
                <a:latin typeface="Times New Roman"/>
                <a:cs typeface="Times New Roman"/>
              </a:rPr>
              <a:t>A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46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the </a:t>
            </a:r>
            <a:r>
              <a:rPr sz="2761" b="1" spc="23" dirty="0">
                <a:latin typeface="Times New Roman"/>
                <a:cs typeface="Times New Roman"/>
              </a:rPr>
              <a:t>v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23" dirty="0">
                <a:latin typeface="Times New Roman"/>
                <a:cs typeface="Times New Roman"/>
              </a:rPr>
              <a:t>i</a:t>
            </a:r>
            <a:r>
              <a:rPr sz="2761" b="1" dirty="0">
                <a:latin typeface="Times New Roman"/>
                <a:cs typeface="Times New Roman"/>
              </a:rPr>
              <a:t>on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on </a:t>
            </a:r>
            <a:r>
              <a:rPr sz="2761" b="1" dirty="0">
                <a:latin typeface="Times New Roman"/>
                <a:cs typeface="Times New Roman"/>
              </a:rPr>
              <a:t>Install </a:t>
            </a:r>
            <a:r>
              <a:rPr sz="2761" dirty="0">
                <a:latin typeface="Times New Roman"/>
                <a:cs typeface="Times New Roman"/>
              </a:rPr>
              <a:t>button,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5" name="object 5"/>
          <p:cNvSpPr/>
          <p:nvPr/>
        </p:nvSpPr>
        <p:spPr>
          <a:xfrm>
            <a:off x="2941839" y="2514600"/>
            <a:ext cx="11997922" cy="67026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1143000"/>
            <a:ext cx="14859000" cy="6611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Sometim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downlo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drop</a:t>
            </a:r>
            <a:r>
              <a:rPr sz="2761" spc="-12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ox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nor</a:t>
            </a:r>
            <a:r>
              <a:rPr sz="2761" spc="12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downlo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downlo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 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 marR="17531" algn="just">
              <a:lnSpc>
                <a:spcPct val="150000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NST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' </a:t>
            </a:r>
            <a:r>
              <a:rPr sz="2761" spc="23" dirty="0">
                <a:latin typeface="Times New Roman"/>
                <a:cs typeface="Times New Roman"/>
              </a:rPr>
              <a:t> 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ont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50000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3681" b="0" i="0" u="none" strike="noStrike" kern="1200" cap="none" spc="-81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porting</a:t>
            </a:r>
            <a:r>
              <a:rPr kumimoji="0" lang="en-US" sz="3681" b="0" i="0" u="none" strike="noStrike" kern="1200" cap="none" spc="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.zip</a:t>
            </a:r>
            <a:r>
              <a:rPr kumimoji="0" lang="en-US" sz="3681" b="0" i="0" u="none" strike="noStrike" kern="1200" cap="none" spc="-12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3681" b="0" i="0" u="none" strike="noStrike" kern="1200" cap="none" spc="0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bra</a:t>
            </a:r>
            <a:r>
              <a:rPr kumimoji="0" lang="en-US" sz="3681" b="0" i="0" u="none" strike="noStrike" kern="1200" cap="none" spc="-46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3681" b="0" i="0" u="none" strike="noStrike" kern="1200" cap="none" spc="-23" normalizeH="0" baseline="0" noProof="0" dirty="0">
                <a:ln>
                  <a:noFill/>
                </a:ln>
                <a:solidFill>
                  <a:srgbClr val="2E539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endParaRPr kumimoji="0" lang="en-US" sz="368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 </a:t>
            </a:r>
            <a:r>
              <a:rPr kumimoji="0" lang="en-US" sz="2761" b="0" i="0" u="none" strike="noStrike" kern="1200" cap="none" spc="-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dd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2761" b="0" i="0" u="none" strike="noStrike" kern="1200" cap="none" spc="-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own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libr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</a:t>
            </a:r>
            <a:r>
              <a:rPr kumimoji="0" lang="en-US" sz="2761" b="0" i="0" u="none" strike="noStrike" kern="1200" cap="none" spc="-25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fold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2761" b="0" i="0" u="none" strike="noStrike" kern="1200" cap="none" spc="-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from </a:t>
            </a:r>
            <a:r>
              <a:rPr kumimoji="0" lang="en-US" sz="2761" b="0" i="0" u="none" strike="noStrike" kern="1200" cap="none" spc="-2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our </a:t>
            </a:r>
            <a:r>
              <a:rPr kumimoji="0" lang="en-US" sz="2761" b="0" i="0" u="none" strike="noStrike" kern="1200" cap="none" spc="-2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omput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r. </a:t>
            </a:r>
            <a:r>
              <a:rPr kumimoji="0" lang="en-US" sz="2761" b="0" i="0" u="none" strike="noStrike" kern="1200" cap="none" spc="-26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</a:p>
          <a:p>
            <a:pPr marL="29219" marR="3589541" lvl="0" indent="0" algn="l" defTabSz="914400" rtl="0" eaLnBrk="1" fontAlgn="auto" latinLnBrk="0" hangingPunct="1">
              <a:lnSpc>
                <a:spcPct val="150000"/>
              </a:lnSpc>
              <a:spcBef>
                <a:spcPts val="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rti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ular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z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ip file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ontai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ing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libra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-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import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 the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duino.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is shown in the image.</a:t>
            </a:r>
          </a:p>
        </p:txBody>
      </p:sp>
    </p:spTree>
    <p:extLst>
      <p:ext uri="{BB962C8B-B14F-4D97-AF65-F5344CB8AC3E}">
        <p14:creationId xmlns:p14="http://schemas.microsoft.com/office/powerpoint/2010/main" val="53708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7696200"/>
            <a:ext cx="1524000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ts val="3175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option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Sk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-</a:t>
            </a:r>
            <a:r>
              <a:rPr sz="2761" b="1" dirty="0">
                <a:latin typeface="Times New Roman"/>
                <a:cs typeface="Times New Roman"/>
              </a:rPr>
              <a:t>&gt; In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de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lib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y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see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the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or not on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ist.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un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ip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downlo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The file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main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ip 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ca</a:t>
            </a:r>
            <a:r>
              <a:rPr sz="2761" dirty="0">
                <a:latin typeface="Times New Roman"/>
                <a:cs typeface="Times New Roman"/>
              </a:rPr>
              <a:t>n downlo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the 3rd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st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rting with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 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rsion 1.0.5.</a:t>
            </a:r>
          </a:p>
        </p:txBody>
      </p:sp>
      <p:sp>
        <p:nvSpPr>
          <p:cNvPr id="3" name="object 3"/>
          <p:cNvSpPr/>
          <p:nvPr/>
        </p:nvSpPr>
        <p:spPr>
          <a:xfrm>
            <a:off x="4673600" y="706437"/>
            <a:ext cx="8187367" cy="64118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1043</Words>
  <Application>Microsoft Office PowerPoint</Application>
  <PresentationFormat>Custom</PresentationFormat>
  <Paragraphs>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3</cp:revision>
  <dcterms:created xsi:type="dcterms:W3CDTF">2024-06-25T17:28:35Z</dcterms:created>
  <dcterms:modified xsi:type="dcterms:W3CDTF">2024-06-28T04:45:26Z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