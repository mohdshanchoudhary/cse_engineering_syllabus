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2" r:id="rId4"/>
    <p:sldId id="257" r:id="rId5"/>
    <p:sldId id="263" r:id="rId6"/>
    <p:sldId id="258" r:id="rId7"/>
    <p:sldId id="259" r:id="rId8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767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9721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3289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5429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5214" y="1676400"/>
            <a:ext cx="13729679" cy="4562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3" algn="ctr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Fu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ctions</a:t>
            </a:r>
            <a:endParaRPr sz="3681" dirty="0">
              <a:latin typeface="Times New Roman"/>
              <a:cs typeface="Times New Roman"/>
            </a:endParaRPr>
          </a:p>
          <a:p>
            <a:pPr marL="29219" marR="14609" algn="just">
              <a:lnSpc>
                <a:spcPct val="143800"/>
              </a:lnSpc>
              <a:spcBef>
                <a:spcPts val="3221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divide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tions,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eac</a:t>
            </a:r>
            <a:r>
              <a:rPr sz="2761" dirty="0">
                <a:latin typeface="Times New Roman"/>
                <a:cs typeface="Times New Roman"/>
              </a:rPr>
              <a:t>h 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is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that 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rns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rea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it is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time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 is 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68400" y="381000"/>
            <a:ext cx="15468600" cy="9183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Advantages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us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Fu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ctions</a:t>
            </a:r>
            <a:endParaRPr sz="3681" dirty="0">
              <a:latin typeface="Times New Roman"/>
              <a:cs typeface="Times New Roman"/>
            </a:endParaRPr>
          </a:p>
          <a:p>
            <a:pPr marL="555159" indent="-525940">
              <a:lnSpc>
                <a:spcPts val="3278"/>
              </a:lnSpc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dis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uss some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tag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ions in pr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bility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co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ives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ni</a:t>
            </a:r>
            <a:r>
              <a:rPr sz="2761" spc="12" dirty="0">
                <a:latin typeface="Times New Roman"/>
                <a:cs typeface="Times New Roman"/>
              </a:rPr>
              <a:t>ze</a:t>
            </a:r>
            <a:r>
              <a:rPr sz="2761" dirty="0">
                <a:latin typeface="Times New Roman"/>
                <a:cs typeface="Times New Roman"/>
              </a:rPr>
              <a:t>s the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ors.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c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and sm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ll.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avoids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tition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of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 or 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allows us to divide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modifi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b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sier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in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43600"/>
              </a:lnSpc>
              <a:spcBef>
                <a:spcPts val="1587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mmon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tup()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b="1" dirty="0">
                <a:latin typeface="Times New Roman"/>
                <a:cs typeface="Times New Roman"/>
              </a:rPr>
              <a:t>loo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-23" dirty="0">
                <a:latin typeface="Times New Roman"/>
                <a:cs typeface="Times New Roman"/>
              </a:rPr>
              <a:t>)</a:t>
            </a:r>
            <a:r>
              <a:rPr sz="2761" b="1" dirty="0">
                <a:latin typeface="Times New Roman"/>
                <a:cs typeface="Times New Roman"/>
              </a:rPr>
              <a:t>,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 b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be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 is w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inside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bra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 these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3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tup()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ial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-35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pa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ation bloc</a:t>
            </a:r>
            <a:r>
              <a:rPr sz="2761" b="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1688">
              <a:lnSpc>
                <a:spcPct val="1435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9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loo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()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ments,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x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ution block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algn="just"/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 som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times,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w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wn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</a:t>
            </a:r>
          </a:p>
        </p:txBody>
      </p:sp>
    </p:spTree>
    <p:extLst>
      <p:ext uri="{BB962C8B-B14F-4D97-AF65-F5344CB8AC3E}">
        <p14:creationId xmlns:p14="http://schemas.microsoft.com/office/powerpoint/2010/main" val="2213708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8400" y="1143000"/>
            <a:ext cx="15087600" cy="7524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Function Decl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rat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on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method to de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is 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14609" indent="-524479" algn="just">
              <a:lnSpc>
                <a:spcPct val="143800"/>
              </a:lnSpc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un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tion</a:t>
            </a:r>
            <a:r>
              <a:rPr lang="en-US" sz="2761" b="1" spc="196" dirty="0">
                <a:latin typeface="Times New Roman"/>
                <a:cs typeface="Times New Roman"/>
              </a:rPr>
              <a:t> </a:t>
            </a:r>
            <a:r>
              <a:rPr lang="en-US" sz="2761" b="1" spc="-12" dirty="0">
                <a:latin typeface="Times New Roman"/>
                <a:cs typeface="Times New Roman"/>
              </a:rPr>
              <a:t>re</a:t>
            </a:r>
            <a:r>
              <a:rPr lang="en-US" sz="2761" b="1" dirty="0">
                <a:latin typeface="Times New Roman"/>
                <a:cs typeface="Times New Roman"/>
              </a:rPr>
              <a:t>tu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n</a:t>
            </a:r>
            <a:r>
              <a:rPr lang="en-US" sz="2761" b="1" spc="196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type.</a:t>
            </a:r>
            <a:r>
              <a:rPr lang="en-US" sz="2761" b="1" spc="230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turn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58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pe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tion.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store the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turn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ble.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use</a:t>
            </a:r>
            <a:r>
              <a:rPr lang="en-US" sz="2761" spc="28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58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pe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turn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58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su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loat, </a:t>
            </a:r>
            <a:r>
              <a:rPr lang="en-US" sz="2761" b="1" spc="-23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har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tc.</a:t>
            </a:r>
          </a:p>
          <a:p>
            <a:pPr marL="1079638" marR="11688" indent="-524479" algn="just">
              <a:lnSpc>
                <a:spcPts val="4785"/>
              </a:lnSpc>
              <a:spcBef>
                <a:spcPts val="36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un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tion n</a:t>
            </a:r>
            <a:r>
              <a:rPr lang="en-US" sz="2761" b="1" spc="23" dirty="0">
                <a:latin typeface="Times New Roman"/>
                <a:cs typeface="Times New Roman"/>
              </a:rPr>
              <a:t>a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.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sts of a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un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s the 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bo</a:t>
            </a:r>
            <a:r>
              <a:rPr lang="en-US" sz="2761" spc="58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y of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tion.</a:t>
            </a:r>
          </a:p>
          <a:p>
            <a:pPr marL="1079638" indent="-524479" algn="just">
              <a:spcBef>
                <a:spcPts val="1024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b="1" spc="-35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un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tion</a:t>
            </a:r>
            <a:r>
              <a:rPr lang="en-US" sz="2761" b="1" spc="21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pa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spc="23" dirty="0">
                <a:latin typeface="Times New Roman"/>
                <a:cs typeface="Times New Roman"/>
              </a:rPr>
              <a:t>a</a:t>
            </a:r>
            <a:r>
              <a:rPr lang="en-US" sz="2761" b="1" spc="-12" dirty="0">
                <a:latin typeface="Times New Roman"/>
                <a:cs typeface="Times New Roman"/>
              </a:rPr>
              <a:t>me</a:t>
            </a:r>
            <a:r>
              <a:rPr lang="en-US" sz="2761" b="1" dirty="0">
                <a:latin typeface="Times New Roman"/>
                <a:cs typeface="Times New Roman"/>
              </a:rPr>
              <a:t>te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.</a:t>
            </a:r>
            <a:r>
              <a:rPr lang="en-US" sz="2761" b="1" spc="262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includ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ssed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tion.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</a:p>
          <a:p>
            <a:pPr marL="1079638">
              <a:spcBef>
                <a:spcPts val="1461"/>
              </a:spcBef>
            </a:pP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fin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the s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ial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bles,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hich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 pass 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 to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n.</a:t>
            </a: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must be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ol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pa</a:t>
            </a:r>
            <a:r>
              <a:rPr lang="en-US" sz="2761" b="1" spc="-12" dirty="0">
                <a:latin typeface="Times New Roman"/>
                <a:cs typeface="Times New Roman"/>
              </a:rPr>
              <a:t>re</a:t>
            </a:r>
            <a:r>
              <a:rPr lang="en-US" sz="2761" b="1" dirty="0">
                <a:latin typeface="Times New Roman"/>
                <a:cs typeface="Times New Roman"/>
              </a:rPr>
              <a:t>nth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s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s (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)</a:t>
            </a:r>
            <a:r>
              <a:rPr lang="en-US" sz="2761" b="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s</a:t>
            </a:r>
            <a:r>
              <a:rPr lang="en-US" sz="2761" b="1" spc="12" dirty="0">
                <a:latin typeface="Times New Roman"/>
                <a:cs typeface="Times New Roman"/>
              </a:rPr>
              <a:t>e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icolon 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72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tual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 p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ssed 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un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rm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ument.</a:t>
            </a:r>
            <a:endParaRPr lang="en-US" sz="2646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6702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891702"/>
            <a:ext cx="13736984" cy="1029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im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5359400" y="2485560"/>
            <a:ext cx="6747674" cy="5317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16000" y="381000"/>
            <a:ext cx="14859000" cy="9582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2: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,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ill a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d </a:t>
            </a:r>
            <a:r>
              <a:rPr sz="2761" b="1" spc="-46" dirty="0">
                <a:latin typeface="Times New Roman"/>
                <a:cs typeface="Times New Roman"/>
              </a:rPr>
              <a:t>t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o nu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s.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555159" marR="6609313"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  {</a:t>
            </a:r>
          </a:p>
          <a:p>
            <a:pPr marL="555159" marR="5427409">
              <a:spcBef>
                <a:spcPts val="23"/>
              </a:spcBef>
              <a:tabLst>
                <a:tab pos="1254951" algn="l"/>
              </a:tabLst>
            </a:pPr>
            <a:r>
              <a:rPr sz="2761" dirty="0">
                <a:latin typeface="Times New Roman"/>
                <a:cs typeface="Times New Roman"/>
              </a:rPr>
              <a:t>3.	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5427409">
              <a:spcBef>
                <a:spcPts val="23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4. </a:t>
            </a: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5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254951" indent="-699792">
              <a:spcBef>
                <a:spcPts val="1438"/>
              </a:spcBef>
              <a:buFont typeface="Times New Roman"/>
              <a:buAutoNum type="arabicPeriod" startAt="5"/>
              <a:tabLst>
                <a:tab pos="1256412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5; </a:t>
            </a: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35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 a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 b</a:t>
            </a:r>
          </a:p>
          <a:p>
            <a:pPr marL="1254951" indent="-699792">
              <a:spcBef>
                <a:spcPts val="1461"/>
              </a:spcBef>
              <a:buFont typeface="Times New Roman"/>
              <a:buAutoNum type="arabicPeriod" startAt="5"/>
              <a:tabLst>
                <a:tab pos="1256412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4;</a:t>
            </a:r>
          </a:p>
          <a:p>
            <a:pPr marL="1254951" indent="-699792">
              <a:spcBef>
                <a:spcPts val="1426"/>
              </a:spcBef>
              <a:buFont typeface="Times New Roman"/>
              <a:buAutoNum type="arabicPeriod" startAt="5"/>
              <a:tabLst>
                <a:tab pos="1256412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c;</a:t>
            </a:r>
            <a:endParaRPr lang="en-US" sz="2761" spc="-12" dirty="0">
              <a:latin typeface="Times New Roman"/>
              <a:cs typeface="Times New Roman"/>
            </a:endParaRPr>
          </a:p>
          <a:p>
            <a:pPr marL="1254951" indent="-699792">
              <a:spcBef>
                <a:spcPts val="1426"/>
              </a:spcBef>
              <a:buFont typeface="Times New Roman"/>
              <a:buAutoNum type="arabicPeriod" startAt="5"/>
              <a:tabLst>
                <a:tab pos="1256412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c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58" dirty="0" err="1">
                <a:latin typeface="Times New Roman"/>
                <a:cs typeface="Times New Roman"/>
              </a:rPr>
              <a:t>m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Add</a:t>
            </a:r>
            <a:r>
              <a:rPr lang="en-US" sz="2761" spc="-23" dirty="0" err="1">
                <a:latin typeface="Times New Roman"/>
                <a:cs typeface="Times New Roman"/>
              </a:rPr>
              <a:t>f</a:t>
            </a:r>
            <a:r>
              <a:rPr lang="en-US" sz="2761" dirty="0" err="1">
                <a:latin typeface="Times New Roman"/>
                <a:cs typeface="Times New Roman"/>
              </a:rPr>
              <a:t>u</a:t>
            </a:r>
            <a:r>
              <a:rPr lang="en-US" sz="2761" spc="23" dirty="0" err="1">
                <a:latin typeface="Times New Roman"/>
                <a:cs typeface="Times New Roman"/>
              </a:rPr>
              <a:t>n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tion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);   // c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now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ontains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9</a:t>
            </a:r>
          </a:p>
          <a:p>
            <a:pPr marL="1254951" indent="-699792">
              <a:spcBef>
                <a:spcPts val="1426"/>
              </a:spcBef>
              <a:buFont typeface="Times New Roman"/>
              <a:buAutoNum type="arabicPeriod" startAt="5"/>
              <a:tabLst>
                <a:tab pos="1256412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);   // to print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sult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</a:p>
          <a:p>
            <a:pPr marL="1254951" indent="-699792">
              <a:spcBef>
                <a:spcPts val="1426"/>
              </a:spcBef>
              <a:buFont typeface="Times New Roman"/>
              <a:buAutoNum type="arabicPeriod" startAt="5"/>
              <a:tabLst>
                <a:tab pos="1256412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(100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);   // time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 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1000 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illis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onds</a:t>
            </a:r>
          </a:p>
          <a:p>
            <a:pPr marL="1254951" indent="-699792">
              <a:spcBef>
                <a:spcPts val="1426"/>
              </a:spcBef>
              <a:buFont typeface="Times New Roman"/>
              <a:buAutoNum type="arabicPeriod" startAt="5"/>
              <a:tabLst>
                <a:tab pos="1256412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1254951" indent="-699792">
              <a:spcBef>
                <a:spcPts val="1426"/>
              </a:spcBef>
              <a:buFont typeface="Times New Roman"/>
              <a:buAutoNum type="arabicPeriod" startAt="5"/>
              <a:tabLst>
                <a:tab pos="1256412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spc="23" dirty="0" err="1">
                <a:latin typeface="Times New Roman"/>
                <a:cs typeface="Times New Roman"/>
              </a:rPr>
              <a:t>m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Add</a:t>
            </a:r>
            <a:r>
              <a:rPr lang="en-US" sz="2761" spc="-23" dirty="0" err="1">
                <a:latin typeface="Times New Roman"/>
                <a:cs typeface="Times New Roman"/>
              </a:rPr>
              <a:t>f</a:t>
            </a:r>
            <a:r>
              <a:rPr lang="en-US" sz="2761" dirty="0" err="1">
                <a:latin typeface="Times New Roman"/>
                <a:cs typeface="Times New Roman"/>
              </a:rPr>
              <a:t>un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tion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j)  {</a:t>
            </a:r>
          </a:p>
          <a:p>
            <a:pPr marL="1254951" indent="-699792">
              <a:spcBef>
                <a:spcPts val="1426"/>
              </a:spcBef>
              <a:buFont typeface="Times New Roman"/>
              <a:buAutoNum type="arabicPeriod" startAt="5"/>
              <a:tabLst>
                <a:tab pos="1256412" algn="l"/>
              </a:tabLst>
            </a:pPr>
            <a:r>
              <a:rPr lang="nn-NO" sz="2761" b="1" dirty="0">
                <a:latin typeface="Times New Roman"/>
                <a:cs typeface="Times New Roman"/>
              </a:rPr>
              <a:t>   i</a:t>
            </a:r>
            <a:r>
              <a:rPr lang="nn-NO" sz="2761" b="1" spc="12" dirty="0">
                <a:latin typeface="Times New Roman"/>
                <a:cs typeface="Times New Roman"/>
              </a:rPr>
              <a:t>n</a:t>
            </a:r>
            <a:r>
              <a:rPr lang="nn-NO" sz="2761" b="1" dirty="0">
                <a:latin typeface="Times New Roman"/>
                <a:cs typeface="Times New Roman"/>
              </a:rPr>
              <a:t>t</a:t>
            </a:r>
            <a:r>
              <a:rPr lang="nn-NO" sz="2761" b="1" spc="-12" dirty="0">
                <a:latin typeface="Times New Roman"/>
                <a:cs typeface="Times New Roman"/>
              </a:rPr>
              <a:t> </a:t>
            </a:r>
            <a:r>
              <a:rPr lang="nn-NO" sz="2761" dirty="0">
                <a:latin typeface="Times New Roman"/>
                <a:cs typeface="Times New Roman"/>
              </a:rPr>
              <a:t>sum;</a:t>
            </a:r>
            <a:endParaRPr lang="en-US" sz="2761" dirty="0">
              <a:latin typeface="Times New Roman"/>
              <a:cs typeface="Times New Roman"/>
            </a:endParaRPr>
          </a:p>
          <a:p>
            <a:pPr marL="1254951" indent="-699792">
              <a:spcBef>
                <a:spcPts val="1426"/>
              </a:spcBef>
              <a:buFont typeface="Times New Roman"/>
              <a:buAutoNum type="arabicPeriod" startAt="5"/>
              <a:tabLst>
                <a:tab pos="1256412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lang="nn-NO" sz="2761" dirty="0">
                <a:latin typeface="Times New Roman"/>
                <a:cs typeface="Times New Roman"/>
              </a:rPr>
              <a:t>sum =</a:t>
            </a:r>
            <a:r>
              <a:rPr lang="nn-NO" sz="2761" spc="-12" dirty="0">
                <a:latin typeface="Times New Roman"/>
                <a:cs typeface="Times New Roman"/>
              </a:rPr>
              <a:t> </a:t>
            </a:r>
            <a:r>
              <a:rPr lang="nn-NO" sz="2761" dirty="0">
                <a:latin typeface="Times New Roman"/>
                <a:cs typeface="Times New Roman"/>
              </a:rPr>
              <a:t>i +</a:t>
            </a:r>
            <a:r>
              <a:rPr lang="nn-NO" sz="2761" spc="-12" dirty="0">
                <a:latin typeface="Times New Roman"/>
                <a:cs typeface="Times New Roman"/>
              </a:rPr>
              <a:t> </a:t>
            </a:r>
            <a:r>
              <a:rPr lang="nn-NO" sz="2761" dirty="0">
                <a:latin typeface="Times New Roman"/>
                <a:cs typeface="Times New Roman"/>
              </a:rPr>
              <a:t>j;</a:t>
            </a:r>
          </a:p>
          <a:p>
            <a:pPr marL="1254951" indent="-699792">
              <a:spcBef>
                <a:spcPts val="1426"/>
              </a:spcBef>
              <a:buFont typeface="Times New Roman"/>
              <a:buAutoNum type="arabicPeriod" startAt="5"/>
              <a:tabLst>
                <a:tab pos="1256412" algn="l"/>
              </a:tabLst>
            </a:pPr>
            <a:r>
              <a:rPr lang="nn-NO" sz="2761" dirty="0">
                <a:latin typeface="Times New Roman"/>
                <a:cs typeface="Times New Roman"/>
              </a:rPr>
              <a:t>   </a:t>
            </a:r>
            <a:r>
              <a:rPr lang="nn-NO" sz="2761" b="1" dirty="0">
                <a:latin typeface="Times New Roman"/>
                <a:cs typeface="Times New Roman"/>
              </a:rPr>
              <a:t>return sum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615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39800" y="194030"/>
            <a:ext cx="15468600" cy="967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3: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,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ill c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ate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un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tion that de</a:t>
            </a:r>
            <a:r>
              <a:rPr sz="2761" b="1" spc="-23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s if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 nu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is ev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 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odd.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	</a:t>
            </a: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sz="2761" dirty="0">
                <a:latin typeface="Times New Roman"/>
                <a:cs typeface="Times New Roman"/>
              </a:rPr>
              <a:t>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 //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sto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in 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</a:t>
            </a:r>
            <a:r>
              <a:rPr sz="2761" dirty="0">
                <a:latin typeface="Times New Roman"/>
                <a:cs typeface="Times New Roman"/>
              </a:rPr>
              <a:t>("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to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odd 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(b</a:t>
            </a:r>
            <a:r>
              <a:rPr sz="2761" spc="-23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1)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	</a:t>
            </a:r>
            <a:r>
              <a:rPr lang="en-US" sz="2761" dirty="0">
                <a:latin typeface="Times New Roman"/>
                <a:cs typeface="Times New Roman"/>
              </a:rPr>
              <a:t>   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dirty="0">
                <a:latin typeface="Times New Roman"/>
                <a:cs typeface="Times New Roman"/>
              </a:rPr>
              <a:t>( 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    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lse</a:t>
            </a: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Num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is odd");   }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spc="-12" dirty="0">
                <a:latin typeface="Times New Roman"/>
                <a:cs typeface="Times New Roman"/>
              </a:rPr>
              <a:t>    a++</a:t>
            </a:r>
            <a:r>
              <a:rPr lang="en-US" sz="2761" dirty="0">
                <a:latin typeface="Times New Roman"/>
                <a:cs typeface="Times New Roman"/>
              </a:rPr>
              <a:t>;  // the 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ill inc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will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in run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(100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spc="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   }</a:t>
            </a:r>
            <a:endParaRPr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20800" y="762000"/>
            <a:ext cx="9311447" cy="8845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</a:pPr>
            <a:r>
              <a:rPr lang="en-US" sz="2761" dirty="0">
                <a:latin typeface="Times New Roman"/>
                <a:cs typeface="Times New Roman"/>
              </a:rPr>
              <a:t>15.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tion(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d)</a:t>
            </a:r>
            <a:r>
              <a:rPr lang="en-US" sz="2761" dirty="0">
                <a:latin typeface="Times New Roman"/>
                <a:cs typeface="Times New Roman"/>
              </a:rPr>
              <a:t>   {</a:t>
            </a:r>
          </a:p>
          <a:p>
            <a:pPr marL="543569" indent="-514350">
              <a:lnSpc>
                <a:spcPct val="150000"/>
              </a:lnSpc>
              <a:buAutoNum type="arabicPeriod" startAt="16"/>
            </a:pPr>
            <a:r>
              <a:rPr lang="en-US" sz="2761" b="1" dirty="0">
                <a:latin typeface="Times New Roman"/>
                <a:cs typeface="Times New Roman"/>
              </a:rPr>
              <a:t>    if</a:t>
            </a:r>
            <a:r>
              <a:rPr lang="en-US" sz="2761" dirty="0">
                <a:latin typeface="Times New Roman"/>
                <a:cs typeface="Times New Roman"/>
              </a:rPr>
              <a:t>(d%2==0)   {</a:t>
            </a:r>
          </a:p>
          <a:p>
            <a:pPr marL="543569" indent="-514350">
              <a:lnSpc>
                <a:spcPct val="150000"/>
              </a:lnSpc>
              <a:buAutoNum type="arabicPeriod" startAt="16"/>
            </a:pPr>
            <a:r>
              <a:rPr lang="en-US" sz="2761" b="1" dirty="0">
                <a:latin typeface="Times New Roman"/>
                <a:cs typeface="Times New Roman"/>
              </a:rPr>
              <a:t>       return </a:t>
            </a:r>
            <a:r>
              <a:rPr lang="en-US" sz="2761" dirty="0">
                <a:latin typeface="Times New Roman"/>
                <a:cs typeface="Times New Roman"/>
              </a:rPr>
              <a:t>1;</a:t>
            </a:r>
          </a:p>
          <a:p>
            <a:pPr marL="543569" indent="-514350">
              <a:lnSpc>
                <a:spcPct val="150000"/>
              </a:lnSpc>
              <a:buAutoNum type="arabicPeriod" startAt="16"/>
            </a:pPr>
            <a:r>
              <a:rPr lang="en-US" sz="2761" dirty="0">
                <a:latin typeface="Times New Roman"/>
                <a:cs typeface="Times New Roman"/>
              </a:rPr>
              <a:t>    }</a:t>
            </a:r>
          </a:p>
          <a:p>
            <a:pPr marL="543569" indent="-514350">
              <a:lnSpc>
                <a:spcPct val="150000"/>
              </a:lnSpc>
              <a:buAutoNum type="arabicPeriod" startAt="16"/>
            </a:pPr>
            <a:r>
              <a:rPr lang="en-US" sz="2761" b="1" dirty="0">
                <a:latin typeface="Times New Roman"/>
                <a:cs typeface="Times New Roman"/>
              </a:rPr>
              <a:t>    else</a:t>
            </a:r>
            <a:r>
              <a:rPr lang="en-US" sz="2761" dirty="0">
                <a:latin typeface="Times New Roman"/>
                <a:cs typeface="Times New Roman"/>
              </a:rPr>
              <a:t>   {</a:t>
            </a:r>
          </a:p>
          <a:p>
            <a:pPr marL="543569" indent="-514350">
              <a:lnSpc>
                <a:spcPct val="150000"/>
              </a:lnSpc>
              <a:buAutoNum type="arabicPeriod" startAt="16"/>
            </a:pPr>
            <a:r>
              <a:rPr lang="en-US" sz="2761" dirty="0">
                <a:latin typeface="Times New Roman"/>
                <a:cs typeface="Times New Roman"/>
              </a:rPr>
              <a:t>       return 0;</a:t>
            </a:r>
          </a:p>
          <a:p>
            <a:pPr marL="543569" indent="-514350">
              <a:lnSpc>
                <a:spcPct val="150000"/>
              </a:lnSpc>
              <a:buAutoNum type="arabicPeriod" startAt="16"/>
            </a:pPr>
            <a:r>
              <a:rPr lang="en-US" sz="2761" dirty="0">
                <a:latin typeface="Times New Roman"/>
                <a:cs typeface="Times New Roman"/>
              </a:rPr>
              <a:t>    }</a:t>
            </a:r>
          </a:p>
          <a:p>
            <a:pPr marL="543569" indent="-514350">
              <a:lnSpc>
                <a:spcPct val="150000"/>
              </a:lnSpc>
              <a:buAutoNum type="arabicPeriod" startAt="16"/>
            </a:pPr>
            <a:r>
              <a:rPr lang="en-US" sz="2761" dirty="0">
                <a:latin typeface="Times New Roman"/>
                <a:cs typeface="Times New Roman"/>
              </a:rPr>
              <a:t> }</a:t>
            </a:r>
          </a:p>
          <a:p>
            <a:pPr marL="543569" indent="-514350">
              <a:lnSpc>
                <a:spcPct val="150000"/>
              </a:lnSpc>
              <a:buAutoNum type="arabicPeriod" startAt="16"/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tput: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output is shown b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  <a:p>
            <a:pPr marL="29219">
              <a:lnSpc>
                <a:spcPct val="15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so on...</a:t>
            </a:r>
          </a:p>
        </p:txBody>
      </p:sp>
      <p:sp>
        <p:nvSpPr>
          <p:cNvPr id="9" name="object 3"/>
          <p:cNvSpPr/>
          <p:nvPr/>
        </p:nvSpPr>
        <p:spPr>
          <a:xfrm>
            <a:off x="8712200" y="1126965"/>
            <a:ext cx="4224966" cy="81694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734</Words>
  <Application>Microsoft Office PowerPoint</Application>
  <PresentationFormat>Custom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3</cp:revision>
  <dcterms:created xsi:type="dcterms:W3CDTF">2024-06-25T17:28:15Z</dcterms:created>
  <dcterms:modified xsi:type="dcterms:W3CDTF">2024-06-27T04:44:20Z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