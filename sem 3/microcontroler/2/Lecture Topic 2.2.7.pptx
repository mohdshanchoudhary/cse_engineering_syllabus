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4" r:id="rId3"/>
    <p:sldId id="257" r:id="rId4"/>
    <p:sldId id="265" r:id="rId5"/>
    <p:sldId id="258" r:id="rId6"/>
    <p:sldId id="266" r:id="rId7"/>
    <p:sldId id="259" r:id="rId8"/>
    <p:sldId id="267" r:id="rId9"/>
    <p:sldId id="260" r:id="rId10"/>
    <p:sldId id="268" r:id="rId11"/>
    <p:sldId id="261" r:id="rId12"/>
    <p:sldId id="262" r:id="rId13"/>
    <p:sldId id="269" r:id="rId14"/>
    <p:sldId id="270" r:id="rId15"/>
    <p:sldId id="263" r:id="rId16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330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7851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5955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0930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6583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616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1883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0389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200" y="1295400"/>
            <a:ext cx="13469637" cy="6786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indent="4200215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Control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Stat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ents</a:t>
            </a:r>
            <a:endParaRPr sz="3681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681" dirty="0">
              <a:latin typeface="Times New Roman"/>
              <a:cs typeface="Times New Roman"/>
            </a:endParaRPr>
          </a:p>
          <a:p>
            <a:pPr marL="29219">
              <a:spcBef>
                <a:spcPts val="3106"/>
              </a:spcBef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stat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nt</a:t>
            </a:r>
            <a:endParaRPr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700"/>
              </a:lnSpc>
              <a:spcBef>
                <a:spcPts val="322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is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onditional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nt, which 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sis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of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mming lan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ondition in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spondi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is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acc</a:t>
            </a:r>
            <a:r>
              <a:rPr sz="2761" dirty="0">
                <a:latin typeface="Times New Roman"/>
                <a:cs typeface="Times New Roman"/>
              </a:rPr>
              <a:t>ordi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turns 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if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in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is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f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rns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nother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if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is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alse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273197">
              <a:lnSpc>
                <a:spcPct val="143300"/>
              </a:lnSpc>
              <a:spcBef>
                <a:spcPts val="23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if (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ks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then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utes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or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of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ments.</a:t>
            </a:r>
          </a:p>
          <a:p>
            <a:pPr marL="29219">
              <a:spcBef>
                <a:spcPts val="1461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pt with the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 of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68400" y="4257675"/>
            <a:ext cx="14935200" cy="55990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plains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lse,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 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ondition is tru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the fun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is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is w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itten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s:</a:t>
            </a:r>
          </a:p>
          <a:p>
            <a:pPr marL="555159" marR="10675121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ondition)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675121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35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// include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// if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ondi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 is true</a:t>
            </a:r>
          </a:p>
          <a:p>
            <a:pPr marL="555159" marR="2994936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>
                <a:latin typeface="Times New Roman"/>
                <a:cs typeface="Times New Roman"/>
              </a:rPr>
              <a:t>// then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task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ins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2994936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3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4" name="object 4"/>
          <p:cNvSpPr/>
          <p:nvPr/>
        </p:nvSpPr>
        <p:spPr>
          <a:xfrm>
            <a:off x="6739437" y="457200"/>
            <a:ext cx="4402726" cy="3810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4141" dirty="0"/>
          </a:p>
        </p:txBody>
      </p:sp>
    </p:spTree>
    <p:extLst>
      <p:ext uri="{BB962C8B-B14F-4D97-AF65-F5344CB8AC3E}">
        <p14:creationId xmlns:p14="http://schemas.microsoft.com/office/powerpoint/2010/main" val="77526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990600"/>
            <a:ext cx="14935200" cy="84306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</a:p>
          <a:p>
            <a:pPr marL="29219"/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ondition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 in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ludes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boole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ssions,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</a:t>
            </a:r>
            <a:r>
              <a:rPr sz="2761" spc="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lse.</a:t>
            </a:r>
          </a:p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more 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inside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nthes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rison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be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inside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  <a:p>
            <a:pPr marL="486419" lvl="1" indent="525940">
              <a:spcBef>
                <a:spcPts val="1024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! =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equ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to b)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(a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b)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(a gre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1079638" indent="-524479">
              <a:spcBef>
                <a:spcPts val="1461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to b)</a:t>
            </a:r>
          </a:p>
          <a:p>
            <a:pPr marL="1079638" indent="-524479">
              <a:spcBef>
                <a:spcPts val="1438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less than or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to b)</a:t>
            </a:r>
          </a:p>
          <a:p>
            <a:pPr marL="486419" marR="7566232" lvl="1" indent="525940">
              <a:lnSpc>
                <a:spcPct val="143300"/>
              </a:lnSpc>
              <a:spcBef>
                <a:spcPts val="35"/>
              </a:spcBef>
              <a:buSzPct val="83333"/>
              <a:buFont typeface="Courier New"/>
              <a:buChar char="o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(a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to b)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</a:p>
          <a:p>
            <a:pPr marL="486419" marR="7566232" lvl="1">
              <a:lnSpc>
                <a:spcPct val="143300"/>
              </a:lnSpc>
              <a:spcBef>
                <a:spcPts val="35"/>
              </a:spcBef>
              <a:buSzPct val="83333"/>
              <a:tabLst>
                <a:tab pos="108109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486419" marR="7566232" lvl="1">
              <a:lnSpc>
                <a:spcPct val="143300"/>
              </a:lnSpc>
              <a:spcBef>
                <a:spcPts val="35"/>
              </a:spcBef>
              <a:buSzPct val="83333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b="1" dirty="0">
                <a:latin typeface="Times New Roman"/>
                <a:cs typeface="Times New Roman"/>
              </a:rPr>
              <a:t>b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iabl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endParaRPr lang="en-US" sz="2761" dirty="0">
              <a:latin typeface="Times New Roman"/>
              <a:cs typeface="Times New Roman"/>
            </a:endParaRPr>
          </a:p>
          <a:p>
            <a:pPr marL="486419" marR="7566232" lvl="1">
              <a:lnSpc>
                <a:spcPct val="143300"/>
              </a:lnSpc>
              <a:spcBef>
                <a:spcPts val="35"/>
              </a:spcBef>
              <a:buSzPct val="83333"/>
              <a:tabLst>
                <a:tab pos="1081099" algn="l"/>
              </a:tabLst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543"/>
              </a:lnSpc>
            </a:pP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r>
              <a:rPr lang="en-US"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Ex</a:t>
            </a:r>
            <a:r>
              <a:rPr lang="en-US"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lang="en-US"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mples</a:t>
            </a:r>
            <a:endParaRPr lang="en-US" sz="299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spc="-35" dirty="0">
                <a:latin typeface="Times New Roman"/>
                <a:cs typeface="Times New Roman"/>
              </a:rPr>
              <a:t>'</a:t>
            </a:r>
            <a:r>
              <a:rPr lang="en-US" sz="2761" dirty="0">
                <a:latin typeface="Times New Roman"/>
                <a:cs typeface="Times New Roman"/>
              </a:rPr>
              <a:t>s un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with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lp of two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185951"/>
            <a:ext cx="13731140" cy="9686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484"/>
              </a:spcBef>
            </a:pPr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6; // 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b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4;</a:t>
            </a:r>
          </a:p>
          <a:p>
            <a:pPr marL="555159" marR="10926404"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  <a:r>
              <a:rPr lang="en-US" sz="2761" dirty="0">
                <a:latin typeface="Times New Roman"/>
                <a:cs typeface="Times New Roman"/>
              </a:rPr>
              <a:t> 4.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9919813"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in(9600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1041819"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loop() 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  <a:tabLst>
                <a:tab pos="1254951" algn="l"/>
              </a:tabLst>
            </a:pPr>
            <a:r>
              <a:rPr sz="2761" dirty="0">
                <a:latin typeface="Times New Roman"/>
                <a:cs typeface="Times New Roman"/>
              </a:rPr>
              <a:t>9.	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)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10.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72"/>
              </a:spcBef>
              <a:tabLst>
                <a:tab pos="1430265" algn="l"/>
              </a:tabLst>
            </a:pPr>
            <a:r>
              <a:rPr sz="2761" dirty="0">
                <a:latin typeface="Times New Roman"/>
                <a:cs typeface="Times New Roman"/>
              </a:rPr>
              <a:t>11.	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 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");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b 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  <a:tabLst>
                <a:tab pos="1430265" algn="l"/>
              </a:tabLst>
            </a:pPr>
            <a:r>
              <a:rPr sz="2761" dirty="0">
                <a:latin typeface="Times New Roman"/>
                <a:cs typeface="Times New Roman"/>
              </a:rPr>
              <a:t>15.	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 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 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555159">
              <a:spcBef>
                <a:spcPts val="1426"/>
              </a:spcBef>
            </a:pPr>
            <a:r>
              <a:rPr sz="2761" dirty="0">
                <a:latin typeface="Times New Roman"/>
                <a:cs typeface="Times New Roman"/>
              </a:rPr>
              <a:t>16.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>
              <a:spcBef>
                <a:spcPts val="1426"/>
              </a:spcBef>
            </a:pPr>
            <a:r>
              <a:rPr lang="en-US" sz="2761" dirty="0">
                <a:latin typeface="Times New Roman"/>
                <a:cs typeface="Times New Roman"/>
              </a:rPr>
              <a:t>17.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  <a:endParaRPr sz="276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7434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0800" y="914400"/>
            <a:ext cx="15392400" cy="8911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spcBef>
                <a:spcPts val="1484"/>
              </a:spcBef>
            </a:pP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dirty="0">
                <a:latin typeface="Times New Roman"/>
                <a:cs typeface="Times New Roman"/>
              </a:rPr>
              <a:t>tput: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a is g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th</a:t>
            </a:r>
            <a:r>
              <a:rPr sz="2761" b="1" spc="23" dirty="0">
                <a:latin typeface="Times New Roman"/>
                <a:cs typeface="Times New Roman"/>
              </a:rPr>
              <a:t>a</a:t>
            </a:r>
            <a:r>
              <a:rPr sz="2761" b="1" dirty="0">
                <a:latin typeface="Times New Roman"/>
                <a:cs typeface="Times New Roman"/>
              </a:rPr>
              <a:t>n b</a:t>
            </a: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ts val="4739"/>
              </a:lnSpc>
              <a:spcBef>
                <a:spcPts val="380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b.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is Tr</a:t>
            </a:r>
            <a:r>
              <a:rPr sz="2761" spc="-12" dirty="0">
                <a:latin typeface="Times New Roman"/>
                <a:cs typeface="Times New Roman"/>
              </a:rPr>
              <a:t>ue</a:t>
            </a:r>
            <a:r>
              <a:rPr sz="2761" dirty="0">
                <a:latin typeface="Times New Roman"/>
                <a:cs typeface="Times New Roman"/>
              </a:rPr>
              <a:t>.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sponding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rm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is 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51"/>
              </a:spcBef>
            </a:pPr>
            <a:endParaRPr sz="2301" dirty="0">
              <a:latin typeface="Times New Roman"/>
              <a:cs typeface="Times New Roman"/>
            </a:endParaRPr>
          </a:p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2: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spc="-12" dirty="0">
                <a:latin typeface="Times New Roman"/>
                <a:cs typeface="Times New Roman"/>
              </a:rPr>
              <a:t>  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onst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2;</a:t>
            </a:r>
          </a:p>
          <a:p>
            <a:pPr marL="1079638" indent="-524479">
              <a:spcBef>
                <a:spcPts val="1472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onst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13;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80 ;</a:t>
            </a:r>
          </a:p>
          <a:p>
            <a:pPr marL="555159" marR="10748169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748169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 startAt="6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9600 </a:t>
            </a:r>
            <a:r>
              <a:rPr sz="2761" spc="-12" dirty="0">
                <a:latin typeface="Times New Roman"/>
                <a:cs typeface="Times New Roman"/>
              </a:rPr>
              <a:t>);</a:t>
            </a:r>
            <a:endParaRPr sz="2761" dirty="0">
              <a:latin typeface="Times New Roman"/>
              <a:cs typeface="Times New Roman"/>
            </a:endParaRP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6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1,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555159" marR="8441335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 startAt="6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 err="1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2,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8441335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 startAt="6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4600" y="269243"/>
            <a:ext cx="15392400" cy="9519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11.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12.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100 )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13.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14.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1,</a:t>
            </a:r>
            <a:r>
              <a:rPr sz="2761" spc="12" dirty="0">
                <a:latin typeface="Times New Roman"/>
                <a:cs typeface="Times New Roman"/>
              </a:rPr>
              <a:t> 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15.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16.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17.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100 )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18.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19.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2,</a:t>
            </a:r>
            <a:r>
              <a:rPr sz="2761" spc="12" dirty="0">
                <a:latin typeface="Times New Roman"/>
                <a:cs typeface="Times New Roman"/>
              </a:rPr>
              <a:t> 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20.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21.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22.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 lvl="0" indent="0" algn="just" defTabSz="914400" rtl="0" eaLnBrk="1" fontAlgn="auto" latinLnBrk="0" hangingPunct="1">
              <a:lnSpc>
                <a:spcPct val="143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mple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8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 two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s.</a:t>
            </a:r>
            <a:r>
              <a:rPr kumimoji="0" lang="en-US" sz="2761" b="0" i="0" u="none" strike="noStrike" kern="1200" cap="none" spc="1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bove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mpl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ve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initi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li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z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761" b="0" i="0" u="none" strike="noStrike" kern="1200" cap="none" spc="6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kumimoji="0" lang="en-US" sz="2761" b="0" i="0" u="none" strike="noStrike" kern="1200" cap="none" spc="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Since</a:t>
            </a:r>
            <a:r>
              <a:rPr kumimoji="0" lang="en-US" sz="2761" b="0" i="0" u="none" strike="noStrike" kern="1200" cap="none" spc="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less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than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0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0,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ond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ondition</a:t>
            </a:r>
            <a:r>
              <a:rPr kumimoji="0" lang="en-US" sz="2761" b="0" i="0" u="none" strike="noStrike" kern="1200" cap="none" spc="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lang="en-US" sz="2761" b="0" i="0" u="none" strike="noStrike" kern="1200" cap="none" spc="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tru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,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2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will</a:t>
            </a:r>
            <a:r>
              <a:rPr kumimoji="0" lang="en-US" sz="2761" b="0" i="0" u="none" strike="noStrike" kern="1200" cap="none" spc="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li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ht</a:t>
            </a:r>
            <a:r>
              <a:rPr kumimoji="0" lang="en-US" sz="2761" b="0" i="0" u="none" strike="noStrike" kern="1200" cap="none" spc="13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up.</a:t>
            </a:r>
            <a:r>
              <a:rPr kumimoji="0" lang="en-US" sz="2761" b="0" i="0" u="none" strike="noStrike" kern="1200" cap="none" spc="16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4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12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v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lue of x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 th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100,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will li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ht.</a:t>
            </a:r>
          </a:p>
        </p:txBody>
      </p:sp>
    </p:spTree>
    <p:extLst>
      <p:ext uri="{BB962C8B-B14F-4D97-AF65-F5344CB8AC3E}">
        <p14:creationId xmlns:p14="http://schemas.microsoft.com/office/powerpoint/2010/main" val="1099893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16000" y="775297"/>
            <a:ext cx="13728219" cy="6918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lang="en-US" sz="2761" dirty="0">
                <a:latin typeface="Times New Roman"/>
                <a:cs typeface="Times New Roman"/>
              </a:rPr>
              <a:t>Simil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l</a:t>
            </a:r>
            <a:r>
              <a:rPr lang="en-US" sz="2761" spc="-92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use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if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ment </a:t>
            </a:r>
            <a:r>
              <a:rPr lang="en-US" sz="2761" spc="-12" dirty="0">
                <a:latin typeface="Times New Roman"/>
                <a:cs typeface="Times New Roman"/>
              </a:rPr>
              <a:t>acc</a:t>
            </a:r>
            <a:r>
              <a:rPr lang="en-US" sz="2761" dirty="0">
                <a:latin typeface="Times New Roman"/>
                <a:cs typeface="Times New Roman"/>
              </a:rPr>
              <a:t>ordi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our </a:t>
            </a:r>
            <a:r>
              <a:rPr lang="en-US" sz="2761" spc="-12" dirty="0">
                <a:latin typeface="Times New Roman"/>
                <a:cs typeface="Times New Roman"/>
              </a:rPr>
              <a:t>re</a:t>
            </a:r>
            <a:r>
              <a:rPr lang="en-US" sz="2761" dirty="0">
                <a:latin typeface="Times New Roman"/>
                <a:cs typeface="Times New Roman"/>
              </a:rPr>
              <a:t>quir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nts.</a:t>
            </a:r>
          </a:p>
          <a:p>
            <a:pPr marL="29219" marR="14609" algn="just">
              <a:lnSpc>
                <a:spcPts val="4785"/>
              </a:lnSpc>
              <a:spcBef>
                <a:spcPts val="368"/>
              </a:spcBef>
            </a:pPr>
            <a:r>
              <a:rPr lang="en-US" sz="2761" b="1" dirty="0">
                <a:latin typeface="Times New Roman"/>
                <a:cs typeface="Times New Roman"/>
              </a:rPr>
              <a:t>No</a:t>
            </a:r>
            <a:r>
              <a:rPr lang="en-US" sz="2761" b="1" spc="-23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:  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e should be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reful while using the = (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qu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l) sign. 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mpl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5.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nment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tor,</a:t>
            </a:r>
            <a:r>
              <a:rPr lang="en-US" sz="2761" spc="15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will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si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23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.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nst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d, we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 to 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x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5,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it is a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ison op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</a:p>
          <a:p>
            <a:pPr marL="29219">
              <a:lnSpc>
                <a:spcPts val="4383"/>
              </a:lnSpc>
            </a:pPr>
            <a:endParaRPr lang="en-US" sz="2760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else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else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-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if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e-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both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f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ment.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ws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</a:t>
            </a:r>
            <a:r>
              <a:rPr sz="2761" spc="-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to be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29219" marR="16070">
              <a:lnSpc>
                <a:spcPct val="143300"/>
              </a:lnSpc>
              <a:spcBef>
                <a:spcPts val="23"/>
              </a:spcBef>
            </a:pP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9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lse.</a:t>
            </a:r>
            <a:r>
              <a:rPr sz="2761" b="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-12" dirty="0">
                <a:latin typeface="Times New Roman"/>
                <a:cs typeface="Times New Roman"/>
              </a:rPr>
              <a:t>-e</a:t>
            </a:r>
            <a:r>
              <a:rPr sz="2761" dirty="0">
                <a:latin typeface="Times New Roman"/>
                <a:cs typeface="Times New Roman"/>
              </a:rPr>
              <a:t>lse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includ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.</a:t>
            </a:r>
            <a:endParaRPr lang="en-US" sz="2761" spc="69" dirty="0">
              <a:latin typeface="Times New Roman"/>
              <a:cs typeface="Times New Roman"/>
            </a:endParaRPr>
          </a:p>
          <a:p>
            <a:pPr marL="29219" marR="1607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 stat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is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if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sult 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 (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spc="12" dirty="0">
              <a:latin typeface="Times New Roman"/>
              <a:cs typeface="Times New Roman"/>
            </a:endParaRPr>
          </a:p>
          <a:p>
            <a:pPr marL="29219" marR="16070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 is 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12" dirty="0">
                <a:latin typeface="Times New Roman"/>
                <a:cs typeface="Times New Roman"/>
              </a:rPr>
              <a:t>wc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 is shown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5" name="object 5"/>
          <p:cNvSpPr/>
          <p:nvPr/>
        </p:nvSpPr>
        <p:spPr>
          <a:xfrm>
            <a:off x="12217400" y="4648200"/>
            <a:ext cx="3638877" cy="51209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20800" y="1143000"/>
            <a:ext cx="15240000" cy="70221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 marR="1881697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881697">
              <a:lnSpc>
                <a:spcPts val="4785"/>
              </a:lnSpc>
              <a:spcBef>
                <a:spcPts val="368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26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el</a:t>
            </a:r>
            <a:r>
              <a:rPr sz="2761" b="1" dirty="0">
                <a:latin typeface="Times New Roman"/>
                <a:cs typeface="Times New Roman"/>
              </a:rPr>
              <a:t>se</a:t>
            </a:r>
            <a:endParaRPr lang="en-US" sz="2761" b="1" dirty="0">
              <a:latin typeface="Times New Roman"/>
              <a:cs typeface="Times New Roman"/>
            </a:endParaRPr>
          </a:p>
          <a:p>
            <a:pPr marL="55369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6. 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{</a:t>
            </a:r>
          </a:p>
          <a:p>
            <a:pPr marL="1069509" marR="10946857" lvl="0" indent="-514350" algn="l" defTabSz="914400" rtl="0" eaLnBrk="1" fontAlgn="auto" latinLnBrk="0" hangingPunct="1">
              <a:lnSpc>
                <a:spcPts val="4785"/>
              </a:lnSpc>
              <a:spcBef>
                <a:spcPts val="368"/>
              </a:spcBef>
              <a:spcAft>
                <a:spcPts val="0"/>
              </a:spcAft>
              <a:buClrTx/>
              <a:buSzTx/>
              <a:buFontTx/>
              <a:buAutoNum type="arabicPeriod" startAt="7"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//stat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ments</a:t>
            </a:r>
          </a:p>
          <a:p>
            <a:pPr marL="1069509" marR="10946857" lvl="0" indent="-514350" algn="l" defTabSz="914400" rtl="0" eaLnBrk="1" fontAlgn="auto" latinLnBrk="0" hangingPunct="1">
              <a:lnSpc>
                <a:spcPts val="4785"/>
              </a:lnSpc>
              <a:spcBef>
                <a:spcPts val="368"/>
              </a:spcBef>
              <a:spcAft>
                <a:spcPts val="0"/>
              </a:spcAft>
              <a:buClrTx/>
              <a:buSzTx/>
              <a:buFontTx/>
              <a:buAutoNum type="arabicPeriod" startAt="7"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79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29219" marR="11688" lvl="0" indent="0" algn="l" defTabSz="914400" rtl="0" eaLnBrk="1" fontAlgn="auto" latinLnBrk="0" hangingPunct="1">
              <a:lnSpc>
                <a:spcPct val="14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</a:t>
            </a:r>
            <a:r>
              <a:rPr kumimoji="0" lang="en-US" sz="2761" b="0" i="0" u="none" strike="noStrike" kern="1200" cap="none" spc="-21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ls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 </a:t>
            </a:r>
            <a:r>
              <a:rPr kumimoji="0" lang="en-US" sz="2761" b="0" i="0" u="none" strike="noStrike" kern="1200" cap="none" spc="-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 </a:t>
            </a:r>
            <a:r>
              <a:rPr kumimoji="0" lang="en-US" sz="2761" b="0" i="0" u="none" strike="noStrike" kern="1200" cap="none" spc="-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stat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ment </a:t>
            </a:r>
            <a:r>
              <a:rPr kumimoji="0" lang="en-US" sz="2761" b="0" i="0" u="none" strike="noStrike" kern="1200" cap="none" spc="-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2761" b="0" i="0" u="none" strike="noStrike" kern="1200" cap="none" spc="-20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lso </a:t>
            </a:r>
            <a:r>
              <a:rPr kumimoji="0" lang="en-US" sz="2761" b="0" i="0" u="none" strike="noStrike" kern="1200" cap="none" spc="-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include </a:t>
            </a:r>
            <a:r>
              <a:rPr kumimoji="0" lang="en-US" sz="2761" b="0" i="0" u="none" strike="noStrike" kern="1200" cap="none" spc="-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other </a:t>
            </a:r>
            <a:r>
              <a:rPr kumimoji="0" lang="en-US" sz="2761" b="0" i="0" u="none" strike="noStrike" kern="1200" cap="none" spc="-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if </a:t>
            </a:r>
            <a:r>
              <a:rPr kumimoji="0" lang="en-US" sz="2761" b="0" i="0" u="none" strike="noStrike" kern="1200" cap="none" spc="-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stat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ments. </a:t>
            </a:r>
            <a:r>
              <a:rPr kumimoji="0" lang="en-US" sz="2761" b="0" i="0" u="none" strike="noStrike" kern="1200" cap="none" spc="-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Due </a:t>
            </a:r>
            <a:r>
              <a:rPr kumimoji="0" lang="en-US" sz="2761" b="0" i="0" u="none" strike="noStrike" kern="1200" cap="none" spc="-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</a:t>
            </a:r>
            <a:r>
              <a:rPr kumimoji="0" lang="en-US" sz="2761" b="0" i="0" u="none" strike="noStrike" kern="1200" cap="none" spc="-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this, </a:t>
            </a:r>
            <a:r>
              <a:rPr kumimoji="0" lang="en-US" sz="2761" b="0" i="0" u="none" strike="noStrike" kern="1200" cap="none" spc="-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we </a:t>
            </a:r>
            <a:r>
              <a:rPr kumimoji="0" lang="en-US" sz="2761" b="0" i="0" u="none" strike="noStrike" kern="1200" cap="none" spc="-196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 </a:t>
            </a:r>
            <a:r>
              <a:rPr kumimoji="0" lang="en-US" sz="2761" b="0" i="0" u="none" strike="noStrike" kern="1200" cap="none" spc="-17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run </a:t>
            </a:r>
            <a:r>
              <a:rPr kumimoji="0" lang="en-US" sz="2761" b="0" i="0" u="none" strike="noStrike" kern="1200" cap="none" spc="-18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multiple stat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ments in a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sin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le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m.</a:t>
            </a:r>
          </a:p>
        </p:txBody>
      </p:sp>
    </p:spTree>
    <p:extLst>
      <p:ext uri="{BB962C8B-B14F-4D97-AF65-F5344CB8AC3E}">
        <p14:creationId xmlns:p14="http://schemas.microsoft.com/office/powerpoint/2010/main" val="1744059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838200"/>
            <a:ext cx="13722375" cy="42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</a:t>
            </a:r>
            <a:r>
              <a:rPr sz="2761" spc="-12" dirty="0">
                <a:latin typeface="Times New Roman"/>
                <a:cs typeface="Times New Roman"/>
              </a:rPr>
              <a:t>wc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 is shown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low:</a:t>
            </a:r>
          </a:p>
        </p:txBody>
      </p:sp>
      <p:sp>
        <p:nvSpPr>
          <p:cNvPr id="4" name="object 4"/>
          <p:cNvSpPr/>
          <p:nvPr/>
        </p:nvSpPr>
        <p:spPr>
          <a:xfrm>
            <a:off x="6654800" y="407743"/>
            <a:ext cx="7643227" cy="92429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16000" y="533400"/>
            <a:ext cx="15316200" cy="8898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3532"/>
              </a:lnSpc>
            </a:pP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Ex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mples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5;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6;</a:t>
            </a:r>
          </a:p>
          <a:p>
            <a:pPr marL="555159" marR="6146194">
              <a:lnSpc>
                <a:spcPct val="143300"/>
              </a:lnSpc>
              <a:spcBef>
                <a:spcPts val="23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  <a:endParaRPr lang="en-US" sz="2761" dirty="0">
              <a:latin typeface="Times New Roman"/>
              <a:cs typeface="Times New Roman"/>
            </a:endParaRPr>
          </a:p>
          <a:p>
            <a:pPr marL="553698" marR="9653921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4.   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9600 </a:t>
            </a:r>
            <a:r>
              <a:rPr lang="en-US" sz="2761" spc="-12" dirty="0">
                <a:latin typeface="Times New Roman"/>
                <a:cs typeface="Times New Roman"/>
              </a:rPr>
              <a:t>);</a:t>
            </a:r>
          </a:p>
          <a:p>
            <a:pPr marL="1068048" marR="9653921" indent="-514350">
              <a:lnSpc>
                <a:spcPct val="143300"/>
              </a:lnSpc>
              <a:buAutoNum type="arabicPeriod" startAt="5"/>
            </a:pP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1068048" marR="9653921" indent="-514350">
              <a:lnSpc>
                <a:spcPct val="143300"/>
              </a:lnSpc>
              <a:buAutoNum type="arabicPeriod" startAt="5"/>
            </a:pP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 () {</a:t>
            </a:r>
          </a:p>
          <a:p>
            <a:pPr marL="1068048" marR="9653921" indent="-514350">
              <a:lnSpc>
                <a:spcPct val="143300"/>
              </a:lnSpc>
              <a:buAutoNum type="arabicPeriod" startAt="5"/>
            </a:pPr>
            <a:r>
              <a:rPr lang="en-US" sz="2761" b="1" dirty="0">
                <a:latin typeface="Times New Roman"/>
                <a:cs typeface="Times New Roman"/>
              </a:rPr>
              <a:t>    if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&gt;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 ) {</a:t>
            </a:r>
          </a:p>
          <a:p>
            <a:pPr marL="1068048" marR="9653921" indent="-514350">
              <a:lnSpc>
                <a:spcPct val="143300"/>
              </a:lnSpc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  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("a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g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ter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"</a:t>
            </a:r>
            <a:r>
              <a:rPr lang="en-US" sz="2761" spc="-12" dirty="0">
                <a:latin typeface="Times New Roman"/>
                <a:cs typeface="Times New Roman"/>
              </a:rPr>
              <a:t>);</a:t>
            </a:r>
          </a:p>
          <a:p>
            <a:pPr marL="1068048" marR="9653921" indent="-514350">
              <a:lnSpc>
                <a:spcPct val="143300"/>
              </a:lnSpc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     } </a:t>
            </a:r>
            <a:r>
              <a:rPr lang="en-US" sz="2761" b="1" dirty="0">
                <a:latin typeface="Times New Roman"/>
                <a:cs typeface="Times New Roman"/>
              </a:rPr>
              <a:t>else</a:t>
            </a:r>
            <a:r>
              <a:rPr lang="en-US" sz="2761" dirty="0">
                <a:latin typeface="Times New Roman"/>
                <a:cs typeface="Times New Roman"/>
              </a:rPr>
              <a:t> {</a:t>
            </a:r>
          </a:p>
          <a:p>
            <a:pPr marL="1068048" marR="9653921" indent="-514350">
              <a:lnSpc>
                <a:spcPct val="143300"/>
              </a:lnSpc>
              <a:buAutoNum type="arabicPeriod" startAt="5"/>
            </a:pPr>
            <a:r>
              <a:rPr lang="en-US" sz="2761" dirty="0">
                <a:latin typeface="Times New Roman"/>
                <a:cs typeface="Times New Roman"/>
              </a:rPr>
              <a:t> 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("a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sm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r"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);</a:t>
            </a:r>
          </a:p>
          <a:p>
            <a:pPr marL="1068048" marR="9653921" indent="-514350">
              <a:lnSpc>
                <a:spcPct val="143300"/>
              </a:lnSpc>
              <a:buAutoNum type="arabicPeriod" startAt="5"/>
            </a:pPr>
            <a:r>
              <a:rPr lang="en-US" sz="2761" spc="-12" dirty="0">
                <a:latin typeface="Times New Roman"/>
                <a:cs typeface="Times New Roman"/>
              </a:rPr>
              <a:t>    }</a:t>
            </a:r>
          </a:p>
          <a:p>
            <a:pPr marL="1068048" marR="9653921" indent="-514350">
              <a:lnSpc>
                <a:spcPct val="143300"/>
              </a:lnSpc>
              <a:buAutoNum type="arabicPeriod" startAt="5"/>
            </a:pPr>
            <a:r>
              <a:rPr lang="en-US" sz="2761" spc="-12" dirty="0">
                <a:latin typeface="Times New Roman"/>
                <a:cs typeface="Times New Roman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038760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00" y="326470"/>
            <a:ext cx="14935200" cy="9405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ts val="4785"/>
              </a:lnSpc>
              <a:spcBef>
                <a:spcPts val="368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bove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mess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rni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the s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tisfi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will be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  <a:endParaRPr sz="2301" dirty="0">
              <a:latin typeface="Times New Roman"/>
              <a:cs typeface="Times New Roman"/>
            </a:endParaRPr>
          </a:p>
          <a:p>
            <a:pPr marL="29219"/>
            <a:endParaRPr lang="en-US" sz="2761" b="1" dirty="0">
              <a:latin typeface="Times New Roman"/>
              <a:cs typeface="Times New Roman"/>
            </a:endParaRPr>
          </a:p>
          <a:p>
            <a:pPr marL="29219"/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2: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dirty="0">
                <a:latin typeface="Times New Roman"/>
                <a:cs typeface="Times New Roman"/>
              </a:rPr>
              <a:t>Consid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 marR="9763492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onst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4;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9763492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150 ;</a:t>
            </a:r>
          </a:p>
          <a:p>
            <a:pPr marL="555159" marR="10746708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 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 startAt="5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 err="1">
                <a:latin typeface="Times New Roman"/>
                <a:cs typeface="Times New Roman"/>
              </a:rPr>
              <a:t>S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ri</a:t>
            </a:r>
            <a:r>
              <a:rPr sz="2761" spc="-23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l.b</a:t>
            </a:r>
            <a:r>
              <a:rPr sz="2761" spc="12" dirty="0" err="1">
                <a:latin typeface="Times New Roman"/>
                <a:cs typeface="Times New Roman"/>
              </a:rPr>
              <a:t>e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in</a:t>
            </a:r>
            <a:r>
              <a:rPr sz="2761" dirty="0">
                <a:latin typeface="Times New Roman"/>
                <a:cs typeface="Times New Roman"/>
              </a:rPr>
              <a:t>( 9600 </a:t>
            </a:r>
            <a:r>
              <a:rPr sz="2761" spc="-12" dirty="0">
                <a:latin typeface="Times New Roman"/>
                <a:cs typeface="Times New Roman"/>
              </a:rPr>
              <a:t>);</a:t>
            </a:r>
            <a:endParaRPr sz="2761" dirty="0">
              <a:latin typeface="Times New Roman"/>
              <a:cs typeface="Times New Roman"/>
            </a:endParaRPr>
          </a:p>
          <a:p>
            <a:pPr marL="555159" marR="8439876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5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</a:t>
            </a:r>
            <a:r>
              <a:rPr sz="2761" dirty="0" err="1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1,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035"/>
              </a:spcBef>
            </a:pPr>
            <a:r>
              <a:rPr sz="2761" dirty="0">
                <a:latin typeface="Times New Roman"/>
                <a:cs typeface="Times New Roman"/>
              </a:rPr>
              <a:t>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void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 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9.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&gt;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100 )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11.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 indent="-524479">
              <a:spcBef>
                <a:spcPts val="1438"/>
              </a:spcBef>
              <a:buFont typeface="Times New Roman"/>
              <a:buAutoNum type="arabicPeriod" startAt="12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1,</a:t>
            </a:r>
            <a:r>
              <a:rPr sz="2761" spc="12" dirty="0">
                <a:latin typeface="Times New Roman"/>
                <a:cs typeface="Times New Roman"/>
              </a:rPr>
              <a:t> 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46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 startAt="12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"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</a:t>
            </a:r>
            <a:r>
              <a:rPr sz="2761" spc="-12" dirty="0">
                <a:latin typeface="Times New Roman"/>
                <a:cs typeface="Times New Roman"/>
              </a:rPr>
              <a:t>++</a:t>
            </a:r>
            <a:r>
              <a:rPr sz="2761" spc="12" dirty="0">
                <a:latin typeface="Times New Roman"/>
                <a:cs typeface="Times New Roman"/>
              </a:rPr>
              <a:t>+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524000"/>
            <a:ext cx="14339279" cy="765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/>
            <a:r>
              <a:rPr sz="2761" dirty="0">
                <a:latin typeface="Times New Roman"/>
                <a:cs typeface="Times New Roman"/>
              </a:rPr>
              <a:t>14.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(500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15.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16.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lse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17.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18.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1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not 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dirty="0">
                <a:latin typeface="Times New Roman"/>
                <a:cs typeface="Times New Roman"/>
              </a:rPr>
              <a:t>);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19.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20.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Output: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b="1" dirty="0">
                <a:latin typeface="Times New Roman"/>
                <a:cs typeface="Times New Roman"/>
              </a:rPr>
              <a:t>LED1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w</a:t>
            </a:r>
            <a:r>
              <a:rPr sz="2761" b="1" dirty="0">
                <a:latin typeface="Times New Roman"/>
                <a:cs typeface="Times New Roman"/>
              </a:rPr>
              <a:t>ill </a:t>
            </a:r>
            <a:r>
              <a:rPr sz="2761" b="1" spc="-23" dirty="0">
                <a:latin typeface="Times New Roman"/>
                <a:cs typeface="Times New Roman"/>
              </a:rPr>
              <a:t>l</a:t>
            </a:r>
            <a:r>
              <a:rPr sz="2761" b="1" dirty="0">
                <a:latin typeface="Times New Roman"/>
                <a:cs typeface="Times New Roman"/>
              </a:rPr>
              <a:t>ig</a:t>
            </a:r>
            <a:r>
              <a:rPr sz="2761" b="1" spc="12" dirty="0">
                <a:latin typeface="Times New Roman"/>
                <a:cs typeface="Times New Roman"/>
              </a:rPr>
              <a:t>h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+++</a:t>
            </a:r>
            <a:endParaRPr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35"/>
              </a:spcBef>
            </a:pPr>
            <a:endParaRPr lang="en-US" sz="2761" spc="-46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  <a:spcBef>
                <a:spcPts val="35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initi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x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less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D1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'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423388"/>
            <a:ext cx="15087600" cy="92116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8992">
              <a:lnSpc>
                <a:spcPct val="144200"/>
              </a:lnSpc>
            </a:pPr>
            <a:r>
              <a:rPr sz="2761" b="1" dirty="0">
                <a:latin typeface="Times New Roman"/>
                <a:cs typeface="Times New Roman"/>
              </a:rPr>
              <a:t>Else</a:t>
            </a:r>
            <a:r>
              <a:rPr sz="2761" b="1" spc="127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.</a:t>
            </a:r>
            <a:r>
              <a:rPr sz="2761" b="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without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</a:t>
            </a:r>
            <a:r>
              <a:rPr sz="2761" spc="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ment.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lude multiple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 if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in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</a:t>
            </a:r>
            <a:r>
              <a:rPr sz="2761" spc="-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with an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555159" marR="10768622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1.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768622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2.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 marR="10866505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866505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 marR="1004983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5.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lse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ondition)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10049837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sz="2761" dirty="0">
                <a:latin typeface="Times New Roman"/>
                <a:cs typeface="Times New Roman"/>
              </a:rPr>
              <a:t>// 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</a:p>
          <a:p>
            <a:pPr marL="555159" marR="4642882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sz="2761" dirty="0">
                <a:latin typeface="Times New Roman"/>
                <a:cs typeface="Times New Roman"/>
              </a:rPr>
              <a:t>// 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 is 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is true</a:t>
            </a:r>
            <a:endParaRPr lang="en-US" sz="2761" dirty="0">
              <a:latin typeface="Times New Roman"/>
              <a:cs typeface="Times New Roman"/>
            </a:endParaRPr>
          </a:p>
          <a:p>
            <a:pPr marL="555159" marR="4642882">
              <a:lnSpc>
                <a:spcPts val="4785"/>
              </a:lnSpc>
              <a:spcBef>
                <a:spcPts val="368"/>
              </a:spcBef>
              <a:buFont typeface="Times New Roman"/>
              <a:buAutoNum type="arabicPeriod" startAt="7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024"/>
              </a:spcBef>
            </a:pPr>
            <a:r>
              <a:rPr sz="2761" dirty="0">
                <a:latin typeface="Times New Roman"/>
                <a:cs typeface="Times New Roman"/>
              </a:rPr>
              <a:t>10.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lse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11.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12.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//stat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ments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13.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0544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838200"/>
            <a:ext cx="15087600" cy="861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2761" b="1" dirty="0">
                <a:latin typeface="Times New Roman"/>
                <a:cs typeface="Times New Roman"/>
              </a:rPr>
              <a:t>Code Exa</a:t>
            </a:r>
            <a:r>
              <a:rPr sz="2761" b="1" spc="-35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dirty="0">
                <a:latin typeface="Times New Roman"/>
                <a:cs typeface="Times New Roman"/>
              </a:rPr>
              <a:t>s un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if 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with the 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lp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>
              <a:spcBef>
                <a:spcPts val="1518"/>
              </a:spcBef>
            </a:pPr>
            <a:r>
              <a:rPr sz="2761" b="1" dirty="0">
                <a:latin typeface="Times New Roman"/>
                <a:cs typeface="Times New Roman"/>
              </a:rPr>
              <a:t>Exa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ple 1:</a:t>
            </a:r>
            <a:endParaRPr lang="en-US" sz="2761" b="1" dirty="0">
              <a:latin typeface="Times New Roman"/>
              <a:cs typeface="Times New Roman"/>
            </a:endParaRP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Consid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low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555159">
              <a:spcBef>
                <a:spcPts val="143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2;</a:t>
            </a:r>
          </a:p>
          <a:p>
            <a:pPr marL="1079638" indent="-524479">
              <a:spcBef>
                <a:spcPts val="1461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i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dirty="0">
                <a:latin typeface="Times New Roman"/>
                <a:cs typeface="Times New Roman"/>
              </a:rPr>
              <a:t>t</a:t>
            </a:r>
            <a:r>
              <a:rPr lang="en-US" sz="2761" b="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j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3;</a:t>
            </a:r>
          </a:p>
          <a:p>
            <a:pPr marL="555159" marR="10756934">
              <a:lnSpc>
                <a:spcPts val="4785"/>
              </a:lnSpc>
              <a:spcBef>
                <a:spcPts val="368"/>
              </a:spcBef>
              <a:buFont typeface="Times New Roman"/>
              <a:buAutoNum type="arabicPeriod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   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 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) 4.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5.	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(9600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6.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555159" marR="10872349">
              <a:lnSpc>
                <a:spcPts val="4785"/>
              </a:lnSpc>
              <a:spcBef>
                <a:spcPts val="368"/>
              </a:spcBef>
            </a:pPr>
            <a:r>
              <a:rPr lang="en-US" sz="2761" dirty="0">
                <a:latin typeface="Times New Roman"/>
                <a:cs typeface="Times New Roman"/>
              </a:rPr>
              <a:t>7.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void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 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) 8.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024"/>
              </a:spcBef>
              <a:tabLst>
                <a:tab pos="1254951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9.	</a:t>
            </a:r>
            <a:r>
              <a:rPr lang="en-US" sz="2761" b="1" dirty="0">
                <a:latin typeface="Times New Roman"/>
                <a:cs typeface="Times New Roman"/>
              </a:rPr>
              <a:t>if</a:t>
            </a:r>
            <a:r>
              <a:rPr lang="en-US" sz="2761" b="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 &gt;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j )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10.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38"/>
              </a:spcBef>
              <a:tabLst>
                <a:tab pos="1430265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11.	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 " I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ter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55515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12.  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6792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762000"/>
            <a:ext cx="15163800" cy="8846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13.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lse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 &lt;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14.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38"/>
              </a:spcBef>
              <a:tabLst>
                <a:tab pos="1430265" algn="l"/>
              </a:tabLst>
            </a:pPr>
            <a:r>
              <a:rPr sz="2761" dirty="0">
                <a:latin typeface="Times New Roman"/>
                <a:cs typeface="Times New Roman"/>
              </a:rPr>
              <a:t>15.	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 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);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16.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17.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lse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18.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38"/>
              </a:spcBef>
              <a:tabLst>
                <a:tab pos="1430265" algn="l"/>
              </a:tabLst>
            </a:pPr>
            <a:r>
              <a:rPr sz="2761" dirty="0">
                <a:latin typeface="Times New Roman"/>
                <a:cs typeface="Times New Roman"/>
              </a:rPr>
              <a:t>19.	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l.println( "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oth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);</a:t>
            </a:r>
            <a:endParaRPr sz="2761" dirty="0">
              <a:latin typeface="Times New Roman"/>
              <a:cs typeface="Times New Roman"/>
            </a:endParaRP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20. 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55515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21.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Output: </a:t>
            </a:r>
            <a:r>
              <a:rPr sz="2761" b="1" dirty="0">
                <a:latin typeface="Times New Roman"/>
                <a:cs typeface="Times New Roman"/>
              </a:rPr>
              <a:t>J is g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at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 if ( )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stop the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low on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its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ution is 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sz="2991" spc="-69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h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at is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the</a:t>
            </a:r>
            <a:r>
              <a:rPr sz="299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di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ff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erence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between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El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2991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2991" spc="-23" dirty="0">
                <a:solidFill>
                  <a:srgbClr val="2E5395"/>
                </a:solidFill>
                <a:latin typeface="Times New Roman"/>
                <a:cs typeface="Times New Roman"/>
              </a:rPr>
              <a:t>se</a:t>
            </a:r>
            <a:r>
              <a:rPr sz="299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2991" spc="-12" dirty="0">
                <a:solidFill>
                  <a:srgbClr val="2E5395"/>
                </a:solidFill>
                <a:latin typeface="Times New Roman"/>
                <a:cs typeface="Times New Roman"/>
              </a:rPr>
              <a:t>If?</a:t>
            </a:r>
            <a:endParaRPr sz="299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Else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69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-35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If</a:t>
            </a:r>
            <a:r>
              <a:rPr sz="2761" b="1" spc="9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</a:t>
            </a:r>
            <a:r>
              <a:rPr sz="2761" b="1" spc="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)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onditions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omes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lse. The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lse if (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 stop the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flow if it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omes tru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1405</Words>
  <Application>Microsoft Office PowerPoint</Application>
  <PresentationFormat>Custom</PresentationFormat>
  <Paragraphs>179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3</cp:revision>
  <dcterms:created xsi:type="dcterms:W3CDTF">2024-06-25T17:28:04Z</dcterms:created>
  <dcterms:modified xsi:type="dcterms:W3CDTF">2024-06-26T17:45:33Z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