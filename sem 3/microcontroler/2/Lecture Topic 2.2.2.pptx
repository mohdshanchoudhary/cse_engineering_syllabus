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72" r:id="rId3"/>
    <p:sldId id="257" r:id="rId4"/>
    <p:sldId id="273" r:id="rId5"/>
    <p:sldId id="258" r:id="rId6"/>
    <p:sldId id="274" r:id="rId7"/>
    <p:sldId id="259" r:id="rId8"/>
    <p:sldId id="275" r:id="rId9"/>
    <p:sldId id="260" r:id="rId10"/>
    <p:sldId id="276" r:id="rId11"/>
    <p:sldId id="261" r:id="rId12"/>
    <p:sldId id="277" r:id="rId13"/>
    <p:sldId id="262" r:id="rId14"/>
    <p:sldId id="278" r:id="rId15"/>
    <p:sldId id="263" r:id="rId16"/>
    <p:sldId id="279" r:id="rId17"/>
    <p:sldId id="264" r:id="rId18"/>
    <p:sldId id="280" r:id="rId19"/>
    <p:sldId id="265" r:id="rId20"/>
    <p:sldId id="281" r:id="rId21"/>
    <p:sldId id="266" r:id="rId22"/>
    <p:sldId id="282" r:id="rId23"/>
    <p:sldId id="267" r:id="rId24"/>
    <p:sldId id="283" r:id="rId25"/>
    <p:sldId id="268" r:id="rId26"/>
    <p:sldId id="284" r:id="rId27"/>
    <p:sldId id="269" r:id="rId28"/>
    <p:sldId id="285" r:id="rId29"/>
    <p:sldId id="270" r:id="rId30"/>
    <p:sldId id="286" r:id="rId31"/>
    <p:sldId id="271" r:id="rId32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81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68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3736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2091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3883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6478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9980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75085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8038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5356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3164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40321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91616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81005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24205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23040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rduino.cc/)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hyperlink" Target="http://www.arduino.cc/en/Main/Softwar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600200"/>
            <a:ext cx="14782800" cy="5786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 and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nstallati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endParaRPr sz="3681" dirty="0">
              <a:latin typeface="Times New Roman"/>
              <a:cs typeface="Times New Roman"/>
            </a:endParaRPr>
          </a:p>
          <a:p>
            <a:pPr marL="29219" marR="13149" algn="just">
              <a:lnSpc>
                <a:spcPct val="1438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soft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E)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sof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upload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12" dirty="0">
                <a:latin typeface="Times New Roman"/>
                <a:cs typeface="Times New Roman"/>
              </a:rPr>
              <a:t>wa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rds.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12" dirty="0">
                <a:latin typeface="Times New Roman"/>
                <a:cs typeface="Times New Roman"/>
              </a:rPr>
              <a:t>wa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b="1" dirty="0">
                <a:latin typeface="Times New Roman"/>
                <a:cs typeface="Times New Roman"/>
              </a:rPr>
              <a:t>Wi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dows,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Li</a:t>
            </a:r>
            <a:r>
              <a:rPr sz="2761" b="1" spc="-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ux,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23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ac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OS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X.</a:t>
            </a:r>
            <a:r>
              <a:rPr sz="2761" b="1" spc="104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rts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++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stands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Int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23" dirty="0">
                <a:latin typeface="Times New Roman"/>
                <a:cs typeface="Times New Roman"/>
              </a:rPr>
              <a:t>g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te</a:t>
            </a:r>
            <a:r>
              <a:rPr sz="2761" b="1" dirty="0">
                <a:latin typeface="Times New Roman"/>
                <a:cs typeface="Times New Roman"/>
              </a:rPr>
              <a:t>d D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v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me</a:t>
            </a:r>
            <a:r>
              <a:rPr sz="2761" b="1" dirty="0">
                <a:latin typeface="Times New Roman"/>
                <a:cs typeface="Times New Roman"/>
              </a:rPr>
              <a:t>nt Environm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ritten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oft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sk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con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</a:p>
          <a:p>
            <a:pPr marL="29219" marR="16070" algn="just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nuino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softw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is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with the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tension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.</a:t>
            </a:r>
            <a:r>
              <a:rPr sz="2761" dirty="0" err="1">
                <a:latin typeface="Times New Roman"/>
                <a:cs typeface="Times New Roman"/>
              </a:rPr>
              <a:t>ino</a:t>
            </a:r>
            <a:r>
              <a:rPr sz="2761" dirty="0">
                <a:latin typeface="Times New Roman"/>
                <a:cs typeface="Times New Roman"/>
              </a:rPr>
              <a:t>.'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762000"/>
            <a:ext cx="13729679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</a:p>
        </p:txBody>
      </p:sp>
      <p:sp>
        <p:nvSpPr>
          <p:cNvPr id="3" name="object 3"/>
          <p:cNvSpPr/>
          <p:nvPr/>
        </p:nvSpPr>
        <p:spPr>
          <a:xfrm>
            <a:off x="3759200" y="1676400"/>
            <a:ext cx="9050013" cy="79153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963622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772073"/>
            <a:ext cx="14935200" cy="8514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dis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de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il.</a:t>
            </a:r>
          </a:p>
          <a:p>
            <a:pPr>
              <a:spcBef>
                <a:spcPts val="64"/>
              </a:spcBef>
            </a:pPr>
            <a:endParaRPr sz="391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90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Toolbar</a:t>
            </a:r>
            <a:r>
              <a:rPr sz="2991" spc="207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Button.</a:t>
            </a:r>
            <a:r>
              <a:rPr sz="2991" spc="15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lbar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f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9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9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9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9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9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3149" algn="just">
              <a:lnSpc>
                <a:spcPct val="144500"/>
              </a:lnSpc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Upload.</a:t>
            </a:r>
            <a:r>
              <a:rPr lang="en-US"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ompiles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runs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itten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cr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n.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uploads 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rd.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upload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ng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tch,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make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sure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boa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po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ts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ted.</a:t>
            </a:r>
          </a:p>
          <a:p>
            <a:pPr marL="29219" marR="23375" algn="just">
              <a:lnSpc>
                <a:spcPts val="4785"/>
              </a:lnSpc>
              <a:spcBef>
                <a:spcPts val="368"/>
              </a:spcBef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USB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omput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Once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bove me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sur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the 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pload button pres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on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tool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</a:p>
        </p:txBody>
      </p:sp>
      <p:sp>
        <p:nvSpPr>
          <p:cNvPr id="4" name="object 4"/>
          <p:cNvSpPr/>
          <p:nvPr/>
        </p:nvSpPr>
        <p:spPr>
          <a:xfrm>
            <a:off x="3987800" y="2743200"/>
            <a:ext cx="9430754" cy="3002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859728"/>
            <a:ext cx="15087600" cy="8570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fore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ol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 marL="29219" marR="21914" algn="just">
              <a:lnSpc>
                <a:spcPct val="1435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rds,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ress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pres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it.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soon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uploading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 su</a:t>
            </a:r>
            <a:r>
              <a:rPr sz="2761" spc="-12" dirty="0">
                <a:latin typeface="Times New Roman"/>
                <a:cs typeface="Times New Roman"/>
              </a:rPr>
              <a:t>cce</a:t>
            </a:r>
            <a:r>
              <a:rPr sz="2761" dirty="0">
                <a:latin typeface="Times New Roman"/>
                <a:cs typeface="Times New Roman"/>
              </a:rPr>
              <a:t>ssful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we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not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blink 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Tx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Rx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61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will 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indow.</a:t>
            </a:r>
          </a:p>
          <a:p>
            <a:pPr marL="29219" algn="just">
              <a:spcBef>
                <a:spcPts val="1438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dditional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load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ootlo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Bootload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small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ich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load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81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the bo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blink on 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13.</a:t>
            </a:r>
          </a:p>
          <a:p>
            <a:pPr marL="29219" marR="26297" algn="just">
              <a:lnSpc>
                <a:spcPts val="4947"/>
              </a:lnSpc>
              <a:spcBef>
                <a:spcPts val="460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Open.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lected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window.</a:t>
            </a:r>
          </a:p>
          <a:p>
            <a:pPr marL="29219" algn="just">
              <a:spcBef>
                <a:spcPts val="989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Save.</a:t>
            </a:r>
            <a:r>
              <a:rPr sz="2991" spc="-58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576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New.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used to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sk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o</a:t>
            </a:r>
            <a:r>
              <a:rPr sz="2761" spc="-12" dirty="0">
                <a:latin typeface="Times New Roman"/>
                <a:cs typeface="Times New Roman"/>
              </a:rPr>
              <a:t>pe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indow.</a:t>
            </a:r>
          </a:p>
          <a:p>
            <a:pPr marL="29219" marR="21914" algn="just">
              <a:lnSpc>
                <a:spcPts val="4947"/>
              </a:lnSpc>
              <a:spcBef>
                <a:spcPts val="610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Veri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.</a:t>
            </a:r>
            <a:r>
              <a:rPr sz="2991" spc="299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35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ompilation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20453" algn="just">
              <a:lnSpc>
                <a:spcPts val="4970"/>
              </a:lnSpc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Serial</a:t>
            </a:r>
            <a:r>
              <a:rPr sz="2991" spc="16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Monito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.</a:t>
            </a:r>
            <a:r>
              <a:rPr sz="2991" spc="104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ton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toolb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 the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monitor.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shown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5" name="object 5"/>
          <p:cNvSpPr/>
          <p:nvPr/>
        </p:nvSpPr>
        <p:spPr>
          <a:xfrm>
            <a:off x="7569200" y="8848052"/>
            <a:ext cx="964204" cy="7012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96396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4600" y="580142"/>
            <a:ext cx="15042613" cy="4516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lvl="0" indent="0" algn="just" defTabSz="914400" rtl="0" eaLnBrk="1" fontAlgn="auto" latinLnBrk="0" hangingPunct="1">
              <a:lnSpc>
                <a:spcPct val="14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</a:t>
            </a:r>
            <a:r>
              <a:rPr kumimoji="0" lang="en-US" sz="2761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monitor, </a:t>
            </a:r>
            <a:r>
              <a:rPr kumimoji="0" lang="en-US" sz="2761" b="0" i="0" u="none" strike="noStrike" kern="1200" cap="none" spc="-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bo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rd </a:t>
            </a:r>
            <a:r>
              <a:rPr kumimoji="0" lang="en-US" sz="2761" b="0" i="0" u="none" strike="noStrike" kern="1200" cap="none" spc="-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will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ing </a:t>
            </a:r>
            <a:r>
              <a:rPr kumimoji="0" lang="en-US" sz="2761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stem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indows,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inu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OS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X.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ro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ontrol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ra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tch,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2761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 </a:t>
            </a:r>
            <a:r>
              <a:rPr kumimoji="0" lang="en-US" sz="2761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min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 </a:t>
            </a:r>
            <a:r>
              <a:rPr kumimoji="0" lang="en-US" sz="2761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pro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m. </a:t>
            </a:r>
            <a:r>
              <a:rPr kumimoji="0" lang="en-US" sz="2761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min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 </a:t>
            </a:r>
            <a:r>
              <a:rPr kumimoji="0" lang="en-US" sz="2761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pro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 </a:t>
            </a:r>
            <a:r>
              <a:rPr kumimoji="0" lang="en-US" sz="2761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hould </a:t>
            </a:r>
            <a:r>
              <a:rPr kumimoji="0" lang="en-US" sz="2761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 </a:t>
            </a:r>
            <a:r>
              <a:rPr kumimoji="0" lang="en-US" sz="2761" b="0" i="0" u="none" strike="noStrike" kern="1200" cap="none" spc="-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ted </a:t>
            </a:r>
            <a:r>
              <a:rPr kumimoji="0" lang="en-US" sz="2761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</a:t>
            </a:r>
            <a:r>
              <a:rPr kumimoji="0" lang="en-US" sz="2761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port, whi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 will be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ssi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we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the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rd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the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omput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r.</a:t>
            </a:r>
          </a:p>
          <a:p>
            <a:pPr marL="29219"/>
            <a:endParaRPr lang="en-US" sz="368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Menu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Bar</a:t>
            </a:r>
            <a:endParaRPr sz="368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520"/>
              </a:lnSpc>
              <a:spcBef>
                <a:spcPts val="575"/>
              </a:spcBef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File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nu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46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down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5" name="object 5"/>
          <p:cNvSpPr/>
          <p:nvPr/>
        </p:nvSpPr>
        <p:spPr>
          <a:xfrm>
            <a:off x="6883400" y="5096250"/>
            <a:ext cx="2692995" cy="472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97000" y="1191418"/>
            <a:ext cx="15011400" cy="8100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dis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option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det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sz="2761" dirty="0">
              <a:latin typeface="Times New Roman"/>
              <a:cs typeface="Times New Roman"/>
            </a:endParaRP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window.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 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</a:p>
          <a:p>
            <a:pPr marL="29219" marR="18992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n. </a:t>
            </a:r>
            <a:r>
              <a:rPr sz="2761" b="1" spc="-58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driv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 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ce</a:t>
            </a:r>
            <a:r>
              <a:rPr sz="2761" b="1" dirty="0">
                <a:latin typeface="Times New Roman"/>
                <a:cs typeface="Times New Roman"/>
              </a:rPr>
              <a:t>nt.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ece</a:t>
            </a:r>
            <a:r>
              <a:rPr sz="2761" dirty="0">
                <a:latin typeface="Times New Roman"/>
                <a:cs typeface="Times New Roman"/>
              </a:rPr>
              <a:t>nt button cont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 of the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sket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 marR="20453">
              <a:lnSpc>
                <a:spcPts val="4785"/>
              </a:lnSpc>
              <a:spcBef>
                <a:spcPts val="368"/>
              </a:spcBef>
            </a:pPr>
            <a:r>
              <a:rPr sz="2761" b="1" dirty="0">
                <a:latin typeface="Times New Roman"/>
                <a:cs typeface="Times New Roman"/>
              </a:rPr>
              <a:t>Sk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hbook. </a:t>
            </a:r>
            <a:r>
              <a:rPr sz="2761" b="1" spc="-24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softw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 sk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or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a 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ditor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an inst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024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ples.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mall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nding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69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</a:p>
          <a:p>
            <a:pPr marL="29219">
              <a:spcBef>
                <a:spcPts val="1461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b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ovides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Clos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Close button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loses the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indow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the button 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29219" marR="20453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Sav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tch.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ske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the 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it will 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 '</a:t>
            </a:r>
            <a:r>
              <a:rPr sz="2761" b="1" dirty="0">
                <a:latin typeface="Times New Roman"/>
                <a:cs typeface="Times New Roman"/>
              </a:rPr>
              <a:t>Save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As...' </a:t>
            </a:r>
            <a:r>
              <a:rPr sz="2761" dirty="0">
                <a:latin typeface="Times New Roman"/>
                <a:cs typeface="Times New Roman"/>
              </a:rPr>
              <a:t>window.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20453">
              <a:lnSpc>
                <a:spcPct val="143300"/>
              </a:lnSpc>
              <a:spcBef>
                <a:spcPts val="23"/>
              </a:spcBef>
            </a:pPr>
            <a:r>
              <a:rPr lang="en-US" sz="2761" b="1" dirty="0">
                <a:latin typeface="Times New Roman"/>
                <a:cs typeface="Times New Roman"/>
              </a:rPr>
              <a:t>Save</a:t>
            </a:r>
            <a:r>
              <a:rPr lang="en-US" sz="2761" b="1" spc="230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As...</a:t>
            </a:r>
            <a:r>
              <a:rPr lang="en-US" sz="2761" b="1" spc="24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tch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dif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rent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using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'</a:t>
            </a:r>
            <a:r>
              <a:rPr lang="en-US" sz="2761" b="1" dirty="0">
                <a:latin typeface="Times New Roman"/>
                <a:cs typeface="Times New Roman"/>
              </a:rPr>
              <a:t>Save</a:t>
            </a:r>
            <a:r>
              <a:rPr lang="en-US" sz="2761" b="1" spc="25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As...' </a:t>
            </a:r>
            <a:r>
              <a:rPr lang="en-US" sz="2761" dirty="0">
                <a:latin typeface="Times New Roman"/>
                <a:cs typeface="Times New Roman"/>
              </a:rPr>
              <a:t>button.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 ch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 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ordin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1804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401333"/>
            <a:ext cx="15240000" cy="9045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age </a:t>
            </a:r>
            <a:r>
              <a:rPr sz="2761" b="1" spc="-24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tup. </a:t>
            </a:r>
            <a:r>
              <a:rPr sz="2761" b="1" spc="-19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ntation,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46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'</a:t>
            </a: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23" dirty="0">
                <a:latin typeface="Times New Roman"/>
                <a:cs typeface="Times New Roman"/>
              </a:rPr>
              <a:t>g</a:t>
            </a:r>
            <a:r>
              <a:rPr sz="2761" b="1" dirty="0">
                <a:latin typeface="Times New Roman"/>
                <a:cs typeface="Times New Roman"/>
              </a:rPr>
              <a:t>e 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window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appe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7531">
              <a:lnSpc>
                <a:spcPct val="144200"/>
              </a:lnSpc>
            </a:pPr>
            <a:r>
              <a:rPr lang="en-US" sz="2761" b="1" spc="-35" dirty="0">
                <a:latin typeface="Times New Roman"/>
                <a:cs typeface="Times New Roman"/>
              </a:rPr>
              <a:t>P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t.</a:t>
            </a:r>
            <a:r>
              <a:rPr lang="en-US" sz="2761" b="1" spc="24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cc</a:t>
            </a:r>
            <a:r>
              <a:rPr lang="en-US" sz="2761" dirty="0">
                <a:latin typeface="Times New Roman"/>
                <a:cs typeface="Times New Roman"/>
              </a:rPr>
              <a:t>ordi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ttin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'P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tch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 printin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38"/>
              </a:spcBef>
            </a:pPr>
            <a:r>
              <a:rPr lang="en-US" sz="2761" b="1" spc="-35" dirty="0">
                <a:latin typeface="Times New Roman"/>
                <a:cs typeface="Times New Roman"/>
              </a:rPr>
              <a:t>P</a:t>
            </a:r>
            <a:r>
              <a:rPr lang="en-US" sz="2761" b="1" spc="12" dirty="0">
                <a:latin typeface="Times New Roman"/>
                <a:cs typeface="Times New Roman"/>
              </a:rPr>
              <a:t>r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spc="-12" dirty="0">
                <a:latin typeface="Times New Roman"/>
                <a:cs typeface="Times New Roman"/>
              </a:rPr>
              <a:t>ere</a:t>
            </a:r>
            <a:r>
              <a:rPr lang="en-US" sz="2761" b="1" dirty="0">
                <a:latin typeface="Times New Roman"/>
                <a:cs typeface="Times New Roman"/>
              </a:rPr>
              <a:t>n</a:t>
            </a:r>
            <a:r>
              <a:rPr lang="en-US" sz="2761" b="1" spc="12" dirty="0">
                <a:latin typeface="Times New Roman"/>
                <a:cs typeface="Times New Roman"/>
              </a:rPr>
              <a:t>c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s.</a:t>
            </a:r>
            <a:r>
              <a:rPr lang="en-US" sz="2761" b="1" spc="35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allows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ustomi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ttin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s of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>
              <a:lnSpc>
                <a:spcPct val="143300"/>
              </a:lnSpc>
              <a:spcBef>
                <a:spcPts val="35"/>
              </a:spcBef>
            </a:pPr>
            <a:r>
              <a:rPr lang="en-US" sz="2761" b="1" dirty="0">
                <a:latin typeface="Times New Roman"/>
                <a:cs typeface="Times New Roman"/>
              </a:rPr>
              <a:t>Q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it. </a:t>
            </a:r>
            <a:r>
              <a:rPr lang="en-US" sz="2761" b="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Quit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lose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windows.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losed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tch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the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rduino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E.</a:t>
            </a:r>
          </a:p>
        </p:txBody>
      </p:sp>
      <p:sp>
        <p:nvSpPr>
          <p:cNvPr id="4" name="object 4"/>
          <p:cNvSpPr/>
          <p:nvPr/>
        </p:nvSpPr>
        <p:spPr>
          <a:xfrm>
            <a:off x="6045200" y="1371600"/>
            <a:ext cx="4913057" cy="53279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1219200"/>
            <a:ext cx="13726758" cy="859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Edit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on the E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it button on the 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nu 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r,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dro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down list appe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5" name="object 4"/>
          <p:cNvSpPr/>
          <p:nvPr/>
        </p:nvSpPr>
        <p:spPr>
          <a:xfrm>
            <a:off x="6575445" y="2534068"/>
            <a:ext cx="3522268" cy="63146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333309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066800"/>
            <a:ext cx="14935200" cy="77314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dis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uss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option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det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il.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Un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o.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Undo button is used to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modifi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done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ditin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3149">
              <a:lnSpc>
                <a:spcPct val="143800"/>
              </a:lnSpc>
              <a:spcBef>
                <a:spcPts val="12"/>
              </a:spcBef>
            </a:pP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do.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do button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last modifi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done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ditin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b="1" dirty="0">
                <a:latin typeface="Times New Roman"/>
                <a:cs typeface="Times New Roman"/>
              </a:rPr>
              <a:t>Cut.</a:t>
            </a:r>
            <a:r>
              <a:rPr sz="2761" b="1" spc="16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lipbo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 We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ste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whe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our 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tch.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Copy.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dupli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46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t.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fu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lipbo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</a:p>
          <a:p>
            <a:pPr marL="29219" marR="11688">
              <a:lnSpc>
                <a:spcPct val="143300"/>
              </a:lnSpc>
              <a:spcBef>
                <a:spcPts val="35"/>
              </a:spcBef>
            </a:pPr>
            <a:r>
              <a:rPr sz="2761" b="1" dirty="0">
                <a:latin typeface="Times New Roman"/>
                <a:cs typeface="Times New Roman"/>
              </a:rPr>
              <a:t>Copy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35" dirty="0">
                <a:latin typeface="Times New Roman"/>
                <a:cs typeface="Times New Roman"/>
              </a:rPr>
              <a:t>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rum'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46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lipbo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is also suitable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posting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um.</a:t>
            </a: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Copy</a:t>
            </a:r>
            <a:r>
              <a:rPr sz="2761" b="1" spc="10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as</a:t>
            </a:r>
            <a:r>
              <a:rPr sz="2761" b="1" spc="10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HT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L.</a:t>
            </a:r>
            <a:r>
              <a:rPr sz="2761" b="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rum'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utton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46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lipbo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as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.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ste button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used to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ste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of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lipbo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the spe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position 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urso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le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23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ll.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sel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 all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066800"/>
            <a:ext cx="14935200" cy="8127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spcBef>
                <a:spcPts val="1438"/>
              </a:spcBef>
            </a:pPr>
            <a:r>
              <a:rPr sz="2761" b="1" spc="-23" dirty="0">
                <a:latin typeface="Times New Roman"/>
                <a:cs typeface="Times New Roman"/>
              </a:rPr>
              <a:t>G</a:t>
            </a:r>
            <a:r>
              <a:rPr sz="2761" b="1" dirty="0">
                <a:latin typeface="Times New Roman"/>
                <a:cs typeface="Times New Roman"/>
              </a:rPr>
              <a:t>o to lin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...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mov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ursor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line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The window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r>
              <a:rPr lang="en-US" sz="2761" b="1" dirty="0">
                <a:latin typeface="Times New Roman"/>
                <a:cs typeface="Times New Roman"/>
              </a:rPr>
              <a:t>C</a:t>
            </a:r>
            <a:r>
              <a:rPr lang="en-US" sz="2761" b="1" spc="12" dirty="0">
                <a:latin typeface="Times New Roman"/>
                <a:cs typeface="Times New Roman"/>
              </a:rPr>
              <a:t>o</a:t>
            </a:r>
            <a:r>
              <a:rPr lang="en-US" sz="2761" b="1" spc="-12" dirty="0">
                <a:latin typeface="Times New Roman"/>
                <a:cs typeface="Times New Roman"/>
              </a:rPr>
              <a:t>m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nt/</a:t>
            </a:r>
            <a:r>
              <a:rPr lang="en-US" sz="2761" b="1" spc="12" dirty="0" err="1">
                <a:latin typeface="Times New Roman"/>
                <a:cs typeface="Times New Roman"/>
              </a:rPr>
              <a:t>D</a:t>
            </a:r>
            <a:r>
              <a:rPr lang="en-US" sz="2761" b="1" spc="-12" dirty="0" err="1">
                <a:latin typeface="Times New Roman"/>
                <a:cs typeface="Times New Roman"/>
              </a:rPr>
              <a:t>ec</a:t>
            </a:r>
            <a:r>
              <a:rPr lang="en-US" sz="2761" b="1" spc="23" dirty="0" err="1">
                <a:latin typeface="Times New Roman"/>
                <a:cs typeface="Times New Roman"/>
              </a:rPr>
              <a:t>o</a:t>
            </a:r>
            <a:r>
              <a:rPr lang="en-US" sz="2761" b="1" spc="-12" dirty="0" err="1">
                <a:latin typeface="Times New Roman"/>
                <a:cs typeface="Times New Roman"/>
              </a:rPr>
              <a:t>mme</a:t>
            </a:r>
            <a:r>
              <a:rPr lang="en-US" sz="2761" b="1" dirty="0" err="1">
                <a:latin typeface="Times New Roman"/>
                <a:cs typeface="Times New Roman"/>
              </a:rPr>
              <a:t>nt</a:t>
            </a:r>
            <a:r>
              <a:rPr lang="en-US" sz="2761" b="1" dirty="0">
                <a:latin typeface="Times New Roman"/>
                <a:cs typeface="Times New Roman"/>
              </a:rPr>
              <a:t>. </a:t>
            </a:r>
            <a:r>
              <a:rPr lang="en-US" sz="2761" b="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Comm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nt/ </a:t>
            </a:r>
            <a:r>
              <a:rPr lang="en-US" sz="2761" spc="12" dirty="0" err="1">
                <a:latin typeface="Times New Roman"/>
                <a:cs typeface="Times New Roman"/>
              </a:rPr>
              <a:t>D</a:t>
            </a:r>
            <a:r>
              <a:rPr lang="en-US" sz="2761" spc="-12" dirty="0" err="1">
                <a:latin typeface="Times New Roman"/>
                <a:cs typeface="Times New Roman"/>
              </a:rPr>
              <a:t>ec</a:t>
            </a:r>
            <a:r>
              <a:rPr lang="en-US" sz="2761" spc="23" dirty="0" err="1">
                <a:latin typeface="Times New Roman"/>
                <a:cs typeface="Times New Roman"/>
              </a:rPr>
              <a:t>o</a:t>
            </a:r>
            <a:r>
              <a:rPr lang="en-US" sz="2761" dirty="0" err="1">
                <a:latin typeface="Times New Roman"/>
                <a:cs typeface="Times New Roman"/>
              </a:rPr>
              <a:t>mm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nt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 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put 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move 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rk </a:t>
            </a:r>
            <a:r>
              <a:rPr lang="en-US" sz="2761" spc="-23" dirty="0">
                <a:latin typeface="Times New Roman"/>
                <a:cs typeface="Times New Roman"/>
              </a:rPr>
              <a:t>(</a:t>
            </a:r>
            <a:r>
              <a:rPr lang="en-US" sz="2761" b="1" dirty="0">
                <a:latin typeface="Times New Roman"/>
                <a:cs typeface="Times New Roman"/>
              </a:rPr>
              <a:t>//</a:t>
            </a:r>
            <a:r>
              <a:rPr lang="en-US" sz="2761" dirty="0">
                <a:latin typeface="Times New Roman"/>
                <a:cs typeface="Times New Roman"/>
              </a:rPr>
              <a:t>)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inni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lin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 algn="just">
              <a:lnSpc>
                <a:spcPct val="143300"/>
              </a:lnSpc>
            </a:pPr>
            <a:r>
              <a:rPr lang="en-US" sz="2761" b="1" dirty="0">
                <a:latin typeface="Times New Roman"/>
                <a:cs typeface="Times New Roman"/>
              </a:rPr>
              <a:t>In</a:t>
            </a:r>
            <a:r>
              <a:rPr lang="en-US" sz="2761" b="1" spc="-12" dirty="0">
                <a:latin typeface="Times New Roman"/>
                <a:cs typeface="Times New Roman"/>
              </a:rPr>
              <a:t>cre</a:t>
            </a:r>
            <a:r>
              <a:rPr lang="en-US" sz="2761" b="1" dirty="0">
                <a:latin typeface="Times New Roman"/>
                <a:cs typeface="Times New Roman"/>
              </a:rPr>
              <a:t>ase </a:t>
            </a:r>
            <a:r>
              <a:rPr lang="en-US" sz="2761" b="1" spc="-32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Ind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nt. </a:t>
            </a:r>
            <a:r>
              <a:rPr lang="en-US" sz="2761" b="1" spc="-276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ting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ied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ing moves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 tow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ht.</a:t>
            </a:r>
          </a:p>
          <a:p>
            <a:pPr marL="29219" marR="14609" algn="just">
              <a:lnSpc>
                <a:spcPct val="143300"/>
              </a:lnSpc>
              <a:spcBef>
                <a:spcPts val="23"/>
              </a:spcBef>
            </a:pPr>
            <a:r>
              <a:rPr lang="en-US" sz="2761" b="1" dirty="0">
                <a:latin typeface="Times New Roman"/>
                <a:cs typeface="Times New Roman"/>
              </a:rPr>
              <a:t>D</a:t>
            </a:r>
            <a:r>
              <a:rPr lang="en-US" sz="2761" b="1" spc="-23" dirty="0">
                <a:latin typeface="Times New Roman"/>
                <a:cs typeface="Times New Roman"/>
              </a:rPr>
              <a:t>e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spc="12" dirty="0">
                <a:latin typeface="Times New Roman"/>
                <a:cs typeface="Times New Roman"/>
              </a:rPr>
              <a:t>r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ase</a:t>
            </a:r>
            <a:r>
              <a:rPr lang="en-US" sz="2761" b="1" spc="17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Ind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nt.</a:t>
            </a:r>
            <a:r>
              <a:rPr lang="en-US" sz="2761" b="1" spc="219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subtr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fi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moves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 tow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  <a:p>
            <a:pPr marL="29219" algn="just">
              <a:spcBef>
                <a:spcPts val="1461"/>
              </a:spcBef>
            </a:pPr>
            <a:r>
              <a:rPr lang="en-US" sz="2761" b="1" dirty="0">
                <a:latin typeface="Times New Roman"/>
                <a:cs typeface="Times New Roman"/>
              </a:rPr>
              <a:t>In</a:t>
            </a:r>
            <a:r>
              <a:rPr lang="en-US" sz="2761" b="1" spc="-12" dirty="0">
                <a:latin typeface="Times New Roman"/>
                <a:cs typeface="Times New Roman"/>
              </a:rPr>
              <a:t>cre</a:t>
            </a:r>
            <a:r>
              <a:rPr lang="en-US" sz="2761" b="1" dirty="0">
                <a:latin typeface="Times New Roman"/>
                <a:cs typeface="Times New Roman"/>
              </a:rPr>
              <a:t>ase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ont Si</a:t>
            </a:r>
            <a:r>
              <a:rPr lang="en-US" sz="2761" b="1" spc="-12" dirty="0">
                <a:latin typeface="Times New Roman"/>
                <a:cs typeface="Times New Roman"/>
              </a:rPr>
              <a:t>ze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the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ont 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itten 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  <a:p>
            <a:pPr marL="29219" algn="just">
              <a:spcBef>
                <a:spcPts val="1438"/>
              </a:spcBef>
            </a:pPr>
            <a:r>
              <a:rPr lang="en-US" sz="2761" b="1" dirty="0">
                <a:latin typeface="Times New Roman"/>
                <a:cs typeface="Times New Roman"/>
              </a:rPr>
              <a:t>D</a:t>
            </a:r>
            <a:r>
              <a:rPr lang="en-US" sz="2761" b="1" spc="-23" dirty="0">
                <a:latin typeface="Times New Roman"/>
                <a:cs typeface="Times New Roman"/>
              </a:rPr>
              <a:t>e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spc="12" dirty="0">
                <a:latin typeface="Times New Roman"/>
                <a:cs typeface="Times New Roman"/>
              </a:rPr>
              <a:t>r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ase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ont Si</a:t>
            </a:r>
            <a:r>
              <a:rPr lang="en-US" sz="2761" b="1" spc="-12" dirty="0">
                <a:latin typeface="Times New Roman"/>
                <a:cs typeface="Times New Roman"/>
              </a:rPr>
              <a:t>ze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font 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itten 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</p:txBody>
      </p:sp>
      <p:sp>
        <p:nvSpPr>
          <p:cNvPr id="5" name="object 5"/>
          <p:cNvSpPr/>
          <p:nvPr/>
        </p:nvSpPr>
        <p:spPr>
          <a:xfrm>
            <a:off x="5435600" y="2057400"/>
            <a:ext cx="5396033" cy="1951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527624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160442"/>
            <a:ext cx="14859000" cy="7902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d...</a:t>
            </a:r>
            <a:r>
              <a:rPr sz="2761" b="1" spc="19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 sk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tch.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window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app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4200"/>
              </a:lnSpc>
            </a:pP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d</a:t>
            </a:r>
            <a:r>
              <a:rPr lang="en-US" sz="2761" b="1" spc="58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N</a:t>
            </a:r>
            <a:r>
              <a:rPr lang="en-US" sz="2761" b="1" spc="-23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xt.</a:t>
            </a:r>
            <a:r>
              <a:rPr lang="en-US" sz="2761" b="1" spc="81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'</a:t>
            </a: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d...'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window.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there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 su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d, it will not show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hted 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d</a:t>
            </a:r>
            <a:r>
              <a:rPr lang="en-US" sz="2761" b="1" spc="276" dirty="0">
                <a:latin typeface="Times New Roman"/>
                <a:cs typeface="Times New Roman"/>
              </a:rPr>
              <a:t> </a:t>
            </a:r>
            <a:r>
              <a:rPr lang="en-US" sz="2761" b="1" spc="-35" dirty="0">
                <a:latin typeface="Times New Roman"/>
                <a:cs typeface="Times New Roman"/>
              </a:rPr>
              <a:t>P</a:t>
            </a:r>
            <a:r>
              <a:rPr lang="en-US" sz="2761" b="1" spc="-12" dirty="0">
                <a:latin typeface="Times New Roman"/>
                <a:cs typeface="Times New Roman"/>
              </a:rPr>
              <a:t>re</a:t>
            </a:r>
            <a:r>
              <a:rPr lang="en-US" sz="2761" b="1" dirty="0">
                <a:latin typeface="Times New Roman"/>
                <a:cs typeface="Times New Roman"/>
              </a:rPr>
              <a:t>vio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s.</a:t>
            </a:r>
            <a:r>
              <a:rPr lang="en-US" sz="2761" b="1" spc="288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hts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vious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d,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spc="58" dirty="0">
                <a:latin typeface="Times New Roman"/>
                <a:cs typeface="Times New Roman"/>
              </a:rPr>
              <a:t>'</a:t>
            </a: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d...' </a:t>
            </a:r>
            <a:r>
              <a:rPr lang="en-US" sz="2761" dirty="0">
                <a:latin typeface="Times New Roman"/>
                <a:cs typeface="Times New Roman"/>
              </a:rPr>
              <a:t>window.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 the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no su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d, it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not show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hlight</a:t>
            </a:r>
            <a:r>
              <a:rPr lang="en-US" sz="2761" spc="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te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</p:txBody>
      </p:sp>
      <p:sp>
        <p:nvSpPr>
          <p:cNvPr id="5" name="object 5"/>
          <p:cNvSpPr/>
          <p:nvPr/>
        </p:nvSpPr>
        <p:spPr>
          <a:xfrm>
            <a:off x="5130800" y="2691959"/>
            <a:ext cx="6801144" cy="31804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457200"/>
            <a:ext cx="15468600" cy="92509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Sketch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nu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58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down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rs.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s dis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uss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eac</a:t>
            </a:r>
            <a:r>
              <a:rPr lang="en-US" sz="2761" dirty="0">
                <a:latin typeface="Times New Roman"/>
                <a:cs typeface="Times New Roman"/>
              </a:rPr>
              <a:t>h option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det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il.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b="1" dirty="0">
                <a:latin typeface="Times New Roman"/>
                <a:cs typeface="Times New Roman"/>
              </a:rPr>
              <a:t>V</a:t>
            </a:r>
            <a:r>
              <a:rPr lang="en-US" sz="2761" b="1" spc="-23" dirty="0">
                <a:latin typeface="Times New Roman"/>
                <a:cs typeface="Times New Roman"/>
              </a:rPr>
              <a:t>e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y/Co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pil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. </a:t>
            </a:r>
            <a:r>
              <a:rPr lang="en-US" sz="2761" b="1" spc="-299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k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while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ompiling.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46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onsole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also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ted 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b="1" dirty="0">
                <a:latin typeface="Times New Roman"/>
                <a:cs typeface="Times New Roman"/>
              </a:rPr>
              <a:t>Upload.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 button is 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 con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b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 th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 the po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t. </a:t>
            </a:r>
            <a:r>
              <a:rPr lang="en-US" sz="2761" b="1" dirty="0">
                <a:latin typeface="Times New Roman"/>
                <a:cs typeface="Times New Roman"/>
              </a:rPr>
              <a:t>Upload</a:t>
            </a:r>
            <a:r>
              <a:rPr lang="en-US" sz="2761" b="1" spc="21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Using</a:t>
            </a:r>
            <a:r>
              <a:rPr lang="en-US" sz="2761" b="1" spc="207" dirty="0">
                <a:latin typeface="Times New Roman"/>
                <a:cs typeface="Times New Roman"/>
              </a:rPr>
              <a:t> </a:t>
            </a:r>
            <a:r>
              <a:rPr lang="en-US" sz="2761" b="1" spc="-35" dirty="0">
                <a:latin typeface="Times New Roman"/>
                <a:cs typeface="Times New Roman"/>
              </a:rPr>
              <a:t>P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og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spc="23" dirty="0">
                <a:latin typeface="Times New Roman"/>
                <a:cs typeface="Times New Roman"/>
              </a:rPr>
              <a:t>a</a:t>
            </a:r>
            <a:r>
              <a:rPr lang="en-US" sz="2761" b="1" spc="-12" dirty="0">
                <a:latin typeface="Times New Roman"/>
                <a:cs typeface="Times New Roman"/>
              </a:rPr>
              <a:t>mmer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r>
              <a:rPr lang="en-US" sz="2761" b="1" spc="262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ov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de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ootlo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rd.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utili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full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35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sh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'</a:t>
            </a:r>
            <a:r>
              <a:rPr lang="en-US" sz="2761" b="1" dirty="0">
                <a:latin typeface="Times New Roman"/>
                <a:cs typeface="Times New Roman"/>
              </a:rPr>
              <a:t>Upload </a:t>
            </a:r>
            <a:r>
              <a:rPr lang="en-US" sz="2761" b="1" spc="-334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Using </a:t>
            </a:r>
            <a:r>
              <a:rPr lang="en-US" sz="2761" b="1" spc="-345" dirty="0">
                <a:latin typeface="Times New Roman"/>
                <a:cs typeface="Times New Roman"/>
              </a:rPr>
              <a:t> </a:t>
            </a:r>
            <a:r>
              <a:rPr lang="en-US" sz="2761" b="1" spc="-35" dirty="0">
                <a:latin typeface="Times New Roman"/>
                <a:cs typeface="Times New Roman"/>
              </a:rPr>
              <a:t>P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23" dirty="0">
                <a:latin typeface="Times New Roman"/>
                <a:cs typeface="Times New Roman"/>
              </a:rPr>
              <a:t>g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spc="23" dirty="0">
                <a:latin typeface="Times New Roman"/>
                <a:cs typeface="Times New Roman"/>
              </a:rPr>
              <a:t>a</a:t>
            </a:r>
            <a:r>
              <a:rPr lang="en-US" sz="2761" b="1" spc="-12" dirty="0">
                <a:latin typeface="Times New Roman"/>
                <a:cs typeface="Times New Roman"/>
              </a:rPr>
              <a:t>mme</a:t>
            </a:r>
            <a:r>
              <a:rPr lang="en-US" sz="2761" b="1" spc="46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' option. 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35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lem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this, 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  </a:t>
            </a:r>
            <a:r>
              <a:rPr lang="en-US" sz="2761" spc="-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 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store 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ootlo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ing  </a:t>
            </a:r>
            <a:r>
              <a:rPr lang="en-US" sz="2761" spc="-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Tools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&gt;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Bu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n Bootload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r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option to up</a:t>
            </a:r>
            <a:r>
              <a:rPr lang="en-US" sz="2761" spc="-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 it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ort.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92800" y="1529550"/>
            <a:ext cx="4416116" cy="3042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934620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914400"/>
            <a:ext cx="15240000" cy="8653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6070" algn="just">
              <a:lnSpc>
                <a:spcPts val="4785"/>
              </a:lnSpc>
              <a:spcBef>
                <a:spcPts val="368"/>
              </a:spcBef>
            </a:pPr>
            <a:r>
              <a:rPr sz="2761" b="1" dirty="0">
                <a:latin typeface="Times New Roman"/>
                <a:cs typeface="Times New Roman"/>
              </a:rPr>
              <a:t>Expo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26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pil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-25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46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y. </a:t>
            </a:r>
            <a:r>
              <a:rPr sz="2761" b="1" spc="-19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ving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.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x </a:t>
            </a:r>
            <a:r>
              <a:rPr sz="2761" dirty="0">
                <a:latin typeface="Times New Roman"/>
                <a:cs typeface="Times New Roman"/>
              </a:rPr>
              <a:t>file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hived.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 tools, .h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be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to the bo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</a:p>
          <a:p>
            <a:pPr marL="29219" algn="just">
              <a:spcBef>
                <a:spcPts val="1024"/>
              </a:spcBef>
            </a:pPr>
            <a:r>
              <a:rPr sz="2761" b="1" dirty="0">
                <a:latin typeface="Times New Roman"/>
                <a:cs typeface="Times New Roman"/>
              </a:rPr>
              <a:t>Sh</a:t>
            </a:r>
            <a:r>
              <a:rPr sz="2761" b="1" spc="-35" dirty="0">
                <a:latin typeface="Times New Roman"/>
                <a:cs typeface="Times New Roman"/>
              </a:rPr>
              <a:t>o</a:t>
            </a:r>
            <a:r>
              <a:rPr sz="2761" b="1" dirty="0">
                <a:latin typeface="Times New Roman"/>
                <a:cs typeface="Times New Roman"/>
              </a:rPr>
              <a:t>w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Sk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 </a:t>
            </a: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ol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co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h.</a:t>
            </a:r>
          </a:p>
          <a:p>
            <a:pPr marL="29219" marR="23375" algn="just">
              <a:lnSpc>
                <a:spcPct val="143800"/>
              </a:lnSpc>
              <a:spcBef>
                <a:spcPts val="12"/>
              </a:spcBef>
            </a:pPr>
            <a:r>
              <a:rPr sz="2761" b="1" dirty="0">
                <a:latin typeface="Times New Roman"/>
                <a:cs typeface="Times New Roman"/>
              </a:rPr>
              <a:t>In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de</a:t>
            </a:r>
            <a:r>
              <a:rPr sz="2761" b="1" spc="230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Li</a:t>
            </a:r>
            <a:r>
              <a:rPr sz="2761" b="1" spc="12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y.</a:t>
            </a:r>
            <a:r>
              <a:rPr sz="2761" b="1" spc="288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lu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ibra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librari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inning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#.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import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.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ip file.</a:t>
            </a:r>
          </a:p>
          <a:p>
            <a:pPr marL="29219" marR="166548" algn="just">
              <a:lnSpc>
                <a:spcPts val="4785"/>
              </a:lnSpc>
              <a:spcBef>
                <a:spcPts val="368"/>
              </a:spcBef>
            </a:pPr>
            <a:r>
              <a:rPr sz="2761" b="1" dirty="0">
                <a:latin typeface="Times New Roman"/>
                <a:cs typeface="Times New Roman"/>
              </a:rPr>
              <a:t>Add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il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...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Add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... button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add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a 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 on 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isting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le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'</a:t>
            </a:r>
            <a:r>
              <a:rPr sz="2761" b="1" dirty="0">
                <a:latin typeface="Times New Roman"/>
                <a:cs typeface="Times New Roman"/>
              </a:rPr>
              <a:t>Blin</a:t>
            </a:r>
            <a:r>
              <a:rPr sz="2761" b="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b="1" dirty="0">
                <a:latin typeface="Times New Roman"/>
                <a:cs typeface="Times New Roman"/>
              </a:rPr>
              <a:t>Jav</a:t>
            </a:r>
            <a:r>
              <a:rPr sz="2761" b="1" spc="23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tpoint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tab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now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66548" algn="just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66548" algn="just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66548" algn="just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66548" algn="just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66548" algn="just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 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lete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spondi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file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m 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tab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-35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all </a:t>
            </a:r>
            <a:r>
              <a:rPr lang="en-US" sz="2761" b="1" spc="-58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23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ia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gle </a:t>
            </a:r>
            <a:r>
              <a:rPr lang="en-US" sz="2761" dirty="0">
                <a:latin typeface="Times New Roman"/>
                <a:cs typeface="Times New Roman"/>
              </a:rPr>
              <a:t>-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&gt;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D</a:t>
            </a:r>
            <a:r>
              <a:rPr lang="en-US" sz="2761" b="1" spc="-23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lete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option.</a:t>
            </a:r>
          </a:p>
        </p:txBody>
      </p:sp>
      <p:sp>
        <p:nvSpPr>
          <p:cNvPr id="4" name="object 4"/>
          <p:cNvSpPr/>
          <p:nvPr/>
        </p:nvSpPr>
        <p:spPr>
          <a:xfrm>
            <a:off x="5054600" y="5043487"/>
            <a:ext cx="7142400" cy="32251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1219200"/>
            <a:ext cx="13734062" cy="1476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Tools</a:t>
            </a:r>
            <a:endParaRPr lang="en-US"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 </a:t>
            </a:r>
            <a:r>
              <a:rPr lang="en-US" sz="2761" spc="-24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Tools </a:t>
            </a:r>
            <a:r>
              <a:rPr lang="en-US" sz="2761" spc="-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-46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nu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r, </a:t>
            </a:r>
            <a:r>
              <a:rPr lang="en-US" sz="2761" spc="-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dro</a:t>
            </a:r>
            <a:r>
              <a:rPr lang="en-US" sz="2761" spc="35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wn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list </a:t>
            </a:r>
            <a:r>
              <a:rPr lang="en-US" sz="2761" spc="-21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rs. </a:t>
            </a:r>
            <a:r>
              <a:rPr lang="en-US" sz="2761" spc="-207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shown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5" name="object 3"/>
          <p:cNvSpPr/>
          <p:nvPr/>
        </p:nvSpPr>
        <p:spPr>
          <a:xfrm>
            <a:off x="5711022" y="3352800"/>
            <a:ext cx="5258418" cy="53089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131897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066800"/>
            <a:ext cx="14782800" cy="748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dis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option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det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endParaRPr sz="2761" dirty="0">
              <a:latin typeface="Times New Roman"/>
              <a:cs typeface="Times New Roman"/>
            </a:endParaRPr>
          </a:p>
          <a:p>
            <a:pPr marL="29219" marR="18992" algn="just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Auto</a:t>
            </a:r>
            <a:r>
              <a:rPr sz="2761" b="1" spc="207" dirty="0">
                <a:latin typeface="Times New Roman"/>
                <a:cs typeface="Times New Roman"/>
              </a:rPr>
              <a:t> </a:t>
            </a: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at.</a:t>
            </a:r>
            <a:r>
              <a:rPr sz="2761" b="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Auto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lining the 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 in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hive </a:t>
            </a:r>
            <a:r>
              <a:rPr sz="2761" b="1" spc="-230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Sk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h. </a:t>
            </a:r>
            <a:r>
              <a:rPr sz="2761" b="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hived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81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46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hived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 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tch.</a:t>
            </a:r>
          </a:p>
          <a:p>
            <a:pPr marL="29219" marR="11688" algn="just">
              <a:lnSpc>
                <a:spcPct val="143500"/>
              </a:lnSpc>
              <a:spcBef>
                <a:spcPts val="23"/>
              </a:spcBef>
            </a:pP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ix</a:t>
            </a:r>
            <a:r>
              <a:rPr sz="2761" b="1" spc="29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En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odi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</a:t>
            </a:r>
            <a:r>
              <a:rPr sz="2761" b="1" spc="299" dirty="0">
                <a:latin typeface="Times New Roman"/>
                <a:cs typeface="Times New Roman"/>
              </a:rPr>
              <a:t> </a:t>
            </a:r>
            <a:r>
              <a:rPr sz="2761" b="1" spc="-35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nd</a:t>
            </a:r>
            <a:r>
              <a:rPr sz="2761" b="1" spc="27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loa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35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tton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fix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inconsi</a:t>
            </a:r>
            <a:r>
              <a:rPr sz="2761" spc="-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tency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ting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itor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4609" algn="just">
              <a:lnSpc>
                <a:spcPct val="143300"/>
              </a:lnSpc>
              <a:spcBef>
                <a:spcPts val="23"/>
              </a:spcBef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anage</a:t>
            </a:r>
            <a:r>
              <a:rPr sz="2761" b="1" spc="150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Li</a:t>
            </a:r>
            <a:r>
              <a:rPr sz="2761" b="1" spc="12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ies...</a:t>
            </a:r>
            <a:r>
              <a:rPr sz="2761" b="1" spc="20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hows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option to install a 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li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E.</a:t>
            </a:r>
          </a:p>
          <a:p>
            <a:pPr marL="29219" algn="just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onito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allo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th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b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the po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  <a:p>
            <a:pPr marL="29219" marR="13149" algn="just">
              <a:lnSpc>
                <a:spcPct val="143300"/>
              </a:lnSpc>
            </a:pP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 </a:t>
            </a:r>
            <a:r>
              <a:rPr sz="2761" b="1" spc="-276" dirty="0">
                <a:latin typeface="Times New Roman"/>
                <a:cs typeface="Times New Roman"/>
              </a:rPr>
              <a:t> </a:t>
            </a: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lot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. </a:t>
            </a:r>
            <a:r>
              <a:rPr sz="2761" b="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Plotter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plot.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 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463815"/>
            <a:ext cx="15240000" cy="9130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Wi</a:t>
            </a: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i101/Wi</a:t>
            </a: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iNI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spc="23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Up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at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13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irmw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</a:p>
          <a:p>
            <a:pPr marL="29219" marR="11688" algn="just">
              <a:lnSpc>
                <a:spcPct val="143300"/>
              </a:lnSpc>
              <a:spcBef>
                <a:spcPts val="35"/>
              </a:spcBef>
            </a:pPr>
            <a:r>
              <a:rPr sz="2761" b="1" dirty="0">
                <a:latin typeface="Times New Roman"/>
                <a:cs typeface="Times New Roman"/>
              </a:rPr>
              <a:t>Boa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d.</a:t>
            </a:r>
            <a:r>
              <a:rPr sz="2761" b="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9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 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to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29219" marR="21914" algn="just">
              <a:lnSpc>
                <a:spcPct val="143300"/>
              </a:lnSpc>
              <a:spcBef>
                <a:spcPts val="23"/>
              </a:spcBef>
            </a:pP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ce</a:t>
            </a:r>
            <a:r>
              <a:rPr sz="2761" b="1" dirty="0">
                <a:latin typeface="Times New Roman"/>
                <a:cs typeface="Times New Roman"/>
              </a:rPr>
              <a:t>ssor. </a:t>
            </a:r>
            <a:r>
              <a:rPr sz="2761" b="1" spc="-11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cc</a:t>
            </a:r>
            <a:r>
              <a:rPr sz="2761" dirty="0">
                <a:latin typeface="Times New Roman"/>
                <a:cs typeface="Times New Roman"/>
              </a:rPr>
              <a:t>ordi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during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</a:p>
          <a:p>
            <a:pPr marL="29219" algn="just">
              <a:spcBef>
                <a:spcPts val="1461"/>
              </a:spcBef>
            </a:pP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t.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consists 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rtu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and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se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ial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on our </a:t>
            </a:r>
            <a:r>
              <a:rPr sz="2761" spc="58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6070" algn="just">
              <a:lnSpc>
                <a:spcPts val="4785"/>
              </a:lnSpc>
              <a:spcBef>
                <a:spcPts val="368"/>
              </a:spcBef>
            </a:pPr>
            <a:r>
              <a:rPr sz="2761" b="1" spc="-23" dirty="0">
                <a:latin typeface="Times New Roman"/>
                <a:cs typeface="Times New Roman"/>
              </a:rPr>
              <a:t>G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Bo</a:t>
            </a:r>
            <a:r>
              <a:rPr sz="2761" b="1" spc="23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In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o. 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ppro</a:t>
            </a:r>
            <a:r>
              <a:rPr sz="2761" spc="-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p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rt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fore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 about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21914" algn="just">
              <a:lnSpc>
                <a:spcPct val="143800"/>
              </a:lnSpc>
            </a:pPr>
            <a:r>
              <a:rPr lang="en-US" sz="2761" b="1" spc="-35" dirty="0">
                <a:latin typeface="Times New Roman"/>
                <a:cs typeface="Times New Roman"/>
              </a:rPr>
              <a:t>P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23" dirty="0">
                <a:latin typeface="Times New Roman"/>
                <a:cs typeface="Times New Roman"/>
              </a:rPr>
              <a:t>g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spc="23" dirty="0">
                <a:latin typeface="Times New Roman"/>
                <a:cs typeface="Times New Roman"/>
              </a:rPr>
              <a:t>a</a:t>
            </a:r>
            <a:r>
              <a:rPr lang="en-US" sz="2761" b="1" spc="-12" dirty="0">
                <a:latin typeface="Times New Roman"/>
                <a:cs typeface="Times New Roman"/>
              </a:rPr>
              <a:t>mmer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r>
              <a:rPr lang="en-US" sz="2761" b="1" spc="219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while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ramming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rd.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using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USB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so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duri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burning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ootlo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</a:p>
          <a:p>
            <a:pPr marL="29219" algn="just">
              <a:spcBef>
                <a:spcPts val="1438"/>
              </a:spcBef>
            </a:pPr>
            <a:r>
              <a:rPr lang="en-US" sz="2761" b="1" dirty="0">
                <a:latin typeface="Times New Roman"/>
                <a:cs typeface="Times New Roman"/>
              </a:rPr>
              <a:t>Bu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n Bootload</a:t>
            </a:r>
            <a:r>
              <a:rPr lang="en-US" sz="2761" b="1" spc="-12" dirty="0">
                <a:latin typeface="Times New Roman"/>
                <a:cs typeface="Times New Roman"/>
              </a:rPr>
              <a:t>er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Bootlo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is p</a:t>
            </a:r>
            <a:r>
              <a:rPr lang="en-US" sz="2761" spc="-12" dirty="0">
                <a:latin typeface="Times New Roman"/>
                <a:cs typeface="Times New Roman"/>
              </a:rPr>
              <a:t>re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on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 o</a:t>
            </a:r>
            <a:r>
              <a:rPr lang="en-US" sz="2761" spc="-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ro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ntroll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 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option is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ful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</a:t>
            </a:r>
            <a:r>
              <a:rPr lang="en-US" sz="2761" spc="35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ler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without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bootlo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rning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bootlo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r, </a:t>
            </a:r>
            <a:r>
              <a:rPr lang="en-US" sz="2761" spc="-23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 to </a:t>
            </a:r>
            <a:r>
              <a:rPr lang="en-US" sz="2761" spc="35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ke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sure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bout the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sel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board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po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</p:txBody>
      </p:sp>
    </p:spTree>
    <p:extLst>
      <p:ext uri="{BB962C8B-B14F-4D97-AF65-F5344CB8AC3E}">
        <p14:creationId xmlns:p14="http://schemas.microsoft.com/office/powerpoint/2010/main" val="3164567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906302"/>
            <a:ext cx="13732601" cy="8773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Help</a:t>
            </a:r>
            <a:endParaRPr sz="2991" dirty="0">
              <a:latin typeface="Times New Roman"/>
              <a:cs typeface="Times New Roman"/>
            </a:endParaRPr>
          </a:p>
          <a:p>
            <a:pPr marL="29219" algn="just">
              <a:lnSpc>
                <a:spcPts val="3244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nu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dro</a:t>
            </a:r>
            <a:r>
              <a:rPr sz="2761" spc="69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down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</a:t>
            </a:r>
          </a:p>
          <a:p>
            <a:pPr marL="29219" algn="just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72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72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72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72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72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72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600"/>
              </a:lnSpc>
            </a:pPr>
            <a:r>
              <a:rPr lang="en-US" sz="2761" dirty="0">
                <a:latin typeface="Times New Roman"/>
                <a:cs typeface="Times New Roman"/>
              </a:rPr>
              <a:t>The 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lp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includ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uments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omes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long with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onsists 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 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options 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tting 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ted, 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Environm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nt, T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oubleshootin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tc.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nsider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shown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bov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inclu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options und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the 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lp se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</a:p>
          <a:p>
            <a:pPr marL="29219" marR="16070" algn="just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Some 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uments 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like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tting 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ted, 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tc., 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 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without 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link us to the offi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ial 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bsite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Arduin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5" name="object 5"/>
          <p:cNvSpPr/>
          <p:nvPr/>
        </p:nvSpPr>
        <p:spPr>
          <a:xfrm>
            <a:off x="6330927" y="1905000"/>
            <a:ext cx="5219746" cy="40346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990600"/>
            <a:ext cx="13736984" cy="718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wnload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duino</a:t>
            </a:r>
            <a:endParaRPr lang="en-US" sz="368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>
              <a:lnSpc>
                <a:spcPts val="4383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steps to download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so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Go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we</a:t>
            </a:r>
            <a:r>
              <a:rPr sz="2761" dirty="0">
                <a:latin typeface="Times New Roman"/>
                <a:cs typeface="Times New Roman"/>
              </a:rPr>
              <a:t>bsite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(</a:t>
            </a:r>
            <a:r>
              <a:rPr sz="2761" u="sng" dirty="0">
                <a:solidFill>
                  <a:srgbClr val="0462C1"/>
                </a:solidFill>
                <a:latin typeface="Times New Roman"/>
                <a:cs typeface="Times New Roman"/>
              </a:rPr>
              <a:t>https:/</a:t>
            </a:r>
            <a:r>
              <a:rPr sz="2761" u="sng" dirty="0">
                <a:solidFill>
                  <a:srgbClr val="0462C1"/>
                </a:solidFill>
                <a:latin typeface="Times New Roman"/>
                <a:cs typeface="Times New Roman"/>
                <a:hlinkClick r:id="rId3"/>
              </a:rPr>
              <a:t>/ww</a:t>
            </a:r>
            <a:r>
              <a:rPr sz="2761" u="sng" spc="-12" dirty="0">
                <a:solidFill>
                  <a:srgbClr val="0462C1"/>
                </a:solidFill>
                <a:latin typeface="Times New Roman"/>
                <a:cs typeface="Times New Roman"/>
                <a:hlinkClick r:id="rId3"/>
              </a:rPr>
              <a:t>w</a:t>
            </a:r>
            <a:r>
              <a:rPr sz="2761" u="sng" dirty="0">
                <a:solidFill>
                  <a:srgbClr val="0462C1"/>
                </a:solidFill>
                <a:latin typeface="Times New Roman"/>
                <a:cs typeface="Times New Roman"/>
                <a:hlinkClick r:id="rId3"/>
              </a:rPr>
              <a:t>.</a:t>
            </a:r>
            <a:r>
              <a:rPr sz="2761" u="sng" spc="-12" dirty="0">
                <a:solidFill>
                  <a:srgbClr val="0462C1"/>
                </a:solidFill>
                <a:latin typeface="Times New Roman"/>
                <a:cs typeface="Times New Roman"/>
                <a:hlinkClick r:id="rId3"/>
              </a:rPr>
              <a:t>a</a:t>
            </a:r>
            <a:r>
              <a:rPr sz="2761" u="sng" dirty="0">
                <a:solidFill>
                  <a:srgbClr val="0462C1"/>
                </a:solidFill>
                <a:latin typeface="Times New Roman"/>
                <a:cs typeface="Times New Roman"/>
                <a:hlinkClick r:id="rId3"/>
              </a:rPr>
              <a:t>rduino.c</a:t>
            </a:r>
            <a:r>
              <a:rPr sz="2761" u="sng" spc="-12" dirty="0">
                <a:solidFill>
                  <a:srgbClr val="0462C1"/>
                </a:solidFill>
                <a:latin typeface="Times New Roman"/>
                <a:cs typeface="Times New Roman"/>
              </a:rPr>
              <a:t>c</a:t>
            </a:r>
            <a:r>
              <a:rPr sz="2761" u="sng" spc="12" dirty="0">
                <a:solidFill>
                  <a:srgbClr val="0462C1"/>
                </a:solidFill>
                <a:latin typeface="Times New Roman"/>
                <a:cs typeface="Times New Roman"/>
                <a:hlinkClick r:id="rId3"/>
              </a:rPr>
              <a:t>/</a:t>
            </a:r>
            <a:r>
              <a:rPr sz="2761" dirty="0">
                <a:latin typeface="Times New Roman"/>
                <a:cs typeface="Times New Roman"/>
                <a:hlinkClick r:id="rId3"/>
              </a:rPr>
              <a:t>)</a:t>
            </a:r>
            <a:r>
              <a:rPr sz="2761" spc="311" dirty="0">
                <a:latin typeface="Times New Roman"/>
                <a:cs typeface="Times New Roman"/>
                <a:hlinkClick r:id="rId3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SO</a:t>
            </a: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TWA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on </a:t>
            </a:r>
            <a:r>
              <a:rPr sz="2761" b="1" dirty="0">
                <a:latin typeface="Times New Roman"/>
                <a:cs typeface="Times New Roman"/>
              </a:rPr>
              <a:t>DOWNLOAD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b="1" dirty="0">
                <a:latin typeface="Times New Roman"/>
                <a:cs typeface="Times New Roman"/>
              </a:rPr>
              <a:t>OR 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the 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u="sng" dirty="0">
                <a:solidFill>
                  <a:srgbClr val="0462C1"/>
                </a:solidFill>
                <a:latin typeface="Times New Roman"/>
                <a:cs typeface="Times New Roman"/>
              </a:rPr>
              <a:t>https:/</a:t>
            </a:r>
            <a:r>
              <a:rPr lang="en-US" sz="2761" u="sng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/ww</a:t>
            </a:r>
            <a:r>
              <a:rPr lang="en-US" sz="2761" u="sng" spc="-12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w</a:t>
            </a:r>
            <a:r>
              <a:rPr lang="en-US" sz="2761" u="sng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.</a:t>
            </a:r>
            <a:r>
              <a:rPr lang="en-US" sz="2761" u="sng" spc="-12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a</a:t>
            </a:r>
            <a:r>
              <a:rPr lang="en-US" sz="2761" u="sng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rduino.c</a:t>
            </a:r>
            <a:r>
              <a:rPr lang="en-US" sz="2761" u="sng" spc="-12" dirty="0">
                <a:solidFill>
                  <a:srgbClr val="0462C1"/>
                </a:solidFill>
                <a:latin typeface="Times New Roman"/>
                <a:cs typeface="Times New Roman"/>
              </a:rPr>
              <a:t>c</a:t>
            </a:r>
            <a:r>
              <a:rPr lang="en-US" sz="2761" u="sng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/en/M</a:t>
            </a:r>
            <a:r>
              <a:rPr lang="en-US" sz="2761" u="sng" spc="12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a</a:t>
            </a:r>
            <a:r>
              <a:rPr lang="en-US" sz="2761" u="sng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in/Soft</a:t>
            </a:r>
            <a:r>
              <a:rPr lang="en-US" sz="2761" u="sng" spc="-12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wa</a:t>
            </a:r>
            <a:r>
              <a:rPr lang="en-US" sz="2761" u="sng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re</a:t>
            </a:r>
            <a:endParaRPr lang="en-US" sz="2761" dirty="0">
              <a:latin typeface="Times New Roman"/>
              <a:cs typeface="Times New Roman"/>
            </a:endParaRPr>
          </a:p>
        </p:txBody>
      </p:sp>
      <p:sp>
        <p:nvSpPr>
          <p:cNvPr id="6" name="object 5"/>
          <p:cNvSpPr/>
          <p:nvPr/>
        </p:nvSpPr>
        <p:spPr>
          <a:xfrm>
            <a:off x="5130800" y="4495800"/>
            <a:ext cx="6781563" cy="29641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769779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5600" y="1066800"/>
            <a:ext cx="9296400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9846" indent="-350627">
              <a:buFont typeface="Times New Roman"/>
              <a:buAutoNum type="arabicPeriod" startAt="2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A pa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</p:txBody>
      </p:sp>
      <p:sp>
        <p:nvSpPr>
          <p:cNvPr id="7" name="object 4"/>
          <p:cNvSpPr/>
          <p:nvPr/>
        </p:nvSpPr>
        <p:spPr>
          <a:xfrm>
            <a:off x="5359400" y="2514600"/>
            <a:ext cx="5735218" cy="59224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5600" y="1066800"/>
            <a:ext cx="9296400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9846" indent="-350627">
              <a:buFont typeface="Times New Roman"/>
              <a:buAutoNum type="arabicPeriod" startAt="2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roll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little,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6" name="object 6"/>
          <p:cNvSpPr/>
          <p:nvPr/>
        </p:nvSpPr>
        <p:spPr>
          <a:xfrm>
            <a:off x="5054600" y="1905000"/>
            <a:ext cx="6292163" cy="7469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4094513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022704"/>
            <a:ext cx="15011400" cy="3110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50000"/>
              </a:lnSpc>
              <a:buFont typeface="Times New Roman"/>
              <a:buAutoNum type="arabicPeriod" startAt="4"/>
              <a:tabLst>
                <a:tab pos="44997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'</a:t>
            </a:r>
            <a:r>
              <a:rPr sz="2761" b="1" dirty="0">
                <a:latin typeface="Times New Roman"/>
                <a:cs typeface="Times New Roman"/>
              </a:rPr>
              <a:t>Wi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do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s </a:t>
            </a:r>
            <a:r>
              <a:rPr sz="2761" b="1" spc="-13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Installer</a:t>
            </a:r>
            <a:r>
              <a:rPr sz="2761" dirty="0">
                <a:latin typeface="Times New Roman"/>
                <a:cs typeface="Times New Roman"/>
              </a:rPr>
              <a:t>'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indows.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inux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OS X,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acc</a:t>
            </a:r>
            <a:r>
              <a:rPr sz="2761" dirty="0">
                <a:latin typeface="Times New Roman"/>
                <a:cs typeface="Times New Roman"/>
              </a:rPr>
              <a:t>ordi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ontribution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wind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ontribute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acc</a:t>
            </a:r>
            <a:r>
              <a:rPr sz="2761" dirty="0">
                <a:latin typeface="Times New Roman"/>
                <a:cs typeface="Times New Roman"/>
              </a:rPr>
              <a:t>ordi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hoice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the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CO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	</a:t>
            </a:r>
            <a:r>
              <a:rPr sz="2761" spc="-23" dirty="0">
                <a:latin typeface="Times New Roman"/>
                <a:cs typeface="Times New Roman"/>
              </a:rPr>
              <a:t>&amp;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WN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'	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ption.	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ise,	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	on	the	</a:t>
            </a:r>
            <a:r>
              <a:rPr sz="2761" spc="35" dirty="0">
                <a:latin typeface="Times New Roman"/>
                <a:cs typeface="Times New Roman"/>
              </a:rPr>
              <a:t>'</a:t>
            </a:r>
            <a:r>
              <a:rPr sz="2761" b="1" dirty="0">
                <a:latin typeface="Times New Roman"/>
                <a:cs typeface="Times New Roman"/>
              </a:rPr>
              <a:t>JUS</a:t>
            </a:r>
            <a:r>
              <a:rPr lang="en-US" sz="2761" b="1" dirty="0">
                <a:latin typeface="Times New Roman"/>
                <a:cs typeface="Times New Roman"/>
              </a:rPr>
              <a:t>T DOWNLOAD' </a:t>
            </a:r>
            <a:r>
              <a:rPr lang="en-US" sz="2761" dirty="0">
                <a:latin typeface="Times New Roman"/>
                <a:cs typeface="Times New Roman"/>
              </a:rPr>
              <a:t>option,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shown 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6" name="object 6"/>
          <p:cNvSpPr/>
          <p:nvPr/>
        </p:nvSpPr>
        <p:spPr>
          <a:xfrm>
            <a:off x="7721600" y="3810000"/>
            <a:ext cx="5995299" cy="55441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92826" y="838200"/>
            <a:ext cx="14278552" cy="4800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dirty="0">
                <a:latin typeface="Times New Roman"/>
                <a:cs typeface="Times New Roman"/>
              </a:rPr>
              <a:t>6.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downlo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will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rt.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downlo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file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look like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 im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379846" indent="-350627">
              <a:buFont typeface="Times New Roman"/>
              <a:buAutoNum type="arabicPeriod" startAt="7"/>
              <a:tabLst>
                <a:tab pos="379846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it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w se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onds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downlo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to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te.</a:t>
            </a:r>
          </a:p>
          <a:p>
            <a:pPr marL="379846" indent="-350627">
              <a:spcBef>
                <a:spcPts val="1438"/>
              </a:spcBef>
              <a:buFont typeface="Times New Roman"/>
              <a:buAutoNum type="arabicPeriod" startAt="7"/>
              <a:tabLst>
                <a:tab pos="379846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the do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nloa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379846" indent="-350627">
              <a:spcBef>
                <a:spcPts val="1461"/>
              </a:spcBef>
              <a:buFont typeface="Times New Roman"/>
              <a:buAutoNum type="arabicPeriod" startAt="7"/>
              <a:tabLst>
                <a:tab pos="379846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 pe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mission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</a:t>
            </a:r>
            <a:r>
              <a:rPr lang="en-US" sz="2761" spc="12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oft</a:t>
            </a:r>
            <a:r>
              <a:rPr lang="en-US" sz="2761" spc="-12" dirty="0">
                <a:latin typeface="Times New Roman"/>
                <a:cs typeface="Times New Roman"/>
              </a:rPr>
              <a:t>wa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our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omput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</a:p>
          <a:p>
            <a:pPr marL="555159" indent="-525940">
              <a:spcBef>
                <a:spcPts val="1438"/>
              </a:spcBef>
              <a:buFont typeface="Times New Roman"/>
              <a:buAutoNum type="arabicPeriod" startAt="7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pt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'</a:t>
            </a:r>
            <a:r>
              <a:rPr lang="en-US" sz="2761" b="1" dirty="0">
                <a:latin typeface="Times New Roman"/>
                <a:cs typeface="Times New Roman"/>
              </a:rPr>
              <a:t>I A</a:t>
            </a:r>
            <a:r>
              <a:rPr lang="en-US" sz="2761" b="1" spc="12" dirty="0">
                <a:latin typeface="Times New Roman"/>
                <a:cs typeface="Times New Roman"/>
              </a:rPr>
              <a:t>g</a:t>
            </a:r>
            <a:r>
              <a:rPr lang="en-US" sz="2761" b="1" spc="-12" dirty="0">
                <a:latin typeface="Times New Roman"/>
                <a:cs typeface="Times New Roman"/>
              </a:rPr>
              <a:t>re</a:t>
            </a:r>
            <a:r>
              <a:rPr lang="en-US" sz="2761" b="1" spc="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' button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shown 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68999" y="1583370"/>
            <a:ext cx="4926205" cy="10343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5"/>
          <p:cNvSpPr/>
          <p:nvPr/>
        </p:nvSpPr>
        <p:spPr>
          <a:xfrm>
            <a:off x="11379200" y="4191000"/>
            <a:ext cx="5697367" cy="48000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633078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0453" y="1143000"/>
            <a:ext cx="6951034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11. Cli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on the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b="1" dirty="0">
                <a:latin typeface="Times New Roman"/>
                <a:cs typeface="Times New Roman"/>
              </a:rPr>
              <a:t>Nex</a:t>
            </a:r>
            <a:r>
              <a:rPr sz="2761" b="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utton.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7" name="object 7"/>
          <p:cNvSpPr/>
          <p:nvPr/>
        </p:nvSpPr>
        <p:spPr>
          <a:xfrm>
            <a:off x="4978400" y="2743200"/>
            <a:ext cx="6889675" cy="4768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5600" y="1066800"/>
            <a:ext cx="13739906" cy="7829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12.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window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'</a:t>
            </a:r>
            <a:r>
              <a:rPr sz="2761" b="1" dirty="0">
                <a:latin typeface="Times New Roman"/>
                <a:cs typeface="Times New Roman"/>
              </a:rPr>
              <a:t>Instal</a:t>
            </a:r>
            <a:r>
              <a:rPr sz="2761" b="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' button.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 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 to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tion,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on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'</a:t>
            </a:r>
            <a:r>
              <a:rPr lang="en-US" sz="2761" b="1" dirty="0">
                <a:latin typeface="Times New Roman"/>
                <a:cs typeface="Times New Roman"/>
              </a:rPr>
              <a:t>B</a:t>
            </a:r>
            <a:r>
              <a:rPr lang="en-US" sz="2761" b="1" spc="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w</a:t>
            </a:r>
            <a:r>
              <a:rPr lang="en-US" sz="2761" b="1" dirty="0">
                <a:latin typeface="Times New Roman"/>
                <a:cs typeface="Times New Roman"/>
              </a:rPr>
              <a:t>se</a:t>
            </a:r>
            <a:r>
              <a:rPr lang="en-US" sz="2761" dirty="0">
                <a:latin typeface="Times New Roman"/>
                <a:cs typeface="Times New Roman"/>
              </a:rPr>
              <a:t>'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button.</a:t>
            </a:r>
          </a:p>
        </p:txBody>
      </p:sp>
      <p:sp>
        <p:nvSpPr>
          <p:cNvPr id="6" name="object 6"/>
          <p:cNvSpPr/>
          <p:nvPr/>
        </p:nvSpPr>
        <p:spPr>
          <a:xfrm>
            <a:off x="5054600" y="2667000"/>
            <a:ext cx="7397793" cy="51143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895761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519" y="762000"/>
            <a:ext cx="14935200" cy="624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13.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s of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spc="12" dirty="0">
                <a:latin typeface="Times New Roman"/>
                <a:cs typeface="Times New Roman"/>
              </a:rPr>
              <a:t>	W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it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inst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p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ss to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te.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14.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 </a:t>
            </a:r>
            <a:r>
              <a:rPr lang="en-US" sz="2761" spc="-16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 </a:t>
            </a:r>
            <a:r>
              <a:rPr lang="en-US" sz="2761" spc="-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cce</a:t>
            </a:r>
            <a:r>
              <a:rPr lang="en-US" sz="2761" dirty="0">
                <a:latin typeface="Times New Roman"/>
                <a:cs typeface="Times New Roman"/>
              </a:rPr>
              <a:t>pt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uri</a:t>
            </a:r>
            <a:r>
              <a:rPr lang="en-US" sz="2761" spc="46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tion.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pt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uri</a:t>
            </a:r>
            <a:r>
              <a:rPr lang="en-US" sz="2761" spc="46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nstallation thr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times. Click on the</a:t>
            </a:r>
            <a:r>
              <a:rPr lang="en-US" sz="2761" spc="-12" dirty="0">
                <a:latin typeface="Times New Roman"/>
                <a:cs typeface="Times New Roman"/>
              </a:rPr>
              <a:t> '</a:t>
            </a:r>
            <a:r>
              <a:rPr lang="en-US" sz="2761" b="1" dirty="0">
                <a:latin typeface="Times New Roman"/>
                <a:cs typeface="Times New Roman"/>
              </a:rPr>
              <a:t>Install</a:t>
            </a:r>
            <a:r>
              <a:rPr lang="en-US" sz="2761" dirty="0">
                <a:latin typeface="Times New Roman"/>
                <a:cs typeface="Times New Roman"/>
              </a:rPr>
              <a:t>'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button.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shown b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6" name="object 6"/>
          <p:cNvSpPr/>
          <p:nvPr/>
        </p:nvSpPr>
        <p:spPr>
          <a:xfrm>
            <a:off x="5969000" y="1447800"/>
            <a:ext cx="4724639" cy="3581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7"/>
          <p:cNvSpPr/>
          <p:nvPr/>
        </p:nvSpPr>
        <p:spPr>
          <a:xfrm>
            <a:off x="5054600" y="7006530"/>
            <a:ext cx="6172200" cy="2667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473200" y="881564"/>
            <a:ext cx="11465879" cy="5523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15. Ag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in, click on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'</a:t>
            </a:r>
            <a:r>
              <a:rPr sz="2761" b="1" spc="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nstall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shown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16. Ag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in, click on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'</a:t>
            </a:r>
            <a:r>
              <a:rPr lang="en-US" sz="2761" b="1" spc="23" dirty="0">
                <a:latin typeface="Times New Roman"/>
                <a:cs typeface="Times New Roman"/>
              </a:rPr>
              <a:t>I</a:t>
            </a:r>
            <a:r>
              <a:rPr lang="en-US" sz="2761" b="1" dirty="0">
                <a:latin typeface="Times New Roman"/>
                <a:cs typeface="Times New Roman"/>
              </a:rPr>
              <a:t>nstall</a:t>
            </a:r>
            <a:r>
              <a:rPr lang="en-US" sz="2761" dirty="0">
                <a:latin typeface="Times New Roman"/>
                <a:cs typeface="Times New Roman"/>
              </a:rPr>
              <a:t>'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is shown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  <a:p>
            <a:pPr marL="29219"/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55758" y="1620812"/>
            <a:ext cx="6970079" cy="3200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9" name="object 5"/>
          <p:cNvSpPr/>
          <p:nvPr/>
        </p:nvSpPr>
        <p:spPr>
          <a:xfrm>
            <a:off x="5443058" y="6172200"/>
            <a:ext cx="6970079" cy="35830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300666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058026"/>
            <a:ext cx="14478000" cy="570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17.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is now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 The window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now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18. Cli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on the 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b="1" dirty="0">
                <a:latin typeface="Times New Roman"/>
                <a:cs typeface="Times New Roman"/>
              </a:rPr>
              <a:t>Clos</a:t>
            </a:r>
            <a:r>
              <a:rPr lang="en-US" sz="2761" b="1" spc="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'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utton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bottom.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ft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 on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our 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sktop,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shown 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6" name="object 6"/>
          <p:cNvSpPr/>
          <p:nvPr/>
        </p:nvSpPr>
        <p:spPr>
          <a:xfrm>
            <a:off x="6654800" y="1752600"/>
            <a:ext cx="5622003" cy="35791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7"/>
          <p:cNvSpPr/>
          <p:nvPr/>
        </p:nvSpPr>
        <p:spPr>
          <a:xfrm>
            <a:off x="8195734" y="7213560"/>
            <a:ext cx="1490133" cy="19103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97000" y="990600"/>
            <a:ext cx="15163800" cy="8437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buFont typeface="Times New Roman"/>
              <a:buAutoNum type="arabicPeriod" startAt="19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, 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so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1688">
              <a:lnSpc>
                <a:spcPct val="143500"/>
              </a:lnSpc>
              <a:spcBef>
                <a:spcPts val="23"/>
              </a:spcBef>
              <a:buFont typeface="Times New Roman"/>
              <a:buAutoNum type="arabicPeriod" startAt="19"/>
              <a:tabLst>
                <a:tab pos="587300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vironment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So, 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the </a:t>
            </a:r>
            <a:r>
              <a:rPr sz="2761" spc="12" dirty="0">
                <a:latin typeface="Times New Roman"/>
                <a:cs typeface="Times New Roman"/>
              </a:rPr>
              <a:t>J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Platfo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As soon 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uino soft</a:t>
            </a:r>
            <a:r>
              <a:rPr sz="2761" spc="-12" dirty="0">
                <a:latin typeface="Times New Roman"/>
                <a:cs typeface="Times New Roman"/>
              </a:rPr>
              <a:t>wa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nse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window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app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hown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pt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the</a:t>
            </a:r>
            <a:r>
              <a:rPr lang="en-US" sz="2761" spc="12" dirty="0">
                <a:latin typeface="Times New Roman"/>
                <a:cs typeface="Times New Roman"/>
              </a:rPr>
              <a:t> '</a:t>
            </a:r>
            <a:r>
              <a:rPr lang="en-US" sz="2761" b="1" dirty="0">
                <a:latin typeface="Times New Roman"/>
                <a:cs typeface="Times New Roman"/>
              </a:rPr>
              <a:t>Allow</a:t>
            </a:r>
            <a:r>
              <a:rPr lang="en-US" sz="2761" b="1" spc="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-12" dirty="0">
                <a:latin typeface="Times New Roman"/>
                <a:cs typeface="Times New Roman"/>
              </a:rPr>
              <a:t>cc</a:t>
            </a:r>
            <a:r>
              <a:rPr lang="en-US" sz="2761" b="1" spc="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12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'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button.</a:t>
            </a:r>
          </a:p>
        </p:txBody>
      </p:sp>
      <p:sp>
        <p:nvSpPr>
          <p:cNvPr id="5" name="object 4"/>
          <p:cNvSpPr/>
          <p:nvPr/>
        </p:nvSpPr>
        <p:spPr>
          <a:xfrm>
            <a:off x="5054600" y="3429000"/>
            <a:ext cx="7238820" cy="53337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586912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897401"/>
            <a:ext cx="8404642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21.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window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</a:p>
        </p:txBody>
      </p:sp>
      <p:sp>
        <p:nvSpPr>
          <p:cNvPr id="5" name="object 5"/>
          <p:cNvSpPr/>
          <p:nvPr/>
        </p:nvSpPr>
        <p:spPr>
          <a:xfrm>
            <a:off x="5207000" y="1828800"/>
            <a:ext cx="7044507" cy="80987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1066800"/>
            <a:ext cx="14935200" cy="345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Visi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ility 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nnected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Hardwa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port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view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Arduino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steps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1.   Go to the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ile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nd 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-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on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This </a:t>
            </a:r>
            <a:r>
              <a:rPr lang="en-US" sz="2761" b="1" spc="-23" dirty="0">
                <a:latin typeface="Times New Roman"/>
                <a:cs typeface="Times New Roman"/>
              </a:rPr>
              <a:t>P</a:t>
            </a:r>
            <a:r>
              <a:rPr lang="en-US" sz="2761" b="1" dirty="0">
                <a:latin typeface="Times New Roman"/>
                <a:cs typeface="Times New Roman"/>
              </a:rPr>
              <a:t>C </a:t>
            </a:r>
            <a:r>
              <a:rPr lang="en-US" sz="2761" dirty="0">
                <a:latin typeface="Times New Roman"/>
                <a:cs typeface="Times New Roman"/>
              </a:rPr>
              <a:t>option,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shown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  <a:p>
            <a:pPr marL="29219">
              <a:spcBef>
                <a:spcPts val="1461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5892800" y="4194287"/>
            <a:ext cx="6606192" cy="5178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616694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769452"/>
            <a:ext cx="14935200" cy="8847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 indent="-524479">
              <a:buFont typeface="Times New Roman"/>
              <a:buAutoNum type="arabicPeriod" startAt="2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Cli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on the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anag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3698" indent="-524479">
              <a:spcBef>
                <a:spcPts val="1438"/>
              </a:spcBef>
              <a:buFont typeface="Times New Roman"/>
              <a:buAutoNum type="arabicPeriod" startAt="2"/>
              <a:tabLst>
                <a:tab pos="555159" algn="l"/>
              </a:tabLst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st, we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conne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bo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to our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indow will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r, as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553698"/>
            <a:r>
              <a:rPr lang="en-US" sz="2761" dirty="0">
                <a:latin typeface="Times New Roman"/>
                <a:cs typeface="Times New Roman"/>
              </a:rPr>
              <a:t>5.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Cli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on the </a:t>
            </a:r>
            <a:r>
              <a:rPr lang="en-US" sz="2761" b="1" dirty="0">
                <a:latin typeface="Times New Roman"/>
                <a:cs typeface="Times New Roman"/>
              </a:rPr>
              <a:t>D</a:t>
            </a:r>
            <a:r>
              <a:rPr lang="en-US" sz="2761" b="1" spc="-23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vice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b="1" spc="-12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35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ag</a:t>
            </a:r>
            <a:r>
              <a:rPr lang="en-US" sz="2761" b="1" spc="-12" dirty="0">
                <a:latin typeface="Times New Roman"/>
                <a:cs typeface="Times New Roman"/>
              </a:rPr>
              <a:t>er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Und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b="1" spc="-35" dirty="0">
                <a:latin typeface="Times New Roman"/>
                <a:cs typeface="Times New Roman"/>
              </a:rPr>
              <a:t>P</a:t>
            </a:r>
            <a:r>
              <a:rPr lang="en-US" sz="2761" b="1" dirty="0">
                <a:latin typeface="Times New Roman"/>
                <a:cs typeface="Times New Roman"/>
              </a:rPr>
              <a:t>ORT </a:t>
            </a:r>
            <a:r>
              <a:rPr lang="en-US" sz="2761" dirty="0">
                <a:latin typeface="Times New Roman"/>
                <a:cs typeface="Times New Roman"/>
              </a:rPr>
              <a:t>option, 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p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rts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ted h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553698" indent="-524479">
              <a:spcBef>
                <a:spcPts val="1461"/>
              </a:spcBef>
              <a:buFont typeface="Times New Roman"/>
              <a:buAutoNum type="arabicPeriod" startAt="2"/>
              <a:tabLst>
                <a:tab pos="555159" algn="l"/>
              </a:tabLst>
            </a:pP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64200" y="2590800"/>
            <a:ext cx="6977330" cy="5232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2673</Words>
  <Application>Microsoft Office PowerPoint</Application>
  <PresentationFormat>Custom</PresentationFormat>
  <Paragraphs>245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2</cp:revision>
  <dcterms:created xsi:type="dcterms:W3CDTF">2024-06-25T17:27:41Z</dcterms:created>
  <dcterms:modified xsi:type="dcterms:W3CDTF">2024-06-25T20:24:55Z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