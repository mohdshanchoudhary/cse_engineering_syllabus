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57" r:id="rId4"/>
    <p:sldId id="261" r:id="rId5"/>
    <p:sldId id="258" r:id="rId6"/>
    <p:sldId id="262" r:id="rId7"/>
    <p:sldId id="263" r:id="rId8"/>
    <p:sldId id="259" r:id="rId9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89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030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6233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8481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4451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9574" y="1447800"/>
            <a:ext cx="15182452" cy="6860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0160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cation</a:t>
            </a:r>
            <a:endParaRPr sz="3681" dirty="0">
              <a:latin typeface="Times New Roman"/>
              <a:cs typeface="Times New Roman"/>
            </a:endParaRPr>
          </a:p>
          <a:p>
            <a:pPr marL="29219" marR="24836" algn="just">
              <a:lnSpc>
                <a:spcPct val="143300"/>
              </a:lnSpc>
              <a:spcBef>
                <a:spcPts val="3232"/>
              </a:spcBef>
            </a:pPr>
            <a:r>
              <a:rPr sz="2761" dirty="0">
                <a:latin typeface="Times New Roman"/>
                <a:cs typeface="Times New Roman"/>
              </a:rPr>
              <a:t>Hund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ommunication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proto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proto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riz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into one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s: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or 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Parallel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cation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900"/>
              </a:lnSpc>
              <a:spcBef>
                <a:spcPts val="596"/>
              </a:spcBef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riph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via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input/o</a:t>
            </a:r>
            <a:r>
              <a:rPr sz="2761" spc="-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tput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solution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short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</a:t>
            </a:r>
            <a:r>
              <a:rPr sz="2761" spc="-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stablish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at</a:t>
            </a:r>
            <a:r>
              <a:rPr sz="2761" dirty="0">
                <a:latin typeface="Times New Roman"/>
                <a:cs typeface="Times New Roman"/>
              </a:rPr>
              <a:t>ion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possible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They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nsmitting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ross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ht,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hu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</a:t>
            </a:r>
            <a:r>
              <a:rPr sz="2761" spc="12" dirty="0">
                <a:latin typeface="Times New Roman"/>
                <a:cs typeface="Times New Roman"/>
              </a:rPr>
              <a:t> 1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0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5638800"/>
            <a:ext cx="14859000" cy="3646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Advantages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Dr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acks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2991" spc="3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Parallel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unication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ts val="3244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rd,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</a:p>
          <a:p>
            <a:pPr marL="29219" marR="11688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lative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</a:t>
            </a:r>
            <a:r>
              <a:rPr sz="2761" spc="-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input/output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/O 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ious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few.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s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potential sp</a:t>
            </a:r>
            <a:r>
              <a:rPr sz="2761" spc="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4292600" y="979840"/>
            <a:ext cx="8964149" cy="4049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650674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884443"/>
            <a:ext cx="14554200" cy="8289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0" lvl="0" indent="0" algn="l" defTabSz="914400" rtl="0" eaLnBrk="1" fontAlgn="auto" latinLnBrk="0" hangingPunct="1">
              <a:lnSpc>
                <a:spcPts val="43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Serial </a:t>
            </a:r>
            <a:r>
              <a:rPr kumimoji="0" lang="en-US" sz="3681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3681" b="0" i="0" u="none" strike="noStrike" kern="1200" cap="none" spc="46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3681" b="0" i="0" u="none" strike="noStrike" kern="1200" cap="none" spc="-58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3681" b="0" i="0" u="none" strike="noStrike" kern="1200" cap="none" spc="-81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unic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58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odules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ts val="32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ts val="32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Toda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most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duino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rds</a:t>
            </a:r>
            <a:r>
              <a:rPr kumimoji="0" lang="en-US" sz="2761" b="0" i="0" u="none" strike="noStrike" kern="1200" cap="none" spc="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built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with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ral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dif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stems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ommunic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142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stand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rd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quipm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nt.</a:t>
            </a:r>
          </a:p>
          <a:p>
            <a:pPr marL="29219"/>
            <a:endParaRPr lang="en-US" sz="2761" spc="12" dirty="0">
              <a:latin typeface="Times New Roman"/>
              <a:cs typeface="Times New Roman"/>
            </a:endParaRPr>
          </a:p>
          <a:p>
            <a:pPr marL="29219"/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 on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tors −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How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to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with?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How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to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e?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is the dist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these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s?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it 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simultan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?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One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most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mport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rni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to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ol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</a:p>
          <a:p>
            <a:pPr marL="29219" marR="14609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strict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</a:t>
            </a:r>
            <a:r>
              <a:rPr sz="2761" spc="-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ortun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 that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r/us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nt)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ived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317269"/>
            <a:ext cx="15240000" cy="9423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3543"/>
              </a:lnSpc>
            </a:pP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unications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communi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ther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−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Syn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onous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roniz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timing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</a:p>
          <a:p>
            <a:pPr marL="1079638" algn="just">
              <a:spcBef>
                <a:spcPts val="1461"/>
              </a:spcBef>
            </a:pP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roniz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with 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othe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8992" indent="-524479" algn="just">
              <a:lnSpc>
                <a:spcPts val="4785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Asynchrono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own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trig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red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output of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ous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te.</a:t>
            </a:r>
          </a:p>
          <a:p>
            <a:pPr marL="29219" algn="just">
              <a:spcBef>
                <a:spcPts val="1035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find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</a:p>
          <a:p>
            <a:pPr marL="29219" algn="just">
              <a:spcBef>
                <a:spcPts val="1438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vic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 then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hron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us.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no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lock line, it 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hron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us.</a:t>
            </a:r>
          </a:p>
          <a:p>
            <a:pPr marL="29219" marR="16070" algn="just">
              <a:lnSpc>
                <a:spcPct val="143600"/>
              </a:lnSpc>
              <a:spcBef>
                <a:spcPts val="12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hron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us 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iver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nsmitt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le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hron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us. 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proto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nothing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 me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nisms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sure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robust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r-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sms,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clo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</a:p>
          <a:p>
            <a:pPr marL="1079638" indent="-524479" algn="just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hroniz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bits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bits</a:t>
            </a:r>
          </a:p>
          <a:p>
            <a:pPr marL="1079638" indent="-524479" algn="just">
              <a:spcBef>
                <a:spcPts val="147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237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1912" y="810865"/>
            <a:ext cx="15087600" cy="8436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8992">
              <a:lnSpc>
                <a:spcPct val="143300"/>
              </a:lnSpc>
            </a:pPr>
            <a:r>
              <a:rPr lang="en-US" sz="2761" b="1" dirty="0">
                <a:latin typeface="Times New Roman"/>
                <a:cs typeface="Times New Roman"/>
              </a:rPr>
              <a:t>Syn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h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oniza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ion </a:t>
            </a:r>
            <a:r>
              <a:rPr lang="en-US" sz="2761" b="1" spc="-276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Bits. </a:t>
            </a:r>
            <a:r>
              <a:rPr lang="en-US" sz="2761" b="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hroniz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three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spc="23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stop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bit(s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ue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their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these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k the be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inning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 the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d of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spc="23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8992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(thou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it is norm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 at 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).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idle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ile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stop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t(s)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nsition ba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1.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b="1" dirty="0">
                <a:latin typeface="Times New Roman"/>
                <a:cs typeface="Times New Roman"/>
              </a:rPr>
              <a:t>Da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161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Bits.</a:t>
            </a:r>
            <a:r>
              <a:rPr lang="en-US" sz="2761" b="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mount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9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ts.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stand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sic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8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other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their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 7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fi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ient th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8,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ial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just 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35" dirty="0">
                <a:latin typeface="Times New Roman"/>
                <a:cs typeface="Times New Roman"/>
              </a:rPr>
              <a:t>7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 A</a:t>
            </a:r>
            <a:r>
              <a:rPr lang="en-US" sz="2761" spc="23" dirty="0">
                <a:latin typeface="Times New Roman"/>
                <a:cs typeface="Times New Roman"/>
              </a:rPr>
              <a:t>SC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rs.</a:t>
            </a:r>
          </a:p>
        </p:txBody>
      </p:sp>
      <p:sp>
        <p:nvSpPr>
          <p:cNvPr id="9" name="object 9"/>
          <p:cNvSpPr/>
          <p:nvPr/>
        </p:nvSpPr>
        <p:spPr>
          <a:xfrm>
            <a:off x="2616200" y="5334000"/>
            <a:ext cx="13148235" cy="1822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609600"/>
            <a:ext cx="15011400" cy="9160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7531" algn="just">
              <a:lnSpc>
                <a:spcPct val="143800"/>
              </a:lnSpc>
              <a:spcBef>
                <a:spcPts val="12"/>
              </a:spcBef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ty</a:t>
            </a:r>
            <a:r>
              <a:rPr sz="2761" b="1" spc="15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Bits.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there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ould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ther 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odd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15" dirty="0">
                <a:latin typeface="Times New Roman"/>
                <a:cs typeface="Times New Roman"/>
              </a:rPr>
              <a:t>1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n. Odd pari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just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opposite.</a:t>
            </a:r>
          </a:p>
          <a:p>
            <a:pPr marL="29219" algn="just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Baud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Ra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b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note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bps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4609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Note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ts,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tes.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prot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bits.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ns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onsist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11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00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bps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maximum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37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minimum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7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m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ond.</a:t>
            </a:r>
          </a:p>
          <a:p>
            <a:pPr marL="29219" algn="just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 U</a:t>
            </a:r>
            <a:r>
              <a:rPr sz="2761" b="1" spc="-12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RT</a:t>
            </a:r>
            <a:endParaRPr sz="2761" dirty="0">
              <a:latin typeface="Times New Roman"/>
              <a:cs typeface="Times New Roman"/>
            </a:endParaRPr>
          </a:p>
          <a:p>
            <a:pPr marL="29219" marR="3304656">
              <a:lnSpc>
                <a:spcPts val="4785"/>
              </a:lnSpc>
              <a:spcBef>
                <a:spcPts val="31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ld wh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it 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ts up. 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3304656">
              <a:lnSpc>
                <a:spcPts val="4785"/>
              </a:lnSpc>
              <a:spcBef>
                <a:spcPts val="311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//s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up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d 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to 9600</a:t>
            </a:r>
          </a:p>
          <a:p>
            <a:pPr marL="29219" marR="3304656">
              <a:lnSpc>
                <a:spcPts val="4785"/>
              </a:lnSpc>
              <a:spcBef>
                <a:spcPts val="311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</a:t>
            </a:r>
            <a:r>
              <a:rPr lang="en-US" sz="2761" spc="-12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llo w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rld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 //print 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llo 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ld</a:t>
            </a:r>
          </a:p>
          <a:p>
            <a:pPr marL="29219" marR="3304656">
              <a:lnSpc>
                <a:spcPts val="4785"/>
              </a:lnSpc>
              <a:spcBef>
                <a:spcPts val="31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loop()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   }</a:t>
            </a:r>
          </a:p>
        </p:txBody>
      </p:sp>
    </p:spTree>
    <p:extLst>
      <p:ext uri="{BB962C8B-B14F-4D97-AF65-F5344CB8AC3E}">
        <p14:creationId xmlns:p14="http://schemas.microsoft.com/office/powerpoint/2010/main" val="77286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320800" y="1371600"/>
            <a:ext cx="15011400" cy="68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top 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E.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thing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box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-35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nitor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nter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35" dirty="0">
                <a:latin typeface="Times New Roman"/>
                <a:cs typeface="Times New Roman"/>
              </a:rPr>
              <a:t>e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bo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 This will send 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tes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rduino. 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following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ives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input.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make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liv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the input provid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89">
              <a:spcBef>
                <a:spcPts val="1461"/>
              </a:spcBef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//s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up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rial 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rate to 9600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10" name="object 10"/>
          <p:cNvSpPr/>
          <p:nvPr/>
        </p:nvSpPr>
        <p:spPr>
          <a:xfrm>
            <a:off x="7645400" y="2639197"/>
            <a:ext cx="1143000" cy="121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97823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990600"/>
            <a:ext cx="15316200" cy="5666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1954744" indent="-26297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//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numb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s)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{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port</a:t>
            </a:r>
          </a:p>
          <a:p>
            <a:pPr marL="555159" marR="646029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12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Ae</a:t>
            </a:r>
            <a:r>
              <a:rPr sz="2761" dirty="0">
                <a:latin typeface="Times New Roman"/>
                <a:cs typeface="Times New Roman"/>
              </a:rPr>
              <a:t>d:"); //print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ived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l.write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); //s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</a:p>
          <a:p>
            <a:pPr marL="29218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>
              <a:spcBef>
                <a:spcPts val="104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4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Notice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tln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35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tual 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ial.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ite </a:t>
            </a:r>
            <a:r>
              <a:rPr sz="2761" dirty="0">
                <a:latin typeface="Times New Roman"/>
                <a:cs typeface="Times New Roman"/>
              </a:rPr>
              <a:t>will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 the 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tual 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AS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mo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1080</Words>
  <Application>Microsoft Office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5</cp:revision>
  <dcterms:created xsi:type="dcterms:W3CDTF">2024-06-25T17:28:39Z</dcterms:created>
  <dcterms:modified xsi:type="dcterms:W3CDTF">2024-06-28T05:15:38Z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