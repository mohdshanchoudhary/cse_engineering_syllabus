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5" r:id="rId3"/>
    <p:sldId id="264" r:id="rId4"/>
    <p:sldId id="257" r:id="rId5"/>
    <p:sldId id="266" r:id="rId6"/>
    <p:sldId id="258" r:id="rId7"/>
    <p:sldId id="268" r:id="rId8"/>
    <p:sldId id="267" r:id="rId9"/>
    <p:sldId id="259" r:id="rId10"/>
    <p:sldId id="269" r:id="rId11"/>
    <p:sldId id="260" r:id="rId12"/>
    <p:sldId id="270" r:id="rId13"/>
    <p:sldId id="261" r:id="rId14"/>
    <p:sldId id="271" r:id="rId15"/>
    <p:sldId id="262" r:id="rId16"/>
    <p:sldId id="272" r:id="rId17"/>
    <p:sldId id="263" r:id="rId18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75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08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092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9613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08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941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808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6768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4892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3097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5960" y="1752600"/>
            <a:ext cx="13729679" cy="6157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indent="5091392"/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4486" dirty="0">
              <a:latin typeface="Times New Roman"/>
              <a:cs typeface="Times New Roman"/>
            </a:endParaRPr>
          </a:p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Introduction to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E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endParaRPr sz="3681" dirty="0">
              <a:latin typeface="Times New Roman"/>
              <a:cs typeface="Times New Roman"/>
            </a:endParaRPr>
          </a:p>
          <a:p>
            <a:pPr algn="just">
              <a:spcBef>
                <a:spcPts val="85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8992" algn="just">
              <a:lnSpc>
                <a:spcPct val="143800"/>
              </a:lnSpc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first know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sic thin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i.e.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mbedded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th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n. </a:t>
            </a:r>
            <a:r>
              <a:rPr sz="2761" b="1" dirty="0">
                <a:latin typeface="Times New Roman"/>
                <a:cs typeface="Times New Roman"/>
              </a:rPr>
              <a:t>System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rts/compon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 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d/dev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loped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 tasks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do some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rk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w</a:t>
            </a:r>
            <a:r>
              <a:rPr sz="2761" dirty="0">
                <a:latin typeface="Times New Roman"/>
                <a:cs typeface="Times New Roman"/>
              </a:rPr>
              <a:t>hich it has b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3149" algn="just">
              <a:lnSpc>
                <a:spcPts val="4785"/>
              </a:lnSpc>
              <a:spcBef>
                <a:spcPts val="368"/>
              </a:spcBef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 including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something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son.  Or  simp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69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something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or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2438400"/>
            <a:ext cx="13729679" cy="5423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Now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tting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tual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35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is.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700"/>
              </a:lnSpc>
              <a:spcBef>
                <a:spcPts val="12"/>
              </a:spcBef>
            </a:pP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</a:t>
            </a:r>
            <a:r>
              <a:rPr sz="2761" b="1" spc="161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System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med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ination 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b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loped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ular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son.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ut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ditional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purp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ithout hum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ntion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little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human inte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ntion.</a:t>
            </a:r>
          </a:p>
        </p:txBody>
      </p:sp>
    </p:spTree>
    <p:extLst>
      <p:ext uri="{BB962C8B-B14F-4D97-AF65-F5344CB8AC3E}">
        <p14:creationId xmlns:p14="http://schemas.microsoft.com/office/powerpoint/2010/main" val="306606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914400"/>
            <a:ext cx="15316200" cy="8138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35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spcBef>
                <a:spcPts val="2588"/>
              </a:spcBef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 of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:</a:t>
            </a:r>
          </a:p>
          <a:p>
            <a:pPr marL="379846" indent="-350627" algn="just">
              <a:spcBef>
                <a:spcPts val="1438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</a:p>
          <a:p>
            <a:pPr marL="379846" indent="-350627" algn="just">
              <a:spcBef>
                <a:spcPts val="1461"/>
              </a:spcBef>
              <a:buFont typeface="Times New Roman"/>
              <a:buAutoNum type="arabicPeriod"/>
              <a:tabLst>
                <a:tab pos="379846" algn="l"/>
              </a:tabLst>
            </a:pP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</a:t>
            </a:r>
          </a:p>
          <a:p>
            <a:pPr>
              <a:spcBef>
                <a:spcPts val="94"/>
              </a:spcBef>
            </a:pPr>
            <a:endParaRPr sz="391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100"/>
              </a:lnSpc>
            </a:pPr>
            <a:r>
              <a:rPr lang="en-US" sz="2761" spc="-23" dirty="0">
                <a:solidFill>
                  <a:srgbClr val="2E5395"/>
                </a:solidFill>
                <a:latin typeface="Times New Roman"/>
                <a:cs typeface="Times New Roman"/>
              </a:rPr>
              <a:t>1.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Hardware: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7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mpass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lem</a:t>
            </a:r>
            <a:r>
              <a:rPr sz="2761" spc="-12" dirty="0">
                <a:latin typeface="Times New Roman"/>
                <a:cs typeface="Times New Roman"/>
              </a:rPr>
              <a:t>en</a:t>
            </a:r>
            <a:r>
              <a:rPr sz="2761" dirty="0">
                <a:latin typeface="Times New Roman"/>
                <a:cs typeface="Times New Roman"/>
              </a:rPr>
              <a:t>ts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omprise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stru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power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ssors,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input/output,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tri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ir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uits,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ther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fu</a:t>
            </a:r>
            <a:r>
              <a:rPr lang="en-US" sz="2761" spc="46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li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mbed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stem.</a:t>
            </a:r>
          </a:p>
          <a:p>
            <a:pPr marL="29219" marR="11688" algn="just">
              <a:lnSpc>
                <a:spcPct val="144100"/>
              </a:lnSpc>
            </a:pPr>
            <a:endParaRPr lang="en-US" sz="299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100"/>
              </a:lnSpc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2. So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tware:</a:t>
            </a:r>
            <a:r>
              <a:rPr lang="en-US" sz="2991" spc="196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Unlike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mput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softw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dif</a:t>
            </a:r>
            <a:r>
              <a:rPr lang="en-US" sz="2761" spc="12" dirty="0">
                <a:latin typeface="Times New Roman"/>
                <a:cs typeface="Times New Roman"/>
              </a:rPr>
              <a:t>fe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hieve the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l,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mbedded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softw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9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ifi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itten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ular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17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its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much </a:t>
            </a:r>
            <a:r>
              <a:rPr lang="en-US" sz="2761" spc="12" dirty="0">
                <a:latin typeface="Times New Roman"/>
                <a:cs typeface="Times New Roman"/>
              </a:rPr>
              <a:t>na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ower in s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58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476126"/>
            <a:ext cx="15544800" cy="9106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>
              <a:lnSpc>
                <a:spcPct val="150000"/>
              </a:lnSpc>
              <a:spcBef>
                <a:spcPts val="2128"/>
              </a:spcBef>
              <a:buClr>
                <a:srgbClr val="1F3762"/>
              </a:buClr>
              <a:tabLst>
                <a:tab pos="1081099" algn="l"/>
              </a:tabLst>
            </a:pPr>
            <a:r>
              <a:rPr lang="en-US" sz="2761" spc="12" dirty="0">
                <a:latin typeface="Times New Roman"/>
                <a:cs typeface="Times New Roman"/>
              </a:rPr>
              <a:t>Th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2" dirty="0">
                <a:latin typeface="Times New Roman"/>
                <a:cs typeface="Times New Roman"/>
              </a:rPr>
              <a:t>hard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omponents of 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23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stems ar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:</a:t>
            </a:r>
          </a:p>
          <a:p>
            <a:pPr marL="1079638" indent="-524479" algn="just">
              <a:lnSpc>
                <a:spcPct val="150000"/>
              </a:lnSpc>
              <a:spcBef>
                <a:spcPts val="2128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Pow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 supp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l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y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sponsible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powering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load</a:t>
            </a:r>
            <a:r>
              <a:rPr lang="en-US" sz="2761" dirty="0">
                <a:latin typeface="Times New Roman"/>
                <a:cs typeface="Times New Roman"/>
              </a:rPr>
              <a:t> of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mbedd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stem.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hile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5V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sup</a:t>
            </a:r>
            <a:r>
              <a:rPr lang="en-US" sz="2761" spc="23" dirty="0">
                <a:latin typeface="Times New Roman"/>
                <a:cs typeface="Times New Roman"/>
              </a:rPr>
              <a:t>pl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qui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d,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61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rom 1.8V to 3.3V, 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the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  <a:p>
            <a:pPr marL="29219" marR="17531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nsure s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smooth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ici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must.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live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(su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pter)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ry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inde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levera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source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hnolo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1079638" indent="-524479" algn="just">
              <a:lnSpc>
                <a:spcPct val="150000"/>
              </a:lnSpc>
              <a:spcBef>
                <a:spcPts val="2128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Mic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o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ontroll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 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nd mi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opro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ssor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nts: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-</a:t>
            </a:r>
          </a:p>
          <a:p>
            <a:pPr marL="29219" marR="23375" algn="just">
              <a:lnSpc>
                <a:spcPct val="1500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these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mponents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omputing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ms,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ropro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ssor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riv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its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700547"/>
            <a:ext cx="15011400" cy="8657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8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hput.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 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manipulate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32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6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l</a:t>
            </a:r>
            <a:r>
              <a:rPr sz="2761" dirty="0">
                <a:latin typeface="Times New Roman"/>
                <a:cs typeface="Times New Roman"/>
              </a:rPr>
              <a:t>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manipulat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bits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58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fitted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</a:t>
            </a:r>
            <a:r>
              <a:rPr sz="2761" spc="23" dirty="0">
                <a:latin typeface="Times New Roman"/>
                <a:cs typeface="Times New Roman"/>
              </a:rPr>
              <a:t>2</a:t>
            </a:r>
            <a:r>
              <a:rPr sz="2761" dirty="0">
                <a:latin typeface="Times New Roman"/>
                <a:cs typeface="Times New Roman"/>
              </a:rPr>
              <a:t>- bit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ssors?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ple.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ssing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ssoci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osts!</a:t>
            </a:r>
          </a:p>
          <a:p>
            <a:pPr marL="1079638" indent="-524479">
              <a:lnSpc>
                <a:spcPct val="150000"/>
              </a:lnSpc>
              <a:spcBef>
                <a:spcPts val="2114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M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mo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y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ssential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ritic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stems.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nte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memo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 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 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).</a:t>
            </a:r>
          </a:p>
          <a:p>
            <a:pPr marL="29219" marR="18992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RAM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known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’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volatil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mpor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turn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nd, ROM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known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memo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’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sponsible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non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volatil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storing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info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 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the po</a:t>
            </a:r>
            <a:r>
              <a:rPr sz="2761" spc="-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r supp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31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200" y="1600200"/>
            <a:ext cx="14935200" cy="7159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Timer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 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nd 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c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ount</a:t>
            </a:r>
            <a:r>
              <a:rPr sz="2761" spc="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endParaRPr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quiring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fore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 upw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23" dirty="0">
                <a:latin typeface="Times New Roman"/>
                <a:cs typeface="Times New Roman"/>
              </a:rPr>
              <a:t>FF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dow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00.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into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46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uits.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800"/>
              </a:lnSpc>
              <a:spcBef>
                <a:spcPts val="12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094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spc="-46" dirty="0">
                <a:solidFill>
                  <a:srgbClr val="1F3762"/>
                </a:solidFill>
                <a:latin typeface="Times New Roman"/>
                <a:cs typeface="Times New Roman"/>
              </a:rPr>
              <a:t>I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nput/output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nput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rg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ture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</a:p>
          <a:p>
            <a:pPr marL="29219" marR="24836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provide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puts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pro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ss.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the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ia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981200"/>
            <a:ext cx="13738445" cy="341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indent="-524479">
              <a:spcBef>
                <a:spcPts val="2094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Communic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tion int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f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ac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endParaRPr sz="2761" dirty="0">
              <a:latin typeface="Times New Roman"/>
              <a:cs typeface="Times New Roman"/>
            </a:endParaRPr>
          </a:p>
          <a:p>
            <a:pPr marL="29219" marR="21914" algn="just">
              <a:lnSpc>
                <a:spcPct val="1438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Communic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stablish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eac</a:t>
            </a:r>
            <a:r>
              <a:rPr sz="2761" dirty="0">
                <a:latin typeface="Times New Roman"/>
                <a:cs typeface="Times New Roman"/>
              </a:rPr>
              <a:t>h other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Diff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ac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2C, 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RT,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485,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.  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 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imple 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tions,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within 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uti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ports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se 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</p:txBody>
      </p:sp>
    </p:spTree>
    <p:extLst>
      <p:ext uri="{BB962C8B-B14F-4D97-AF65-F5344CB8AC3E}">
        <p14:creationId xmlns:p14="http://schemas.microsoft.com/office/powerpoint/2010/main" val="37222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914400"/>
            <a:ext cx="15468600" cy="865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20453" algn="just">
              <a:lnSpc>
                <a:spcPct val="150000"/>
              </a:lnSpc>
              <a:buSzPct val="92307"/>
              <a:tabLst>
                <a:tab pos="411986" algn="l"/>
              </a:tabLst>
            </a:pP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12" dirty="0">
                <a:latin typeface="Times New Roman"/>
                <a:cs typeface="Times New Roman"/>
              </a:rPr>
              <a:t>h</a:t>
            </a:r>
            <a:r>
              <a:rPr sz="2760" dirty="0">
                <a:latin typeface="Times New Roman"/>
                <a:cs typeface="Times New Roman"/>
              </a:rPr>
              <a:t>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sof</a:t>
            </a:r>
            <a:r>
              <a:rPr sz="2760" spc="23" dirty="0">
                <a:latin typeface="Times New Roman"/>
                <a:cs typeface="Times New Roman"/>
              </a:rPr>
              <a:t>t</a:t>
            </a:r>
            <a:r>
              <a:rPr sz="2760" dirty="0">
                <a:latin typeface="Times New Roman"/>
                <a:cs typeface="Times New Roman"/>
              </a:rPr>
              <a:t>w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re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omponents of 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m</a:t>
            </a:r>
            <a:r>
              <a:rPr sz="2760" spc="23" dirty="0">
                <a:latin typeface="Times New Roman"/>
                <a:cs typeface="Times New Roman"/>
              </a:rPr>
              <a:t>b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 </a:t>
            </a:r>
            <a:r>
              <a:rPr sz="2760" spc="46" dirty="0">
                <a:latin typeface="Times New Roman"/>
                <a:cs typeface="Times New Roman"/>
              </a:rPr>
              <a:t>s</a:t>
            </a:r>
            <a:r>
              <a:rPr sz="2760" spc="-58" dirty="0">
                <a:latin typeface="Times New Roman"/>
                <a:cs typeface="Times New Roman"/>
              </a:rPr>
              <a:t>y</a:t>
            </a:r>
            <a:r>
              <a:rPr sz="2760" dirty="0">
                <a:latin typeface="Times New Roman"/>
                <a:cs typeface="Times New Roman"/>
              </a:rPr>
              <a:t>stems ar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:</a:t>
            </a:r>
          </a:p>
          <a:p>
            <a:pPr marL="1079638" lvl="1" indent="-524479">
              <a:lnSpc>
                <a:spcPct val="150000"/>
              </a:lnSpc>
              <a:spcBef>
                <a:spcPts val="2094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0" dirty="0">
                <a:solidFill>
                  <a:srgbClr val="1F3762"/>
                </a:solidFill>
                <a:latin typeface="Times New Roman"/>
                <a:cs typeface="Times New Roman"/>
              </a:rPr>
              <a:t>Compiler</a:t>
            </a:r>
            <a:endParaRPr sz="2760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sz="2760" dirty="0">
                <a:latin typeface="Times New Roman"/>
                <a:cs typeface="Times New Roman"/>
              </a:rPr>
              <a:t>This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omponent</a:t>
            </a:r>
            <a:r>
              <a:rPr sz="2760" spc="-12" dirty="0">
                <a:latin typeface="Times New Roman"/>
                <a:cs typeface="Times New Roman"/>
              </a:rPr>
              <a:t>’</a:t>
            </a:r>
            <a:r>
              <a:rPr sz="2760" dirty="0">
                <a:latin typeface="Times New Roman"/>
                <a:cs typeface="Times New Roman"/>
              </a:rPr>
              <a:t>s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spc="23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re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f</a:t>
            </a:r>
            <a:r>
              <a:rPr sz="2760" dirty="0">
                <a:latin typeface="Times New Roman"/>
                <a:cs typeface="Times New Roman"/>
              </a:rPr>
              <a:t>un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tion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v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lopm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nt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of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</a:t>
            </a:r>
            <a:r>
              <a:rPr sz="2760" spc="18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spc="-12" dirty="0">
                <a:latin typeface="Times New Roman"/>
                <a:cs typeface="Times New Roman"/>
              </a:rPr>
              <a:t>ec</a:t>
            </a:r>
            <a:r>
              <a:rPr sz="2760" dirty="0">
                <a:latin typeface="Times New Roman"/>
                <a:cs typeface="Times New Roman"/>
              </a:rPr>
              <a:t>utable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pr</a:t>
            </a:r>
            <a:r>
              <a:rPr sz="2760" spc="12" dirty="0">
                <a:latin typeface="Times New Roman"/>
                <a:cs typeface="Times New Roman"/>
              </a:rPr>
              <a:t>o</a:t>
            </a:r>
            <a:r>
              <a:rPr sz="2760" dirty="0">
                <a:latin typeface="Times New Roman"/>
                <a:cs typeface="Times New Roman"/>
              </a:rPr>
              <a:t>gr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m.</a:t>
            </a:r>
            <a:r>
              <a:rPr sz="2760" spc="161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Once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18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ode</a:t>
            </a:r>
            <a:r>
              <a:rPr sz="2760" spc="150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 pr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p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12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in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te</a:t>
            </a:r>
            <a:r>
              <a:rPr sz="2760" spc="12" dirty="0">
                <a:latin typeface="Times New Roman"/>
                <a:cs typeface="Times New Roman"/>
              </a:rPr>
              <a:t>x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ditor,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hine</a:t>
            </a:r>
            <a:r>
              <a:rPr sz="2760" spc="9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must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un</a:t>
            </a:r>
            <a:r>
              <a:rPr sz="2760" spc="23" dirty="0">
                <a:latin typeface="Times New Roman"/>
                <a:cs typeface="Times New Roman"/>
              </a:rPr>
              <a:t>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rst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it.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This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is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ac</a:t>
            </a:r>
            <a:r>
              <a:rPr sz="2760" dirty="0">
                <a:latin typeface="Times New Roman"/>
                <a:cs typeface="Times New Roman"/>
              </a:rPr>
              <a:t>hie</a:t>
            </a:r>
            <a:r>
              <a:rPr sz="2760" spc="12" dirty="0">
                <a:latin typeface="Times New Roman"/>
                <a:cs typeface="Times New Roman"/>
              </a:rPr>
              <a:t>v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d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with</a:t>
            </a:r>
            <a:r>
              <a:rPr sz="2760" spc="104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ompile</a:t>
            </a:r>
            <a:r>
              <a:rPr sz="2760" spc="46" dirty="0">
                <a:latin typeface="Times New Roman"/>
                <a:cs typeface="Times New Roman"/>
              </a:rPr>
              <a:t>r</a:t>
            </a:r>
            <a:r>
              <a:rPr sz="2760" spc="-12" dirty="0">
                <a:latin typeface="Times New Roman"/>
                <a:cs typeface="Times New Roman"/>
              </a:rPr>
              <a:t>’</a:t>
            </a:r>
            <a:r>
              <a:rPr sz="2760" dirty="0">
                <a:latin typeface="Times New Roman"/>
                <a:cs typeface="Times New Roman"/>
              </a:rPr>
              <a:t>s h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lp, 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tr</a:t>
            </a:r>
            <a:r>
              <a:rPr sz="2760" spc="-23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nslating 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the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wr</a:t>
            </a:r>
            <a:r>
              <a:rPr sz="2760" dirty="0">
                <a:latin typeface="Times New Roman"/>
                <a:cs typeface="Times New Roman"/>
              </a:rPr>
              <a:t>itten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ode </a:t>
            </a:r>
            <a:r>
              <a:rPr sz="2760" spc="115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into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lo</a:t>
            </a:r>
            <a:r>
              <a:rPr sz="2760" spc="35" dirty="0">
                <a:latin typeface="Times New Roman"/>
                <a:cs typeface="Times New Roman"/>
              </a:rPr>
              <a:t>w</a:t>
            </a:r>
            <a:r>
              <a:rPr sz="2760" spc="-12" dirty="0">
                <a:latin typeface="Times New Roman"/>
                <a:cs typeface="Times New Roman"/>
              </a:rPr>
              <a:t>-</a:t>
            </a:r>
            <a:r>
              <a:rPr sz="2760" dirty="0">
                <a:latin typeface="Times New Roman"/>
                <a:cs typeface="Times New Roman"/>
              </a:rPr>
              <a:t>lev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l ma</a:t>
            </a:r>
            <a:r>
              <a:rPr sz="2760" spc="-23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hine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la</a:t>
            </a:r>
            <a:r>
              <a:rPr sz="2760" spc="12" dirty="0">
                <a:latin typeface="Times New Roman"/>
                <a:cs typeface="Times New Roman"/>
              </a:rPr>
              <a:t>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u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.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spc="12" dirty="0">
                <a:latin typeface="Times New Roman"/>
                <a:cs typeface="Times New Roman"/>
              </a:rPr>
              <a:t>E</a:t>
            </a:r>
            <a:r>
              <a:rPr sz="2760" spc="23" dirty="0">
                <a:latin typeface="Times New Roman"/>
                <a:cs typeface="Times New Roman"/>
              </a:rPr>
              <a:t>x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mpl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</a:t>
            </a:r>
            <a:r>
              <a:rPr sz="2760" spc="138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of </a:t>
            </a:r>
            <a:r>
              <a:rPr sz="2760" spc="127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lo</a:t>
            </a:r>
            <a:r>
              <a:rPr sz="2760" spc="23" dirty="0">
                <a:latin typeface="Times New Roman"/>
                <a:cs typeface="Times New Roman"/>
              </a:rPr>
              <a:t>w</a:t>
            </a:r>
            <a:r>
              <a:rPr sz="2760" spc="-12" dirty="0">
                <a:latin typeface="Times New Roman"/>
                <a:cs typeface="Times New Roman"/>
              </a:rPr>
              <a:t>-</a:t>
            </a:r>
            <a:r>
              <a:rPr sz="2760" dirty="0">
                <a:latin typeface="Times New Roman"/>
                <a:cs typeface="Times New Roman"/>
              </a:rPr>
              <a:t>lev</a:t>
            </a:r>
            <a:r>
              <a:rPr sz="2760" spc="-23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l lan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spc="23" dirty="0">
                <a:latin typeface="Times New Roman"/>
                <a:cs typeface="Times New Roman"/>
              </a:rPr>
              <a:t>u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s include</a:t>
            </a:r>
            <a:r>
              <a:rPr sz="2760" spc="-12" dirty="0">
                <a:latin typeface="Times New Roman"/>
                <a:cs typeface="Times New Roman"/>
              </a:rPr>
              <a:t> </a:t>
            </a:r>
            <a:r>
              <a:rPr sz="2760" dirty="0">
                <a:latin typeface="Times New Roman"/>
                <a:cs typeface="Times New Roman"/>
              </a:rPr>
              <a:t>m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h</a:t>
            </a:r>
            <a:r>
              <a:rPr sz="2760" spc="23" dirty="0">
                <a:latin typeface="Times New Roman"/>
                <a:cs typeface="Times New Roman"/>
              </a:rPr>
              <a:t>i</a:t>
            </a:r>
            <a:r>
              <a:rPr sz="2760" dirty="0">
                <a:latin typeface="Times New Roman"/>
                <a:cs typeface="Times New Roman"/>
              </a:rPr>
              <a:t>ne</a:t>
            </a:r>
            <a:r>
              <a:rPr sz="2760" spc="-12" dirty="0">
                <a:latin typeface="Times New Roman"/>
                <a:cs typeface="Times New Roman"/>
              </a:rPr>
              <a:t> c</a:t>
            </a:r>
            <a:r>
              <a:rPr sz="2760" dirty="0">
                <a:latin typeface="Times New Roman"/>
                <a:cs typeface="Times New Roman"/>
              </a:rPr>
              <a:t>od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ssemb</a:t>
            </a:r>
            <a:r>
              <a:rPr sz="2760" spc="23" dirty="0">
                <a:latin typeface="Times New Roman"/>
                <a:cs typeface="Times New Roman"/>
              </a:rPr>
              <a:t>l</a:t>
            </a:r>
            <a:r>
              <a:rPr sz="2760" dirty="0">
                <a:latin typeface="Times New Roman"/>
                <a:cs typeface="Times New Roman"/>
              </a:rPr>
              <a:t>y</a:t>
            </a:r>
            <a:r>
              <a:rPr sz="2760" spc="-58" dirty="0">
                <a:latin typeface="Times New Roman"/>
                <a:cs typeface="Times New Roman"/>
              </a:rPr>
              <a:t> </a:t>
            </a:r>
            <a:r>
              <a:rPr sz="2760" spc="23" dirty="0">
                <a:latin typeface="Times New Roman"/>
                <a:cs typeface="Times New Roman"/>
              </a:rPr>
              <a:t>l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spc="23" dirty="0">
                <a:latin typeface="Times New Roman"/>
                <a:cs typeface="Times New Roman"/>
              </a:rPr>
              <a:t>n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dirty="0">
                <a:latin typeface="Times New Roman"/>
                <a:cs typeface="Times New Roman"/>
              </a:rPr>
              <a:t>u</a:t>
            </a:r>
            <a:r>
              <a:rPr sz="2760" spc="12" dirty="0">
                <a:latin typeface="Times New Roman"/>
                <a:cs typeface="Times New Roman"/>
              </a:rPr>
              <a:t>a</a:t>
            </a:r>
            <a:r>
              <a:rPr sz="2760" spc="-35" dirty="0">
                <a:latin typeface="Times New Roman"/>
                <a:cs typeface="Times New Roman"/>
              </a:rPr>
              <a:t>g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,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a</a:t>
            </a:r>
            <a:r>
              <a:rPr sz="2760" dirty="0">
                <a:latin typeface="Times New Roman"/>
                <a:cs typeface="Times New Roman"/>
              </a:rPr>
              <a:t>nd obje</a:t>
            </a:r>
            <a:r>
              <a:rPr sz="2760" spc="-23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t</a:t>
            </a:r>
            <a:r>
              <a:rPr sz="2760" spc="23" dirty="0">
                <a:latin typeface="Times New Roman"/>
                <a:cs typeface="Times New Roman"/>
              </a:rPr>
              <a:t> </a:t>
            </a:r>
            <a:r>
              <a:rPr sz="2760" spc="-12" dirty="0">
                <a:latin typeface="Times New Roman"/>
                <a:cs typeface="Times New Roman"/>
              </a:rPr>
              <a:t>c</a:t>
            </a:r>
            <a:r>
              <a:rPr sz="2760" dirty="0">
                <a:latin typeface="Times New Roman"/>
                <a:cs typeface="Times New Roman"/>
              </a:rPr>
              <a:t>od</a:t>
            </a:r>
            <a:r>
              <a:rPr sz="2760" spc="-12" dirty="0">
                <a:latin typeface="Times New Roman"/>
                <a:cs typeface="Times New Roman"/>
              </a:rPr>
              <a:t>e</a:t>
            </a:r>
            <a:r>
              <a:rPr sz="2760" dirty="0">
                <a:latin typeface="Times New Roman"/>
                <a:cs typeface="Times New Roman"/>
              </a:rPr>
              <a:t>.</a:t>
            </a:r>
            <a:endParaRPr lang="en-US" sz="2760" dirty="0">
              <a:latin typeface="Times New Roman"/>
              <a:cs typeface="Times New Roman"/>
            </a:endParaRPr>
          </a:p>
          <a:p>
            <a:pPr marL="1079638" indent="-524479">
              <a:lnSpc>
                <a:spcPct val="150000"/>
              </a:lnSpc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760" dirty="0">
                <a:solidFill>
                  <a:srgbClr val="1F3762"/>
                </a:solidFill>
                <a:latin typeface="Times New Roman"/>
                <a:cs typeface="Times New Roman"/>
              </a:rPr>
              <a:t>Ass</a:t>
            </a:r>
            <a:r>
              <a:rPr lang="en-US" sz="2760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lang="en-US" sz="2760" dirty="0">
                <a:solidFill>
                  <a:srgbClr val="1F3762"/>
                </a:solidFill>
                <a:latin typeface="Times New Roman"/>
                <a:cs typeface="Times New Roman"/>
              </a:rPr>
              <a:t>mbl</a:t>
            </a:r>
            <a:r>
              <a:rPr lang="en-US" sz="2760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lang="en-US" sz="2760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50000"/>
              </a:lnSpc>
              <a:spcBef>
                <a:spcPts val="12"/>
              </a:spcBef>
            </a:pP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27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ssembler</a:t>
            </a:r>
            <a:r>
              <a:rPr lang="en-US" sz="2760" spc="27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</a:t>
            </a:r>
            <a:r>
              <a:rPr lang="en-US" sz="2760" spc="299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f</a:t>
            </a:r>
            <a:r>
              <a:rPr lang="en-US" sz="2760" dirty="0">
                <a:latin typeface="Times New Roman"/>
                <a:cs typeface="Times New Roman"/>
              </a:rPr>
              <a:t>or</a:t>
            </a:r>
            <a:r>
              <a:rPr lang="en-US" sz="2760" spc="28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inst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-12" dirty="0">
                <a:latin typeface="Times New Roman"/>
                <a:cs typeface="Times New Roman"/>
              </a:rPr>
              <a:t>ce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  <a:r>
              <a:rPr lang="en-US" sz="2760" spc="29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wh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288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ssemb</a:t>
            </a:r>
            <a:r>
              <a:rPr lang="en-US" sz="2760" spc="23" dirty="0">
                <a:latin typeface="Times New Roman"/>
                <a:cs typeface="Times New Roman"/>
              </a:rPr>
              <a:t>l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spc="23" dirty="0">
                <a:latin typeface="Times New Roman"/>
                <a:cs typeface="Times New Roman"/>
              </a:rPr>
              <a:t>l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23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28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</a:t>
            </a:r>
            <a:r>
              <a:rPr lang="en-US" sz="2760" spc="29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28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pro</a:t>
            </a:r>
            <a:r>
              <a:rPr lang="en-US" sz="2760" spc="-46" dirty="0">
                <a:latin typeface="Times New Roman"/>
                <a:cs typeface="Times New Roman"/>
              </a:rPr>
              <a:t>g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spc="23" dirty="0">
                <a:latin typeface="Times New Roman"/>
                <a:cs typeface="Times New Roman"/>
              </a:rPr>
              <a:t>m</a:t>
            </a:r>
            <a:r>
              <a:rPr lang="en-US" sz="2760" dirty="0">
                <a:latin typeface="Times New Roman"/>
                <a:cs typeface="Times New Roman"/>
              </a:rPr>
              <a:t>ming</a:t>
            </a:r>
            <a:r>
              <a:rPr lang="en-US" sz="2760" spc="26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lan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23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28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us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29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to build</a:t>
            </a:r>
            <a:r>
              <a:rPr lang="en-US" sz="2760" spc="32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322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ppli</a:t>
            </a:r>
            <a:r>
              <a:rPr lang="en-US" sz="2760" spc="-12" dirty="0">
                <a:latin typeface="Times New Roman"/>
                <a:cs typeface="Times New Roman"/>
              </a:rPr>
              <a:t>ca</a:t>
            </a:r>
            <a:r>
              <a:rPr lang="en-US" sz="2760" dirty="0">
                <a:latin typeface="Times New Roman"/>
                <a:cs typeface="Times New Roman"/>
              </a:rPr>
              <a:t>tion.</a:t>
            </a:r>
            <a:r>
              <a:rPr lang="en-US" sz="2760" spc="32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311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ssemb</a:t>
            </a:r>
            <a:r>
              <a:rPr lang="en-US" sz="2760" spc="58" dirty="0">
                <a:latin typeface="Times New Roman"/>
                <a:cs typeface="Times New Roman"/>
              </a:rPr>
              <a:t>l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26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la</a:t>
            </a:r>
            <a:r>
              <a:rPr lang="en-US" sz="2760" spc="12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ge</a:t>
            </a:r>
            <a:r>
              <a:rPr lang="en-US" sz="2760" spc="311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pr</a:t>
            </a:r>
            <a:r>
              <a:rPr lang="en-US" sz="2760" spc="12" dirty="0">
                <a:latin typeface="Times New Roman"/>
                <a:cs typeface="Times New Roman"/>
              </a:rPr>
              <a:t>o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m</a:t>
            </a:r>
            <a:r>
              <a:rPr lang="en-US" sz="2760" spc="334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</a:t>
            </a:r>
            <a:r>
              <a:rPr lang="en-US" sz="2760" spc="334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tr</a:t>
            </a:r>
            <a:r>
              <a:rPr lang="en-US" sz="2760" spc="-23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nslat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32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into </a:t>
            </a:r>
            <a:r>
              <a:rPr lang="en-US" sz="2760" spc="-345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H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X</a:t>
            </a:r>
            <a:r>
              <a:rPr lang="en-US" sz="2760" spc="322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ode</a:t>
            </a:r>
            <a:r>
              <a:rPr lang="en-US" sz="2760" spc="345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for</a:t>
            </a:r>
            <a:r>
              <a:rPr lang="en-US" sz="2760" spc="311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</a:t>
            </a:r>
            <a:r>
              <a:rPr lang="en-US" sz="2760" spc="12" dirty="0">
                <a:latin typeface="Times New Roman"/>
                <a:cs typeface="Times New Roman"/>
              </a:rPr>
              <a:t>u</a:t>
            </a:r>
            <a:r>
              <a:rPr lang="en-US" sz="2760" dirty="0">
                <a:latin typeface="Times New Roman"/>
                <a:cs typeface="Times New Roman"/>
              </a:rPr>
              <a:t>rth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 pro</a:t>
            </a:r>
            <a:r>
              <a:rPr lang="en-US" sz="2760" spc="-23" dirty="0">
                <a:latin typeface="Times New Roman"/>
                <a:cs typeface="Times New Roman"/>
              </a:rPr>
              <a:t>c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ssi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. Once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 </a:t>
            </a:r>
            <a:r>
              <a:rPr lang="en-US" sz="2760" spc="-23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</a:t>
            </a:r>
            <a:r>
              <a:rPr lang="en-US" sz="2760" spc="23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 writt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n, the p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spc="23" dirty="0">
                <a:latin typeface="Times New Roman"/>
                <a:cs typeface="Times New Roman"/>
              </a:rPr>
              <a:t>o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mm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 is us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 to w</a:t>
            </a:r>
            <a:r>
              <a:rPr lang="en-US" sz="2760" spc="-12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ite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 </a:t>
            </a:r>
            <a:r>
              <a:rPr lang="en-US" sz="2760" spc="12" dirty="0">
                <a:latin typeface="Times New Roman"/>
                <a:cs typeface="Times New Roman"/>
              </a:rPr>
              <a:t>p</a:t>
            </a:r>
            <a:r>
              <a:rPr lang="en-US" sz="2760" dirty="0">
                <a:latin typeface="Times New Roman"/>
                <a:cs typeface="Times New Roman"/>
              </a:rPr>
              <a:t>rog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m on the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spc="35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hip.</a:t>
            </a:r>
          </a:p>
          <a:p>
            <a:pPr marL="29219" algn="just">
              <a:lnSpc>
                <a:spcPct val="150000"/>
              </a:lnSpc>
              <a:spcBef>
                <a:spcPts val="1438"/>
              </a:spcBef>
            </a:pPr>
            <a:r>
              <a:rPr lang="en-US" sz="2760" dirty="0">
                <a:latin typeface="Times New Roman"/>
                <a:cs typeface="Times New Roman"/>
              </a:rPr>
              <a:t>This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sli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ht</a:t>
            </a:r>
            <a:r>
              <a:rPr lang="en-US" sz="2760" spc="35" dirty="0">
                <a:latin typeface="Times New Roman"/>
                <a:cs typeface="Times New Roman"/>
              </a:rPr>
              <a:t>l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dif</a:t>
            </a:r>
            <a:r>
              <a:rPr lang="en-US" sz="2760" spc="12" dirty="0">
                <a:latin typeface="Times New Roman"/>
                <a:cs typeface="Times New Roman"/>
              </a:rPr>
              <a:t>f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nt</a:t>
            </a:r>
            <a:r>
              <a:rPr lang="en-US" sz="2760" spc="81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than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proc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ss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followed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35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ompile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  <a:r>
              <a:rPr lang="en-US" sz="2760" spc="104" dirty="0">
                <a:latin typeface="Times New Roman"/>
                <a:cs typeface="Times New Roman"/>
              </a:rPr>
              <a:t> </a:t>
            </a:r>
            <a:r>
              <a:rPr lang="en-US" sz="2760" spc="-46" dirty="0">
                <a:latin typeface="Times New Roman"/>
                <a:cs typeface="Times New Roman"/>
              </a:rPr>
              <a:t>I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spc="23" dirty="0">
                <a:latin typeface="Times New Roman"/>
                <a:cs typeface="Times New Roman"/>
              </a:rPr>
              <a:t>o</a:t>
            </a:r>
            <a:r>
              <a:rPr lang="en-US" sz="2760" dirty="0">
                <a:latin typeface="Times New Roman"/>
                <a:cs typeface="Times New Roman"/>
              </a:rPr>
              <a:t>mpile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,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itten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ode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 dir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t</a:t>
            </a:r>
            <a:r>
              <a:rPr lang="en-US" sz="2760" spc="35" dirty="0">
                <a:latin typeface="Times New Roman"/>
                <a:cs typeface="Times New Roman"/>
              </a:rPr>
              <a:t>l</a:t>
            </a:r>
            <a:r>
              <a:rPr lang="en-US" sz="2760" dirty="0">
                <a:latin typeface="Times New Roman"/>
                <a:cs typeface="Times New Roman"/>
              </a:rPr>
              <a:t>y</a:t>
            </a:r>
            <a:r>
              <a:rPr lang="en-US" sz="2760" spc="4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on</a:t>
            </a:r>
            <a:r>
              <a:rPr lang="en-US" sz="2760" spc="23" dirty="0">
                <a:latin typeface="Times New Roman"/>
                <a:cs typeface="Times New Roman"/>
              </a:rPr>
              <a:t>v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rt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into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spc="23" dirty="0">
                <a:latin typeface="Times New Roman"/>
                <a:cs typeface="Times New Roman"/>
              </a:rPr>
              <a:t>m</a:t>
            </a:r>
            <a:r>
              <a:rPr lang="en-US" sz="2760" spc="-12" dirty="0">
                <a:latin typeface="Times New Roman"/>
                <a:cs typeface="Times New Roman"/>
              </a:rPr>
              <a:t>ac</a:t>
            </a:r>
            <a:r>
              <a:rPr lang="en-US" sz="2760" dirty="0">
                <a:latin typeface="Times New Roman"/>
                <a:cs typeface="Times New Roman"/>
              </a:rPr>
              <a:t>hine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la</a:t>
            </a:r>
            <a:r>
              <a:rPr lang="en-US" sz="2760" spc="12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23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  <a:r>
              <a:rPr lang="en-US" sz="2760" spc="104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On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12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other</a:t>
            </a:r>
            <a:r>
              <a:rPr lang="en-US" sz="2760" spc="58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h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nd,</a:t>
            </a:r>
            <a:r>
              <a:rPr lang="en-US" sz="2760" spc="104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  <a:r>
              <a:rPr lang="en-US" sz="2760" spc="23" dirty="0">
                <a:latin typeface="Times New Roman"/>
                <a:cs typeface="Times New Roman"/>
              </a:rPr>
              <a:t>s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mbl</a:t>
            </a:r>
            <a:r>
              <a:rPr lang="en-US" sz="2760" spc="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fi</a:t>
            </a:r>
            <a:r>
              <a:rPr lang="en-US" sz="2760" spc="-12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st</a:t>
            </a:r>
            <a:r>
              <a:rPr lang="en-US" sz="2760" spc="81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on</a:t>
            </a:r>
            <a:r>
              <a:rPr lang="en-US" sz="2760" spc="23" dirty="0">
                <a:latin typeface="Times New Roman"/>
                <a:cs typeface="Times New Roman"/>
              </a:rPr>
              <a:t>v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rts</a:t>
            </a:r>
            <a:r>
              <a:rPr lang="en-US" sz="2760" spc="6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sou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e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ode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to obj</a:t>
            </a:r>
            <a:r>
              <a:rPr lang="en-US" sz="2760" spc="-12" dirty="0">
                <a:latin typeface="Times New Roman"/>
                <a:cs typeface="Times New Roman"/>
              </a:rPr>
              <a:t>ec</a:t>
            </a:r>
            <a:r>
              <a:rPr lang="en-US" sz="2760" dirty="0">
                <a:latin typeface="Times New Roman"/>
                <a:cs typeface="Times New Roman"/>
              </a:rPr>
              <a:t>t co</a:t>
            </a:r>
            <a:r>
              <a:rPr lang="en-US" sz="2760" spc="12" dirty="0">
                <a:latin typeface="Times New Roman"/>
                <a:cs typeface="Times New Roman"/>
              </a:rPr>
              <a:t>d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,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f</a:t>
            </a:r>
            <a:r>
              <a:rPr lang="en-US" sz="2760" spc="12" dirty="0">
                <a:latin typeface="Times New Roman"/>
                <a:cs typeface="Times New Roman"/>
              </a:rPr>
              <a:t>t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</a:t>
            </a:r>
            <a:r>
              <a:rPr lang="en-US" sz="2760" spc="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whi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h the obj</a:t>
            </a:r>
            <a:r>
              <a:rPr lang="en-US" sz="2760" spc="-12" dirty="0">
                <a:latin typeface="Times New Roman"/>
                <a:cs typeface="Times New Roman"/>
              </a:rPr>
              <a:t>ec</a:t>
            </a:r>
            <a:r>
              <a:rPr lang="en-US" sz="2760" dirty="0">
                <a:latin typeface="Times New Roman"/>
                <a:cs typeface="Times New Roman"/>
              </a:rPr>
              <a:t>t co</a:t>
            </a:r>
            <a:r>
              <a:rPr lang="en-US" sz="2760" spc="12" dirty="0">
                <a:latin typeface="Times New Roman"/>
                <a:cs typeface="Times New Roman"/>
              </a:rPr>
              <a:t>d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 </a:t>
            </a:r>
            <a:r>
              <a:rPr lang="en-US" sz="2760" spc="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onv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rt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 into ma</a:t>
            </a:r>
            <a:r>
              <a:rPr lang="en-US" sz="2760" spc="-23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hi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lan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23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6022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309895"/>
            <a:ext cx="15925800" cy="94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lvl="1" indent="-524479">
              <a:spcBef>
                <a:spcPts val="2094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lang="en-US" sz="2760" dirty="0">
                <a:solidFill>
                  <a:srgbClr val="1F3762"/>
                </a:solidFill>
                <a:latin typeface="Times New Roman"/>
                <a:cs typeface="Times New Roman"/>
              </a:rPr>
              <a:t>T</a:t>
            </a:r>
            <a:r>
              <a:rPr lang="en-US" sz="2760" spc="-23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lang="en-US" sz="2760" spc="23" dirty="0">
                <a:solidFill>
                  <a:srgbClr val="1F3762"/>
                </a:solidFill>
                <a:latin typeface="Times New Roman"/>
                <a:cs typeface="Times New Roman"/>
              </a:rPr>
              <a:t>x</a:t>
            </a:r>
            <a:r>
              <a:rPr lang="en-US" sz="2760" dirty="0">
                <a:solidFill>
                  <a:srgbClr val="1F3762"/>
                </a:solidFill>
                <a:latin typeface="Times New Roman"/>
                <a:cs typeface="Times New Roman"/>
              </a:rPr>
              <a:t>t editor</a:t>
            </a:r>
            <a:endParaRPr lang="en-US" sz="2760" dirty="0">
              <a:latin typeface="Times New Roman"/>
              <a:cs typeface="Times New Roman"/>
            </a:endParaRPr>
          </a:p>
          <a:p>
            <a:pPr marL="29219" marR="14609" algn="just"/>
            <a:r>
              <a:rPr lang="en-US" sz="2760" dirty="0">
                <a:latin typeface="Times New Roman"/>
                <a:cs typeface="Times New Roman"/>
              </a:rPr>
              <a:t>A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te</a:t>
            </a:r>
            <a:r>
              <a:rPr lang="en-US" sz="2760" spc="12" dirty="0">
                <a:latin typeface="Times New Roman"/>
                <a:cs typeface="Times New Roman"/>
              </a:rPr>
              <a:t>x</a:t>
            </a:r>
            <a:r>
              <a:rPr lang="en-US" sz="2760" dirty="0">
                <a:latin typeface="Times New Roman"/>
                <a:cs typeface="Times New Roman"/>
              </a:rPr>
              <a:t>t </a:t>
            </a:r>
            <a:r>
              <a:rPr lang="en-US" sz="2760" spc="-19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ditor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 </a:t>
            </a:r>
            <a:r>
              <a:rPr lang="en-US" sz="2760" spc="-19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the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fi</a:t>
            </a:r>
            <a:r>
              <a:rPr lang="en-US" sz="2760" spc="-12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st </a:t>
            </a:r>
            <a:r>
              <a:rPr lang="en-US" sz="2760" spc="-173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softw</a:t>
            </a:r>
            <a:r>
              <a:rPr lang="en-US" sz="2760" spc="-23" dirty="0">
                <a:latin typeface="Times New Roman"/>
                <a:cs typeface="Times New Roman"/>
              </a:rPr>
              <a:t>a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e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omponent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spc="12" dirty="0">
                <a:latin typeface="Times New Roman"/>
                <a:cs typeface="Times New Roman"/>
              </a:rPr>
              <a:t>e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f</a:t>
            </a:r>
            <a:r>
              <a:rPr lang="en-US" sz="2760" spc="12" dirty="0">
                <a:latin typeface="Times New Roman"/>
                <a:cs typeface="Times New Roman"/>
              </a:rPr>
              <a:t>o</a:t>
            </a:r>
            <a:r>
              <a:rPr lang="en-US" sz="2760" dirty="0">
                <a:latin typeface="Times New Roman"/>
                <a:cs typeface="Times New Roman"/>
              </a:rPr>
              <a:t>r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buildi</a:t>
            </a:r>
            <a:r>
              <a:rPr lang="en-US" sz="2760" spc="58" dirty="0">
                <a:latin typeface="Times New Roman"/>
                <a:cs typeface="Times New Roman"/>
              </a:rPr>
              <a:t>n</a:t>
            </a:r>
            <a:r>
              <a:rPr lang="en-US" sz="2760" dirty="0">
                <a:latin typeface="Times New Roman"/>
                <a:cs typeface="Times New Roman"/>
              </a:rPr>
              <a:t>g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spc="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mbedd</a:t>
            </a:r>
            <a:r>
              <a:rPr lang="en-US" sz="2760" spc="-23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 </a:t>
            </a:r>
            <a:r>
              <a:rPr lang="en-US" sz="2760" spc="-207" dirty="0">
                <a:latin typeface="Times New Roman"/>
                <a:cs typeface="Times New Roman"/>
              </a:rPr>
              <a:t> </a:t>
            </a:r>
            <a:r>
              <a:rPr lang="en-US" sz="2760" spc="46" dirty="0">
                <a:latin typeface="Times New Roman"/>
                <a:cs typeface="Times New Roman"/>
              </a:rPr>
              <a:t>s</a:t>
            </a:r>
            <a:r>
              <a:rPr lang="en-US" sz="2760" spc="-58" dirty="0">
                <a:latin typeface="Times New Roman"/>
                <a:cs typeface="Times New Roman"/>
              </a:rPr>
              <a:t>y</a:t>
            </a:r>
            <a:r>
              <a:rPr lang="en-US" sz="2760" dirty="0">
                <a:latin typeface="Times New Roman"/>
                <a:cs typeface="Times New Roman"/>
              </a:rPr>
              <a:t>stem.</a:t>
            </a:r>
            <a:r>
              <a:rPr lang="en-US" sz="2760" spc="23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This 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ditor</a:t>
            </a:r>
            <a:r>
              <a:rPr lang="en-US" sz="2760" spc="230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is</a:t>
            </a:r>
            <a:r>
              <a:rPr lang="en-US" sz="2760" spc="253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us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to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w</a:t>
            </a:r>
            <a:r>
              <a:rPr lang="en-US" sz="2760" spc="-23" dirty="0">
                <a:latin typeface="Times New Roman"/>
                <a:cs typeface="Times New Roman"/>
              </a:rPr>
              <a:t>r</a:t>
            </a:r>
            <a:r>
              <a:rPr lang="en-US" sz="2760" dirty="0">
                <a:latin typeface="Times New Roman"/>
                <a:cs typeface="Times New Roman"/>
              </a:rPr>
              <a:t>ite</a:t>
            </a:r>
            <a:r>
              <a:rPr lang="en-US" sz="2760" spc="253" dirty="0">
                <a:latin typeface="Times New Roman"/>
                <a:cs typeface="Times New Roman"/>
              </a:rPr>
              <a:t> </a:t>
            </a:r>
            <a:r>
              <a:rPr lang="en-US" sz="2760" spc="23" dirty="0">
                <a:latin typeface="Times New Roman"/>
                <a:cs typeface="Times New Roman"/>
              </a:rPr>
              <a:t>s</a:t>
            </a:r>
            <a:r>
              <a:rPr lang="en-US" sz="2760" dirty="0">
                <a:latin typeface="Times New Roman"/>
                <a:cs typeface="Times New Roman"/>
              </a:rPr>
              <a:t>our</a:t>
            </a:r>
            <a:r>
              <a:rPr lang="en-US" sz="2760" spc="-23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253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c</a:t>
            </a:r>
            <a:r>
              <a:rPr lang="en-US" sz="2760" dirty="0">
                <a:latin typeface="Times New Roman"/>
                <a:cs typeface="Times New Roman"/>
              </a:rPr>
              <a:t>ode</a:t>
            </a:r>
            <a:r>
              <a:rPr lang="en-US" sz="2760" spc="230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in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C</a:t>
            </a:r>
            <a:r>
              <a:rPr lang="en-US" sz="2760" spc="276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nd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C</a:t>
            </a:r>
            <a:r>
              <a:rPr lang="en-US" sz="2760" spc="12" dirty="0">
                <a:latin typeface="Times New Roman"/>
                <a:cs typeface="Times New Roman"/>
              </a:rPr>
              <a:t>+</a:t>
            </a:r>
            <a:r>
              <a:rPr lang="en-US" sz="2760" dirty="0">
                <a:latin typeface="Times New Roman"/>
                <a:cs typeface="Times New Roman"/>
              </a:rPr>
              <a:t>+</a:t>
            </a:r>
            <a:r>
              <a:rPr lang="en-US" sz="2760" spc="230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pr</a:t>
            </a:r>
            <a:r>
              <a:rPr lang="en-US" sz="2760" spc="12" dirty="0">
                <a:latin typeface="Times New Roman"/>
                <a:cs typeface="Times New Roman"/>
              </a:rPr>
              <a:t>o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12" dirty="0">
                <a:latin typeface="Times New Roman"/>
                <a:cs typeface="Times New Roman"/>
              </a:rPr>
              <a:t>r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mming</a:t>
            </a:r>
            <a:r>
              <a:rPr lang="en-US" sz="2760" spc="219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la</a:t>
            </a:r>
            <a:r>
              <a:rPr lang="en-US" sz="2760" spc="12" dirty="0">
                <a:latin typeface="Times New Roman"/>
                <a:cs typeface="Times New Roman"/>
              </a:rPr>
              <a:t>n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spc="23" dirty="0">
                <a:latin typeface="Times New Roman"/>
                <a:cs typeface="Times New Roman"/>
              </a:rPr>
              <a:t>u</a:t>
            </a:r>
            <a:r>
              <a:rPr lang="en-US" sz="2760" spc="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g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nd</a:t>
            </a:r>
            <a:r>
              <a:rPr lang="en-US" sz="2760" spc="242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spc="23" dirty="0">
                <a:latin typeface="Times New Roman"/>
                <a:cs typeface="Times New Roman"/>
              </a:rPr>
              <a:t>v</a:t>
            </a:r>
            <a:r>
              <a:rPr lang="en-US" sz="2760" dirty="0">
                <a:latin typeface="Times New Roman"/>
                <a:cs typeface="Times New Roman"/>
              </a:rPr>
              <a:t>e</a:t>
            </a:r>
            <a:r>
              <a:rPr lang="en-US" sz="2760" spc="230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it</a:t>
            </a:r>
            <a:r>
              <a:rPr lang="en-US" sz="2760" spc="253" dirty="0">
                <a:latin typeface="Times New Roman"/>
                <a:cs typeface="Times New Roman"/>
              </a:rPr>
              <a:t> </a:t>
            </a:r>
            <a:r>
              <a:rPr lang="en-US" sz="2760" spc="-12" dirty="0">
                <a:latin typeface="Times New Roman"/>
                <a:cs typeface="Times New Roman"/>
              </a:rPr>
              <a:t>a</a:t>
            </a:r>
            <a:r>
              <a:rPr lang="en-US" sz="2760" dirty="0">
                <a:latin typeface="Times New Roman"/>
                <a:cs typeface="Times New Roman"/>
              </a:rPr>
              <a:t>s</a:t>
            </a:r>
            <a:r>
              <a:rPr lang="en-US" sz="2760" spc="276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a</a:t>
            </a:r>
            <a:r>
              <a:rPr lang="en-US" sz="2760" spc="230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te</a:t>
            </a:r>
            <a:r>
              <a:rPr lang="en-US" sz="2760" spc="12" dirty="0">
                <a:latin typeface="Times New Roman"/>
                <a:cs typeface="Times New Roman"/>
              </a:rPr>
              <a:t>x</a:t>
            </a:r>
            <a:r>
              <a:rPr lang="en-US" sz="2760" dirty="0">
                <a:latin typeface="Times New Roman"/>
                <a:cs typeface="Times New Roman"/>
              </a:rPr>
              <a:t>t fil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.</a:t>
            </a:r>
            <a:endParaRPr lang="en-US" sz="2761" dirty="0">
              <a:solidFill>
                <a:srgbClr val="1F3762"/>
              </a:solidFill>
              <a:latin typeface="Times New Roman"/>
              <a:cs typeface="Times New Roman"/>
            </a:endParaRPr>
          </a:p>
          <a:p>
            <a:pPr marL="1079638" indent="-524479">
              <a:spcBef>
                <a:spcPts val="2128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Emul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a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tor</a:t>
            </a:r>
            <a:endParaRPr sz="2761" dirty="0">
              <a:latin typeface="Times New Roman"/>
              <a:cs typeface="Times New Roman"/>
            </a:endParaRPr>
          </a:p>
          <a:p>
            <a:pPr marL="29219" marR="17531" algn="just">
              <a:lnSpc>
                <a:spcPct val="143300"/>
              </a:lnSpc>
            </a:pP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l,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while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simulation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nvironme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put,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simulat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</a:p>
          <a:p>
            <a:pPr marL="29219" marR="18992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idea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way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2128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spc="-35" dirty="0">
                <a:solidFill>
                  <a:srgbClr val="1F3762"/>
                </a:solidFill>
                <a:latin typeface="Times New Roman"/>
                <a:cs typeface="Times New Roman"/>
              </a:rPr>
              <a:t>L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ink editor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Soft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ritten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smal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link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ditor,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</a:p>
          <a:p>
            <a:pPr marL="29219" marR="16070" algn="just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known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link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,</a:t>
            </a:r>
            <a:r>
              <a:rPr sz="2761" dirty="0">
                <a:latin typeface="Times New Roman"/>
                <a:cs typeface="Times New Roman"/>
              </a:rPr>
              <a:t>’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lop a 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>
              <a:spcBef>
                <a:spcPts val="2128"/>
              </a:spcBef>
              <a:buClr>
                <a:srgbClr val="1F3762"/>
              </a:buClr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D</a:t>
            </a:r>
            <a:r>
              <a:rPr sz="2761" spc="-23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b</a:t>
            </a:r>
            <a:r>
              <a:rPr sz="2761" spc="23" dirty="0">
                <a:solidFill>
                  <a:srgbClr val="1F3762"/>
                </a:solidFill>
                <a:latin typeface="Times New Roman"/>
                <a:cs typeface="Times New Roman"/>
              </a:rPr>
              <a:t>u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g</a:t>
            </a:r>
            <a:r>
              <a:rPr sz="2761" spc="-35" dirty="0">
                <a:solidFill>
                  <a:srgbClr val="1F3762"/>
                </a:solidFill>
                <a:latin typeface="Times New Roman"/>
                <a:cs typeface="Times New Roman"/>
              </a:rPr>
              <a:t>g</a:t>
            </a:r>
            <a:r>
              <a:rPr sz="2761" spc="-12" dirty="0">
                <a:solidFill>
                  <a:srgbClr val="1F3762"/>
                </a:solidFill>
                <a:latin typeface="Times New Roman"/>
                <a:cs typeface="Times New Roman"/>
              </a:rPr>
              <a:t>e</a:t>
            </a:r>
            <a:r>
              <a:rPr sz="2761" dirty="0">
                <a:solidFill>
                  <a:srgbClr val="1F3762"/>
                </a:solidFill>
                <a:latin typeface="Times New Roman"/>
                <a:cs typeface="Times New Roman"/>
              </a:rPr>
              <a:t>r</a:t>
            </a:r>
            <a:endParaRPr sz="276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300"/>
              </a:lnSpc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inal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gg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softw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sponsible for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moving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ors,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hti</a:t>
            </a:r>
            <a:r>
              <a:rPr sz="2761" spc="9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bugg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lps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ddr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 s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23" dirty="0">
                <a:latin typeface="Times New Roman"/>
                <a:cs typeface="Times New Roman"/>
              </a:rPr>
              <a:t>tl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20800" y="775952"/>
            <a:ext cx="15163800" cy="85107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spc="35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610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ments,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oriz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into </a:t>
            </a:r>
            <a:r>
              <a:rPr sz="2761" i="1" dirty="0">
                <a:latin typeface="Times New Roman"/>
                <a:cs typeface="Times New Roman"/>
              </a:rPr>
              <a:t>r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al</a:t>
            </a:r>
            <a:r>
              <a:rPr sz="2761" i="1" spc="-12" dirty="0">
                <a:latin typeface="Times New Roman"/>
                <a:cs typeface="Times New Roman"/>
              </a:rPr>
              <a:t>-</a:t>
            </a:r>
            <a:r>
              <a:rPr sz="2761" i="1" dirty="0">
                <a:latin typeface="Times New Roman"/>
                <a:cs typeface="Times New Roman"/>
              </a:rPr>
              <a:t>time </a:t>
            </a:r>
            <a:r>
              <a:rPr sz="2761" i="1" spc="-299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mb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23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262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dirty="0">
                <a:latin typeface="Times New Roman"/>
                <a:cs typeface="Times New Roman"/>
              </a:rPr>
              <a:t>ste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i="1" dirty="0">
                <a:latin typeface="Times New Roman"/>
                <a:cs typeface="Times New Roman"/>
              </a:rPr>
              <a:t>standalone </a:t>
            </a:r>
            <a:r>
              <a:rPr sz="2761" i="1" spc="-288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spc="12" dirty="0">
                <a:latin typeface="Times New Roman"/>
                <a:cs typeface="Times New Roman"/>
              </a:rPr>
              <a:t>m</a:t>
            </a:r>
            <a:r>
              <a:rPr sz="2761" i="1" dirty="0">
                <a:latin typeface="Times New Roman"/>
                <a:cs typeface="Times New Roman"/>
              </a:rPr>
              <a:t>b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28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dirty="0">
                <a:latin typeface="Times New Roman"/>
                <a:cs typeface="Times New Roman"/>
              </a:rPr>
              <a:t>ste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i="1" spc="23" dirty="0">
                <a:latin typeface="Times New Roman"/>
                <a:cs typeface="Times New Roman"/>
              </a:rPr>
              <a:t>n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twor</a:t>
            </a:r>
            <a:r>
              <a:rPr sz="2761" i="1" spc="-12" dirty="0">
                <a:latin typeface="Times New Roman"/>
                <a:cs typeface="Times New Roman"/>
              </a:rPr>
              <a:t>ke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288" dirty="0">
                <a:latin typeface="Times New Roman"/>
                <a:cs typeface="Times New Roman"/>
              </a:rPr>
              <a:t> 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mb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</a:t>
            </a:r>
            <a:r>
              <a:rPr sz="2761" i="1" spc="23" dirty="0">
                <a:latin typeface="Times New Roman"/>
                <a:cs typeface="Times New Roman"/>
              </a:rPr>
              <a:t>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</a:t>
            </a:r>
            <a:r>
              <a:rPr sz="2761" i="1" spc="-288" dirty="0">
                <a:latin typeface="Times New Roman"/>
                <a:cs typeface="Times New Roman"/>
              </a:rPr>
              <a:t> </a:t>
            </a:r>
            <a:r>
              <a:rPr sz="2761" i="1" dirty="0">
                <a:latin typeface="Times New Roman"/>
                <a:cs typeface="Times New Roman"/>
              </a:rPr>
              <a:t>s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dirty="0">
                <a:latin typeface="Times New Roman"/>
                <a:cs typeface="Times New Roman"/>
              </a:rPr>
              <a:t>ste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i="1" dirty="0">
                <a:latin typeface="Times New Roman"/>
                <a:cs typeface="Times New Roman"/>
              </a:rPr>
              <a:t>mobile </a:t>
            </a:r>
            <a:r>
              <a:rPr sz="2761" i="1" spc="-23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m</a:t>
            </a:r>
            <a:r>
              <a:rPr sz="2761" i="1" spc="12" dirty="0">
                <a:latin typeface="Times New Roman"/>
                <a:cs typeface="Times New Roman"/>
              </a:rPr>
              <a:t>b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dd</a:t>
            </a:r>
            <a:r>
              <a:rPr sz="2761" i="1" spc="-12" dirty="0">
                <a:latin typeface="Times New Roman"/>
                <a:cs typeface="Times New Roman"/>
              </a:rPr>
              <a:t>e</a:t>
            </a:r>
            <a:r>
              <a:rPr sz="2761" i="1" dirty="0">
                <a:latin typeface="Times New Roman"/>
                <a:cs typeface="Times New Roman"/>
              </a:rPr>
              <a:t>d s</a:t>
            </a:r>
            <a:r>
              <a:rPr sz="2761" i="1" spc="-12" dirty="0">
                <a:latin typeface="Times New Roman"/>
                <a:cs typeface="Times New Roman"/>
              </a:rPr>
              <a:t>y</a:t>
            </a:r>
            <a:r>
              <a:rPr sz="2761" i="1" spc="23" dirty="0">
                <a:latin typeface="Times New Roman"/>
                <a:cs typeface="Times New Roman"/>
              </a:rPr>
              <a:t>s</a:t>
            </a:r>
            <a:r>
              <a:rPr sz="2761" i="1" dirty="0">
                <a:latin typeface="Times New Roman"/>
                <a:cs typeface="Times New Roman"/>
              </a:rPr>
              <a:t>te</a:t>
            </a:r>
            <a:r>
              <a:rPr sz="2761" i="1" spc="-12" dirty="0">
                <a:latin typeface="Times New Roman"/>
                <a:cs typeface="Times New Roman"/>
              </a:rPr>
              <a:t>m</a:t>
            </a:r>
            <a:r>
              <a:rPr sz="2761" i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4609" indent="-524479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al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i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253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25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prompt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lassifi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soft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nient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s)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me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strict d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dlin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s).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Standalo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b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d syste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fu</a:t>
            </a:r>
            <a:r>
              <a:rPr sz="2761" spc="-12" dirty="0">
                <a:latin typeface="Times New Roman"/>
                <a:cs typeface="Times New Roman"/>
              </a:rPr>
              <a:t>nc</a:t>
            </a:r>
            <a:r>
              <a:rPr sz="2761" dirty="0">
                <a:latin typeface="Times New Roman"/>
                <a:cs typeface="Times New Roman"/>
              </a:rPr>
              <a:t>tion ind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without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host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17531" indent="-524479">
              <a:lnSpc>
                <a:spcPct val="143300"/>
              </a:lnSpc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N</a:t>
            </a:r>
            <a:r>
              <a:rPr lang="en-US" sz="2761" b="1" spc="-23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two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k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 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 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syste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58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two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k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tions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ommunic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output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tion.</a:t>
            </a:r>
          </a:p>
          <a:p>
            <a:pPr marL="1079638" marR="14609" indent="-524479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obile </a:t>
            </a:r>
            <a:r>
              <a:rPr lang="en-US" sz="2761" b="1" spc="-127" dirty="0">
                <a:latin typeface="Times New Roman"/>
                <a:cs typeface="Times New Roman"/>
              </a:rPr>
              <a:t> 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b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dd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d </a:t>
            </a:r>
            <a:r>
              <a:rPr lang="en-US" sz="2761" b="1" spc="-115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syste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ref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small,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port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vic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ma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tphones </a:t>
            </a:r>
            <a:r>
              <a:rPr lang="en-US" sz="2761" spc="-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laptops.</a:t>
            </a: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endParaRPr lang="en-US" sz="2761" spc="-23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12"/>
              </a:spcBef>
            </a:pP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inal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lassifi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orm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mbed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stems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29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divid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into </a:t>
            </a:r>
            <a:r>
              <a:rPr lang="en-US" sz="2761" i="1" dirty="0">
                <a:latin typeface="Times New Roman"/>
                <a:cs typeface="Times New Roman"/>
              </a:rPr>
              <a:t>small</a:t>
            </a:r>
            <a:r>
              <a:rPr lang="en-US" sz="2761" i="1" spc="-12" dirty="0">
                <a:latin typeface="Times New Roman"/>
                <a:cs typeface="Times New Roman"/>
              </a:rPr>
              <a:t>-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al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i="1" dirty="0">
                <a:latin typeface="Times New Roman"/>
                <a:cs typeface="Times New Roman"/>
              </a:rPr>
              <a:t>m</a:t>
            </a:r>
            <a:r>
              <a:rPr lang="en-US" sz="2761" i="1" spc="-23" dirty="0">
                <a:latin typeface="Times New Roman"/>
                <a:cs typeface="Times New Roman"/>
              </a:rPr>
              <a:t>e</a:t>
            </a:r>
            <a:r>
              <a:rPr lang="en-US" sz="2761" i="1" dirty="0">
                <a:latin typeface="Times New Roman"/>
                <a:cs typeface="Times New Roman"/>
              </a:rPr>
              <a:t>diu</a:t>
            </a:r>
            <a:r>
              <a:rPr lang="en-US" sz="2761" i="1" spc="35" dirty="0">
                <a:latin typeface="Times New Roman"/>
                <a:cs typeface="Times New Roman"/>
              </a:rPr>
              <a:t>m</a:t>
            </a:r>
            <a:r>
              <a:rPr lang="en-US" sz="2761" i="1" spc="-12" dirty="0">
                <a:latin typeface="Times New Roman"/>
                <a:cs typeface="Times New Roman"/>
              </a:rPr>
              <a:t>-</a:t>
            </a:r>
            <a:r>
              <a:rPr lang="en-US" sz="2761" i="1" dirty="0">
                <a:latin typeface="Times New Roman"/>
                <a:cs typeface="Times New Roman"/>
              </a:rPr>
              <a:t>s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al</a:t>
            </a:r>
            <a:r>
              <a:rPr lang="en-US" sz="2761" i="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i="1" dirty="0">
                <a:latin typeface="Times New Roman"/>
                <a:cs typeface="Times New Roman"/>
              </a:rPr>
              <a:t>sophisti</a:t>
            </a:r>
            <a:r>
              <a:rPr lang="en-US" sz="2761" i="1" spc="-12" dirty="0">
                <a:latin typeface="Times New Roman"/>
                <a:cs typeface="Times New Roman"/>
              </a:rPr>
              <a:t>c</a:t>
            </a:r>
            <a:r>
              <a:rPr lang="en-US" sz="2761" i="1" dirty="0">
                <a:latin typeface="Times New Roman"/>
                <a:cs typeface="Times New Roman"/>
              </a:rPr>
              <a:t>ated</a:t>
            </a:r>
            <a:r>
              <a:rPr lang="en-US" sz="2761" i="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ori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bit </a:t>
            </a:r>
            <a:r>
              <a:rPr lang="en-US" sz="2761" spc="-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12" dirty="0">
                <a:latin typeface="Times New Roman"/>
                <a:cs typeface="Times New Roman"/>
              </a:rPr>
              <a:t>z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312518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75214" y="790495"/>
            <a:ext cx="13342586" cy="7355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ples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endParaRPr sz="368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204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shing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hine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levisions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phones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Printer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ndustri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hines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El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tronic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Automobiles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Equipment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990600"/>
            <a:ext cx="13738445" cy="2408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Application 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eas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bedded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: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900"/>
              </a:lnSpc>
              <a:spcBef>
                <a:spcPts val="596"/>
              </a:spcBef>
            </a:pPr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wher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unknowi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some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 of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stems:</a:t>
            </a:r>
          </a:p>
        </p:txBody>
      </p:sp>
      <p:sp>
        <p:nvSpPr>
          <p:cNvPr id="2" name="object 3"/>
          <p:cNvSpPr/>
          <p:nvPr/>
        </p:nvSpPr>
        <p:spPr>
          <a:xfrm>
            <a:off x="2311400" y="3886200"/>
            <a:ext cx="12549235" cy="49846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68297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1676400"/>
            <a:ext cx="14859000" cy="6664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604" indent="-378385" algn="just">
              <a:buClr>
                <a:srgbClr val="2E5395"/>
              </a:buClr>
              <a:buFont typeface="Times New Roman"/>
              <a:buAutoNum type="arabicPeriod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GPS</a:t>
            </a:r>
            <a:endParaRPr sz="299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6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positioning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PS)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llit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ronize 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loci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provide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GPS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mobile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All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’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GPS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ta)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to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lobal posi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600"/>
              </a:lnSpc>
              <a:spcBef>
                <a:spcPts val="161"/>
              </a:spcBef>
            </a:pPr>
            <a:endParaRPr sz="2761" dirty="0">
              <a:latin typeface="Times New Roman"/>
              <a:cs typeface="Times New Roman"/>
            </a:endParaRPr>
          </a:p>
          <a:p>
            <a:pPr marL="502565" indent="-473346" algn="just">
              <a:spcBef>
                <a:spcPts val="1898"/>
              </a:spcBef>
              <a:buClr>
                <a:srgbClr val="2E5395"/>
              </a:buClr>
              <a:buFont typeface="Times New Roman"/>
              <a:buAutoNum type="arabicPeriod" startAt="2"/>
              <a:tabLst>
                <a:tab pos="502565" algn="l"/>
              </a:tabLst>
            </a:pP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Medica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devices</a:t>
            </a:r>
            <a:endParaRPr sz="2991" dirty="0">
              <a:latin typeface="Times New Roman"/>
              <a:cs typeface="Times New Roman"/>
            </a:endParaRPr>
          </a:p>
          <a:p>
            <a:pPr marL="29219" marR="18992" algn="just">
              <a:lnSpc>
                <a:spcPct val="143900"/>
              </a:lnSpc>
              <a:spcBef>
                <a:spcPts val="127"/>
              </a:spcBef>
            </a:pPr>
            <a:r>
              <a:rPr sz="2761" dirty="0">
                <a:latin typeface="Times New Roman"/>
                <a:cs typeface="Times New Roman"/>
              </a:rPr>
              <a:t>Cuttin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-e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monitorin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lth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implants, pulse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rt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rate.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trans</a:t>
            </a:r>
            <a:r>
              <a:rPr sz="2761" spc="58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itted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loud,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vie</a:t>
            </a:r>
            <a:r>
              <a:rPr sz="2761" spc="-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58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 or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sional.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1089692"/>
            <a:ext cx="14859000" cy="78790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3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Aut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tive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4000"/>
              </a:lnSpc>
              <a:spcBef>
                <a:spcPts val="127"/>
              </a:spcBef>
            </a:pP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tomotive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ptive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strian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nition,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r br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kdown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ssistanc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12" dirty="0">
                <a:latin typeface="Times New Roman"/>
                <a:cs typeface="Times New Roman"/>
              </a:rPr>
              <a:t>ba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ment,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lock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king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stem,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-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hicle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e</a:t>
            </a:r>
            <a:r>
              <a:rPr sz="2761" spc="12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uipm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4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Aut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are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coll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ction</a:t>
            </a:r>
            <a:endParaRPr sz="2991" dirty="0">
              <a:latin typeface="Times New Roman"/>
              <a:cs typeface="Times New Roman"/>
            </a:endParaRPr>
          </a:p>
          <a:p>
            <a:pPr marL="29219" marR="21914" algn="just">
              <a:lnSpc>
                <a:spcPct val="143900"/>
              </a:lnSpc>
              <a:spcBef>
                <a:spcPts val="127"/>
              </a:spcBef>
            </a:pPr>
            <a:r>
              <a:rPr sz="2761" dirty="0">
                <a:latin typeface="Times New Roman"/>
                <a:cs typeface="Times New Roman"/>
              </a:rPr>
              <a:t>Automat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soluti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public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nsport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ssen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ir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ines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online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human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nsit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onsists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hines,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stripe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regular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rd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tic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lang="en-US" sz="2761" dirty="0">
                <a:latin typeface="Times New Roman"/>
                <a:cs typeface="Times New Roman"/>
              </a:rPr>
              <a:t> ma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hines.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All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these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dirty="0">
                <a:latin typeface="Times New Roman"/>
                <a:cs typeface="Times New Roman"/>
              </a:rPr>
              <a:t>pon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include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mbed</a:t>
            </a:r>
            <a:r>
              <a:rPr lang="en-US" sz="2761" spc="12" dirty="0">
                <a:latin typeface="Times New Roman"/>
                <a:cs typeface="Times New Roman"/>
              </a:rPr>
              <a:t>de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stems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them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ommunic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with </a:t>
            </a:r>
            <a:r>
              <a:rPr lang="en-US" sz="2761" spc="-12" dirty="0">
                <a:latin typeface="Times New Roman"/>
                <a:cs typeface="Times New Roman"/>
              </a:rPr>
              <a:t>eac</a:t>
            </a:r>
            <a:r>
              <a:rPr lang="en-US" sz="2761" dirty="0">
                <a:latin typeface="Times New Roman"/>
                <a:cs typeface="Times New Roman"/>
              </a:rPr>
              <a:t>h oth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thus k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m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nism 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l.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51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1371600"/>
            <a:ext cx="15087600" cy="7479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5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Fitness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trackers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  <a:spcBef>
                <a:spcPts val="1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itn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lth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ics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tivities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runnin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lkin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sle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oll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od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lked.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nsmitt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via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twork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 su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 or 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RS.</a:t>
            </a:r>
          </a:p>
          <a:p>
            <a:pPr>
              <a:spcBef>
                <a:spcPts val="37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6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tertai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ment</a:t>
            </a:r>
            <a:endParaRPr sz="2991" dirty="0">
              <a:latin typeface="Times New Roman"/>
              <a:cs typeface="Times New Roman"/>
            </a:endParaRPr>
          </a:p>
          <a:p>
            <a:pPr marL="29219" marR="14609" algn="just">
              <a:lnSpc>
                <a:spcPct val="1437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Ent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visions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mainst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homes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ldwide. 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46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ntenn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Port,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Eth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sides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mote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nsmit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visions.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Sma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tel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visions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include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supports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 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import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role 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35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round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 to 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home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tainment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sm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rter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discov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400" y="1083280"/>
            <a:ext cx="14782800" cy="78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7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Aut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teller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chines</a:t>
            </a:r>
            <a:endParaRPr sz="299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8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Automat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teller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TMs)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tronic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69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nking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tor.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tion,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host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rk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ies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during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stor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ssed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At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mbed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inputs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the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nk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mput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37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8"/>
              <a:tabLst>
                <a:tab pos="409064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Manu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acturing</a:t>
            </a:r>
            <a:endParaRPr sz="2991" dirty="0">
              <a:latin typeface="Times New Roman"/>
              <a:cs typeface="Times New Roman"/>
            </a:endParaRPr>
          </a:p>
          <a:p>
            <a:pPr marL="29219" marR="16070" algn="just">
              <a:lnSpc>
                <a:spcPct val="143700"/>
              </a:lnSpc>
              <a:spcBef>
                <a:spcPts val="127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tor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tod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ots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sses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46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ision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tasks,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rous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rk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onditions,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both.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jobs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obots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 </a:t>
            </a:r>
            <a:r>
              <a:rPr sz="2761" spc="-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fitted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tuato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them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‘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’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nvir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nment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rive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output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ien</a:t>
            </a:r>
            <a:r>
              <a:rPr sz="2761" spc="23" dirty="0">
                <a:latin typeface="Times New Roman"/>
                <a:cs typeface="Times New Roman"/>
              </a:rPr>
              <a:t>tl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Robots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quipped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link them to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sub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 to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hieve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</a:p>
        </p:txBody>
      </p:sp>
    </p:spTree>
    <p:extLst>
      <p:ext uri="{BB962C8B-B14F-4D97-AF65-F5344CB8AC3E}">
        <p14:creationId xmlns:p14="http://schemas.microsoft.com/office/powerpoint/2010/main" val="732290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762000"/>
            <a:ext cx="15011400" cy="7904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7604" indent="-378385" algn="just">
              <a:buClr>
                <a:srgbClr val="2E5395"/>
              </a:buClr>
              <a:buFont typeface="Times New Roman"/>
              <a:buAutoNum type="arabicPeriod" startAt="9"/>
              <a:tabLst>
                <a:tab pos="409064" algn="l"/>
              </a:tabLst>
            </a:pP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Electric 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v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ehicle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ch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ar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ging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stati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ns</a:t>
            </a:r>
            <a:endParaRPr sz="299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600"/>
              </a:lnSpc>
              <a:spcBef>
                <a:spcPts val="161"/>
              </a:spcBef>
            </a:pPr>
            <a:r>
              <a:rPr sz="2761" dirty="0">
                <a:latin typeface="Times New Roman"/>
                <a:cs typeface="Times New Roman"/>
              </a:rPr>
              <a:t>El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tric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hicle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stations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supp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c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tric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hicl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Emb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stations</a:t>
            </a:r>
            <a:r>
              <a:rPr sz="2761" spc="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12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ide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58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for 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phics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issu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hnici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bout up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mainte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  <a:p>
            <a:pPr algn="just"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algn="just">
              <a:spcBef>
                <a:spcPts val="30"/>
              </a:spcBef>
            </a:pPr>
            <a:endParaRPr sz="2991" dirty="0">
              <a:latin typeface="Times New Roman"/>
              <a:cs typeface="Times New Roman"/>
            </a:endParaRPr>
          </a:p>
          <a:p>
            <a:pPr marL="596063" indent="-566844" algn="just">
              <a:buClr>
                <a:srgbClr val="2E5395"/>
              </a:buClr>
              <a:buFont typeface="Times New Roman"/>
              <a:buAutoNum type="arabicPeriod" startAt="10"/>
              <a:tabLst>
                <a:tab pos="597526" algn="l"/>
              </a:tabLst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Sel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servic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ki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2991" spc="-35" dirty="0">
                <a:solidFill>
                  <a:srgbClr val="2E5395"/>
                </a:solidFill>
                <a:latin typeface="Times New Roman"/>
                <a:cs typeface="Times New Roman"/>
              </a:rPr>
              <a:t>sks</a:t>
            </a:r>
            <a:endParaRPr sz="2991" dirty="0">
              <a:latin typeface="Times New Roman"/>
              <a:cs typeface="Times New Roman"/>
            </a:endParaRPr>
          </a:p>
          <a:p>
            <a:pPr marL="29219" marR="32141" algn="just">
              <a:lnSpc>
                <a:spcPct val="143800"/>
              </a:lnSpc>
              <a:spcBef>
                <a:spcPts val="161"/>
              </a:spcBef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inal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kiosks 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of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 users info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nvironme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ts wh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man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unf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Think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kiosk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movi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for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.m. sc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most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 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rvice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kiosks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 in va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ious fo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ms, f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om s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chines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stations with 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-c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kout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kiosks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ai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ports,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tail stor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hospitals,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buildin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 Embedd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vide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omputing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</a:t>
            </a:r>
            <a:r>
              <a:rPr sz="2761" spc="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 kiosks to 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ust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>
                <a:latin typeface="Times New Roman"/>
                <a:cs typeface="Times New Roman"/>
              </a:rPr>
              <a:t>int</a:t>
            </a:r>
            <a:r>
              <a:rPr sz="2761" spc="-12">
                <a:latin typeface="Times New Roman"/>
                <a:cs typeface="Times New Roman"/>
              </a:rPr>
              <a:t>e</a:t>
            </a:r>
            <a:r>
              <a:rPr sz="2761">
                <a:latin typeface="Times New Roman"/>
                <a:cs typeface="Times New Roman"/>
              </a:rPr>
              <a:t>r</a:t>
            </a:r>
            <a:r>
              <a:rPr sz="2761" spc="-23">
                <a:latin typeface="Times New Roman"/>
                <a:cs typeface="Times New Roman"/>
              </a:rPr>
              <a:t>a</a:t>
            </a:r>
            <a:r>
              <a:rPr sz="2761" spc="-12">
                <a:latin typeface="Times New Roman"/>
                <a:cs typeface="Times New Roman"/>
              </a:rPr>
              <a:t>c</a:t>
            </a:r>
            <a:r>
              <a:rPr sz="2761">
                <a:latin typeface="Times New Roman"/>
                <a:cs typeface="Times New Roman"/>
              </a:rPr>
              <a:t>tive</a:t>
            </a:r>
            <a:r>
              <a:rPr sz="2761" spc="12">
                <a:latin typeface="Times New Roman"/>
                <a:cs typeface="Times New Roman"/>
              </a:rPr>
              <a:t> </a:t>
            </a:r>
            <a:r>
              <a:rPr sz="2761" spc="-12">
                <a:latin typeface="Times New Roman"/>
                <a:cs typeface="Times New Roman"/>
              </a:rPr>
              <a:t>e</a:t>
            </a:r>
            <a:r>
              <a:rPr sz="2761" spc="23">
                <a:latin typeface="Times New Roman"/>
                <a:cs typeface="Times New Roman"/>
              </a:rPr>
              <a:t>x</a:t>
            </a:r>
            <a:r>
              <a:rPr sz="2761">
                <a:latin typeface="Times New Roman"/>
                <a:cs typeface="Times New Roman"/>
              </a:rPr>
              <a:t>p</a:t>
            </a:r>
            <a:r>
              <a:rPr sz="2761" spc="-12">
                <a:latin typeface="Times New Roman"/>
                <a:cs typeface="Times New Roman"/>
              </a:rPr>
              <a:t>e</a:t>
            </a:r>
            <a:r>
              <a:rPr sz="2761">
                <a:latin typeface="Times New Roman"/>
                <a:cs typeface="Times New Roman"/>
              </a:rPr>
              <a:t>ri</a:t>
            </a:r>
            <a:r>
              <a:rPr sz="2761" spc="-23">
                <a:latin typeface="Times New Roman"/>
                <a:cs typeface="Times New Roman"/>
              </a:rPr>
              <a:t>e</a:t>
            </a:r>
            <a:r>
              <a:rPr sz="2761">
                <a:latin typeface="Times New Roman"/>
                <a:cs typeface="Times New Roman"/>
              </a:rPr>
              <a:t>n</a:t>
            </a:r>
            <a:r>
              <a:rPr sz="2761" spc="12">
                <a:latin typeface="Times New Roman"/>
                <a:cs typeface="Times New Roman"/>
              </a:rPr>
              <a:t>c</a:t>
            </a:r>
            <a:r>
              <a:rPr sz="2761" spc="-12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.</a:t>
            </a:r>
            <a:endParaRPr sz="276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2150</Words>
  <Application>Microsoft Office PowerPoint</Application>
  <PresentationFormat>Custom</PresentationFormat>
  <Paragraphs>104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2024-06-25T11:40:39Z</dcterms:created>
  <dcterms:modified xsi:type="dcterms:W3CDTF">2024-06-25T19:23:58Z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