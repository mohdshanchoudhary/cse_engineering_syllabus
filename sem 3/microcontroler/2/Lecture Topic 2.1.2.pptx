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7" r:id="rId4"/>
    <p:sldId id="261" r:id="rId5"/>
    <p:sldId id="262" r:id="rId6"/>
    <p:sldId id="258" r:id="rId7"/>
    <p:sldId id="263" r:id="rId8"/>
    <p:sldId id="259" r:id="rId9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46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4433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06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6567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295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62961"/>
            <a:ext cx="8265855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vs.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puting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35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01800" y="1295400"/>
            <a:ext cx="13656634" cy="8366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524000"/>
            <a:ext cx="13735523" cy="39657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vs.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21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oll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s.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unique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liti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distin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uish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te,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ssential  to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solutions.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 to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them.</a:t>
            </a:r>
          </a:p>
        </p:txBody>
      </p:sp>
    </p:spTree>
    <p:extLst>
      <p:ext uri="{BB962C8B-B14F-4D97-AF65-F5344CB8AC3E}">
        <p14:creationId xmlns:p14="http://schemas.microsoft.com/office/powerpoint/2010/main" val="402790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90600"/>
            <a:ext cx="15087600" cy="8513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6070" algn="ctr">
              <a:lnSpc>
                <a:spcPct val="143800"/>
              </a:lnSpc>
            </a:pP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Embedded</a:t>
            </a:r>
            <a:r>
              <a:rPr lang="en-US" sz="2800" spc="12" dirty="0">
                <a:solidFill>
                  <a:srgbClr val="2E5395"/>
                </a:solidFill>
                <a:latin typeface="Times New Roman"/>
                <a:cs typeface="Times New Roman"/>
              </a:rPr>
              <a:t> S</a:t>
            </a:r>
            <a:r>
              <a:rPr lang="en-US" sz="2800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2800" spc="-12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lang="en-US" sz="280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ms</a:t>
            </a:r>
            <a:r>
              <a:rPr lang="en-US" sz="28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vs</a:t>
            </a:r>
            <a:r>
              <a:rPr lang="en-US" sz="2800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Microcont</a:t>
            </a:r>
            <a:r>
              <a:rPr lang="en-US" sz="280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2800" spc="-12" dirty="0">
                <a:solidFill>
                  <a:srgbClr val="2E5395"/>
                </a:solidFill>
                <a:latin typeface="Times New Roman"/>
                <a:cs typeface="Times New Roman"/>
              </a:rPr>
              <a:t>ollers:</a:t>
            </a:r>
            <a:r>
              <a:rPr lang="en-US" sz="2800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lang="en-US" sz="2800" spc="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2800" spc="-46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Dif</a:t>
            </a:r>
            <a:r>
              <a:rPr lang="en-US" sz="2800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erences</a:t>
            </a:r>
          </a:p>
          <a:p>
            <a:pPr marL="29219" marR="16070" algn="just">
              <a:lnSpc>
                <a:spcPct val="143800"/>
              </a:lnSpc>
            </a:pPr>
            <a:endParaRPr lang="en-US" sz="280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800"/>
              </a:lnSpc>
            </a:pPr>
            <a:r>
              <a:rPr lang="en-US" sz="2800" spc="-23" dirty="0">
                <a:solidFill>
                  <a:srgbClr val="2E5395"/>
                </a:solidFill>
                <a:latin typeface="Times New Roman"/>
                <a:cs typeface="Times New Roman"/>
              </a:rPr>
              <a:t>Architecture</a:t>
            </a:r>
            <a:endParaRPr lang="en-US" sz="2800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800"/>
              </a:lnSpc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800"/>
              </a:lnSpc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sophisti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omprising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including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ls.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ms. The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tasks,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quiring multiple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to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se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ic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oll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nd,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solutions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onsolidate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U,</a:t>
            </a:r>
            <a:endParaRPr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 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AM 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and  RO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), 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and  p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al  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nt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uit.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onsolidation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simplifi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tasks.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optimi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 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and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to enhan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752600"/>
            <a:ext cx="14706600" cy="6313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Flexibili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endParaRPr sz="2991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800"/>
              </a:lnSpc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11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nown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ibi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tensiv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ustomi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ptabili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the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ful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tailor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tifun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 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ross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industri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algn="just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st,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ll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ible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tasks.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</a:t>
            </a:r>
          </a:p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 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ptabil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sks 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tensive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ustomi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is unn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968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0400" y="1752600"/>
            <a:ext cx="14325600" cy="6386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plexi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endParaRPr sz="2991" dirty="0">
              <a:latin typeface="Times New Roman"/>
              <a:cs typeface="Times New Roman"/>
            </a:endParaRPr>
          </a:p>
          <a:p>
            <a:pPr>
              <a:spcBef>
                <a:spcPts val="28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29219" marR="18992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plexity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21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involve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multiple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ssors,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tensive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sophisti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labili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 simple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  <a:p>
            <a:pPr marL="29219" marR="11688" algn="just">
              <a:lnSpc>
                <a:spcPts val="4785"/>
              </a:lnSpc>
              <a:spcBef>
                <a:spcPts val="368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ic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oll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</a:t>
            </a:r>
            <a:r>
              <a:rPr sz="2761" spc="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inher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69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ints  of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hip.  This  simp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ous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ions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quiring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ici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without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dditional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70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838200"/>
            <a:ext cx="14859000" cy="8225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Applications</a:t>
            </a:r>
            <a:endParaRPr sz="3681" dirty="0">
              <a:latin typeface="Times New Roman"/>
              <a:cs typeface="Times New Roman"/>
            </a:endParaRPr>
          </a:p>
          <a:p>
            <a:pPr marL="29219" marR="21914">
              <a:lnSpc>
                <a:spcPct val="144200"/>
              </a:lnSpc>
              <a:spcBef>
                <a:spcPts val="3209"/>
              </a:spcBef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ross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industri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ptabili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 marR="17531" indent="-524479" algn="just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Auto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tive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Indust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manage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irba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driv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ssistan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 (A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AS).</a:t>
            </a:r>
          </a:p>
          <a:p>
            <a:pPr marL="1079638" indent="-524479" algn="just">
              <a:spcBef>
                <a:spcPts val="1024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Me</a:t>
            </a:r>
            <a:r>
              <a:rPr sz="2761" b="1" dirty="0">
                <a:latin typeface="Times New Roman"/>
                <a:cs typeface="Times New Roman"/>
              </a:rPr>
              <a:t>dical </a:t>
            </a:r>
            <a:r>
              <a:rPr sz="2761" b="1" spc="-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vi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ritic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</a:p>
          <a:p>
            <a:pPr marL="1079638" marR="2191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hines, 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tic 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ision 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3149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Consu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 </a:t>
            </a:r>
            <a:r>
              <a:rPr sz="2761" b="1" spc="-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Elect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onic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tph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home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Indust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ial  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Auto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atio</a:t>
            </a:r>
            <a:r>
              <a:rPr sz="2761" b="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drive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manu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</a:p>
          <a:p>
            <a:pPr marL="1079638" marR="21914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sses,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monitoring 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optimi</a:t>
            </a:r>
            <a:r>
              <a:rPr sz="2761" spc="-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ing 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prod</a:t>
            </a:r>
            <a:r>
              <a:rPr sz="2761" spc="-12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1295400"/>
            <a:ext cx="14706600" cy="7177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Applications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ic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oll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tile,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nt,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69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ontrol:</a:t>
            </a:r>
          </a:p>
          <a:p>
            <a:pPr marL="1079638" marR="20453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Ho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e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Ap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lian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shing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hines,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ient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35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nienc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20453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W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able  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vi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fitn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 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 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 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rf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Re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e 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Cont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ol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kbone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mote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</a:p>
          <a:p>
            <a:pPr marL="1079638" marR="2045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viding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sponsive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TV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tronic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marR="17531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IoT </a:t>
            </a:r>
            <a:r>
              <a:rPr sz="2761" b="1" spc="13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vic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b="1" dirty="0">
                <a:latin typeface="Times New Roman"/>
                <a:cs typeface="Times New Roman"/>
              </a:rPr>
              <a:t>Int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 </a:t>
            </a:r>
            <a:r>
              <a:rPr sz="2761" b="1" spc="15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gs 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(IoT)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stem,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sm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415026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600200"/>
            <a:ext cx="14173200" cy="51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nclusion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s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ommon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in computing 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hnolo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 distinct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 make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suitable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nolo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landsc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Emb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with their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plex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ustomi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l for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ibi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ptabili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 simpli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l in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trol tasks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htf</a:t>
            </a:r>
            <a:r>
              <a:rPr sz="2761" spc="12" dirty="0">
                <a:latin typeface="Times New Roman"/>
                <a:cs typeface="Times New Roman"/>
              </a:rPr>
              <a:t>or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o</a:t>
            </a:r>
            <a:r>
              <a:rPr sz="2761" spc="-12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mou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t. 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ial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ient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solutions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ross various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ields.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767</Words>
  <Application>Microsoft Office PowerPoint</Application>
  <PresentationFormat>Custom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5</cp:revision>
  <dcterms:created xsi:type="dcterms:W3CDTF">2024-06-25T12:27:05Z</dcterms:created>
  <dcterms:modified xsi:type="dcterms:W3CDTF">2024-06-25T19:23:39Z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