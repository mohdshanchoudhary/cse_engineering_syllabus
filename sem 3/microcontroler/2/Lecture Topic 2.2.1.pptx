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77724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62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79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5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5"/>
            <a:ext cx="6995159" cy="16093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59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7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0" y="1082817"/>
            <a:ext cx="5970270" cy="4996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1418590">
              <a:lnSpc>
                <a:spcPct val="100000"/>
              </a:lnSpc>
            </a:pP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2E5395"/>
                </a:solidFill>
                <a:latin typeface="Times New Roman"/>
                <a:cs typeface="Times New Roman"/>
              </a:rPr>
              <a:t>&amp;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its P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ro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1600" spc="-2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1600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ing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Conce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ts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ts val="1900"/>
              </a:lnSpc>
              <a:spcBef>
                <a:spcPts val="1350"/>
              </a:spcBef>
            </a:pP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Overview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1600" spc="1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1600" spc="-20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du</a:t>
            </a:r>
            <a:r>
              <a:rPr sz="1600" spc="0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no</a:t>
            </a: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ts val="1420"/>
              </a:lnSpc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 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 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e  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spc="-5" dirty="0">
                <a:latin typeface="Times New Roman"/>
                <a:cs typeface="Times New Roman"/>
              </a:rPr>
              <a:t>ec</a:t>
            </a:r>
            <a:r>
              <a:rPr sz="1200" dirty="0">
                <a:latin typeface="Times New Roman"/>
                <a:cs typeface="Times New Roman"/>
              </a:rPr>
              <a:t>troni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s 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spc="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orm 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20" dirty="0">
                <a:latin typeface="Times New Roman"/>
                <a:cs typeface="Times New Roman"/>
              </a:rPr>
              <a:t>s</a:t>
            </a:r>
            <a:r>
              <a:rPr sz="1200" spc="-10" dirty="0">
                <a:latin typeface="Times New Roman"/>
                <a:cs typeface="Times New Roman"/>
              </a:rPr>
              <a:t>y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use  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e  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softw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ble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ht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nsor,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5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button,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T</a:t>
            </a:r>
            <a:r>
              <a:rPr sz="1200" spc="-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itter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rn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</a:t>
            </a:r>
            <a:r>
              <a:rPr sz="1200" dirty="0">
                <a:latin typeface="Times New Roman"/>
                <a:cs typeface="Times New Roman"/>
              </a:rPr>
              <a:t>tiv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motor,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turning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publishing something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onlin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.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n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tell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5" dirty="0">
                <a:latin typeface="Times New Roman"/>
                <a:cs typeface="Times New Roman"/>
              </a:rPr>
              <a:t>ha</a:t>
            </a:r>
            <a:r>
              <a:rPr sz="1200" dirty="0">
                <a:latin typeface="Times New Roman"/>
                <a:cs typeface="Times New Roman"/>
              </a:rPr>
              <a:t>t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nding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tions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e mi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ro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ontroll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rd. 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 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 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ou 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se 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 pr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m</a:t>
            </a:r>
            <a:r>
              <a:rPr sz="1200" dirty="0">
                <a:latin typeface="Times New Roman"/>
                <a:cs typeface="Times New Roman"/>
              </a:rPr>
              <a:t>ming 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5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(b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on 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irin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),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the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</a:t>
            </a:r>
            <a:r>
              <a:rPr sz="1200" spc="5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ino </a:t>
            </a:r>
            <a:r>
              <a:rPr sz="1200" spc="5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oft</a:t>
            </a:r>
            <a:r>
              <a:rPr sz="1200" spc="-5" dirty="0">
                <a:latin typeface="Times New Roman"/>
                <a:cs typeface="Times New Roman"/>
              </a:rPr>
              <a:t>wa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(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)</a:t>
            </a:r>
            <a:r>
              <a:rPr sz="1200" dirty="0">
                <a:latin typeface="Times New Roman"/>
                <a:cs typeface="Times New Roman"/>
              </a:rPr>
              <a:t>, b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ssin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Ov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ee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ous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ts,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5" dirty="0">
                <a:latin typeface="Times New Roman"/>
                <a:cs typeface="Times New Roman"/>
              </a:rPr>
              <a:t>r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6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ompl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x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ientific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instrum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nts.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ldwi</a:t>
            </a:r>
            <a:r>
              <a:rPr sz="1200" spc="10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10" dirty="0">
                <a:latin typeface="Times New Roman"/>
                <a:cs typeface="Times New Roman"/>
              </a:rPr>
              <a:t>m</a:t>
            </a:r>
            <a:r>
              <a:rPr sz="1200" dirty="0">
                <a:latin typeface="Times New Roman"/>
                <a:cs typeface="Times New Roman"/>
              </a:rPr>
              <a:t>muni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k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hob</a:t>
            </a:r>
            <a:r>
              <a:rPr sz="1200" spc="10" dirty="0">
                <a:latin typeface="Times New Roman"/>
                <a:cs typeface="Times New Roman"/>
              </a:rPr>
              <a:t>b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ists,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rtists, p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ogr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rs,  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 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ssion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ls  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  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 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ther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 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round  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  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sour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e  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orm,  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ontributions 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ve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 to an 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dible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mo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nt of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ce</a:t>
            </a:r>
            <a:r>
              <a:rPr sz="1200" dirty="0">
                <a:latin typeface="Times New Roman"/>
                <a:cs typeface="Times New Roman"/>
              </a:rPr>
              <a:t>ssible kno</a:t>
            </a:r>
            <a:r>
              <a:rPr sz="1200" spc="-5" dirty="0">
                <a:latin typeface="Times New Roman"/>
                <a:cs typeface="Times New Roman"/>
              </a:rPr>
              <a:t>w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 t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 c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ea</a:t>
            </a:r>
            <a:r>
              <a:rPr sz="1200" dirty="0">
                <a:latin typeface="Times New Roman"/>
                <a:cs typeface="Times New Roman"/>
              </a:rPr>
              <a:t>t h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lp to novic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ts alike.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nt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ti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gn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nstitute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ea</a:t>
            </a:r>
            <a:r>
              <a:rPr sz="1200" spc="2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pi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,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437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im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</a:t>
            </a:r>
            <a:r>
              <a:rPr sz="1200" spc="-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ac</a:t>
            </a:r>
            <a:r>
              <a:rPr sz="1200" dirty="0">
                <a:latin typeface="Times New Roman"/>
                <a:cs typeface="Times New Roman"/>
              </a:rPr>
              <a:t>kgro</a:t>
            </a:r>
            <a:r>
              <a:rPr sz="1200" spc="-5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nics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</a:t>
            </a:r>
            <a:r>
              <a:rPr sz="1200" spc="-20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mmin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soon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wid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ommuni</a:t>
            </a:r>
            <a:r>
              <a:rPr sz="1200" spc="15" dirty="0">
                <a:latin typeface="Times New Roman"/>
                <a:cs typeface="Times New Roman"/>
              </a:rPr>
              <a:t>t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,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rduino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ted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g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pt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w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ee</a:t>
            </a:r>
            <a:r>
              <a:rPr sz="1200" dirty="0">
                <a:latin typeface="Times New Roman"/>
                <a:cs typeface="Times New Roman"/>
              </a:rPr>
              <a:t>ds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ng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s, dif</a:t>
            </a:r>
            <a:r>
              <a:rPr sz="1200" spc="-5" dirty="0">
                <a:latin typeface="Times New Roman"/>
                <a:cs typeface="Times New Roman"/>
              </a:rPr>
              <a:t>fe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nti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rom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8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</a:t>
            </a:r>
            <a:r>
              <a:rPr sz="1200" spc="-5" dirty="0">
                <a:latin typeface="Times New Roman"/>
                <a:cs typeface="Times New Roman"/>
              </a:rPr>
              <a:t>uc</a:t>
            </a:r>
            <a:r>
              <a:rPr sz="1200" dirty="0">
                <a:latin typeface="Times New Roman"/>
                <a:cs typeface="Times New Roman"/>
              </a:rPr>
              <a:t>ts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oT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ppli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tions,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ble,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3D printin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,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1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nvironme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10" y="6586620"/>
            <a:ext cx="5969635" cy="224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1905"/>
              </a:lnSpc>
            </a:pPr>
            <a:r>
              <a:rPr sz="1600" spc="-30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hy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1600" spc="-20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duin</a:t>
            </a:r>
            <a:r>
              <a:rPr sz="1600" spc="-20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?</a:t>
            </a: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ts val="1425"/>
              </a:lnSpc>
            </a:pPr>
            <a:r>
              <a:rPr sz="1200" dirty="0">
                <a:latin typeface="Times New Roman"/>
                <a:cs typeface="Times New Roman"/>
              </a:rPr>
              <a:t>Th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nks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d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ce</a:t>
            </a:r>
            <a:r>
              <a:rPr sz="1200" dirty="0">
                <a:latin typeface="Times New Roman"/>
                <a:cs typeface="Times New Roman"/>
              </a:rPr>
              <a:t>ssible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i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ce</a:t>
            </a:r>
            <a:r>
              <a:rPr sz="1200" dirty="0">
                <a:latin typeface="Times New Roman"/>
                <a:cs typeface="Times New Roman"/>
              </a:rPr>
              <a:t>,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thous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nds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f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dif</a:t>
            </a:r>
            <a:r>
              <a:rPr sz="1200" spc="-5" dirty="0">
                <a:latin typeface="Times New Roman"/>
                <a:cs typeface="Times New Roman"/>
              </a:rPr>
              <a:t>fe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 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ts 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ppli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tions. 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 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ea</a:t>
            </a:r>
            <a:r>
              <a:rPr sz="1200" spc="20" dirty="0">
                <a:latin typeface="Times New Roman"/>
                <a:cs typeface="Times New Roman"/>
              </a:rPr>
              <a:t>s</a:t>
            </a:r>
            <a:r>
              <a:rPr sz="1200" spc="-15" dirty="0">
                <a:latin typeface="Times New Roman"/>
                <a:cs typeface="Times New Roman"/>
              </a:rPr>
              <a:t>y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se 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inne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s, 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fl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ible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nou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10" dirty="0">
                <a:latin typeface="Times New Roman"/>
                <a:cs typeface="Times New Roman"/>
              </a:rPr>
              <a:t>v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ce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ac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indows,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inu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ac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 use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</a:t>
            </a:r>
            <a:r>
              <a:rPr sz="1200" spc="-1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ld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ost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2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ientific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instrum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nts,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2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ove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mist</a:t>
            </a:r>
            <a:r>
              <a:rPr sz="1200" spc="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5" dirty="0">
                <a:latin typeface="Times New Roman"/>
                <a:cs typeface="Times New Roman"/>
              </a:rPr>
              <a:t> 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si</a:t>
            </a:r>
            <a:r>
              <a:rPr sz="1200" spc="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prin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ipl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3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 sta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ted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mming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robotics.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si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hit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ts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nte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ac</a:t>
            </a:r>
            <a:r>
              <a:rPr sz="1200" dirty="0">
                <a:latin typeface="Times New Roman"/>
                <a:cs typeface="Times New Roman"/>
              </a:rPr>
              <a:t>tive 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</a:t>
            </a:r>
            <a:r>
              <a:rPr sz="1200" spc="20" dirty="0">
                <a:latin typeface="Times New Roman"/>
                <a:cs typeface="Times New Roman"/>
              </a:rPr>
              <a:t>t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s, musi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ians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rtists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tions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rim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w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musi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l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instrum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nts. M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k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ours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</a:t>
            </a:r>
            <a:r>
              <a:rPr sz="1200" spc="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</a:t>
            </a:r>
            <a:r>
              <a:rPr sz="1200" spc="5" dirty="0">
                <a:latin typeface="Times New Roman"/>
                <a:cs typeface="Times New Roman"/>
              </a:rPr>
              <a:t>j</a:t>
            </a:r>
            <a:r>
              <a:rPr sz="1200" spc="-5" dirty="0">
                <a:latin typeface="Times New Roman"/>
                <a:cs typeface="Times New Roman"/>
              </a:rPr>
              <a:t>ec</a:t>
            </a:r>
            <a:r>
              <a:rPr sz="1200" dirty="0">
                <a:latin typeface="Times New Roman"/>
                <a:cs typeface="Times New Roman"/>
              </a:rPr>
              <a:t>ts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hibited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k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mpl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. 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</a:t>
            </a:r>
            <a:r>
              <a:rPr sz="1200" spc="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0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hildr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hob</a:t>
            </a:r>
            <a:r>
              <a:rPr sz="1200" spc="20" dirty="0">
                <a:latin typeface="Times New Roman"/>
                <a:cs typeface="Times New Roman"/>
              </a:rPr>
              <a:t>b</a:t>
            </a:r>
            <a:r>
              <a:rPr sz="1200" spc="-40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ists,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rtists,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</a:t>
            </a:r>
            <a:r>
              <a:rPr sz="1200" spc="-20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5" y="923387"/>
            <a:ext cx="5971540" cy="7539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20" algn="just">
              <a:lnSpc>
                <a:spcPct val="143300"/>
              </a:lnSpc>
            </a:pP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n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t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tink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ring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just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spc="10" dirty="0">
                <a:latin typeface="Times New Roman"/>
                <a:cs typeface="Times New Roman"/>
              </a:rPr>
              <a:t>b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spc="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st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p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tions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k</a:t>
            </a:r>
            <a:r>
              <a:rPr sz="1200" dirty="0">
                <a:latin typeface="Times New Roman"/>
                <a:cs typeface="Times New Roman"/>
              </a:rPr>
              <a:t>it,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ring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online with oth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m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mbe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s of t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Arduino 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ommuni</a:t>
            </a:r>
            <a:r>
              <a:rPr sz="1200" spc="15" dirty="0">
                <a:latin typeface="Times New Roman"/>
                <a:cs typeface="Times New Roman"/>
              </a:rPr>
              <a:t>t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re 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</a:t>
            </a:r>
            <a:r>
              <a:rPr sz="1200" spc="2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y 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ro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ontroll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 </a:t>
            </a:r>
            <a:r>
              <a:rPr sz="1200" spc="-5" dirty="0">
                <a:latin typeface="Times New Roman"/>
                <a:cs typeface="Times New Roman"/>
              </a:rPr>
              <a:t> 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ro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ontroll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rms </a:t>
            </a:r>
            <a:r>
              <a:rPr sz="1200" spc="-5" dirty="0">
                <a:latin typeface="Times New Roman"/>
                <a:cs typeface="Times New Roman"/>
              </a:rPr>
              <a:t> a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ble 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20" dirty="0">
                <a:latin typeface="Times New Roman"/>
                <a:cs typeface="Times New Roman"/>
              </a:rPr>
              <a:t>h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sic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omputin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.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x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ic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Stamp,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dia</a:t>
            </a:r>
            <a:r>
              <a:rPr sz="1200" spc="-15" dirty="0">
                <a:latin typeface="Times New Roman"/>
                <a:cs typeface="Times New Roman"/>
              </a:rPr>
              <a:t>'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15" dirty="0">
                <a:latin typeface="Times New Roman"/>
                <a:cs typeface="Times New Roman"/>
              </a:rPr>
              <a:t>X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24,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Phid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ts,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spc="5" dirty="0">
                <a:latin typeface="Times New Roman"/>
                <a:cs typeface="Times New Roman"/>
              </a:rPr>
              <a:t>T</a:t>
            </a:r>
            <a:r>
              <a:rPr sz="1200" spc="-15" dirty="0">
                <a:latin typeface="Times New Roman"/>
                <a:cs typeface="Times New Roman"/>
              </a:rPr>
              <a:t>'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20" dirty="0">
                <a:latin typeface="Times New Roman"/>
                <a:cs typeface="Times New Roman"/>
              </a:rPr>
              <a:t>d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rd,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</a:t>
            </a:r>
            <a:r>
              <a:rPr sz="1200" spc="2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y othe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simil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li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spc="-40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.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take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y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ils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ro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ontroll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prog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mming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ea</a:t>
            </a:r>
            <a:r>
              <a:rPr sz="1200" spc="20" dirty="0">
                <a:latin typeface="Times New Roman"/>
                <a:cs typeface="Times New Roman"/>
              </a:rPr>
              <a:t>s</a:t>
            </a:r>
            <a:r>
              <a:rPr sz="1200" spc="-10" dirty="0">
                <a:latin typeface="Times New Roman"/>
                <a:cs typeface="Times New Roman"/>
              </a:rPr>
              <a:t>y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k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lso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simplifi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ce</a:t>
            </a:r>
            <a:r>
              <a:rPr sz="1200" dirty="0">
                <a:latin typeface="Times New Roman"/>
                <a:cs typeface="Times New Roman"/>
              </a:rPr>
              <a:t>ss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f wo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king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ro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ont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oll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dv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nt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spc="-5" dirty="0">
                <a:latin typeface="Times New Roman"/>
                <a:cs typeface="Times New Roman"/>
              </a:rPr>
              <a:t>eac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ud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nts,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sted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mat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urs over oth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20" dirty="0">
                <a:latin typeface="Times New Roman"/>
                <a:cs typeface="Times New Roman"/>
              </a:rPr>
              <a:t>s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st</a:t>
            </a:r>
            <a:r>
              <a:rPr sz="1200" spc="5" dirty="0">
                <a:latin typeface="Times New Roman"/>
                <a:cs typeface="Times New Roman"/>
              </a:rPr>
              <a:t>em</a:t>
            </a:r>
            <a:r>
              <a:rPr sz="1200" dirty="0">
                <a:latin typeface="Times New Roman"/>
                <a:cs typeface="Times New Roman"/>
              </a:rPr>
              <a:t>s:</a:t>
            </a:r>
            <a:endParaRPr sz="1200">
              <a:latin typeface="Times New Roman"/>
              <a:cs typeface="Times New Roman"/>
            </a:endParaRPr>
          </a:p>
          <a:p>
            <a:pPr marL="469265" marR="7620" indent="-227965" algn="just">
              <a:lnSpc>
                <a:spcPct val="143800"/>
              </a:lnSpc>
              <a:spcBef>
                <a:spcPts val="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xp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nsive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   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  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rds   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   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ly   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nsive   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ompar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  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  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 mi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ro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ontroll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fo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10" dirty="0">
                <a:latin typeface="Times New Roman"/>
                <a:cs typeface="Times New Roman"/>
              </a:rPr>
              <a:t>m</a:t>
            </a:r>
            <a:r>
              <a:rPr sz="1200" dirty="0">
                <a:latin typeface="Times New Roman"/>
                <a:cs typeface="Times New Roman"/>
              </a:rPr>
              <a:t>s.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st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nsive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rsion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 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n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ssembled </a:t>
            </a:r>
            <a:r>
              <a:rPr sz="1200" spc="2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nd,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 the pre</a:t>
            </a:r>
            <a:r>
              <a:rPr sz="1200" spc="-5" dirty="0">
                <a:latin typeface="Times New Roman"/>
                <a:cs typeface="Times New Roman"/>
              </a:rPr>
              <a:t>-a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mbl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modules 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ost 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ss th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\</a:t>
            </a:r>
            <a:r>
              <a:rPr sz="1200" dirty="0">
                <a:latin typeface="Times New Roman"/>
                <a:cs typeface="Times New Roman"/>
              </a:rPr>
              <a:t>$50</a:t>
            </a:r>
            <a:endParaRPr sz="1200">
              <a:latin typeface="Times New Roman"/>
              <a:cs typeface="Times New Roman"/>
            </a:endParaRPr>
          </a:p>
          <a:p>
            <a:pPr marL="469265" marR="8890" indent="-227965" algn="just">
              <a:lnSpc>
                <a:spcPts val="2080"/>
              </a:lnSpc>
              <a:spcBef>
                <a:spcPts val="16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C</a:t>
            </a:r>
            <a:r>
              <a:rPr sz="1200" b="1" spc="-10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oss</a:t>
            </a:r>
            <a:r>
              <a:rPr sz="1200" b="1" spc="-5" dirty="0">
                <a:latin typeface="Times New Roman"/>
                <a:cs typeface="Times New Roman"/>
              </a:rPr>
              <a:t>-</a:t>
            </a:r>
            <a:r>
              <a:rPr sz="1200" b="1" dirty="0">
                <a:latin typeface="Times New Roman"/>
                <a:cs typeface="Times New Roman"/>
              </a:rPr>
              <a:t>plat</a:t>
            </a:r>
            <a:r>
              <a:rPr sz="1200" b="1" spc="5" dirty="0">
                <a:latin typeface="Times New Roman"/>
                <a:cs typeface="Times New Roman"/>
              </a:rPr>
              <a:t>f</a:t>
            </a:r>
            <a:r>
              <a:rPr sz="1200" b="1" dirty="0">
                <a:latin typeface="Times New Roman"/>
                <a:cs typeface="Times New Roman"/>
              </a:rPr>
              <a:t>orm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rduino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</a:t>
            </a:r>
            <a:r>
              <a:rPr sz="1200" spc="-5" dirty="0">
                <a:latin typeface="Times New Roman"/>
                <a:cs typeface="Times New Roman"/>
              </a:rPr>
              <a:t>wa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(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uns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indows,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ac</a:t>
            </a:r>
            <a:r>
              <a:rPr sz="1200" dirty="0">
                <a:latin typeface="Times New Roman"/>
                <a:cs typeface="Times New Roman"/>
              </a:rPr>
              <a:t>intosh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OSX,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1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inux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ms. Most mic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ontroll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20" dirty="0">
                <a:latin typeface="Times New Roman"/>
                <a:cs typeface="Times New Roman"/>
              </a:rPr>
              <a:t>s</a:t>
            </a:r>
            <a:r>
              <a:rPr sz="1200" spc="-1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stems 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limited to 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dows.</a:t>
            </a:r>
            <a:endParaRPr sz="1200">
              <a:latin typeface="Times New Roman"/>
              <a:cs typeface="Times New Roman"/>
            </a:endParaRPr>
          </a:p>
          <a:p>
            <a:pPr marL="469265" indent="-227965" algn="just">
              <a:lnSpc>
                <a:spcPct val="100000"/>
              </a:lnSpc>
              <a:spcBef>
                <a:spcPts val="4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Si</a:t>
            </a:r>
            <a:r>
              <a:rPr sz="1200" b="1" spc="-15" dirty="0">
                <a:latin typeface="Times New Roman"/>
                <a:cs typeface="Times New Roman"/>
              </a:rPr>
              <a:t>m</a:t>
            </a:r>
            <a:r>
              <a:rPr sz="1200" b="1" dirty="0">
                <a:latin typeface="Times New Roman"/>
                <a:cs typeface="Times New Roman"/>
              </a:rPr>
              <a:t>ple,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c</a:t>
            </a:r>
            <a:r>
              <a:rPr sz="1200" b="1" dirty="0">
                <a:latin typeface="Times New Roman"/>
                <a:cs typeface="Times New Roman"/>
              </a:rPr>
              <a:t>lear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og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spc="10" dirty="0">
                <a:latin typeface="Times New Roman"/>
                <a:cs typeface="Times New Roman"/>
              </a:rPr>
              <a:t>a</a:t>
            </a:r>
            <a:r>
              <a:rPr sz="1200" b="1" spc="5" dirty="0">
                <a:latin typeface="Times New Roman"/>
                <a:cs typeface="Times New Roman"/>
              </a:rPr>
              <a:t>m</a:t>
            </a:r>
            <a:r>
              <a:rPr sz="1200" b="1" spc="-20" dirty="0">
                <a:latin typeface="Times New Roman"/>
                <a:cs typeface="Times New Roman"/>
              </a:rPr>
              <a:t>m</a:t>
            </a:r>
            <a:r>
              <a:rPr sz="1200" b="1" dirty="0">
                <a:latin typeface="Times New Roman"/>
                <a:cs typeface="Times New Roman"/>
              </a:rPr>
              <a:t>i</a:t>
            </a:r>
            <a:r>
              <a:rPr sz="1200" b="1" spc="5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g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nviro</a:t>
            </a:r>
            <a:r>
              <a:rPr sz="1200" b="1" spc="10" dirty="0">
                <a:latin typeface="Times New Roman"/>
                <a:cs typeface="Times New Roman"/>
              </a:rPr>
              <a:t>n</a:t>
            </a:r>
            <a:r>
              <a:rPr sz="1200" b="1" spc="-20" dirty="0">
                <a:latin typeface="Times New Roman"/>
                <a:cs typeface="Times New Roman"/>
              </a:rPr>
              <a:t>m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nt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5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</a:t>
            </a:r>
            <a:r>
              <a:rPr sz="1200" spc="-5" dirty="0">
                <a:latin typeface="Times New Roman"/>
                <a:cs typeface="Times New Roman"/>
              </a:rPr>
              <a:t>wa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(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E)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ea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10" dirty="0">
                <a:latin typeface="Times New Roman"/>
                <a:cs typeface="Times New Roman"/>
              </a:rPr>
              <a:t>y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use</a:t>
            </a:r>
            <a:endParaRPr sz="1200">
              <a:latin typeface="Times New Roman"/>
              <a:cs typeface="Times New Roman"/>
            </a:endParaRPr>
          </a:p>
          <a:p>
            <a:pPr marL="469265" marR="8890" algn="just">
              <a:lnSpc>
                <a:spcPct val="1437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ible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dv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ce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</a:t>
            </a:r>
            <a:r>
              <a:rPr sz="1200" spc="5" dirty="0">
                <a:latin typeface="Times New Roman"/>
                <a:cs typeface="Times New Roman"/>
              </a:rPr>
              <a:t>k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dv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nt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ll.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or te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rs, 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5" dirty="0">
                <a:latin typeface="Times New Roman"/>
                <a:cs typeface="Times New Roman"/>
              </a:rPr>
              <a:t>'</a:t>
            </a:r>
            <a:r>
              <a:rPr sz="1200" dirty="0">
                <a:latin typeface="Times New Roman"/>
                <a:cs typeface="Times New Roman"/>
              </a:rPr>
              <a:t>s 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nie</a:t>
            </a:r>
            <a:r>
              <a:rPr sz="1200" spc="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y 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ssing 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mming 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vironment, 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 students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rning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nvironme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mili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1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orks.</a:t>
            </a:r>
            <a:endParaRPr sz="1200">
              <a:latin typeface="Times New Roman"/>
              <a:cs typeface="Times New Roman"/>
            </a:endParaRPr>
          </a:p>
          <a:p>
            <a:pPr marL="469265" marR="5715" indent="-227965" algn="just">
              <a:lnSpc>
                <a:spcPct val="143700"/>
              </a:lnSpc>
              <a:spcBef>
                <a:spcPts val="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O</a:t>
            </a:r>
            <a:r>
              <a:rPr sz="1200" b="1" spc="5" dirty="0">
                <a:latin typeface="Times New Roman"/>
                <a:cs typeface="Times New Roman"/>
              </a:rPr>
              <a:t>p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n 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sou</a:t>
            </a:r>
            <a:r>
              <a:rPr sz="1200" b="1" spc="-5" dirty="0">
                <a:latin typeface="Times New Roman"/>
                <a:cs typeface="Times New Roman"/>
              </a:rPr>
              <a:t>rc</a:t>
            </a:r>
            <a:r>
              <a:rPr sz="1200" b="1" dirty="0">
                <a:latin typeface="Times New Roman"/>
                <a:cs typeface="Times New Roman"/>
              </a:rPr>
              <a:t>e 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 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x</a:t>
            </a:r>
            <a:r>
              <a:rPr sz="1200" b="1" spc="5" dirty="0">
                <a:latin typeface="Times New Roman"/>
                <a:cs typeface="Times New Roman"/>
              </a:rPr>
              <a:t>t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nsi</a:t>
            </a:r>
            <a:r>
              <a:rPr sz="1200" b="1" spc="5" dirty="0">
                <a:latin typeface="Times New Roman"/>
                <a:cs typeface="Times New Roman"/>
              </a:rPr>
              <a:t>b</a:t>
            </a:r>
            <a:r>
              <a:rPr sz="1200" b="1" dirty="0">
                <a:latin typeface="Times New Roman"/>
                <a:cs typeface="Times New Roman"/>
              </a:rPr>
              <a:t>le 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</a:t>
            </a:r>
            <a:r>
              <a:rPr sz="1200" b="1" spc="-15" dirty="0">
                <a:latin typeface="Times New Roman"/>
                <a:cs typeface="Times New Roman"/>
              </a:rPr>
              <a:t>o</a:t>
            </a:r>
            <a:r>
              <a:rPr sz="1200" b="1" spc="5" dirty="0">
                <a:latin typeface="Times New Roman"/>
                <a:cs typeface="Times New Roman"/>
              </a:rPr>
              <a:t>f</a:t>
            </a:r>
            <a:r>
              <a:rPr sz="1200" b="1" dirty="0">
                <a:latin typeface="Times New Roman"/>
                <a:cs typeface="Times New Roman"/>
              </a:rPr>
              <a:t>twa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e </a:t>
            </a:r>
            <a:r>
              <a:rPr sz="1200" dirty="0">
                <a:latin typeface="Times New Roman"/>
                <a:cs typeface="Times New Roman"/>
              </a:rPr>
              <a:t>- 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 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blish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 sour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ble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tension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ri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ce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+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ri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s,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ople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ting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hnic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tails 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n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 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p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om 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V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mming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5" dirty="0">
                <a:latin typeface="Times New Roman"/>
                <a:cs typeface="Times New Roman"/>
              </a:rPr>
              <a:t>'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d.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Simil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l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ou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V</a:t>
            </a:r>
            <a:r>
              <a:rPr sz="1200" spc="2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C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ode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rog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ou w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nt to.</a:t>
            </a:r>
            <a:endParaRPr sz="1200">
              <a:latin typeface="Times New Roman"/>
              <a:cs typeface="Times New Roman"/>
            </a:endParaRPr>
          </a:p>
          <a:p>
            <a:pPr marL="469265" marR="7620" indent="-227965" algn="just">
              <a:lnSpc>
                <a:spcPct val="143800"/>
              </a:lnSpc>
              <a:spcBef>
                <a:spcPts val="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O</a:t>
            </a:r>
            <a:r>
              <a:rPr sz="1200" b="1" spc="5" dirty="0">
                <a:latin typeface="Times New Roman"/>
                <a:cs typeface="Times New Roman"/>
              </a:rPr>
              <a:t>p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n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sou</a:t>
            </a:r>
            <a:r>
              <a:rPr sz="1200" b="1" spc="-5" dirty="0">
                <a:latin typeface="Times New Roman"/>
                <a:cs typeface="Times New Roman"/>
              </a:rPr>
              <a:t>rc</a:t>
            </a:r>
            <a:r>
              <a:rPr sz="1200" b="1" dirty="0">
                <a:latin typeface="Times New Roman"/>
                <a:cs typeface="Times New Roman"/>
              </a:rPr>
              <a:t>e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xt</a:t>
            </a:r>
            <a:r>
              <a:rPr sz="1200" b="1" spc="-10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nsi</a:t>
            </a:r>
            <a:r>
              <a:rPr sz="1200" b="1" spc="5" dirty="0">
                <a:latin typeface="Times New Roman"/>
                <a:cs typeface="Times New Roman"/>
              </a:rPr>
              <a:t>b</a:t>
            </a:r>
            <a:r>
              <a:rPr sz="1200" b="1" dirty="0">
                <a:latin typeface="Times New Roman"/>
                <a:cs typeface="Times New Roman"/>
              </a:rPr>
              <a:t>le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spc="-10" dirty="0">
                <a:latin typeface="Times New Roman"/>
                <a:cs typeface="Times New Roman"/>
              </a:rPr>
              <a:t>d</a:t>
            </a:r>
            <a:r>
              <a:rPr sz="1200" b="1" spc="5" dirty="0">
                <a:latin typeface="Times New Roman"/>
                <a:cs typeface="Times New Roman"/>
              </a:rPr>
              <a:t>w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e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publish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und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tive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ns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</a:t>
            </a:r>
            <a:r>
              <a:rPr sz="1200" spc="-5" dirty="0">
                <a:latin typeface="Times New Roman"/>
                <a:cs typeface="Times New Roman"/>
              </a:rPr>
              <a:t>ce</a:t>
            </a:r>
            <a:r>
              <a:rPr sz="1200" dirty="0">
                <a:latin typeface="Times New Roman"/>
                <a:cs typeface="Times New Roman"/>
              </a:rPr>
              <a:t>ns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ri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ir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uit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si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own 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rsion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tending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improvi</a:t>
            </a:r>
            <a:r>
              <a:rPr sz="1200" spc="-1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it.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ine</a:t>
            </a:r>
            <a:r>
              <a:rPr sz="1200" spc="5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ri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 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br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dbo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rsion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ord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ks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s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ve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mon</a:t>
            </a:r>
            <a:r>
              <a:rPr sz="1200" spc="20" dirty="0">
                <a:latin typeface="Times New Roman"/>
                <a:cs typeface="Times New Roman"/>
              </a:rPr>
              <a:t>e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9" y="930417"/>
            <a:ext cx="5969635" cy="3559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600" spc="-15" dirty="0">
                <a:solidFill>
                  <a:srgbClr val="2E5395"/>
                </a:solidFill>
                <a:latin typeface="Times New Roman"/>
                <a:cs typeface="Times New Roman"/>
              </a:rPr>
              <a:t>Ar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duino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Board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Descripti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800"/>
              </a:lnSpc>
              <a:spcBef>
                <a:spcPts val="1400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ea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20" dirty="0">
                <a:latin typeface="Times New Roman"/>
                <a:cs typeface="Times New Roman"/>
              </a:rPr>
              <a:t>y</a:t>
            </a:r>
            <a:r>
              <a:rPr sz="1200" spc="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orm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troni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</a:t>
            </a:r>
            <a:r>
              <a:rPr sz="1200" spc="5" dirty="0">
                <a:latin typeface="Times New Roman"/>
                <a:cs typeface="Times New Roman"/>
              </a:rPr>
              <a:t>j</a:t>
            </a:r>
            <a:r>
              <a:rPr sz="1200" spc="-5" dirty="0">
                <a:latin typeface="Times New Roman"/>
                <a:cs typeface="Times New Roman"/>
              </a:rPr>
              <a:t>ec</a:t>
            </a:r>
            <a:r>
              <a:rPr sz="1200" dirty="0">
                <a:latin typeface="Times New Roman"/>
                <a:cs typeface="Times New Roman"/>
              </a:rPr>
              <a:t>ts.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rduino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rds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y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vit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 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role 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ting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5" dirty="0">
                <a:latin typeface="Times New Roman"/>
                <a:cs typeface="Times New Roman"/>
              </a:rPr>
              <a:t>fe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 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ts. 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 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k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troni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cce</a:t>
            </a:r>
            <a:r>
              <a:rPr sz="1200" dirty="0">
                <a:latin typeface="Times New Roman"/>
                <a:cs typeface="Times New Roman"/>
              </a:rPr>
              <a:t>ssi</a:t>
            </a:r>
            <a:r>
              <a:rPr sz="1200" spc="1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le 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3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-e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rs, hob</a:t>
            </a:r>
            <a:r>
              <a:rPr sz="1200" spc="10" dirty="0">
                <a:latin typeface="Times New Roman"/>
                <a:cs typeface="Times New Roman"/>
              </a:rPr>
              <a:t>b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ists,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tc.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The  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rious  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ompon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nts  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sent  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 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 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rduino  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rds  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M</a:t>
            </a:r>
            <a:r>
              <a:rPr sz="1200" b="1" spc="10" dirty="0">
                <a:latin typeface="Times New Roman"/>
                <a:cs typeface="Times New Roman"/>
              </a:rPr>
              <a:t>i</a:t>
            </a:r>
            <a:r>
              <a:rPr sz="1200" b="1" spc="5" dirty="0">
                <a:latin typeface="Times New Roman"/>
                <a:cs typeface="Times New Roman"/>
              </a:rPr>
              <a:t>c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o</a:t>
            </a:r>
            <a:r>
              <a:rPr sz="1200" b="1" spc="-5" dirty="0">
                <a:latin typeface="Times New Roman"/>
                <a:cs typeface="Times New Roman"/>
              </a:rPr>
              <a:t>c</a:t>
            </a:r>
            <a:r>
              <a:rPr sz="1200" b="1" dirty="0">
                <a:latin typeface="Times New Roman"/>
                <a:cs typeface="Times New Roman"/>
              </a:rPr>
              <a:t>ont</a:t>
            </a:r>
            <a:r>
              <a:rPr sz="1200" b="1" spc="-10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oll</a:t>
            </a:r>
            <a:r>
              <a:rPr sz="1200" b="1" spc="-5" dirty="0">
                <a:latin typeface="Times New Roman"/>
                <a:cs typeface="Times New Roman"/>
              </a:rPr>
              <a:t>er</a:t>
            </a:r>
            <a:r>
              <a:rPr sz="1200" b="1" dirty="0">
                <a:latin typeface="Times New Roman"/>
                <a:cs typeface="Times New Roman"/>
              </a:rPr>
              <a:t>,  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</a:t>
            </a:r>
            <a:endParaRPr sz="12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43000"/>
              </a:lnSpc>
              <a:spcBef>
                <a:spcPts val="40"/>
              </a:spcBef>
            </a:pPr>
            <a:r>
              <a:rPr sz="1200" b="1" dirty="0">
                <a:latin typeface="Times New Roman"/>
                <a:cs typeface="Times New Roman"/>
              </a:rPr>
              <a:t>Input/</a:t>
            </a:r>
            <a:r>
              <a:rPr sz="1200" b="1" spc="-15" dirty="0">
                <a:latin typeface="Times New Roman"/>
                <a:cs typeface="Times New Roman"/>
              </a:rPr>
              <a:t>o</a:t>
            </a:r>
            <a:r>
              <a:rPr sz="1200" b="1" dirty="0">
                <a:latin typeface="Times New Roman"/>
                <a:cs typeface="Times New Roman"/>
              </a:rPr>
              <a:t>utput pins, USB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</a:t>
            </a:r>
            <a:r>
              <a:rPr sz="1200" b="1" spc="-10" dirty="0">
                <a:latin typeface="Times New Roman"/>
                <a:cs typeface="Times New Roman"/>
              </a:rPr>
              <a:t>e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spc="5" dirty="0">
                <a:latin typeface="Times New Roman"/>
                <a:cs typeface="Times New Roman"/>
              </a:rPr>
              <a:t>f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5" dirty="0">
                <a:latin typeface="Times New Roman"/>
                <a:cs typeface="Times New Roman"/>
              </a:rPr>
              <a:t>c</a:t>
            </a:r>
            <a:r>
              <a:rPr sz="1200" b="1" dirty="0">
                <a:latin typeface="Times New Roman"/>
                <a:cs typeface="Times New Roman"/>
              </a:rPr>
              <a:t>e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 Con</a:t>
            </a:r>
            <a:r>
              <a:rPr sz="1200" b="1" spc="5" dirty="0">
                <a:latin typeface="Times New Roman"/>
                <a:cs typeface="Times New Roman"/>
              </a:rPr>
              <a:t>n</a:t>
            </a:r>
            <a:r>
              <a:rPr sz="1200" b="1" spc="-5" dirty="0">
                <a:latin typeface="Times New Roman"/>
                <a:cs typeface="Times New Roman"/>
              </a:rPr>
              <a:t>ec</a:t>
            </a:r>
            <a:r>
              <a:rPr sz="1200" b="1" spc="5" dirty="0">
                <a:latin typeface="Times New Roman"/>
                <a:cs typeface="Times New Roman"/>
              </a:rPr>
              <a:t>t</a:t>
            </a:r>
            <a:r>
              <a:rPr sz="1200" b="1" dirty="0">
                <a:latin typeface="Times New Roman"/>
                <a:cs typeface="Times New Roman"/>
              </a:rPr>
              <a:t>o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, Analog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15" dirty="0">
                <a:latin typeface="Times New Roman"/>
                <a:cs typeface="Times New Roman"/>
              </a:rPr>
              <a:t>P</a:t>
            </a:r>
            <a:r>
              <a:rPr sz="1200" b="1" dirty="0">
                <a:latin typeface="Times New Roman"/>
                <a:cs typeface="Times New Roman"/>
              </a:rPr>
              <a:t>i</a:t>
            </a:r>
            <a:r>
              <a:rPr sz="1200" b="1" spc="5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s, R</a:t>
            </a:r>
            <a:r>
              <a:rPr sz="1200" b="1" spc="-10" dirty="0">
                <a:latin typeface="Times New Roman"/>
                <a:cs typeface="Times New Roman"/>
              </a:rPr>
              <a:t>e</a:t>
            </a:r>
            <a:r>
              <a:rPr sz="1200" b="1" spc="10" dirty="0">
                <a:latin typeface="Times New Roman"/>
                <a:cs typeface="Times New Roman"/>
              </a:rPr>
              <a:t>s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t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But</a:t>
            </a:r>
            <a:r>
              <a:rPr sz="1200" b="1" spc="-10" dirty="0">
                <a:latin typeface="Times New Roman"/>
                <a:cs typeface="Times New Roman"/>
              </a:rPr>
              <a:t>t</a:t>
            </a:r>
            <a:r>
              <a:rPr sz="1200" b="1" dirty="0">
                <a:latin typeface="Times New Roman"/>
                <a:cs typeface="Times New Roman"/>
              </a:rPr>
              <a:t>on, </a:t>
            </a:r>
            <a:r>
              <a:rPr sz="1200" b="1" spc="-15" dirty="0">
                <a:latin typeface="Times New Roman"/>
                <a:cs typeface="Times New Roman"/>
              </a:rPr>
              <a:t>P</a:t>
            </a:r>
            <a:r>
              <a:rPr sz="1200" b="1" dirty="0">
                <a:latin typeface="Times New Roman"/>
                <a:cs typeface="Times New Roman"/>
              </a:rPr>
              <a:t>o</a:t>
            </a:r>
            <a:r>
              <a:rPr sz="1200" b="1" spc="5" dirty="0">
                <a:latin typeface="Times New Roman"/>
                <a:cs typeface="Times New Roman"/>
              </a:rPr>
              <a:t>w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r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but</a:t>
            </a:r>
            <a:r>
              <a:rPr sz="1200" b="1" spc="-10" dirty="0">
                <a:latin typeface="Times New Roman"/>
                <a:cs typeface="Times New Roman"/>
              </a:rPr>
              <a:t>t</a:t>
            </a:r>
            <a:r>
              <a:rPr sz="1200" b="1" dirty="0">
                <a:latin typeface="Times New Roman"/>
                <a:cs typeface="Times New Roman"/>
              </a:rPr>
              <a:t>on, LED's,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</a:t>
            </a:r>
            <a:r>
              <a:rPr sz="1200" b="1" spc="-10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ystal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Oscilla</a:t>
            </a:r>
            <a:r>
              <a:rPr sz="1200" b="1" spc="-20" dirty="0">
                <a:latin typeface="Times New Roman"/>
                <a:cs typeface="Times New Roman"/>
              </a:rPr>
              <a:t>t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b="1" dirty="0">
                <a:latin typeface="Times New Roman"/>
                <a:cs typeface="Times New Roman"/>
              </a:rPr>
              <a:t>Volt</a:t>
            </a:r>
            <a:r>
              <a:rPr sz="1200" b="1" spc="-5" dirty="0">
                <a:latin typeface="Times New Roman"/>
                <a:cs typeface="Times New Roman"/>
              </a:rPr>
              <a:t>a</a:t>
            </a:r>
            <a:r>
              <a:rPr sz="1200" b="1" dirty="0">
                <a:latin typeface="Times New Roman"/>
                <a:cs typeface="Times New Roman"/>
              </a:rPr>
              <a:t>ge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spc="5" dirty="0">
                <a:latin typeface="Times New Roman"/>
                <a:cs typeface="Times New Roman"/>
              </a:rPr>
              <a:t>R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gulato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omponents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ndi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the 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pe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f bo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 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popular 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 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0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dui</a:t>
            </a:r>
            <a:r>
              <a:rPr sz="1200" b="1" spc="5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o 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spc="5" dirty="0">
                <a:latin typeface="Times New Roman"/>
                <a:cs typeface="Times New Roman"/>
              </a:rPr>
              <a:t>U</a:t>
            </a:r>
            <a:r>
              <a:rPr sz="1200" b="1" dirty="0">
                <a:latin typeface="Times New Roman"/>
                <a:cs typeface="Times New Roman"/>
              </a:rPr>
              <a:t>N</a:t>
            </a:r>
            <a:r>
              <a:rPr sz="1200" b="1" spc="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. 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spc="10" dirty="0">
                <a:latin typeface="Times New Roman"/>
                <a:cs typeface="Times New Roman"/>
              </a:rPr>
              <a:t>m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328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6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Mic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ontroll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ther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ful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rds.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 v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rious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</a:t>
            </a:r>
            <a:r>
              <a:rPr sz="1200" spc="-5" dirty="0">
                <a:latin typeface="Times New Roman"/>
                <a:cs typeface="Times New Roman"/>
              </a:rPr>
              <a:t>fe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purp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10" dirty="0">
                <a:latin typeface="Times New Roman"/>
                <a:cs typeface="Times New Roman"/>
              </a:rPr>
              <a:t>B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rds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 o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ni</a:t>
            </a:r>
            <a:r>
              <a:rPr sz="1200" spc="5" dirty="0">
                <a:latin typeface="Times New Roman"/>
                <a:cs typeface="Times New Roman"/>
              </a:rPr>
              <a:t>z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usi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5" dirty="0">
                <a:latin typeface="Times New Roman"/>
                <a:cs typeface="Times New Roman"/>
              </a:rPr>
              <a:t>(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 run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rious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ms. H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stands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nt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gr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lopm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10" y="4996833"/>
            <a:ext cx="4580255" cy="40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List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1600" spc="1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availa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le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ards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so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tware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42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 of 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rds th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 we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n 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oft</a:t>
            </a:r>
            <a:r>
              <a:rPr sz="1200" spc="-5" dirty="0">
                <a:latin typeface="Times New Roman"/>
                <a:cs typeface="Times New Roman"/>
              </a:rPr>
              <a:t>wa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shown </a:t>
            </a:r>
            <a:r>
              <a:rPr sz="1200" spc="2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low: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8" y="6614642"/>
            <a:ext cx="42691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, the dot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nts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 </a:t>
            </a:r>
            <a:r>
              <a:rPr sz="1200" spc="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rduino bo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</a:t>
            </a:r>
            <a:r>
              <a:rPr sz="1200" spc="5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10" y="7300234"/>
            <a:ext cx="5969000" cy="119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1900"/>
              </a:lnSpc>
            </a:pP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2E5395"/>
                </a:solidFill>
                <a:latin typeface="Times New Roman"/>
                <a:cs typeface="Times New Roman"/>
              </a:rPr>
              <a:t>UNO</a:t>
            </a: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ts val="1420"/>
              </a:lnSpc>
            </a:pP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f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1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no.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re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ns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'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'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talian.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med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</a:t>
            </a:r>
            <a:r>
              <a:rPr sz="1200" spc="5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st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</a:t>
            </a:r>
            <a:r>
              <a:rPr sz="1200" spc="1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</a:t>
            </a:r>
            <a:r>
              <a:rPr sz="1200" spc="-5" dirty="0">
                <a:latin typeface="Times New Roman"/>
                <a:cs typeface="Times New Roman"/>
              </a:rPr>
              <a:t>wa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.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lso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st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USB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onsid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ul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rious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ts.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duino.cc 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loped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rduino </a:t>
            </a:r>
            <a:r>
              <a:rPr sz="1200" spc="5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914400"/>
            <a:ext cx="2034411" cy="56032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0" y="923387"/>
            <a:ext cx="5969635" cy="2281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2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Tm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328P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ontroll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r.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omp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 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rds, 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ga 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rd, 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. 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onsists 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f 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log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nput/Output pins </a:t>
            </a:r>
            <a:r>
              <a:rPr sz="1200" spc="5" dirty="0">
                <a:latin typeface="Times New Roman"/>
                <a:cs typeface="Times New Roman"/>
              </a:rPr>
              <a:t>(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/O), </a:t>
            </a:r>
            <a:r>
              <a:rPr sz="1200" spc="5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hields,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other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uits.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14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pins,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USB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nn</a:t>
            </a:r>
            <a:r>
              <a:rPr sz="1200" spc="-5" dirty="0">
                <a:latin typeface="Times New Roman"/>
                <a:cs typeface="Times New Roman"/>
              </a:rPr>
              <a:t>ec</a:t>
            </a:r>
            <a:r>
              <a:rPr sz="1200" dirty="0">
                <a:latin typeface="Times New Roman"/>
                <a:cs typeface="Times New Roman"/>
              </a:rPr>
              <a:t>tor,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k,</a:t>
            </a:r>
            <a:endParaRPr sz="1200">
              <a:latin typeface="Times New Roman"/>
              <a:cs typeface="Times New Roman"/>
            </a:endParaRPr>
          </a:p>
          <a:p>
            <a:pPr marL="12700" marR="8255">
              <a:lnSpc>
                <a:spcPct val="1438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CSP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(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spc="5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Cir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uit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ri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mmi</a:t>
            </a:r>
            <a:r>
              <a:rPr sz="1200" spc="15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)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ea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r.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,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 stands 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nt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ted 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lopm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 Environm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 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 run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both online and o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fline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orms.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common to a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l av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il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ble bo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rds 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f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uino.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bo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is shown b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low: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10" y="6203175"/>
            <a:ext cx="361442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omponents of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ino UNO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n b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low: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77795" y="3280166"/>
            <a:ext cx="3416289" cy="2392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5" y="5014187"/>
            <a:ext cx="5967730" cy="412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15" dirty="0">
                <a:latin typeface="Times New Roman"/>
                <a:cs typeface="Times New Roman"/>
              </a:rPr>
              <a:t>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spc="-15" dirty="0">
                <a:latin typeface="Times New Roman"/>
                <a:cs typeface="Times New Roman"/>
              </a:rPr>
              <a:t>'</a:t>
            </a:r>
            <a:r>
              <a:rPr sz="1200" dirty="0">
                <a:latin typeface="Times New Roman"/>
                <a:cs typeface="Times New Roman"/>
              </a:rPr>
              <a:t>s dis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uss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eac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omp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 in 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tail.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7965">
              <a:lnSpc>
                <a:spcPts val="2080"/>
              </a:lnSpc>
              <a:spcBef>
                <a:spcPts val="160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ATm</a:t>
            </a:r>
            <a:r>
              <a:rPr sz="1200" b="1" spc="-10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ga328</a:t>
            </a:r>
            <a:r>
              <a:rPr sz="1200" b="1" spc="10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M</a:t>
            </a:r>
            <a:r>
              <a:rPr sz="1200" b="1" dirty="0">
                <a:latin typeface="Times New Roman"/>
                <a:cs typeface="Times New Roman"/>
              </a:rPr>
              <a:t>i</a:t>
            </a:r>
            <a:r>
              <a:rPr sz="1200" b="1" spc="5" dirty="0">
                <a:latin typeface="Times New Roman"/>
                <a:cs typeface="Times New Roman"/>
              </a:rPr>
              <a:t>c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o</a:t>
            </a:r>
            <a:r>
              <a:rPr sz="1200" b="1" spc="-5" dirty="0">
                <a:latin typeface="Times New Roman"/>
                <a:cs typeface="Times New Roman"/>
              </a:rPr>
              <a:t>c</a:t>
            </a:r>
            <a:r>
              <a:rPr sz="1200" b="1" dirty="0">
                <a:latin typeface="Times New Roman"/>
                <a:cs typeface="Times New Roman"/>
              </a:rPr>
              <a:t>on</a:t>
            </a:r>
            <a:r>
              <a:rPr sz="1200" b="1" spc="5" dirty="0">
                <a:latin typeface="Times New Roman"/>
                <a:cs typeface="Times New Roman"/>
              </a:rPr>
              <a:t>t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oll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1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Mic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ontroll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mel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mi</a:t>
            </a:r>
            <a:r>
              <a:rPr sz="1200" spc="25" dirty="0">
                <a:latin typeface="Times New Roman"/>
                <a:cs typeface="Times New Roman"/>
              </a:rPr>
              <a:t>l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. 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ce</a:t>
            </a:r>
            <a:r>
              <a:rPr sz="1200" dirty="0">
                <a:latin typeface="Times New Roman"/>
                <a:cs typeface="Times New Roman"/>
              </a:rPr>
              <a:t>ssor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ode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inside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8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bit.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ombin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M</a:t>
            </a:r>
            <a:r>
              <a:rPr sz="1200" b="1" spc="5" dirty="0">
                <a:latin typeface="Times New Roman"/>
                <a:cs typeface="Times New Roman"/>
              </a:rPr>
              <a:t>e</a:t>
            </a:r>
            <a:r>
              <a:rPr sz="1200" b="1" spc="-20" dirty="0">
                <a:latin typeface="Times New Roman"/>
                <a:cs typeface="Times New Roman"/>
              </a:rPr>
              <a:t>m</a:t>
            </a:r>
            <a:r>
              <a:rPr sz="1200" b="1" spc="10" dirty="0">
                <a:latin typeface="Times New Roman"/>
                <a:cs typeface="Times New Roman"/>
              </a:rPr>
              <a:t>o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y</a:t>
            </a:r>
            <a:r>
              <a:rPr sz="1200" b="1" spc="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(S</a:t>
            </a:r>
            <a:r>
              <a:rPr sz="1200" b="1" spc="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0" dirty="0">
                <a:latin typeface="Times New Roman"/>
                <a:cs typeface="Times New Roman"/>
              </a:rPr>
              <a:t>M</a:t>
            </a:r>
            <a:r>
              <a:rPr sz="1200" b="1" dirty="0">
                <a:latin typeface="Times New Roman"/>
                <a:cs typeface="Times New Roman"/>
              </a:rPr>
              <a:t>,</a:t>
            </a:r>
            <a:r>
              <a:rPr sz="1200" b="1" spc="90" dirty="0">
                <a:latin typeface="Times New Roman"/>
                <a:cs typeface="Times New Roman"/>
              </a:rPr>
              <a:t> </a:t>
            </a:r>
            <a:r>
              <a:rPr sz="1200" b="1" spc="10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E</a:t>
            </a:r>
            <a:r>
              <a:rPr sz="1200" b="1" spc="-15" dirty="0">
                <a:latin typeface="Times New Roman"/>
                <a:cs typeface="Times New Roman"/>
              </a:rPr>
              <a:t>P</a:t>
            </a:r>
            <a:r>
              <a:rPr sz="1200" b="1" dirty="0">
                <a:latin typeface="Times New Roman"/>
                <a:cs typeface="Times New Roman"/>
              </a:rPr>
              <a:t>RO</a:t>
            </a:r>
            <a:r>
              <a:rPr sz="1200" b="1" spc="-5" dirty="0">
                <a:latin typeface="Times New Roman"/>
                <a:cs typeface="Times New Roman"/>
              </a:rPr>
              <a:t>M</a:t>
            </a:r>
            <a:r>
              <a:rPr sz="1200" b="1" dirty="0">
                <a:latin typeface="Times New Roman"/>
                <a:cs typeface="Times New Roman"/>
              </a:rPr>
              <a:t>,</a:t>
            </a:r>
            <a:r>
              <a:rPr sz="1200" b="1" spc="10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endParaRPr sz="1200">
              <a:latin typeface="Times New Roman"/>
              <a:cs typeface="Times New Roman"/>
            </a:endParaRPr>
          </a:p>
          <a:p>
            <a:pPr marL="469265" marR="5715">
              <a:lnSpc>
                <a:spcPts val="2080"/>
              </a:lnSpc>
              <a:spcBef>
                <a:spcPts val="5"/>
              </a:spcBef>
            </a:pPr>
            <a:r>
              <a:rPr sz="1200" b="1" spc="-15" dirty="0">
                <a:latin typeface="Times New Roman"/>
                <a:cs typeface="Times New Roman"/>
              </a:rPr>
              <a:t>F</a:t>
            </a:r>
            <a:r>
              <a:rPr sz="1200" b="1" dirty="0">
                <a:latin typeface="Times New Roman"/>
                <a:cs typeface="Times New Roman"/>
              </a:rPr>
              <a:t>las</a:t>
            </a:r>
            <a:r>
              <a:rPr sz="1200" b="1" spc="5" dirty="0">
                <a:latin typeface="Times New Roman"/>
                <a:cs typeface="Times New Roman"/>
              </a:rPr>
              <a:t>h</a:t>
            </a:r>
            <a:r>
              <a:rPr sz="1200" b="1" dirty="0">
                <a:latin typeface="Times New Roman"/>
                <a:cs typeface="Times New Roman"/>
              </a:rPr>
              <a:t>), 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Analog 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 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</a:t>
            </a:r>
            <a:r>
              <a:rPr sz="1200" b="1" spc="10" dirty="0">
                <a:latin typeface="Times New Roman"/>
                <a:cs typeface="Times New Roman"/>
              </a:rPr>
              <a:t>i</a:t>
            </a:r>
            <a:r>
              <a:rPr sz="1200" b="1" dirty="0">
                <a:latin typeface="Times New Roman"/>
                <a:cs typeface="Times New Roman"/>
              </a:rPr>
              <a:t>tal 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Conve</a:t>
            </a:r>
            <a:r>
              <a:rPr sz="1200" b="1" spc="-10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te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, 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15" dirty="0">
                <a:latin typeface="Times New Roman"/>
                <a:cs typeface="Times New Roman"/>
              </a:rPr>
              <a:t>S</a:t>
            </a:r>
            <a:r>
              <a:rPr sz="1200" b="1" spc="-15" dirty="0">
                <a:latin typeface="Times New Roman"/>
                <a:cs typeface="Times New Roman"/>
              </a:rPr>
              <a:t>P</a:t>
            </a:r>
            <a:r>
              <a:rPr sz="1200" b="1" dirty="0">
                <a:latin typeface="Times New Roman"/>
                <a:cs typeface="Times New Roman"/>
              </a:rPr>
              <a:t>I 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spc="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ial 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ts, 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I/O 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lin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s, 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re</a:t>
            </a:r>
            <a:r>
              <a:rPr sz="1200" b="1" dirty="0">
                <a:latin typeface="Times New Roman"/>
                <a:cs typeface="Times New Roman"/>
              </a:rPr>
              <a:t>gist</a:t>
            </a:r>
            <a:r>
              <a:rPr sz="1200" b="1" spc="-5" dirty="0">
                <a:latin typeface="Times New Roman"/>
                <a:cs typeface="Times New Roman"/>
              </a:rPr>
              <a:t>er</a:t>
            </a:r>
            <a:r>
              <a:rPr sz="1200" b="1" dirty="0">
                <a:latin typeface="Times New Roman"/>
                <a:cs typeface="Times New Roman"/>
              </a:rPr>
              <a:t>s, 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</a:t>
            </a:r>
            <a:r>
              <a:rPr sz="1200" b="1" spc="5" dirty="0">
                <a:latin typeface="Times New Roman"/>
                <a:cs typeface="Times New Roman"/>
              </a:rPr>
              <a:t>i</a:t>
            </a:r>
            <a:r>
              <a:rPr sz="1200" b="1" spc="-5" dirty="0">
                <a:latin typeface="Times New Roman"/>
                <a:cs typeface="Times New Roman"/>
              </a:rPr>
              <a:t>mer</a:t>
            </a:r>
            <a:r>
              <a:rPr sz="1200" b="1" dirty="0">
                <a:latin typeface="Times New Roman"/>
                <a:cs typeface="Times New Roman"/>
              </a:rPr>
              <a:t>, 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xt</a:t>
            </a:r>
            <a:r>
              <a:rPr sz="1200" b="1" spc="-10" dirty="0">
                <a:latin typeface="Times New Roman"/>
                <a:cs typeface="Times New Roman"/>
              </a:rPr>
              <a:t>e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nal a</a:t>
            </a:r>
            <a:r>
              <a:rPr sz="1200" b="1" spc="5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d i</a:t>
            </a:r>
            <a:r>
              <a:rPr sz="1200" b="1" spc="5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t</a:t>
            </a:r>
            <a:r>
              <a:rPr sz="1200" b="1" spc="-10" dirty="0">
                <a:latin typeface="Times New Roman"/>
                <a:cs typeface="Times New Roman"/>
              </a:rPr>
              <a:t>e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nal i</a:t>
            </a:r>
            <a:r>
              <a:rPr sz="1200" b="1" spc="-10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t</a:t>
            </a:r>
            <a:r>
              <a:rPr sz="1200" b="1" spc="-10" dirty="0">
                <a:latin typeface="Times New Roman"/>
                <a:cs typeface="Times New Roman"/>
              </a:rPr>
              <a:t>e</a:t>
            </a:r>
            <a:r>
              <a:rPr sz="1200" b="1" spc="-5" dirty="0">
                <a:latin typeface="Times New Roman"/>
                <a:cs typeface="Times New Roman"/>
              </a:rPr>
              <a:t>rr</a:t>
            </a:r>
            <a:r>
              <a:rPr sz="1200" b="1" dirty="0">
                <a:latin typeface="Times New Roman"/>
                <a:cs typeface="Times New Roman"/>
              </a:rPr>
              <a:t>upts, and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os</a:t>
            </a:r>
            <a:r>
              <a:rPr sz="1200" b="1" spc="-5" dirty="0">
                <a:latin typeface="Times New Roman"/>
                <a:cs typeface="Times New Roman"/>
              </a:rPr>
              <a:t>c</a:t>
            </a:r>
            <a:r>
              <a:rPr sz="1200" b="1" dirty="0">
                <a:latin typeface="Times New Roman"/>
                <a:cs typeface="Times New Roman"/>
              </a:rPr>
              <a:t>illato</a:t>
            </a:r>
            <a:r>
              <a:rPr sz="1200" b="1" spc="-10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425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ICSP</a:t>
            </a:r>
            <a:r>
              <a:rPr sz="1200" b="1" spc="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pin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5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spc="15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Cir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ri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1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llows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gr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fi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mw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f 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rduino bo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rd.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7965">
              <a:lnSpc>
                <a:spcPts val="2080"/>
              </a:lnSpc>
              <a:spcBef>
                <a:spcPts val="160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b="1" spc="-15" dirty="0">
                <a:latin typeface="Times New Roman"/>
                <a:cs typeface="Times New Roman"/>
              </a:rPr>
              <a:t>P</a:t>
            </a:r>
            <a:r>
              <a:rPr sz="1200" b="1" dirty="0">
                <a:latin typeface="Times New Roman"/>
                <a:cs typeface="Times New Roman"/>
              </a:rPr>
              <a:t>o</a:t>
            </a:r>
            <a:r>
              <a:rPr sz="1200" b="1" spc="5" dirty="0">
                <a:latin typeface="Times New Roman"/>
                <a:cs typeface="Times New Roman"/>
              </a:rPr>
              <a:t>w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r</a:t>
            </a:r>
            <a:r>
              <a:rPr sz="1200" b="1" spc="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LED</a:t>
            </a:r>
            <a:r>
              <a:rPr sz="1200" b="1" spc="8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Indica</a:t>
            </a:r>
            <a:r>
              <a:rPr sz="1200" b="1" spc="-10" dirty="0">
                <a:latin typeface="Times New Roman"/>
                <a:cs typeface="Times New Roman"/>
              </a:rPr>
              <a:t>t</a:t>
            </a:r>
            <a:r>
              <a:rPr sz="1200" b="1" dirty="0">
                <a:latin typeface="Times New Roman"/>
                <a:cs typeface="Times New Roman"/>
              </a:rPr>
              <a:t>o</a:t>
            </a:r>
            <a:r>
              <a:rPr sz="1200" b="1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ED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hows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tiv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ted.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pow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is OF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,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L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 not li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ht up.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450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Digital </a:t>
            </a:r>
            <a:r>
              <a:rPr sz="1200" b="1" spc="-1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I/O </a:t>
            </a:r>
            <a:r>
              <a:rPr sz="1200" b="1" spc="-1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</a:t>
            </a:r>
            <a:r>
              <a:rPr sz="1200" b="1" spc="5" dirty="0">
                <a:latin typeface="Times New Roman"/>
                <a:cs typeface="Times New Roman"/>
              </a:rPr>
              <a:t>n</a:t>
            </a:r>
            <a:r>
              <a:rPr sz="1200" b="1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-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pins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ve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lue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H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GH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OW.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pins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om D0 to D13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10" dirty="0">
                <a:latin typeface="Times New Roman"/>
                <a:cs typeface="Times New Roman"/>
              </a:rPr>
              <a:t>i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 pins.</a:t>
            </a:r>
            <a:endParaRPr sz="1200">
              <a:latin typeface="Times New Roman"/>
              <a:cs typeface="Times New Roman"/>
            </a:endParaRPr>
          </a:p>
          <a:p>
            <a:pPr marL="469265" marR="5715" indent="-227965">
              <a:lnSpc>
                <a:spcPts val="2080"/>
              </a:lnSpc>
              <a:spcBef>
                <a:spcPts val="160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TX</a:t>
            </a:r>
            <a:r>
              <a:rPr sz="1200" b="1" spc="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RX</a:t>
            </a:r>
            <a:r>
              <a:rPr sz="1200" b="1" spc="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LED'</a:t>
            </a:r>
            <a:r>
              <a:rPr sz="1200" b="1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5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ssful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nted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lighting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 </a:t>
            </a:r>
            <a:r>
              <a:rPr sz="1200" spc="-1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'</a:t>
            </a:r>
            <a:r>
              <a:rPr sz="1200" dirty="0">
                <a:latin typeface="Times New Roman"/>
                <a:cs typeface="Times New Roman"/>
              </a:rPr>
              <a:t>s.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445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EF-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g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f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REF)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pin 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fer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volt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UNO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m the</a:t>
            </a:r>
            <a:r>
              <a:rPr sz="1200" spc="-5" dirty="0">
                <a:latin typeface="Times New Roman"/>
                <a:cs typeface="Times New Roman"/>
              </a:rPr>
              <a:t> 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te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 pow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su</a:t>
            </a:r>
            <a:r>
              <a:rPr sz="1200" spc="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25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R</a:t>
            </a:r>
            <a:r>
              <a:rPr sz="1200" b="1" spc="-10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s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t but</a:t>
            </a:r>
            <a:r>
              <a:rPr sz="1200" b="1" spc="-10" dirty="0">
                <a:latin typeface="Times New Roman"/>
                <a:cs typeface="Times New Roman"/>
              </a:rPr>
              <a:t>t</a:t>
            </a:r>
            <a:r>
              <a:rPr sz="1200" b="1" dirty="0">
                <a:latin typeface="Times New Roman"/>
                <a:cs typeface="Times New Roman"/>
              </a:rPr>
              <a:t>o</a:t>
            </a:r>
            <a:r>
              <a:rPr sz="1200" b="1" spc="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 is used 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dd 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 button to the 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onn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tion.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46503" y="914400"/>
            <a:ext cx="5279014" cy="37395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10" y="923113"/>
            <a:ext cx="5737860" cy="2543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5" marR="5715" indent="-227965">
              <a:lnSpc>
                <a:spcPct val="143300"/>
              </a:lnSpc>
              <a:buSzPct val="83333"/>
              <a:buFont typeface="Courier New"/>
              <a:buChar char="o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US</a:t>
            </a:r>
            <a:r>
              <a:rPr sz="1200" b="1" spc="5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llows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onn</a:t>
            </a:r>
            <a:r>
              <a:rPr sz="1200" spc="-5" dirty="0">
                <a:latin typeface="Times New Roman"/>
                <a:cs typeface="Times New Roman"/>
              </a:rPr>
              <a:t>ec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omp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te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nti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mming of 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UNO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rd.</a:t>
            </a:r>
            <a:endParaRPr sz="1200">
              <a:latin typeface="Times New Roman"/>
              <a:cs typeface="Times New Roman"/>
            </a:endParaRPr>
          </a:p>
          <a:p>
            <a:pPr marL="240665" marR="6350" indent="-227965">
              <a:lnSpc>
                <a:spcPct val="143300"/>
              </a:lnSpc>
              <a:spcBef>
                <a:spcPts val="10"/>
              </a:spcBef>
              <a:buSzPct val="83333"/>
              <a:buFont typeface="Courier New"/>
              <a:buChar char="o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C</a:t>
            </a:r>
            <a:r>
              <a:rPr sz="1200" b="1" spc="-10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ystal</a:t>
            </a:r>
            <a:r>
              <a:rPr sz="1200" b="1" spc="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Oscillato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stal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illator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qu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1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16</a:t>
            </a:r>
            <a:r>
              <a:rPr sz="1200" spc="10" dirty="0">
                <a:latin typeface="Times New Roman"/>
                <a:cs typeface="Times New Roman"/>
              </a:rPr>
              <a:t>M</a:t>
            </a:r>
            <a:r>
              <a:rPr sz="1200" dirty="0">
                <a:latin typeface="Times New Roman"/>
                <a:cs typeface="Times New Roman"/>
              </a:rPr>
              <a:t>Hz,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UNO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5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l boa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SzPct val="83333"/>
              <a:buFont typeface="Courier New"/>
              <a:buChar char="o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Volt</a:t>
            </a:r>
            <a:r>
              <a:rPr sz="1200" b="1" spc="-5" dirty="0">
                <a:latin typeface="Times New Roman"/>
                <a:cs typeface="Times New Roman"/>
              </a:rPr>
              <a:t>a</a:t>
            </a:r>
            <a:r>
              <a:rPr sz="1200" b="1" dirty="0">
                <a:latin typeface="Times New Roman"/>
                <a:cs typeface="Times New Roman"/>
              </a:rPr>
              <a:t>ge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</a:t>
            </a:r>
            <a:r>
              <a:rPr sz="1200" b="1" spc="-10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gulato</a:t>
            </a:r>
            <a:r>
              <a:rPr sz="1200" b="1" spc="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volt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ulator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s the input volt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5V.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SzPct val="83333"/>
              <a:buFont typeface="Courier New"/>
              <a:buChar char="o"/>
              <a:tabLst>
                <a:tab pos="2413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G</a:t>
            </a:r>
            <a:r>
              <a:rPr sz="1200" b="1" dirty="0">
                <a:latin typeface="Times New Roman"/>
                <a:cs typeface="Times New Roman"/>
              </a:rPr>
              <a:t>N</a:t>
            </a:r>
            <a:r>
              <a:rPr sz="1200" b="1" spc="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ound pins. The 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round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</a:t>
            </a:r>
            <a:r>
              <a:rPr sz="1200" dirty="0">
                <a:latin typeface="Times New Roman"/>
                <a:cs typeface="Times New Roman"/>
              </a:rPr>
              <a:t>ts as 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 </a:t>
            </a:r>
            <a:r>
              <a:rPr sz="1200" spc="5" dirty="0">
                <a:latin typeface="Times New Roman"/>
                <a:cs typeface="Times New Roman"/>
              </a:rPr>
              <a:t>z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ro v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lt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SzPct val="83333"/>
              <a:buFont typeface="Courier New"/>
              <a:buChar char="o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Vin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 is the input volt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SzPct val="83333"/>
              <a:buFont typeface="Courier New"/>
              <a:buChar char="o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Analog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15" dirty="0">
                <a:latin typeface="Times New Roman"/>
                <a:cs typeface="Times New Roman"/>
              </a:rPr>
              <a:t>P</a:t>
            </a:r>
            <a:r>
              <a:rPr sz="1200" b="1" dirty="0">
                <a:latin typeface="Times New Roman"/>
                <a:cs typeface="Times New Roman"/>
              </a:rPr>
              <a:t>i</a:t>
            </a:r>
            <a:r>
              <a:rPr sz="1200" b="1" spc="5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pins</a:t>
            </a:r>
            <a:r>
              <a:rPr sz="1200" spc="10" dirty="0">
                <a:latin typeface="Times New Roman"/>
                <a:cs typeface="Times New Roman"/>
              </a:rPr>
              <a:t> n</a:t>
            </a:r>
            <a:r>
              <a:rPr sz="1200" dirty="0">
                <a:latin typeface="Times New Roman"/>
                <a:cs typeface="Times New Roman"/>
              </a:rPr>
              <a:t>umbe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rom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A0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A5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pins.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g</a:t>
            </a:r>
            <a:endParaRPr sz="1200">
              <a:latin typeface="Times New Roman"/>
              <a:cs typeface="Times New Roman"/>
            </a:endParaRPr>
          </a:p>
          <a:p>
            <a:pPr marL="240665" marR="5080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pins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onn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tion.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lso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(G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 Purpose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nput Output) pins.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10" y="3974228"/>
            <a:ext cx="5965190" cy="1672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sz="1600" spc="-30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hy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is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ec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1600" spc="-2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1600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ended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v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er </a:t>
            </a:r>
            <a:r>
              <a:rPr sz="1600" spc="0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ther boards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for beginner</a:t>
            </a:r>
            <a:r>
              <a:rPr sz="1600" spc="-25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?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425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USB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10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uino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nn</a:t>
            </a:r>
            <a:r>
              <a:rPr sz="1200" spc="-5" dirty="0">
                <a:latin typeface="Times New Roman"/>
                <a:cs typeface="Times New Roman"/>
              </a:rPr>
              <a:t>ec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mput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2080"/>
              </a:lnSpc>
              <a:spcBef>
                <a:spcPts val="160"/>
              </a:spcBef>
            </a:pP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ble.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5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</a:t>
            </a:r>
            <a:r>
              <a:rPr sz="1200" dirty="0">
                <a:latin typeface="Times New Roman"/>
                <a:cs typeface="Times New Roman"/>
              </a:rPr>
              <a:t>ts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ri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ow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</a:t>
            </a:r>
            <a:r>
              <a:rPr sz="1200" spc="2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rf</a:t>
            </a:r>
            <a:r>
              <a:rPr sz="1200" spc="-5" dirty="0">
                <a:latin typeface="Times New Roman"/>
                <a:cs typeface="Times New Roman"/>
              </a:rPr>
              <a:t>ac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 fun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tioning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</a:t>
            </a:r>
            <a:r>
              <a:rPr sz="1200" spc="5" dirty="0">
                <a:latin typeface="Times New Roman"/>
                <a:cs typeface="Times New Roman"/>
              </a:rPr>
              <a:t>k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 it unique to </a:t>
            </a:r>
            <a:r>
              <a:rPr sz="1200" spc="-5" dirty="0">
                <a:latin typeface="Times New Roman"/>
                <a:cs typeface="Times New Roman"/>
              </a:rPr>
              <a:t>rec</a:t>
            </a:r>
            <a:r>
              <a:rPr sz="1200" dirty="0">
                <a:latin typeface="Times New Roman"/>
                <a:cs typeface="Times New Roman"/>
              </a:rPr>
              <a:t>omm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use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530"/>
              </a:lnSpc>
            </a:pPr>
            <a:r>
              <a:rPr sz="1300" spc="-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1300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1300" spc="-30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1300" spc="-10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1300" spc="10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1300" spc="-10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</a:t>
            </a:r>
            <a:r>
              <a:rPr sz="1200" spc="1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tu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shown in the b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low im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5" y="4611851"/>
            <a:ext cx="5967095" cy="3811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inst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sh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bootlo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2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</a:t>
            </a:r>
            <a:r>
              <a:rPr sz="1200" spc="5" dirty="0">
                <a:latin typeface="Times New Roman"/>
                <a:cs typeface="Times New Roman"/>
              </a:rPr>
              <a:t>k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</a:t>
            </a:r>
            <a:r>
              <a:rPr sz="1200" spc="1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0.5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</a:t>
            </a:r>
            <a:r>
              <a:rPr sz="1200" spc="5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SRAM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stands for  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Static  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ndom 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cce</a:t>
            </a:r>
            <a:r>
              <a:rPr sz="1200" dirty="0">
                <a:latin typeface="Times New Roman"/>
                <a:cs typeface="Times New Roman"/>
              </a:rPr>
              <a:t>ss 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mo</a:t>
            </a:r>
            <a:r>
              <a:rPr sz="1200" spc="20" dirty="0">
                <a:latin typeface="Times New Roman"/>
                <a:cs typeface="Times New Roman"/>
              </a:rPr>
              <a:t>r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, 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 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EEPROM 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stands  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  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</a:t>
            </a:r>
            <a:r>
              <a:rPr sz="1200" spc="-5" dirty="0">
                <a:latin typeface="Times New Roman"/>
                <a:cs typeface="Times New Roman"/>
              </a:rPr>
              <a:t>ec</a:t>
            </a:r>
            <a:r>
              <a:rPr sz="1200" dirty="0">
                <a:latin typeface="Times New Roman"/>
                <a:cs typeface="Times New Roman"/>
              </a:rPr>
              <a:t>tri</a:t>
            </a:r>
            <a:r>
              <a:rPr sz="1200" spc="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1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y  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e Pro</a:t>
            </a:r>
            <a:r>
              <a:rPr sz="1200" spc="-20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ble R</a:t>
            </a:r>
            <a:r>
              <a:rPr sz="1200" spc="-5" dirty="0">
                <a:latin typeface="Times New Roman"/>
                <a:cs typeface="Times New Roman"/>
              </a:rPr>
              <a:t>ea</a:t>
            </a:r>
            <a:r>
              <a:rPr sz="1200" spc="15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mo</a:t>
            </a:r>
            <a:r>
              <a:rPr sz="1200" spc="20" dirty="0">
                <a:latin typeface="Times New Roman"/>
                <a:cs typeface="Times New Roman"/>
              </a:rPr>
              <a:t>r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algn="just">
              <a:lnSpc>
                <a:spcPts val="1530"/>
              </a:lnSpc>
            </a:pPr>
            <a:r>
              <a:rPr sz="1300" spc="-10" dirty="0">
                <a:solidFill>
                  <a:srgbClr val="2E5395"/>
                </a:solidFill>
                <a:latin typeface="Times New Roman"/>
                <a:cs typeface="Times New Roman"/>
              </a:rPr>
              <a:t>Technical</a:t>
            </a:r>
            <a:r>
              <a:rPr sz="1300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1300" spc="-10" dirty="0">
                <a:solidFill>
                  <a:srgbClr val="2E5395"/>
                </a:solidFill>
                <a:latin typeface="Times New Roman"/>
                <a:cs typeface="Times New Roman"/>
              </a:rPr>
              <a:t>peci</a:t>
            </a:r>
            <a:r>
              <a:rPr sz="1300" spc="0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1300" spc="-5" dirty="0">
                <a:solidFill>
                  <a:srgbClr val="2E5395"/>
                </a:solidFill>
                <a:latin typeface="Times New Roman"/>
                <a:cs typeface="Times New Roman"/>
              </a:rPr>
              <a:t>icati</a:t>
            </a:r>
            <a:r>
              <a:rPr sz="1300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1300" spc="-10" dirty="0">
                <a:solidFill>
                  <a:srgbClr val="2E5395"/>
                </a:solidFill>
                <a:latin typeface="Times New Roman"/>
                <a:cs typeface="Times New Roman"/>
              </a:rPr>
              <a:t>ns</a:t>
            </a:r>
            <a:r>
              <a:rPr sz="1300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1300" spc="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Times New Roman"/>
                <a:cs typeface="Times New Roman"/>
              </a:rPr>
              <a:t>Arduino</a:t>
            </a:r>
            <a:r>
              <a:rPr sz="1300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1300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1300" spc="-10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  <a:p>
            <a:pPr marL="12700" algn="just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hni</a:t>
            </a:r>
            <a:r>
              <a:rPr sz="1200" spc="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 spe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ifi</a:t>
            </a:r>
            <a:r>
              <a:rPr sz="1200" spc="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tions of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UNO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 listed b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low:</a:t>
            </a:r>
            <a:endParaRPr sz="1200">
              <a:latin typeface="Times New Roman"/>
              <a:cs typeface="Times New Roman"/>
            </a:endParaRPr>
          </a:p>
          <a:p>
            <a:pPr marL="469265" marR="6985" indent="-227965">
              <a:lnSpc>
                <a:spcPct val="143300"/>
              </a:lnSpc>
              <a:spcBef>
                <a:spcPts val="10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Th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nput/Output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pins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Arduino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</a:t>
            </a:r>
            <a:r>
              <a:rPr sz="1200" spc="10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6 P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M pins, 6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log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pins,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8 di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/O pins.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35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M pins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Pulse Width Modul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tion 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ble pins.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20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15" dirty="0">
                <a:latin typeface="Times New Roman"/>
                <a:cs typeface="Times New Roman"/>
              </a:rPr>
              <a:t>r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stal oscill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tor </a:t>
            </a:r>
            <a:r>
              <a:rPr sz="1200" spc="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res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 in 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UNO</a:t>
            </a:r>
            <a:r>
              <a:rPr sz="1200" spc="-5" dirty="0">
                <a:latin typeface="Times New Roman"/>
                <a:cs typeface="Times New Roman"/>
              </a:rPr>
              <a:t> c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mes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 a 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q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16MHz.</a:t>
            </a:r>
            <a:endParaRPr sz="1200">
              <a:latin typeface="Times New Roman"/>
              <a:cs typeface="Times New Roman"/>
            </a:endParaRPr>
          </a:p>
          <a:p>
            <a:pPr marL="469265" marR="8255" indent="-227965">
              <a:lnSpc>
                <a:spcPct val="143500"/>
              </a:lnSpc>
              <a:spcBef>
                <a:spcPts val="10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lso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gr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ted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nt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gr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ted Wi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i ESP8266 Module</a:t>
            </a:r>
            <a:r>
              <a:rPr sz="1200" spc="-5" dirty="0">
                <a:latin typeface="Times New Roman"/>
                <a:cs typeface="Times New Roman"/>
              </a:rPr>
              <a:t> a</a:t>
            </a:r>
            <a:r>
              <a:rPr sz="1200" dirty="0">
                <a:latin typeface="Times New Roman"/>
                <a:cs typeface="Times New Roman"/>
              </a:rPr>
              <a:t>nd A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28P mi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ro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ontroll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35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 volt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f the U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O bo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</a:t>
            </a:r>
            <a:r>
              <a:rPr sz="1200" spc="5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ri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rom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7V to 20V.</a:t>
            </a:r>
            <a:endParaRPr sz="1200">
              <a:latin typeface="Times New Roman"/>
              <a:cs typeface="Times New Roman"/>
            </a:endParaRPr>
          </a:p>
          <a:p>
            <a:pPr marL="469265" marR="5080" indent="-227965">
              <a:lnSpc>
                <a:spcPts val="2080"/>
              </a:lnSpc>
              <a:spcBef>
                <a:spcPts val="160"/>
              </a:spcBef>
              <a:buSzPct val="83333"/>
              <a:buFont typeface="Courier New"/>
              <a:buChar char="o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utom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al</a:t>
            </a:r>
            <a:r>
              <a:rPr sz="1200" spc="1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y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ws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rom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te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.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n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lso dr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w po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rom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1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00250" y="914400"/>
            <a:ext cx="3762390" cy="36004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0" y="930417"/>
            <a:ext cx="5972810" cy="564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600" spc="-15" dirty="0">
                <a:solidFill>
                  <a:srgbClr val="2E5395"/>
                </a:solidFill>
                <a:latin typeface="Times New Roman"/>
                <a:cs typeface="Times New Roman"/>
              </a:rPr>
              <a:t>How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to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get</a:t>
            </a:r>
            <a:r>
              <a:rPr sz="1600" spc="-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star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ed</a:t>
            </a:r>
            <a:r>
              <a:rPr sz="1600" spc="1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with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1600" spc="-20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duino</a:t>
            </a:r>
            <a:r>
              <a:rPr sz="16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1600" spc="-30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1600" spc="-10" dirty="0">
                <a:solidFill>
                  <a:srgbClr val="2E5395"/>
                </a:solidFill>
                <a:latin typeface="Times New Roman"/>
                <a:cs typeface="Times New Roman"/>
              </a:rPr>
              <a:t>?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420"/>
              </a:lnSpc>
            </a:pP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n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</a:t>
            </a:r>
            <a:r>
              <a:rPr sz="1200" spc="-20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.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DE 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</a:t>
            </a:r>
            <a:r>
              <a:rPr sz="1200" spc="-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nt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lopm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 pr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 is common to all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lso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Editor,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-10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ows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upload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tc</a:t>
            </a:r>
            <a:r>
              <a:rPr sz="1200" spc="-15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ite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ode</a:t>
            </a:r>
            <a:endParaRPr sz="1200">
              <a:latin typeface="Times New Roman"/>
              <a:cs typeface="Times New Roman"/>
            </a:endParaRPr>
          </a:p>
          <a:p>
            <a:pPr marL="12700" marR="12700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om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b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ro</a:t>
            </a:r>
            <a:r>
              <a:rPr sz="1200" spc="-10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(</a:t>
            </a:r>
            <a:r>
              <a:rPr sz="1200" dirty="0">
                <a:latin typeface="Times New Roman"/>
                <a:cs typeface="Times New Roman"/>
              </a:rPr>
              <a:t>Goo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le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Chrome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</a:t>
            </a:r>
            <a:r>
              <a:rPr sz="1200" spc="15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d)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20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rd.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online plat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orm.</a:t>
            </a:r>
            <a:endParaRPr sz="1200">
              <a:latin typeface="Times New Roman"/>
              <a:cs typeface="Times New Roman"/>
            </a:endParaRPr>
          </a:p>
          <a:p>
            <a:pPr marL="12700" marR="10160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USB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ec</a:t>
            </a:r>
            <a:r>
              <a:rPr sz="1200" dirty="0">
                <a:latin typeface="Times New Roman"/>
                <a:cs typeface="Times New Roman"/>
              </a:rPr>
              <a:t>tion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ssential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onn</a:t>
            </a:r>
            <a:r>
              <a:rPr sz="1200" spc="-5" dirty="0">
                <a:latin typeface="Times New Roman"/>
                <a:cs typeface="Times New Roman"/>
              </a:rPr>
              <a:t>ec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omput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ter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onn</a:t>
            </a:r>
            <a:r>
              <a:rPr sz="1200" spc="-5" dirty="0">
                <a:latin typeface="Times New Roman"/>
                <a:cs typeface="Times New Roman"/>
              </a:rPr>
              <a:t>ec</a:t>
            </a:r>
            <a:r>
              <a:rPr sz="1200" dirty="0">
                <a:latin typeface="Times New Roman"/>
                <a:cs typeface="Times New Roman"/>
              </a:rPr>
              <a:t>tion, the P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R pins w</a:t>
            </a:r>
            <a:r>
              <a:rPr sz="1200" spc="-15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ll li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ht </a:t>
            </a:r>
            <a:r>
              <a:rPr sz="1200" spc="-1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 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ee</a:t>
            </a:r>
            <a:r>
              <a:rPr sz="1200" dirty="0">
                <a:latin typeface="Times New Roman"/>
                <a:cs typeface="Times New Roman"/>
              </a:rPr>
              <a:t>n.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t is 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 p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 to get st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rt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ith A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duino UNO</a:t>
            </a:r>
            <a:r>
              <a:rPr sz="1200" spc="-5" dirty="0">
                <a:latin typeface="Times New Roman"/>
                <a:cs typeface="Times New Roman"/>
              </a:rPr>
              <a:t> a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listed b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low: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  <a:tabLst>
                <a:tab pos="469265" algn="l"/>
              </a:tabLst>
            </a:pPr>
            <a:r>
              <a:rPr sz="1000" spc="-10" dirty="0">
                <a:latin typeface="Courier New"/>
                <a:cs typeface="Courier New"/>
              </a:rPr>
              <a:t>o</a:t>
            </a:r>
            <a:r>
              <a:rPr sz="1000" spc="-1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nstall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iv</a:t>
            </a:r>
            <a:r>
              <a:rPr sz="1200" b="1" spc="5" dirty="0">
                <a:latin typeface="Times New Roman"/>
                <a:cs typeface="Times New Roman"/>
              </a:rPr>
              <a:t>e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s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the 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As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soon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ec</a:t>
            </a:r>
            <a:r>
              <a:rPr sz="1200" dirty="0">
                <a:latin typeface="Times New Roman"/>
                <a:cs typeface="Times New Roman"/>
              </a:rPr>
              <a:t>t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10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e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omput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r,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indows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om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XP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ill 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utom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</a:t>
            </a:r>
            <a:r>
              <a:rPr sz="1200" spc="-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2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y inst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ll the bo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d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ive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ut, if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ou 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ve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or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ownlo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 the zip pa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k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, follow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w st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ps: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2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Cli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k on </a:t>
            </a:r>
            <a:r>
              <a:rPr sz="1200" b="1" dirty="0">
                <a:latin typeface="Times New Roman"/>
                <a:cs typeface="Times New Roman"/>
              </a:rPr>
              <a:t>Sta</a:t>
            </a:r>
            <a:r>
              <a:rPr sz="1200" b="1" spc="-10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t 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</a:t>
            </a:r>
            <a:r>
              <a:rPr sz="1200" b="1" spc="5" dirty="0">
                <a:latin typeface="Times New Roman"/>
                <a:cs typeface="Times New Roman"/>
              </a:rPr>
              <a:t>tr</a:t>
            </a:r>
            <a:r>
              <a:rPr sz="1200" b="1" dirty="0">
                <a:latin typeface="Times New Roman"/>
                <a:cs typeface="Times New Roman"/>
              </a:rPr>
              <a:t>ol </a:t>
            </a:r>
            <a:r>
              <a:rPr sz="1200" b="1" spc="-15" dirty="0">
                <a:latin typeface="Times New Roman"/>
                <a:cs typeface="Times New Roman"/>
              </a:rPr>
              <a:t>P</a:t>
            </a:r>
            <a:r>
              <a:rPr sz="1200" b="1" dirty="0">
                <a:latin typeface="Times New Roman"/>
                <a:cs typeface="Times New Roman"/>
              </a:rPr>
              <a:t>an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l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</a:t>
            </a:r>
            <a:r>
              <a:rPr sz="1200" b="1" spc="5" dirty="0">
                <a:latin typeface="Times New Roman"/>
                <a:cs typeface="Times New Roman"/>
              </a:rPr>
              <a:t>te</a:t>
            </a:r>
            <a:r>
              <a:rPr sz="1200" b="1" dirty="0">
                <a:latin typeface="Times New Roman"/>
                <a:cs typeface="Times New Roman"/>
              </a:rPr>
              <a:t>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 S</a:t>
            </a:r>
            <a:r>
              <a:rPr sz="1200" b="1" spc="-5" dirty="0">
                <a:latin typeface="Times New Roman"/>
                <a:cs typeface="Times New Roman"/>
              </a:rPr>
              <a:t>ec</a:t>
            </a:r>
            <a:r>
              <a:rPr sz="1200" b="1" dirty="0">
                <a:latin typeface="Times New Roman"/>
                <a:cs typeface="Times New Roman"/>
              </a:rPr>
              <a:t>u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it</a:t>
            </a:r>
            <a:r>
              <a:rPr sz="1200" b="1" spc="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265" marR="6350" indent="-227965">
              <a:lnSpc>
                <a:spcPct val="143300"/>
              </a:lnSpc>
              <a:spcBef>
                <a:spcPts val="10"/>
              </a:spcBef>
              <a:buFont typeface="Times New Roman"/>
              <a:buAutoNum type="arabicPeriod"/>
              <a:tabLst>
                <a:tab pos="469900" algn="l"/>
                <a:tab pos="939800" algn="l"/>
                <a:tab pos="2380615" algn="l"/>
                <a:tab pos="3674745" algn="l"/>
                <a:tab pos="4238625" algn="l"/>
                <a:tab pos="5619115" algn="l"/>
              </a:tabLst>
            </a:pPr>
            <a:r>
              <a:rPr sz="1200" dirty="0">
                <a:latin typeface="Times New Roman"/>
                <a:cs typeface="Times New Roman"/>
              </a:rPr>
              <a:t>Cli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k	on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Device	</a:t>
            </a:r>
            <a:r>
              <a:rPr sz="1200" b="1" spc="-5" dirty="0">
                <a:latin typeface="Times New Roman"/>
                <a:cs typeface="Times New Roman"/>
              </a:rPr>
              <a:t>M</a:t>
            </a:r>
            <a:r>
              <a:rPr sz="1200" b="1" dirty="0">
                <a:latin typeface="Times New Roman"/>
                <a:cs typeface="Times New Roman"/>
              </a:rPr>
              <a:t>anag</a:t>
            </a:r>
            <a:r>
              <a:rPr sz="1200" b="1" spc="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r 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</a:t>
            </a:r>
            <a:r>
              <a:rPr sz="1200" b="1" spc="-10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ts	(</a:t>
            </a:r>
            <a:r>
              <a:rPr sz="1200" b="1" spc="-10" dirty="0">
                <a:latin typeface="Times New Roman"/>
                <a:cs typeface="Times New Roman"/>
              </a:rPr>
              <a:t>C</a:t>
            </a:r>
            <a:r>
              <a:rPr sz="1200" b="1" dirty="0">
                <a:latin typeface="Times New Roman"/>
                <a:cs typeface="Times New Roman"/>
              </a:rPr>
              <a:t>OM	</a:t>
            </a:r>
            <a:r>
              <a:rPr sz="1200" b="1" spc="-5" dirty="0">
                <a:latin typeface="Times New Roman"/>
                <a:cs typeface="Times New Roman"/>
              </a:rPr>
              <a:t>&amp;</a:t>
            </a:r>
            <a:r>
              <a:rPr sz="1200" b="1" spc="10" dirty="0">
                <a:latin typeface="Times New Roman"/>
                <a:cs typeface="Times New Roman"/>
              </a:rPr>
              <a:t>L</a:t>
            </a:r>
            <a:r>
              <a:rPr sz="1200" b="1" spc="-15" dirty="0">
                <a:latin typeface="Times New Roman"/>
                <a:cs typeface="Times New Roman"/>
              </a:rPr>
              <a:t>P</a:t>
            </a:r>
            <a:r>
              <a:rPr sz="1200" b="1" dirty="0">
                <a:latin typeface="Times New Roman"/>
                <a:cs typeface="Times New Roman"/>
              </a:rPr>
              <a:t>T)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b="1" spc="5" dirty="0">
                <a:latin typeface="Times New Roman"/>
                <a:cs typeface="Times New Roman"/>
              </a:rPr>
              <a:t>A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dui</a:t>
            </a:r>
            <a:r>
              <a:rPr sz="1200" b="1" spc="5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o	U</a:t>
            </a:r>
            <a:r>
              <a:rPr sz="1200" b="1" spc="-5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O </a:t>
            </a:r>
            <a:r>
              <a:rPr sz="1200" b="1" spc="-5" dirty="0">
                <a:latin typeface="Times New Roman"/>
                <a:cs typeface="Times New Roman"/>
              </a:rPr>
              <a:t>(</a:t>
            </a:r>
            <a:r>
              <a:rPr sz="1200" b="1" dirty="0">
                <a:latin typeface="Times New Roman"/>
                <a:cs typeface="Times New Roman"/>
              </a:rPr>
              <a:t>CO</a:t>
            </a:r>
            <a:r>
              <a:rPr sz="1200" b="1" spc="-5" dirty="0">
                <a:latin typeface="Times New Roman"/>
                <a:cs typeface="Times New Roman"/>
              </a:rPr>
              <a:t>M</a:t>
            </a:r>
            <a:r>
              <a:rPr sz="1200" b="1" dirty="0">
                <a:latin typeface="Times New Roman"/>
                <a:cs typeface="Times New Roman"/>
              </a:rPr>
              <a:t>xx</a:t>
            </a:r>
            <a:r>
              <a:rPr sz="1200" b="1" spc="-5" dirty="0">
                <a:latin typeface="Times New Roman"/>
                <a:cs typeface="Times New Roman"/>
              </a:rPr>
              <a:t>)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COM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25" dirty="0">
                <a:latin typeface="Times New Roman"/>
                <a:cs typeface="Times New Roman"/>
              </a:rPr>
              <a:t>L</a:t>
            </a:r>
            <a:r>
              <a:rPr sz="1200" spc="1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T is abs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nt, look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</a:t>
            </a:r>
            <a:r>
              <a:rPr sz="1200" b="1" spc="5" dirty="0">
                <a:latin typeface="Times New Roman"/>
                <a:cs typeface="Times New Roman"/>
              </a:rPr>
              <a:t>t</a:t>
            </a:r>
            <a:r>
              <a:rPr sz="1200" b="1" dirty="0">
                <a:latin typeface="Times New Roman"/>
                <a:cs typeface="Times New Roman"/>
              </a:rPr>
              <a:t>h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r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</a:t>
            </a:r>
            <a:r>
              <a:rPr sz="1200" b="1" spc="-10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vi</a:t>
            </a:r>
            <a:r>
              <a:rPr sz="1200" b="1" spc="5" dirty="0">
                <a:latin typeface="Times New Roman"/>
                <a:cs typeface="Times New Roman"/>
              </a:rPr>
              <a:t>c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</a:t>
            </a:r>
            <a:r>
              <a:rPr sz="1200" b="1" spc="5" dirty="0">
                <a:latin typeface="Times New Roman"/>
                <a:cs typeface="Times New Roman"/>
              </a:rPr>
              <a:t>k</a:t>
            </a:r>
            <a:r>
              <a:rPr sz="1200" b="1" dirty="0">
                <a:latin typeface="Times New Roman"/>
                <a:cs typeface="Times New Roman"/>
              </a:rPr>
              <a:t>no</a:t>
            </a:r>
            <a:r>
              <a:rPr sz="1200" b="1" spc="5" dirty="0">
                <a:latin typeface="Times New Roman"/>
                <a:cs typeface="Times New Roman"/>
              </a:rPr>
              <a:t>w</a:t>
            </a:r>
            <a:r>
              <a:rPr sz="1200" b="1" dirty="0">
                <a:latin typeface="Times New Roman"/>
                <a:cs typeface="Times New Roman"/>
              </a:rPr>
              <a:t>n D</a:t>
            </a:r>
            <a:r>
              <a:rPr sz="1200" b="1" spc="-10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vic</a:t>
            </a:r>
            <a:r>
              <a:rPr sz="1200" b="1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265" marR="7620" indent="-227965">
              <a:lnSpc>
                <a:spcPts val="2090"/>
              </a:lnSpc>
              <a:spcBef>
                <a:spcPts val="16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Ri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ht</a:t>
            </a:r>
            <a:r>
              <a:rPr sz="1200" spc="-5" dirty="0">
                <a:latin typeface="Times New Roman"/>
                <a:cs typeface="Times New Roman"/>
              </a:rPr>
              <a:t>-c</a:t>
            </a:r>
            <a:r>
              <a:rPr sz="1200" dirty="0">
                <a:latin typeface="Times New Roman"/>
                <a:cs typeface="Times New Roman"/>
              </a:rPr>
              <a:t>li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k 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0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dui</a:t>
            </a:r>
            <a:r>
              <a:rPr sz="1200" b="1" spc="5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o </a:t>
            </a:r>
            <a:r>
              <a:rPr sz="1200" b="1" spc="11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</a:t>
            </a:r>
            <a:r>
              <a:rPr sz="1200" b="1" spc="-5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O </a:t>
            </a:r>
            <a:r>
              <a:rPr sz="1200" b="1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</a:t>
            </a:r>
            <a:r>
              <a:rPr sz="1200" b="1" spc="-10" dirty="0">
                <a:latin typeface="Times New Roman"/>
                <a:cs typeface="Times New Roman"/>
              </a:rPr>
              <a:t>C</a:t>
            </a:r>
            <a:r>
              <a:rPr sz="1200" b="1" dirty="0">
                <a:latin typeface="Times New Roman"/>
                <a:cs typeface="Times New Roman"/>
              </a:rPr>
              <a:t>O</a:t>
            </a:r>
            <a:r>
              <a:rPr sz="1200" b="1" spc="-15" dirty="0">
                <a:latin typeface="Times New Roman"/>
                <a:cs typeface="Times New Roman"/>
              </a:rPr>
              <a:t>m</a:t>
            </a:r>
            <a:r>
              <a:rPr sz="1200" b="1" dirty="0">
                <a:latin typeface="Times New Roman"/>
                <a:cs typeface="Times New Roman"/>
              </a:rPr>
              <a:t>xx)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</a:t>
            </a:r>
            <a:r>
              <a:rPr sz="1200" b="1" spc="10" dirty="0">
                <a:latin typeface="Times New Roman"/>
                <a:cs typeface="Times New Roman"/>
              </a:rPr>
              <a:t>p</a:t>
            </a:r>
            <a:r>
              <a:rPr sz="1200" b="1" dirty="0">
                <a:latin typeface="Times New Roman"/>
                <a:cs typeface="Times New Roman"/>
              </a:rPr>
              <a:t>date 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</a:t>
            </a:r>
            <a:r>
              <a:rPr sz="1200" b="1" spc="-10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iver 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So</a:t>
            </a:r>
            <a:r>
              <a:rPr sz="1200" b="1" spc="5" dirty="0">
                <a:latin typeface="Times New Roman"/>
                <a:cs typeface="Times New Roman"/>
              </a:rPr>
              <a:t>f</a:t>
            </a:r>
            <a:r>
              <a:rPr sz="1200" b="1" dirty="0">
                <a:latin typeface="Times New Roman"/>
                <a:cs typeface="Times New Roman"/>
              </a:rPr>
              <a:t>twa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e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o</a:t>
            </a:r>
            <a:r>
              <a:rPr sz="1200" b="1" spc="5" dirty="0">
                <a:latin typeface="Times New Roman"/>
                <a:cs typeface="Times New Roman"/>
              </a:rPr>
              <a:t>w</a:t>
            </a:r>
            <a:r>
              <a:rPr sz="1200" b="1" dirty="0">
                <a:latin typeface="Times New Roman"/>
                <a:cs typeface="Times New Roman"/>
              </a:rPr>
              <a:t>se </a:t>
            </a:r>
            <a:r>
              <a:rPr sz="1200" b="1" spc="114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m</a:t>
            </a:r>
            <a:r>
              <a:rPr sz="1200" b="1" dirty="0">
                <a:latin typeface="Times New Roman"/>
                <a:cs typeface="Times New Roman"/>
              </a:rPr>
              <a:t>y </a:t>
            </a:r>
            <a:r>
              <a:rPr sz="1200" b="1" spc="-5" dirty="0">
                <a:latin typeface="Times New Roman"/>
                <a:cs typeface="Times New Roman"/>
              </a:rPr>
              <a:t>c</a:t>
            </a:r>
            <a:r>
              <a:rPr sz="1200" b="1" spc="10" dirty="0">
                <a:latin typeface="Times New Roman"/>
                <a:cs typeface="Times New Roman"/>
              </a:rPr>
              <a:t>o</a:t>
            </a:r>
            <a:r>
              <a:rPr sz="1200" b="1" spc="-20" dirty="0">
                <a:latin typeface="Times New Roman"/>
                <a:cs typeface="Times New Roman"/>
              </a:rPr>
              <a:t>m</a:t>
            </a:r>
            <a:r>
              <a:rPr sz="1200" b="1" dirty="0">
                <a:latin typeface="Times New Roman"/>
                <a:cs typeface="Times New Roman"/>
              </a:rPr>
              <a:t>put</a:t>
            </a:r>
            <a:r>
              <a:rPr sz="1200" b="1" spc="-10" dirty="0">
                <a:latin typeface="Times New Roman"/>
                <a:cs typeface="Times New Roman"/>
              </a:rPr>
              <a:t>e</a:t>
            </a:r>
            <a:r>
              <a:rPr sz="1200" b="1" dirty="0">
                <a:latin typeface="Times New Roman"/>
                <a:cs typeface="Times New Roman"/>
              </a:rPr>
              <a:t>r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5" dirty="0">
                <a:latin typeface="Times New Roman"/>
                <a:cs typeface="Times New Roman"/>
              </a:rPr>
              <a:t>f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</a:t>
            </a:r>
            <a:r>
              <a:rPr sz="1200" b="1" spc="-5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iver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so</a:t>
            </a:r>
            <a:r>
              <a:rPr sz="1200" b="1" spc="20" dirty="0">
                <a:latin typeface="Times New Roman"/>
                <a:cs typeface="Times New Roman"/>
              </a:rPr>
              <a:t>f</a:t>
            </a:r>
            <a:r>
              <a:rPr sz="1200" b="1" dirty="0">
                <a:latin typeface="Times New Roman"/>
                <a:cs typeface="Times New Roman"/>
              </a:rPr>
              <a:t>twa</a:t>
            </a:r>
            <a:r>
              <a:rPr sz="1200" b="1" spc="-5" dirty="0">
                <a:latin typeface="Times New Roman"/>
                <a:cs typeface="Times New Roman"/>
              </a:rPr>
              <a:t>re</a:t>
            </a:r>
            <a:r>
              <a:rPr sz="1200" b="1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le</a:t>
            </a:r>
            <a:r>
              <a:rPr sz="1200" spc="-10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"</a:t>
            </a:r>
            <a:r>
              <a:rPr sz="1200" b="1" dirty="0">
                <a:latin typeface="Times New Roman"/>
                <a:cs typeface="Times New Roman"/>
              </a:rPr>
              <a:t>i</a:t>
            </a:r>
            <a:r>
              <a:rPr sz="1200" b="1" spc="5" dirty="0">
                <a:latin typeface="Times New Roman"/>
                <a:cs typeface="Times New Roman"/>
              </a:rPr>
              <a:t>nf</a:t>
            </a:r>
            <a:r>
              <a:rPr sz="1200" dirty="0">
                <a:latin typeface="Times New Roman"/>
                <a:cs typeface="Times New Roman"/>
              </a:rPr>
              <a:t>"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navi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lse, 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t </a:t>
            </a:r>
            <a:r>
              <a:rPr sz="1200" spc="5" dirty="0">
                <a:latin typeface="Times New Roman"/>
                <a:cs typeface="Times New Roman"/>
              </a:rPr>
              <a:t>"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0" dirty="0">
                <a:latin typeface="Times New Roman"/>
                <a:cs typeface="Times New Roman"/>
              </a:rPr>
              <a:t>r</a:t>
            </a:r>
            <a:r>
              <a:rPr sz="1200" b="1" dirty="0">
                <a:latin typeface="Times New Roman"/>
                <a:cs typeface="Times New Roman"/>
              </a:rPr>
              <a:t>dui</a:t>
            </a:r>
            <a:r>
              <a:rPr sz="1200" b="1" spc="5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oU</a:t>
            </a:r>
            <a:r>
              <a:rPr sz="1200" b="1" spc="-5" dirty="0">
                <a:latin typeface="Times New Roman"/>
                <a:cs typeface="Times New Roman"/>
              </a:rPr>
              <a:t>N</a:t>
            </a:r>
            <a:r>
              <a:rPr sz="1200" b="1" dirty="0">
                <a:latin typeface="Times New Roman"/>
                <a:cs typeface="Times New Roman"/>
              </a:rPr>
              <a:t>O.i</a:t>
            </a:r>
            <a:r>
              <a:rPr sz="1200" b="1" spc="-10" dirty="0">
                <a:latin typeface="Times New Roman"/>
                <a:cs typeface="Times New Roman"/>
              </a:rPr>
              <a:t>n</a:t>
            </a:r>
            <a:r>
              <a:rPr sz="1200" b="1" spc="15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".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62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nstallation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inish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d.</a:t>
            </a:r>
            <a:endParaRPr sz="120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710"/>
              </a:spcBef>
              <a:buFont typeface="Symbol"/>
              <a:buChar char=""/>
              <a:tabLst>
                <a:tab pos="698500" algn="l"/>
              </a:tabLst>
            </a:pPr>
            <a:r>
              <a:rPr sz="1100" spc="-10" dirty="0">
                <a:latin typeface="Times New Roman"/>
                <a:cs typeface="Times New Roman"/>
              </a:rPr>
              <a:t>O</a:t>
            </a:r>
            <a:r>
              <a:rPr sz="1100" dirty="0">
                <a:latin typeface="Times New Roman"/>
                <a:cs typeface="Times New Roman"/>
              </a:rPr>
              <a:t>pen </a:t>
            </a:r>
            <a:r>
              <a:rPr sz="1100" spc="5" dirty="0">
                <a:latin typeface="Times New Roman"/>
                <a:cs typeface="Times New Roman"/>
              </a:rPr>
              <a:t>t</a:t>
            </a:r>
            <a:r>
              <a:rPr sz="1100" spc="-15" dirty="0">
                <a:latin typeface="Times New Roman"/>
                <a:cs typeface="Times New Roman"/>
              </a:rPr>
              <a:t>h</a:t>
            </a:r>
            <a:r>
              <a:rPr sz="1100" dirty="0">
                <a:latin typeface="Times New Roman"/>
                <a:cs typeface="Times New Roman"/>
              </a:rPr>
              <a:t>e co</a:t>
            </a:r>
            <a:r>
              <a:rPr sz="1100" spc="-15" dirty="0">
                <a:latin typeface="Times New Roman"/>
                <a:cs typeface="Times New Roman"/>
              </a:rPr>
              <a:t>d</a:t>
            </a:r>
            <a:r>
              <a:rPr sz="1100" dirty="0">
                <a:latin typeface="Times New Roman"/>
                <a:cs typeface="Times New Roman"/>
              </a:rPr>
              <a:t>e 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</a:t>
            </a:r>
            <a:r>
              <a:rPr sz="1100" spc="-10" dirty="0">
                <a:latin typeface="Times New Roman"/>
                <a:cs typeface="Times New Roman"/>
              </a:rPr>
              <a:t>k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5" dirty="0">
                <a:latin typeface="Times New Roman"/>
                <a:cs typeface="Times New Roman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ch w</a:t>
            </a:r>
            <a:r>
              <a:rPr sz="1100" spc="-15" dirty="0">
                <a:latin typeface="Times New Roman"/>
                <a:cs typeface="Times New Roman"/>
              </a:rPr>
              <a:t>r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-10" dirty="0">
                <a:latin typeface="Times New Roman"/>
                <a:cs typeface="Times New Roman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ten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 </a:t>
            </a:r>
            <a:r>
              <a:rPr sz="1100" spc="-10" dirty="0">
                <a:latin typeface="Times New Roman"/>
                <a:cs typeface="Times New Roman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he Ar</a:t>
            </a:r>
            <a:r>
              <a:rPr sz="1100" spc="-15" dirty="0">
                <a:latin typeface="Times New Roman"/>
                <a:cs typeface="Times New Roman"/>
              </a:rPr>
              <a:t>d</a:t>
            </a:r>
            <a:r>
              <a:rPr sz="1100" dirty="0">
                <a:latin typeface="Times New Roman"/>
                <a:cs typeface="Times New Roman"/>
              </a:rPr>
              <a:t>uino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-10" dirty="0">
                <a:latin typeface="Times New Roman"/>
                <a:cs typeface="Times New Roman"/>
              </a:rPr>
              <a:t>f</a:t>
            </a:r>
            <a:r>
              <a:rPr sz="1100" dirty="0">
                <a:latin typeface="Times New Roman"/>
                <a:cs typeface="Times New Roman"/>
              </a:rPr>
              <a:t>t</a:t>
            </a:r>
            <a:r>
              <a:rPr sz="1100" spc="-10" dirty="0">
                <a:latin typeface="Times New Roman"/>
                <a:cs typeface="Times New Roman"/>
              </a:rPr>
              <a:t>war</a:t>
            </a:r>
            <a:r>
              <a:rPr sz="1100" dirty="0">
                <a:latin typeface="Times New Roman"/>
                <a:cs typeface="Times New Roman"/>
              </a:rPr>
              <a:t>e.</a:t>
            </a:r>
            <a:endParaRPr sz="1100">
              <a:latin typeface="Times New Roman"/>
              <a:cs typeface="Times New Roman"/>
            </a:endParaRPr>
          </a:p>
          <a:p>
            <a:pPr marL="697865" lvl="1" indent="-228600">
              <a:lnSpc>
                <a:spcPct val="100000"/>
              </a:lnSpc>
              <a:spcBef>
                <a:spcPts val="645"/>
              </a:spcBef>
              <a:buFont typeface="Symbol"/>
              <a:buChar char=""/>
              <a:tabLst>
                <a:tab pos="698500" algn="l"/>
              </a:tabLst>
            </a:pPr>
            <a:r>
              <a:rPr sz="1100" dirty="0">
                <a:latin typeface="Times New Roman"/>
                <a:cs typeface="Times New Roman"/>
              </a:rPr>
              <a:t>Sele</a:t>
            </a:r>
            <a:r>
              <a:rPr sz="1100" spc="-10" dirty="0">
                <a:latin typeface="Times New Roman"/>
                <a:cs typeface="Times New Roman"/>
              </a:rPr>
              <a:t>c</a:t>
            </a:r>
            <a:r>
              <a:rPr sz="1100" dirty="0">
                <a:latin typeface="Times New Roman"/>
                <a:cs typeface="Times New Roman"/>
              </a:rPr>
              <a:t>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</a:t>
            </a:r>
            <a:r>
              <a:rPr sz="1100" spc="-15" dirty="0">
                <a:latin typeface="Times New Roman"/>
                <a:cs typeface="Times New Roman"/>
              </a:rPr>
              <a:t>y</a:t>
            </a:r>
            <a:r>
              <a:rPr sz="1100" dirty="0">
                <a:latin typeface="Times New Roman"/>
                <a:cs typeface="Times New Roman"/>
              </a:rPr>
              <a:t>pe of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</a:t>
            </a:r>
            <a:r>
              <a:rPr sz="1100" spc="-15" dirty="0">
                <a:latin typeface="Times New Roman"/>
                <a:cs typeface="Times New Roman"/>
              </a:rPr>
              <a:t>o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r</a:t>
            </a:r>
            <a:r>
              <a:rPr sz="1100" dirty="0">
                <a:latin typeface="Times New Roman"/>
                <a:cs typeface="Times New Roman"/>
              </a:rPr>
              <a:t>d.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</a:t>
            </a:r>
            <a:r>
              <a:rPr sz="1100" spc="-10" dirty="0">
                <a:latin typeface="Times New Roman"/>
                <a:cs typeface="Times New Roman"/>
              </a:rPr>
              <a:t>l</a:t>
            </a:r>
            <a:r>
              <a:rPr sz="1100" dirty="0">
                <a:latin typeface="Times New Roman"/>
                <a:cs typeface="Times New Roman"/>
              </a:rPr>
              <a:t>ick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'</a:t>
            </a:r>
            <a:r>
              <a:rPr sz="1100" b="1" spc="-5" dirty="0">
                <a:latin typeface="Times New Roman"/>
                <a:cs typeface="Times New Roman"/>
              </a:rPr>
              <a:t>T</a:t>
            </a:r>
            <a:r>
              <a:rPr sz="1100" b="1" dirty="0">
                <a:latin typeface="Times New Roman"/>
                <a:cs typeface="Times New Roman"/>
              </a:rPr>
              <a:t>o</a:t>
            </a:r>
            <a:r>
              <a:rPr sz="1100" b="1" spc="-15" dirty="0">
                <a:latin typeface="Times New Roman"/>
                <a:cs typeface="Times New Roman"/>
              </a:rPr>
              <a:t>o</a:t>
            </a:r>
            <a:r>
              <a:rPr sz="1100" b="1" dirty="0">
                <a:latin typeface="Times New Roman"/>
                <a:cs typeface="Times New Roman"/>
              </a:rPr>
              <a:t>l</a:t>
            </a:r>
            <a:r>
              <a:rPr sz="1100" b="1" spc="-10" dirty="0">
                <a:latin typeface="Times New Roman"/>
                <a:cs typeface="Times New Roman"/>
              </a:rPr>
              <a:t>s</a:t>
            </a:r>
            <a:r>
              <a:rPr sz="1100" b="1" dirty="0">
                <a:latin typeface="Times New Roman"/>
                <a:cs typeface="Times New Roman"/>
              </a:rPr>
              <a:t>'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</a:t>
            </a:r>
            <a:r>
              <a:rPr sz="1100" spc="-10" dirty="0">
                <a:latin typeface="Times New Roman"/>
                <a:cs typeface="Times New Roman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le</a:t>
            </a:r>
            <a:r>
              <a:rPr sz="1100" spc="-10" dirty="0">
                <a:latin typeface="Times New Roman"/>
                <a:cs typeface="Times New Roman"/>
              </a:rPr>
              <a:t>c</a:t>
            </a:r>
            <a:r>
              <a:rPr sz="1100" dirty="0">
                <a:latin typeface="Times New Roman"/>
                <a:cs typeface="Times New Roman"/>
              </a:rPr>
              <a:t>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spc="-5" dirty="0">
                <a:latin typeface="Times New Roman"/>
                <a:cs typeface="Times New Roman"/>
              </a:rPr>
              <a:t>B</a:t>
            </a:r>
            <a:r>
              <a:rPr sz="1100" b="1" dirty="0">
                <a:latin typeface="Times New Roman"/>
                <a:cs typeface="Times New Roman"/>
              </a:rPr>
              <a:t>oard</a:t>
            </a:r>
            <a:r>
              <a:rPr sz="1100" dirty="0">
                <a:latin typeface="Times New Roman"/>
                <a:cs typeface="Times New Roman"/>
              </a:rPr>
              <a:t>, 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shown </a:t>
            </a:r>
            <a:r>
              <a:rPr sz="1100" spc="-15" dirty="0">
                <a:latin typeface="Times New Roman"/>
                <a:cs typeface="Times New Roman"/>
              </a:rPr>
              <a:t>b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5" dirty="0">
                <a:latin typeface="Times New Roman"/>
                <a:cs typeface="Times New Roman"/>
              </a:rPr>
              <a:t>l</a:t>
            </a:r>
            <a:r>
              <a:rPr sz="1100" dirty="0">
                <a:latin typeface="Times New Roman"/>
                <a:cs typeface="Times New Roman"/>
              </a:rPr>
              <a:t>o</a:t>
            </a:r>
            <a:r>
              <a:rPr sz="1100" spc="-20" dirty="0">
                <a:latin typeface="Times New Roman"/>
                <a:cs typeface="Times New Roman"/>
              </a:rPr>
              <a:t>w</a:t>
            </a:r>
            <a:r>
              <a:rPr sz="110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160" y="8421630"/>
            <a:ext cx="5514340" cy="655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 algn="just">
              <a:lnSpc>
                <a:spcPct val="144100"/>
              </a:lnSpc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Sele</a:t>
            </a:r>
            <a:r>
              <a:rPr sz="1100" spc="-10" dirty="0">
                <a:latin typeface="Times New Roman"/>
                <a:cs typeface="Times New Roman"/>
              </a:rPr>
              <a:t>c</a:t>
            </a:r>
            <a:r>
              <a:rPr sz="1100" dirty="0">
                <a:latin typeface="Times New Roman"/>
                <a:cs typeface="Times New Roman"/>
              </a:rPr>
              <a:t>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</a:t>
            </a:r>
            <a:r>
              <a:rPr sz="1100" spc="-15" dirty="0">
                <a:latin typeface="Times New Roman"/>
                <a:cs typeface="Times New Roman"/>
              </a:rPr>
              <a:t>h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</a:t>
            </a:r>
            <a:r>
              <a:rPr sz="1100" spc="-10" dirty="0">
                <a:latin typeface="Times New Roman"/>
                <a:cs typeface="Times New Roman"/>
              </a:rPr>
              <a:t>r</a:t>
            </a:r>
            <a:r>
              <a:rPr sz="1100" dirty="0">
                <a:latin typeface="Times New Roman"/>
                <a:cs typeface="Times New Roman"/>
              </a:rPr>
              <a:t>t.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</a:t>
            </a:r>
            <a:r>
              <a:rPr sz="1100" spc="-10" dirty="0">
                <a:latin typeface="Times New Roman"/>
                <a:cs typeface="Times New Roman"/>
              </a:rPr>
              <a:t>l</a:t>
            </a:r>
            <a:r>
              <a:rPr sz="1100" dirty="0">
                <a:latin typeface="Times New Roman"/>
                <a:cs typeface="Times New Roman"/>
              </a:rPr>
              <a:t>ick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</a:t>
            </a:r>
            <a:r>
              <a:rPr sz="1100" spc="-15" dirty="0">
                <a:latin typeface="Times New Roman"/>
                <a:cs typeface="Times New Roman"/>
              </a:rPr>
              <a:t>h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spc="-5" dirty="0">
                <a:latin typeface="Times New Roman"/>
                <a:cs typeface="Times New Roman"/>
              </a:rPr>
              <a:t>T</a:t>
            </a:r>
            <a:r>
              <a:rPr sz="1100" b="1" dirty="0">
                <a:latin typeface="Times New Roman"/>
                <a:cs typeface="Times New Roman"/>
              </a:rPr>
              <a:t>ools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-&gt;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spc="5" dirty="0">
                <a:latin typeface="Times New Roman"/>
                <a:cs typeface="Times New Roman"/>
              </a:rPr>
              <a:t>P</a:t>
            </a:r>
            <a:r>
              <a:rPr sz="1100" b="1" spc="-15" dirty="0">
                <a:latin typeface="Times New Roman"/>
                <a:cs typeface="Times New Roman"/>
              </a:rPr>
              <a:t>o</a:t>
            </a:r>
            <a:r>
              <a:rPr sz="1100" b="1" dirty="0">
                <a:latin typeface="Times New Roman"/>
                <a:cs typeface="Times New Roman"/>
              </a:rPr>
              <a:t>rt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(s</a:t>
            </a:r>
            <a:r>
              <a:rPr sz="1100" spc="-10" dirty="0">
                <a:latin typeface="Times New Roman"/>
                <a:cs typeface="Times New Roman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le</a:t>
            </a:r>
            <a:r>
              <a:rPr sz="1100" spc="-10" dirty="0">
                <a:latin typeface="Times New Roman"/>
                <a:cs typeface="Times New Roman"/>
              </a:rPr>
              <a:t>c</a:t>
            </a:r>
            <a:r>
              <a:rPr sz="1100" dirty="0">
                <a:latin typeface="Times New Roman"/>
                <a:cs typeface="Times New Roman"/>
              </a:rPr>
              <a:t>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</a:t>
            </a:r>
            <a:r>
              <a:rPr sz="1100" spc="-15" dirty="0">
                <a:latin typeface="Times New Roman"/>
                <a:cs typeface="Times New Roman"/>
              </a:rPr>
              <a:t>h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por</a:t>
            </a:r>
            <a:r>
              <a:rPr sz="1100" spc="-10" dirty="0">
                <a:latin typeface="Times New Roman"/>
                <a:cs typeface="Times New Roman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).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</a:t>
            </a:r>
            <a:r>
              <a:rPr sz="1100" spc="-15" dirty="0">
                <a:latin typeface="Times New Roman"/>
                <a:cs typeface="Times New Roman"/>
              </a:rPr>
              <a:t>o</a:t>
            </a:r>
            <a:r>
              <a:rPr sz="1100" dirty="0">
                <a:latin typeface="Times New Roman"/>
                <a:cs typeface="Times New Roman"/>
              </a:rPr>
              <a:t>rt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</a:t>
            </a:r>
            <a:r>
              <a:rPr sz="1100" spc="-15" dirty="0">
                <a:latin typeface="Times New Roman"/>
                <a:cs typeface="Times New Roman"/>
              </a:rPr>
              <a:t>k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5" dirty="0">
                <a:latin typeface="Times New Roman"/>
                <a:cs typeface="Times New Roman"/>
              </a:rPr>
              <a:t>l</a:t>
            </a:r>
            <a:r>
              <a:rPr sz="1100" dirty="0">
                <a:latin typeface="Times New Roman"/>
                <a:cs typeface="Times New Roman"/>
              </a:rPr>
              <a:t>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</a:t>
            </a:r>
            <a:r>
              <a:rPr sz="1100" dirty="0">
                <a:latin typeface="Times New Roman"/>
                <a:cs typeface="Times New Roman"/>
              </a:rPr>
              <a:t>ill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5" dirty="0">
                <a:latin typeface="Times New Roman"/>
                <a:cs typeface="Times New Roman"/>
              </a:rPr>
              <a:t>b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</a:t>
            </a:r>
            <a:r>
              <a:rPr sz="1100" b="1" dirty="0">
                <a:latin typeface="Times New Roman"/>
                <a:cs typeface="Times New Roman"/>
              </a:rPr>
              <a:t>O</a:t>
            </a:r>
            <a:r>
              <a:rPr sz="1100" b="1" spc="-10" dirty="0">
                <a:latin typeface="Times New Roman"/>
                <a:cs typeface="Times New Roman"/>
              </a:rPr>
              <a:t>M</a:t>
            </a:r>
            <a:r>
              <a:rPr sz="1100" b="1" dirty="0">
                <a:latin typeface="Times New Roman"/>
                <a:cs typeface="Times New Roman"/>
              </a:rPr>
              <a:t>3 </a:t>
            </a:r>
            <a:r>
              <a:rPr sz="1100" dirty="0">
                <a:latin typeface="Times New Roman"/>
                <a:cs typeface="Times New Roman"/>
              </a:rPr>
              <a:t>or hi</a:t>
            </a:r>
            <a:r>
              <a:rPr sz="1100" spc="-15" dirty="0">
                <a:latin typeface="Times New Roman"/>
                <a:cs typeface="Times New Roman"/>
              </a:rPr>
              <a:t>g</a:t>
            </a:r>
            <a:r>
              <a:rPr sz="1100" dirty="0">
                <a:latin typeface="Times New Roman"/>
                <a:cs typeface="Times New Roman"/>
              </a:rPr>
              <a:t>he</a:t>
            </a:r>
            <a:r>
              <a:rPr sz="1100" spc="5" dirty="0">
                <a:latin typeface="Times New Roman"/>
                <a:cs typeface="Times New Roman"/>
              </a:rPr>
              <a:t>r</a:t>
            </a:r>
            <a:r>
              <a:rPr sz="1100" dirty="0">
                <a:latin typeface="Times New Roman"/>
                <a:cs typeface="Times New Roman"/>
              </a:rPr>
              <a:t>. 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5" dirty="0">
                <a:latin typeface="Times New Roman"/>
                <a:cs typeface="Times New Roman"/>
              </a:rPr>
              <a:t>F</a:t>
            </a:r>
            <a:r>
              <a:rPr sz="1100" dirty="0">
                <a:latin typeface="Times New Roman"/>
                <a:cs typeface="Times New Roman"/>
              </a:rPr>
              <a:t>or 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</a:t>
            </a:r>
            <a:r>
              <a:rPr sz="1100" spc="-10" dirty="0">
                <a:latin typeface="Times New Roman"/>
                <a:cs typeface="Times New Roman"/>
              </a:rPr>
              <a:t>m</a:t>
            </a:r>
            <a:r>
              <a:rPr sz="1100" dirty="0">
                <a:latin typeface="Times New Roman"/>
                <a:cs typeface="Times New Roman"/>
              </a:rPr>
              <a:t>ple, </a:t>
            </a:r>
            <a:r>
              <a:rPr sz="1100" b="1" spc="-20" dirty="0">
                <a:latin typeface="Times New Roman"/>
                <a:cs typeface="Times New Roman"/>
              </a:rPr>
              <a:t>C</a:t>
            </a:r>
            <a:r>
              <a:rPr sz="1100" b="1" spc="-10" dirty="0">
                <a:latin typeface="Times New Roman"/>
                <a:cs typeface="Times New Roman"/>
              </a:rPr>
              <a:t>O</a:t>
            </a:r>
            <a:r>
              <a:rPr sz="1100" b="1" dirty="0">
                <a:latin typeface="Times New Roman"/>
                <a:cs typeface="Times New Roman"/>
              </a:rPr>
              <a:t>M6</a:t>
            </a:r>
            <a:r>
              <a:rPr sz="1100" dirty="0">
                <a:latin typeface="Times New Roman"/>
                <a:cs typeface="Times New Roman"/>
              </a:rPr>
              <a:t>, 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5" dirty="0">
                <a:latin typeface="Times New Roman"/>
                <a:cs typeface="Times New Roman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c.  </a:t>
            </a:r>
            <a:r>
              <a:rPr sz="1100" spc="5" dirty="0">
                <a:latin typeface="Times New Roman"/>
                <a:cs typeface="Times New Roman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C</a:t>
            </a:r>
            <a:r>
              <a:rPr sz="1100" b="1" dirty="0">
                <a:latin typeface="Times New Roman"/>
                <a:cs typeface="Times New Roman"/>
              </a:rPr>
              <a:t>O</a:t>
            </a:r>
            <a:r>
              <a:rPr sz="1100" b="1" spc="-10" dirty="0">
                <a:latin typeface="Times New Roman"/>
                <a:cs typeface="Times New Roman"/>
              </a:rPr>
              <a:t>M</a:t>
            </a:r>
            <a:r>
              <a:rPr sz="1100" b="1" dirty="0">
                <a:latin typeface="Times New Roman"/>
                <a:cs typeface="Times New Roman"/>
              </a:rPr>
              <a:t>1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</a:t>
            </a:r>
            <a:r>
              <a:rPr sz="1100" b="1" dirty="0">
                <a:latin typeface="Times New Roman"/>
                <a:cs typeface="Times New Roman"/>
              </a:rPr>
              <a:t>OM2 </a:t>
            </a:r>
            <a:r>
              <a:rPr sz="1100" spc="-15" dirty="0">
                <a:latin typeface="Times New Roman"/>
                <a:cs typeface="Times New Roman"/>
              </a:rPr>
              <a:t>p</a:t>
            </a:r>
            <a:r>
              <a:rPr sz="1100" dirty="0">
                <a:latin typeface="Times New Roman"/>
                <a:cs typeface="Times New Roman"/>
              </a:rPr>
              <a:t>o</a:t>
            </a:r>
            <a:r>
              <a:rPr sz="1100" spc="-10" dirty="0">
                <a:latin typeface="Times New Roman"/>
                <a:cs typeface="Times New Roman"/>
              </a:rPr>
              <a:t>r</a:t>
            </a:r>
            <a:r>
              <a:rPr sz="1100" dirty="0">
                <a:latin typeface="Times New Roman"/>
                <a:cs typeface="Times New Roman"/>
              </a:rPr>
              <a:t>ts 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-10" dirty="0">
                <a:latin typeface="Times New Roman"/>
                <a:cs typeface="Times New Roman"/>
              </a:rPr>
              <a:t>l</a:t>
            </a:r>
            <a:r>
              <a:rPr sz="1100" dirty="0">
                <a:latin typeface="Times New Roman"/>
                <a:cs typeface="Times New Roman"/>
              </a:rPr>
              <a:t>l 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5" dirty="0">
                <a:latin typeface="Times New Roman"/>
                <a:cs typeface="Times New Roman"/>
              </a:rPr>
              <a:t>n</a:t>
            </a:r>
            <a:r>
              <a:rPr sz="1100" dirty="0">
                <a:latin typeface="Times New Roman"/>
                <a:cs typeface="Times New Roman"/>
              </a:rPr>
              <a:t>ot 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</a:t>
            </a:r>
            <a:r>
              <a:rPr sz="1100" spc="-10" dirty="0">
                <a:latin typeface="Times New Roman"/>
                <a:cs typeface="Times New Roman"/>
              </a:rPr>
              <a:t>p</a:t>
            </a:r>
            <a:r>
              <a:rPr sz="1100" dirty="0">
                <a:latin typeface="Times New Roman"/>
                <a:cs typeface="Times New Roman"/>
              </a:rPr>
              <a:t>ear, 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10" dirty="0">
                <a:latin typeface="Times New Roman"/>
                <a:cs typeface="Times New Roman"/>
              </a:rPr>
              <a:t>c</a:t>
            </a:r>
            <a:r>
              <a:rPr sz="1100" dirty="0">
                <a:latin typeface="Times New Roman"/>
                <a:cs typeface="Times New Roman"/>
              </a:rPr>
              <a:t>au</a:t>
            </a:r>
            <a:r>
              <a:rPr sz="1100" spc="-10" dirty="0">
                <a:latin typeface="Times New Roman"/>
                <a:cs typeface="Times New Roman"/>
              </a:rPr>
              <a:t>s</a:t>
            </a:r>
            <a:r>
              <a:rPr sz="1100" dirty="0">
                <a:latin typeface="Times New Roman"/>
                <a:cs typeface="Times New Roman"/>
              </a:rPr>
              <a:t>e the</a:t>
            </a:r>
            <a:r>
              <a:rPr sz="1100" spc="-10" dirty="0">
                <a:latin typeface="Times New Roman"/>
                <a:cs typeface="Times New Roman"/>
              </a:rPr>
              <a:t>s</a:t>
            </a:r>
            <a:r>
              <a:rPr sz="1100" dirty="0">
                <a:latin typeface="Times New Roman"/>
                <a:cs typeface="Times New Roman"/>
              </a:rPr>
              <a:t>e </a:t>
            </a:r>
            <a:r>
              <a:rPr sz="1100" spc="5" dirty="0">
                <a:latin typeface="Times New Roman"/>
                <a:cs typeface="Times New Roman"/>
              </a:rPr>
              <a:t>t</a:t>
            </a:r>
            <a:r>
              <a:rPr sz="1100" spc="-10" dirty="0">
                <a:latin typeface="Times New Roman"/>
                <a:cs typeface="Times New Roman"/>
              </a:rPr>
              <a:t>w</a:t>
            </a:r>
            <a:r>
              <a:rPr sz="1100" dirty="0">
                <a:latin typeface="Times New Roman"/>
                <a:cs typeface="Times New Roman"/>
              </a:rPr>
              <a:t>o </a:t>
            </a:r>
            <a:r>
              <a:rPr sz="1100" spc="-15" dirty="0">
                <a:latin typeface="Times New Roman"/>
                <a:cs typeface="Times New Roman"/>
              </a:rPr>
              <a:t>p</a:t>
            </a:r>
            <a:r>
              <a:rPr sz="1100" dirty="0">
                <a:latin typeface="Times New Roman"/>
                <a:cs typeface="Times New Roman"/>
              </a:rPr>
              <a:t>o</a:t>
            </a:r>
            <a:r>
              <a:rPr sz="1100" spc="-10" dirty="0">
                <a:latin typeface="Times New Roman"/>
                <a:cs typeface="Times New Roman"/>
              </a:rPr>
              <a:t>r</a:t>
            </a:r>
            <a:r>
              <a:rPr sz="1100" dirty="0">
                <a:latin typeface="Times New Roman"/>
                <a:cs typeface="Times New Roman"/>
              </a:rPr>
              <a:t>ts </a:t>
            </a:r>
            <a:r>
              <a:rPr sz="1100" spc="-10" dirty="0">
                <a:latin typeface="Times New Roman"/>
                <a:cs typeface="Times New Roman"/>
              </a:rPr>
              <a:t>a</a:t>
            </a:r>
            <a:r>
              <a:rPr sz="1100" dirty="0">
                <a:latin typeface="Times New Roman"/>
                <a:cs typeface="Times New Roman"/>
              </a:rPr>
              <a:t>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</a:t>
            </a:r>
            <a:r>
              <a:rPr sz="1100" spc="-10" dirty="0">
                <a:latin typeface="Times New Roman"/>
                <a:cs typeface="Times New Roman"/>
              </a:rPr>
              <a:t>s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5" dirty="0">
                <a:latin typeface="Times New Roman"/>
                <a:cs typeface="Times New Roman"/>
              </a:rPr>
              <a:t>r</a:t>
            </a:r>
            <a:r>
              <a:rPr sz="1100" spc="-15" dirty="0">
                <a:latin typeface="Times New Roman"/>
                <a:cs typeface="Times New Roman"/>
              </a:rPr>
              <a:t>v</a:t>
            </a:r>
            <a:r>
              <a:rPr sz="1100" dirty="0">
                <a:latin typeface="Times New Roman"/>
                <a:cs typeface="Times New Roman"/>
              </a:rPr>
              <a:t>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</a:t>
            </a:r>
            <a:r>
              <a:rPr sz="1100" spc="5" dirty="0">
                <a:latin typeface="Times New Roman"/>
                <a:cs typeface="Times New Roman"/>
              </a:rPr>
              <a:t>r</a:t>
            </a:r>
            <a:r>
              <a:rPr sz="1100" dirty="0">
                <a:latin typeface="Times New Roman"/>
                <a:cs typeface="Times New Roman"/>
              </a:rPr>
              <a:t>d</a:t>
            </a:r>
            <a:r>
              <a:rPr sz="1100" spc="-20" dirty="0">
                <a:latin typeface="Times New Roman"/>
                <a:cs typeface="Times New Roman"/>
              </a:rPr>
              <a:t>w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r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</a:t>
            </a:r>
            <a:r>
              <a:rPr sz="1100" spc="-10" dirty="0">
                <a:latin typeface="Times New Roman"/>
                <a:cs typeface="Times New Roman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ri</a:t>
            </a:r>
            <a:r>
              <a:rPr sz="1100" spc="-10" dirty="0">
                <a:latin typeface="Times New Roman"/>
                <a:cs typeface="Times New Roman"/>
              </a:rPr>
              <a:t>a</a:t>
            </a:r>
            <a:r>
              <a:rPr sz="1100" dirty="0">
                <a:latin typeface="Times New Roman"/>
                <a:cs typeface="Times New Roman"/>
              </a:rPr>
              <a:t>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</a:t>
            </a:r>
            <a:r>
              <a:rPr sz="1100" spc="-15" dirty="0">
                <a:latin typeface="Times New Roman"/>
                <a:cs typeface="Times New Roman"/>
              </a:rPr>
              <a:t>o</a:t>
            </a:r>
            <a:r>
              <a:rPr sz="1100" dirty="0">
                <a:latin typeface="Times New Roman"/>
                <a:cs typeface="Times New Roman"/>
              </a:rPr>
              <a:t>r</a:t>
            </a:r>
            <a:r>
              <a:rPr sz="1100" spc="-10" dirty="0">
                <a:latin typeface="Times New Roman"/>
                <a:cs typeface="Times New Roman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2738" y="6888480"/>
            <a:ext cx="2377439" cy="1518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8" y="922521"/>
            <a:ext cx="596963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7865" indent="-228600">
              <a:lnSpc>
                <a:spcPct val="100000"/>
              </a:lnSpc>
              <a:buFont typeface="Symbol"/>
              <a:buChar char=""/>
              <a:tabLst>
                <a:tab pos="698500" algn="l"/>
              </a:tabLst>
            </a:pPr>
            <a:r>
              <a:rPr sz="1100" spc="-10" dirty="0">
                <a:latin typeface="Times New Roman"/>
                <a:cs typeface="Times New Roman"/>
              </a:rPr>
              <a:t>N</a:t>
            </a:r>
            <a:r>
              <a:rPr sz="1100" dirty="0">
                <a:latin typeface="Times New Roman"/>
                <a:cs typeface="Times New Roman"/>
              </a:rPr>
              <a:t>o</a:t>
            </a:r>
            <a:r>
              <a:rPr sz="1100" spc="-10" dirty="0">
                <a:latin typeface="Times New Roman"/>
                <a:cs typeface="Times New Roman"/>
              </a:rPr>
              <a:t>w</a:t>
            </a:r>
            <a:r>
              <a:rPr sz="1100" dirty="0">
                <a:latin typeface="Times New Roman"/>
                <a:cs typeface="Times New Roman"/>
              </a:rPr>
              <a:t>, </a:t>
            </a:r>
            <a:r>
              <a:rPr sz="1100" b="1" dirty="0">
                <a:latin typeface="Times New Roman"/>
                <a:cs typeface="Times New Roman"/>
              </a:rPr>
              <a:t>u</a:t>
            </a:r>
            <a:r>
              <a:rPr sz="1100" b="1" spc="-5" dirty="0">
                <a:latin typeface="Times New Roman"/>
                <a:cs typeface="Times New Roman"/>
              </a:rPr>
              <a:t>p</a:t>
            </a:r>
            <a:r>
              <a:rPr sz="1100" b="1" dirty="0">
                <a:latin typeface="Times New Roman"/>
                <a:cs typeface="Times New Roman"/>
              </a:rPr>
              <a:t>load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n</a:t>
            </a:r>
            <a:r>
              <a:rPr sz="1100" dirty="0">
                <a:latin typeface="Times New Roman"/>
                <a:cs typeface="Times New Roman"/>
              </a:rPr>
              <a:t>d </a:t>
            </a:r>
            <a:r>
              <a:rPr sz="1100" b="1" dirty="0">
                <a:latin typeface="Times New Roman"/>
                <a:cs typeface="Times New Roman"/>
              </a:rPr>
              <a:t>run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w</a:t>
            </a:r>
            <a:r>
              <a:rPr sz="1100" dirty="0">
                <a:latin typeface="Times New Roman"/>
                <a:cs typeface="Times New Roman"/>
              </a:rPr>
              <a:t>ri</a:t>
            </a:r>
            <a:r>
              <a:rPr sz="1100" spc="-10" dirty="0">
                <a:latin typeface="Times New Roman"/>
                <a:cs typeface="Times New Roman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ten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 s</a:t>
            </a:r>
            <a:r>
              <a:rPr sz="1100" spc="-10" dirty="0">
                <a:latin typeface="Times New Roman"/>
                <a:cs typeface="Times New Roman"/>
              </a:rPr>
              <a:t>k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-10" dirty="0">
                <a:latin typeface="Times New Roman"/>
                <a:cs typeface="Times New Roman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ch.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2060"/>
              </a:lnSpc>
              <a:spcBef>
                <a:spcPts val="135"/>
              </a:spcBef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upload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li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k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button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</a:t>
            </a:r>
            <a:r>
              <a:rPr sz="1200" spc="5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ino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</a:t>
            </a:r>
            <a:r>
              <a:rPr sz="1200" spc="3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shown b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low: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18" y="2706468"/>
            <a:ext cx="5965825" cy="967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715">
              <a:lnSpc>
                <a:spcPct val="144200"/>
              </a:lnSpc>
            </a:pPr>
            <a:r>
              <a:rPr sz="1200" spc="5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ithin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w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ec</a:t>
            </a:r>
            <a:r>
              <a:rPr sz="1200" dirty="0">
                <a:latin typeface="Times New Roman"/>
                <a:cs typeface="Times New Roman"/>
              </a:rPr>
              <a:t>onds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ft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ompile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ode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tch,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X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TX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ht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nt on the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rduino bo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rd </a:t>
            </a:r>
            <a:r>
              <a:rPr sz="1200" spc="-10" dirty="0">
                <a:latin typeface="Times New Roman"/>
                <a:cs typeface="Times New Roman"/>
              </a:rPr>
              <a:t>w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1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l fl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sh.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208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'</a:t>
            </a:r>
            <a:r>
              <a:rPr sz="1200" b="1" dirty="0">
                <a:latin typeface="Times New Roman"/>
                <a:cs typeface="Times New Roman"/>
              </a:rPr>
              <a:t>Done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Uploadi</a:t>
            </a:r>
            <a:r>
              <a:rPr sz="1200" b="1" spc="5" dirty="0">
                <a:latin typeface="Times New Roman"/>
                <a:cs typeface="Times New Roman"/>
              </a:rPr>
              <a:t>ng</a:t>
            </a:r>
            <a:r>
              <a:rPr sz="1200" dirty="0">
                <a:latin typeface="Times New Roman"/>
                <a:cs typeface="Times New Roman"/>
              </a:rPr>
              <a:t>'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pp</a:t>
            </a:r>
            <a:r>
              <a:rPr sz="1200" spc="-5" dirty="0">
                <a:latin typeface="Times New Roman"/>
                <a:cs typeface="Times New Roman"/>
              </a:rPr>
              <a:t>ea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5" dirty="0">
                <a:latin typeface="Times New Roman"/>
                <a:cs typeface="Times New Roman"/>
              </a:rPr>
              <a:t>t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ode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</a:t>
            </a:r>
            <a:r>
              <a:rPr sz="1200" spc="-5" dirty="0">
                <a:latin typeface="Times New Roman"/>
                <a:cs typeface="Times New Roman"/>
              </a:rPr>
              <a:t>cce</a:t>
            </a:r>
            <a:r>
              <a:rPr sz="1200" dirty="0">
                <a:latin typeface="Times New Roman"/>
                <a:cs typeface="Times New Roman"/>
              </a:rPr>
              <a:t>ssful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dirty="0">
                <a:latin typeface="Times New Roman"/>
                <a:cs typeface="Times New Roman"/>
              </a:rPr>
              <a:t>pload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 will be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visible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</a:t>
            </a:r>
            <a:r>
              <a:rPr sz="1200" spc="-1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us b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1761494"/>
            <a:ext cx="2316480" cy="673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1951</Words>
  <Application>Microsoft Office PowerPoint</Application>
  <PresentationFormat>Benutzerdefiniert</PresentationFormat>
  <Paragraphs>99</Paragraphs>
  <Slides>10</Slides>
  <Notes>10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1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Online2PDF.com</cp:lastModifiedBy>
  <cp:revision>1</cp:revision>
  <dcterms:created xsi:type="dcterms:W3CDTF">2024-06-25T12:28:09Z</dcterms:created>
  <dcterms:modified xsi:type="dcterms:W3CDTF">2024-06-25T10:28:12Z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