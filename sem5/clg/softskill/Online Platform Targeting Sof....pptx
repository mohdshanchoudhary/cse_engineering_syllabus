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81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733288"/>
            <a:ext cx="13267944" cy="2743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980176"/>
            <a:ext cx="393192" cy="5486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70432" y="5980176"/>
            <a:ext cx="2286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680"/>
              </a:lnSpc>
              <a:buNone/>
            </a:pPr>
            <a:r>
              <a:rPr lang="en-US" sz="192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Author: Mohd Shan</a:t>
            </a:r>
            <a:endParaRPr lang="en-US" sz="1920" dirty="0"/>
          </a:p>
        </p:txBody>
      </p:sp>
      <p:sp>
        <p:nvSpPr>
          <p:cNvPr id="7" name="Text 1"/>
          <p:cNvSpPr/>
          <p:nvPr/>
        </p:nvSpPr>
        <p:spPr>
          <a:xfrm>
            <a:off x="1170432" y="6318504"/>
            <a:ext cx="2286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endParaRPr lang="en-US" sz="1150" dirty="0"/>
          </a:p>
        </p:txBody>
      </p:sp>
      <p:sp>
        <p:nvSpPr>
          <p:cNvPr id="8" name="Text 2"/>
          <p:cNvSpPr/>
          <p:nvPr/>
        </p:nvSpPr>
        <p:spPr>
          <a:xfrm>
            <a:off x="685800" y="3831336"/>
            <a:ext cx="132679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620"/>
              </a:lnSpc>
              <a:buNone/>
            </a:pPr>
            <a:r>
              <a:rPr lang="en-US" sz="529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Online Platform Targeting Soft Skills and Coding</a:t>
            </a:r>
            <a:endParaRPr lang="en-US" sz="52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840480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Online Platform Targeting Soft Skills and Coding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4672584"/>
            <a:ext cx="1326794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“Learn Anytime, Code Anywhere!” </a:t>
            </a:r>
            <a:endParaRPr lang="en-US" sz="1680" dirty="0"/>
          </a:p>
        </p:txBody>
      </p:sp>
      <p:sp>
        <p:nvSpPr>
          <p:cNvPr id="6" name="Text 2"/>
          <p:cNvSpPr/>
          <p:nvPr/>
        </p:nvSpPr>
        <p:spPr>
          <a:xfrm>
            <a:off x="685800" y="5212080"/>
            <a:ext cx="1326794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“No classroom needed… just internet access ”</a:t>
            </a:r>
            <a:endParaRPr lang="en-US" sz="1680" dirty="0"/>
          </a:p>
        </p:txBody>
      </p:sp>
      <p:sp>
        <p:nvSpPr>
          <p:cNvPr id="7" name="Text 3"/>
          <p:cNvSpPr/>
          <p:nvPr/>
        </p:nvSpPr>
        <p:spPr>
          <a:xfrm>
            <a:off x="896112" y="5961888"/>
            <a:ext cx="1284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3026664"/>
            <a:ext cx="8266176" cy="7863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4032504"/>
            <a:ext cx="8266176" cy="7863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5038344"/>
            <a:ext cx="8266176" cy="7863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3227832"/>
            <a:ext cx="7287768" cy="3931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233672"/>
            <a:ext cx="7287768" cy="39319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239512"/>
            <a:ext cx="7287768" cy="39319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209544"/>
            <a:ext cx="420624" cy="42062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215384"/>
            <a:ext cx="420624" cy="4206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5221224"/>
            <a:ext cx="420624" cy="42062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660136" y="2185416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Problem Statement</a:t>
            </a:r>
            <a:endParaRPr lang="en-US" sz="3840" dirty="0"/>
          </a:p>
        </p:txBody>
      </p:sp>
      <p:sp>
        <p:nvSpPr>
          <p:cNvPr id="14" name="Text 1"/>
          <p:cNvSpPr/>
          <p:nvPr/>
        </p:nvSpPr>
        <p:spPr>
          <a:xfrm>
            <a:off x="5989320" y="3227832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110" dirty="0"/>
          </a:p>
        </p:txBody>
      </p:sp>
      <p:sp>
        <p:nvSpPr>
          <p:cNvPr id="15" name="Text 2"/>
          <p:cNvSpPr/>
          <p:nvPr/>
        </p:nvSpPr>
        <p:spPr>
          <a:xfrm>
            <a:off x="6455664" y="3227832"/>
            <a:ext cx="72877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Many students are strong in coding �� but weak in communication.</a:t>
            </a:r>
            <a:endParaRPr lang="en-US" sz="1680" dirty="0"/>
          </a:p>
        </p:txBody>
      </p:sp>
      <p:sp>
        <p:nvSpPr>
          <p:cNvPr id="16" name="Text 3"/>
          <p:cNvSpPr/>
          <p:nvPr/>
        </p:nvSpPr>
        <p:spPr>
          <a:xfrm>
            <a:off x="5989320" y="4233672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110" dirty="0"/>
          </a:p>
        </p:txBody>
      </p:sp>
      <p:sp>
        <p:nvSpPr>
          <p:cNvPr id="17" name="Text 4"/>
          <p:cNvSpPr/>
          <p:nvPr/>
        </p:nvSpPr>
        <p:spPr>
          <a:xfrm>
            <a:off x="6455664" y="4233672"/>
            <a:ext cx="72877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Interviews = Coding test ✔ + Communication test ❌</a:t>
            </a:r>
            <a:endParaRPr lang="en-US" sz="1680" dirty="0"/>
          </a:p>
        </p:txBody>
      </p:sp>
      <p:sp>
        <p:nvSpPr>
          <p:cNvPr id="18" name="Text 5"/>
          <p:cNvSpPr/>
          <p:nvPr/>
        </p:nvSpPr>
        <p:spPr>
          <a:xfrm>
            <a:off x="5989320" y="5239512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110" dirty="0"/>
          </a:p>
        </p:txBody>
      </p:sp>
      <p:sp>
        <p:nvSpPr>
          <p:cNvPr id="19" name="Text 6"/>
          <p:cNvSpPr/>
          <p:nvPr/>
        </p:nvSpPr>
        <p:spPr>
          <a:xfrm>
            <a:off x="6455664" y="5239512"/>
            <a:ext cx="72877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Result: Missed job opportunities 😢</a:t>
            </a: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700016"/>
            <a:ext cx="6537960" cy="17739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4700016"/>
            <a:ext cx="6537960" cy="177393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85800" y="3867912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Our Solution</a:t>
            </a:r>
            <a:endParaRPr lang="en-US" sz="3840" dirty="0"/>
          </a:p>
        </p:txBody>
      </p:sp>
      <p:sp>
        <p:nvSpPr>
          <p:cNvPr id="7" name="Text 1"/>
          <p:cNvSpPr/>
          <p:nvPr/>
        </p:nvSpPr>
        <p:spPr>
          <a:xfrm>
            <a:off x="914400" y="4928616"/>
            <a:ext cx="60899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One platform to master both:</a:t>
            </a:r>
            <a:endParaRPr lang="en-US" sz="1680" dirty="0"/>
          </a:p>
        </p:txBody>
      </p:sp>
      <p:sp>
        <p:nvSpPr>
          <p:cNvPr id="8" name="Text 2"/>
          <p:cNvSpPr/>
          <p:nvPr/>
        </p:nvSpPr>
        <p:spPr>
          <a:xfrm>
            <a:off x="914400" y="5422392"/>
            <a:ext cx="60899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 ✔ Coding (to impress the compiler)</a:t>
            </a:r>
            <a:endParaRPr lang="en-US" sz="1680" dirty="0"/>
          </a:p>
        </p:txBody>
      </p:sp>
      <p:sp>
        <p:nvSpPr>
          <p:cNvPr id="9" name="Text 3"/>
          <p:cNvSpPr/>
          <p:nvPr/>
        </p:nvSpPr>
        <p:spPr>
          <a:xfrm>
            <a:off x="914400" y="5916168"/>
            <a:ext cx="60899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 ✔ Communication Skills (to impress HR)</a:t>
            </a:r>
            <a:endParaRPr lang="en-US" sz="1680" dirty="0"/>
          </a:p>
        </p:txBody>
      </p:sp>
      <p:sp>
        <p:nvSpPr>
          <p:cNvPr id="10" name="Text 4"/>
          <p:cNvSpPr/>
          <p:nvPr/>
        </p:nvSpPr>
        <p:spPr>
          <a:xfrm>
            <a:off x="7644384" y="4928616"/>
            <a:ext cx="60899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End Result: Unlock career opportunities 🔑</a:t>
            </a: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690872"/>
            <a:ext cx="6510528" cy="7863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696712"/>
            <a:ext cx="6510528" cy="7863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690872"/>
            <a:ext cx="6510528" cy="7863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696712"/>
            <a:ext cx="6510528" cy="7863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4882896"/>
            <a:ext cx="5532120" cy="39319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5888736"/>
            <a:ext cx="5532120" cy="39319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882896"/>
            <a:ext cx="5532120" cy="3931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5888736"/>
            <a:ext cx="5532120" cy="3931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873752"/>
            <a:ext cx="420624" cy="4206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5879592"/>
            <a:ext cx="420624" cy="42062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4873752"/>
            <a:ext cx="420624" cy="42062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5879592"/>
            <a:ext cx="420624" cy="420624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85800" y="3849624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Special Benefits</a:t>
            </a:r>
            <a:endParaRPr lang="en-US" sz="3840" dirty="0"/>
          </a:p>
        </p:txBody>
      </p:sp>
      <p:sp>
        <p:nvSpPr>
          <p:cNvPr id="17" name="Text 1"/>
          <p:cNvSpPr/>
          <p:nvPr/>
        </p:nvSpPr>
        <p:spPr>
          <a:xfrm>
            <a:off x="1014984" y="488289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110" dirty="0"/>
          </a:p>
        </p:txBody>
      </p:sp>
      <p:sp>
        <p:nvSpPr>
          <p:cNvPr id="18" name="Text 2"/>
          <p:cNvSpPr/>
          <p:nvPr/>
        </p:nvSpPr>
        <p:spPr>
          <a:xfrm>
            <a:off x="1481328" y="488289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Learn anywhere, anytime (even on the go 🚉)</a:t>
            </a:r>
            <a:endParaRPr lang="en-US" sz="1680" dirty="0"/>
          </a:p>
        </p:txBody>
      </p:sp>
      <p:sp>
        <p:nvSpPr>
          <p:cNvPr id="19" name="Text 3"/>
          <p:cNvSpPr/>
          <p:nvPr/>
        </p:nvSpPr>
        <p:spPr>
          <a:xfrm>
            <a:off x="1014984" y="588873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110" dirty="0"/>
          </a:p>
        </p:txBody>
      </p:sp>
      <p:sp>
        <p:nvSpPr>
          <p:cNvPr id="20" name="Text 4"/>
          <p:cNvSpPr/>
          <p:nvPr/>
        </p:nvSpPr>
        <p:spPr>
          <a:xfrm>
            <a:off x="1481328" y="588873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Affordable 💸 → Pocket-friendly</a:t>
            </a:r>
            <a:endParaRPr lang="en-US" sz="1680" dirty="0"/>
          </a:p>
        </p:txBody>
      </p:sp>
      <p:sp>
        <p:nvSpPr>
          <p:cNvPr id="21" name="Text 5"/>
          <p:cNvSpPr/>
          <p:nvPr/>
        </p:nvSpPr>
        <p:spPr>
          <a:xfrm>
            <a:off x="7744968" y="488289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110" dirty="0"/>
          </a:p>
        </p:txBody>
      </p:sp>
      <p:sp>
        <p:nvSpPr>
          <p:cNvPr id="22" name="Text 6"/>
          <p:cNvSpPr/>
          <p:nvPr/>
        </p:nvSpPr>
        <p:spPr>
          <a:xfrm>
            <a:off x="8211312" y="488289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Flexible for students with part-time work ⏰</a:t>
            </a:r>
            <a:endParaRPr lang="en-US" sz="1680" dirty="0"/>
          </a:p>
        </p:txBody>
      </p:sp>
      <p:sp>
        <p:nvSpPr>
          <p:cNvPr id="23" name="Text 7"/>
          <p:cNvSpPr/>
          <p:nvPr/>
        </p:nvSpPr>
        <p:spPr>
          <a:xfrm>
            <a:off x="7744968" y="588873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</a:t>
            </a:r>
            <a:endParaRPr lang="en-US" sz="2110" dirty="0"/>
          </a:p>
        </p:txBody>
      </p:sp>
      <p:sp>
        <p:nvSpPr>
          <p:cNvPr id="24" name="Text 8"/>
          <p:cNvSpPr/>
          <p:nvPr/>
        </p:nvSpPr>
        <p:spPr>
          <a:xfrm>
            <a:off x="8211312" y="588873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Study at your own pace, stress-free ✅</a:t>
            </a: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38344"/>
            <a:ext cx="4297680" cy="10972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4" y="5038344"/>
            <a:ext cx="4297680" cy="10972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4" y="5038344"/>
            <a:ext cx="4297680" cy="10972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85800" y="4206240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Features</a:t>
            </a:r>
            <a:endParaRPr lang="en-US" sz="3840" dirty="0"/>
          </a:p>
        </p:txBody>
      </p:sp>
      <p:sp>
        <p:nvSpPr>
          <p:cNvPr id="8" name="Text 1"/>
          <p:cNvSpPr/>
          <p:nvPr/>
        </p:nvSpPr>
        <p:spPr>
          <a:xfrm>
            <a:off x="914400" y="5257800"/>
            <a:ext cx="3849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Soft Skill Training → Build confidence for interviews 🎤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5394960" y="5257800"/>
            <a:ext cx="3849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Coding Challenges → Become industry-ready 💻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9884664" y="5257800"/>
            <a:ext cx="3849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Flexible Learning → Day or night, whenever you prefer 🌙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690872"/>
            <a:ext cx="6510528" cy="78638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696712"/>
            <a:ext cx="6510528" cy="7863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690872"/>
            <a:ext cx="6510528" cy="7863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696712"/>
            <a:ext cx="6510528" cy="7863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4882896"/>
            <a:ext cx="5532120" cy="39319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5888736"/>
            <a:ext cx="5532120" cy="39319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882896"/>
            <a:ext cx="5532120" cy="3931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5888736"/>
            <a:ext cx="5532120" cy="3931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873752"/>
            <a:ext cx="420624" cy="42062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5879592"/>
            <a:ext cx="420624" cy="42062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4873752"/>
            <a:ext cx="420624" cy="42062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5879592"/>
            <a:ext cx="420624" cy="420624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85800" y="3849624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Why Choose Us?</a:t>
            </a:r>
            <a:endParaRPr lang="en-US" sz="3840" dirty="0"/>
          </a:p>
        </p:txBody>
      </p:sp>
      <p:sp>
        <p:nvSpPr>
          <p:cNvPr id="17" name="Text 1"/>
          <p:cNvSpPr/>
          <p:nvPr/>
        </p:nvSpPr>
        <p:spPr>
          <a:xfrm>
            <a:off x="1014984" y="488289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1</a:t>
            </a:r>
            <a:endParaRPr lang="en-US" sz="2110" dirty="0"/>
          </a:p>
        </p:txBody>
      </p:sp>
      <p:sp>
        <p:nvSpPr>
          <p:cNvPr id="18" name="Text 2"/>
          <p:cNvSpPr/>
          <p:nvPr/>
        </p:nvSpPr>
        <p:spPr>
          <a:xfrm>
            <a:off x="1481328" y="488289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Anywhere learning 📱</a:t>
            </a:r>
            <a:endParaRPr lang="en-US" sz="1680" dirty="0"/>
          </a:p>
        </p:txBody>
      </p:sp>
      <p:sp>
        <p:nvSpPr>
          <p:cNvPr id="19" name="Text 3"/>
          <p:cNvSpPr/>
          <p:nvPr/>
        </p:nvSpPr>
        <p:spPr>
          <a:xfrm>
            <a:off x="1014984" y="588873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3</a:t>
            </a:r>
            <a:endParaRPr lang="en-US" sz="2110" dirty="0"/>
          </a:p>
        </p:txBody>
      </p:sp>
      <p:sp>
        <p:nvSpPr>
          <p:cNvPr id="20" name="Text 4"/>
          <p:cNvSpPr/>
          <p:nvPr/>
        </p:nvSpPr>
        <p:spPr>
          <a:xfrm>
            <a:off x="1481328" y="588873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Works with part-time schedules ��</a:t>
            </a:r>
            <a:endParaRPr lang="en-US" sz="1680" dirty="0"/>
          </a:p>
        </p:txBody>
      </p:sp>
      <p:sp>
        <p:nvSpPr>
          <p:cNvPr id="21" name="Text 5"/>
          <p:cNvSpPr/>
          <p:nvPr/>
        </p:nvSpPr>
        <p:spPr>
          <a:xfrm>
            <a:off x="7744968" y="488289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2</a:t>
            </a:r>
            <a:endParaRPr lang="en-US" sz="2110" dirty="0"/>
          </a:p>
        </p:txBody>
      </p:sp>
      <p:sp>
        <p:nvSpPr>
          <p:cNvPr id="22" name="Text 6"/>
          <p:cNvSpPr/>
          <p:nvPr/>
        </p:nvSpPr>
        <p:spPr>
          <a:xfrm>
            <a:off x="8211312" y="488289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Cost-effective ��</a:t>
            </a:r>
            <a:endParaRPr lang="en-US" sz="1680" dirty="0"/>
          </a:p>
        </p:txBody>
      </p:sp>
      <p:sp>
        <p:nvSpPr>
          <p:cNvPr id="23" name="Text 7"/>
          <p:cNvSpPr/>
          <p:nvPr/>
        </p:nvSpPr>
        <p:spPr>
          <a:xfrm>
            <a:off x="7744968" y="5888736"/>
            <a:ext cx="16459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110" dirty="0">
                <a:solidFill>
                  <a:srgbClr val="262626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4</a:t>
            </a:r>
            <a:endParaRPr lang="en-US" sz="2110" dirty="0"/>
          </a:p>
        </p:txBody>
      </p:sp>
      <p:sp>
        <p:nvSpPr>
          <p:cNvPr id="24" name="Text 8"/>
          <p:cNvSpPr/>
          <p:nvPr/>
        </p:nvSpPr>
        <p:spPr>
          <a:xfrm>
            <a:off x="8211312" y="5888736"/>
            <a:ext cx="55321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Coding + Communication together 🤝</a:t>
            </a: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27355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Closing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4105656"/>
            <a:ext cx="829360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“Code smart. Communicate smart. Get hired.”</a:t>
            </a:r>
            <a:endParaRPr lang="en-US" sz="1680" dirty="0"/>
          </a:p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Thank You 🙌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319272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5D574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</a:t>
            </a:r>
            <a:endParaRPr lang="en-US" sz="5290" dirty="0"/>
          </a:p>
        </p:txBody>
      </p:sp>
      <p:sp>
        <p:nvSpPr>
          <p:cNvPr id="5" name="Text 1"/>
          <p:cNvSpPr/>
          <p:nvPr/>
        </p:nvSpPr>
        <p:spPr>
          <a:xfrm>
            <a:off x="685800" y="4379976"/>
            <a:ext cx="1326794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1680" dirty="0">
                <a:solidFill>
                  <a:srgbClr val="5A534C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                                                         At least try to impress HR… if you can’t impress your crush.” 💘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Custom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思源黑体-思源黑体-Medium</vt:lpstr>
      <vt:lpstr>思源黑体-思源黑体-Regular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kumar</cp:lastModifiedBy>
  <cp:revision>2</cp:revision>
  <dcterms:created xsi:type="dcterms:W3CDTF">2025-08-27T05:34:27Z</dcterms:created>
  <dcterms:modified xsi:type="dcterms:W3CDTF">2025-08-27T05:35:28Z</dcterms:modified>
</cp:coreProperties>
</file>