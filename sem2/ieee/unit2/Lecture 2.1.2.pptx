
<file path=[Content_Types].xml><?xml version="1.0" encoding="utf-8"?>
<Types xmlns="http://schemas.openxmlformats.org/package/2006/content-types">
  <Default Extension="png" ContentType="image/png"/>
  <Default Extension="bin" ContentType="application/vnd.openxmlformats-officedocument.oleObject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wdp" ContentType="image/vnd.ms-photo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4" r:id="rId1"/>
    <p:sldMasterId id="2147483686" r:id="rId2"/>
  </p:sldMasterIdLst>
  <p:notesMasterIdLst>
    <p:notesMasterId r:id="rId18"/>
  </p:notesMasterIdLst>
  <p:handoutMasterIdLst>
    <p:handoutMasterId r:id="rId19"/>
  </p:handoutMasterIdLst>
  <p:sldIdLst>
    <p:sldId id="327" r:id="rId3"/>
    <p:sldId id="337" r:id="rId4"/>
    <p:sldId id="338" r:id="rId5"/>
    <p:sldId id="339" r:id="rId6"/>
    <p:sldId id="340" r:id="rId7"/>
    <p:sldId id="341" r:id="rId8"/>
    <p:sldId id="332" r:id="rId9"/>
    <p:sldId id="333" r:id="rId10"/>
    <p:sldId id="334" r:id="rId11"/>
    <p:sldId id="335" r:id="rId12"/>
    <p:sldId id="336" r:id="rId13"/>
    <p:sldId id="282" r:id="rId14"/>
    <p:sldId id="283" r:id="rId15"/>
    <p:sldId id="304" r:id="rId16"/>
    <p:sldId id="279" r:id="rId1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B0F0"/>
    <a:srgbClr val="ED8137"/>
    <a:srgbClr val="BC8F00"/>
    <a:srgbClr val="860000"/>
    <a:srgbClr val="1B3F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515" autoAdjust="0"/>
    <p:restoredTop sz="94660"/>
  </p:normalViewPr>
  <p:slideViewPr>
    <p:cSldViewPr snapToGrid="0">
      <p:cViewPr varScale="1">
        <p:scale>
          <a:sx n="73" d="100"/>
          <a:sy n="73" d="100"/>
        </p:scale>
        <p:origin x="600" y="7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tableStyles" Target="tableStyles.xml"/><Relationship Id="rId10" Type="http://schemas.openxmlformats.org/officeDocument/2006/relationships/slide" Target="slides/slide8.xml"/><Relationship Id="rId19" Type="http://schemas.openxmlformats.org/officeDocument/2006/relationships/handoutMaster" Target="handoutMasters/handoutMaster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theme" Target="theme/theme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C2A4D53-8233-45FF-B221-89C4DE34AB1C}" type="doc">
      <dgm:prSet loTypeId="urn:microsoft.com/office/officeart/2005/8/layout/hierarchy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0D3AC9D9-65FD-4E7E-97E0-1DF3E490119C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BINARY ADDER</a:t>
          </a:r>
          <a:endParaRPr lang="en-US" sz="1600" dirty="0">
            <a:latin typeface="Casper"/>
          </a:endParaRPr>
        </a:p>
      </dgm:t>
    </dgm:pt>
    <dgm:pt modelId="{E047C531-97EE-4D3B-BAE6-B9A9F2C54FE5}" type="parTrans" cxnId="{B8C737EE-2509-4DDE-BF68-30160A3CF6C9}">
      <dgm:prSet/>
      <dgm:spPr/>
      <dgm:t>
        <a:bodyPr/>
        <a:lstStyle/>
        <a:p>
          <a:endParaRPr lang="en-US"/>
        </a:p>
      </dgm:t>
    </dgm:pt>
    <dgm:pt modelId="{29A5188A-7812-4F4F-8427-EC121CC070C4}" type="sibTrans" cxnId="{B8C737EE-2509-4DDE-BF68-30160A3CF6C9}">
      <dgm:prSet/>
      <dgm:spPr/>
      <dgm:t>
        <a:bodyPr/>
        <a:lstStyle/>
        <a:p>
          <a:endParaRPr lang="en-US"/>
        </a:p>
      </dgm:t>
    </dgm:pt>
    <dgm:pt modelId="{30F3348A-9900-4B00-9BF6-3DD476558CF6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HALF ADDER</a:t>
          </a:r>
          <a:endParaRPr lang="en-US" sz="1600" dirty="0">
            <a:latin typeface="Casper"/>
          </a:endParaRPr>
        </a:p>
      </dgm:t>
    </dgm:pt>
    <dgm:pt modelId="{8909D552-ADAB-4ABC-AB39-E8ECAE1A43C9}" type="parTrans" cxnId="{665FD832-889A-4CA6-96EB-8EEC24F0AE6C}">
      <dgm:prSet/>
      <dgm:spPr/>
      <dgm:t>
        <a:bodyPr/>
        <a:lstStyle/>
        <a:p>
          <a:endParaRPr lang="en-US"/>
        </a:p>
      </dgm:t>
    </dgm:pt>
    <dgm:pt modelId="{9B119B7C-25A3-4813-907C-6EAED0CB8AA6}" type="sibTrans" cxnId="{665FD832-889A-4CA6-96EB-8EEC24F0AE6C}">
      <dgm:prSet/>
      <dgm:spPr/>
      <dgm:t>
        <a:bodyPr/>
        <a:lstStyle/>
        <a:p>
          <a:endParaRPr lang="en-US"/>
        </a:p>
      </dgm:t>
    </dgm:pt>
    <dgm:pt modelId="{EE0887AB-AB39-4B82-B1AE-E93664005436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FULL ADDER</a:t>
          </a:r>
          <a:endParaRPr lang="en-US" sz="1600" dirty="0">
            <a:latin typeface="Casper"/>
          </a:endParaRPr>
        </a:p>
      </dgm:t>
    </dgm:pt>
    <dgm:pt modelId="{AA1A91A3-7323-4499-86B7-23600699B668}" type="parTrans" cxnId="{35BFB5A0-B248-4FFD-A3CB-4D64344B39AC}">
      <dgm:prSet/>
      <dgm:spPr/>
      <dgm:t>
        <a:bodyPr/>
        <a:lstStyle/>
        <a:p>
          <a:endParaRPr lang="en-US"/>
        </a:p>
      </dgm:t>
    </dgm:pt>
    <dgm:pt modelId="{CE893643-161F-4048-8A2A-1FB5DB5D0DE5}" type="sibTrans" cxnId="{35BFB5A0-B248-4FFD-A3CB-4D64344B39AC}">
      <dgm:prSet/>
      <dgm:spPr/>
      <dgm:t>
        <a:bodyPr/>
        <a:lstStyle/>
        <a:p>
          <a:endParaRPr lang="en-US"/>
        </a:p>
      </dgm:t>
    </dgm:pt>
    <dgm:pt modelId="{37B8C539-A822-4A3B-8136-0ED08649A40F}">
      <dgm:prSet phldrT="[Text]" custT="1"/>
      <dgm:spPr/>
      <dgm:t>
        <a:bodyPr/>
        <a:lstStyle/>
        <a:p>
          <a:r>
            <a:rPr lang="en-US" sz="1600" dirty="0" smtClean="0">
              <a:latin typeface="Casper"/>
            </a:rPr>
            <a:t>PARALLEL ADDER</a:t>
          </a:r>
          <a:endParaRPr lang="en-US" sz="1600" dirty="0">
            <a:latin typeface="Casper"/>
          </a:endParaRPr>
        </a:p>
      </dgm:t>
    </dgm:pt>
    <dgm:pt modelId="{70D38BED-C75B-4C9E-B4BE-73B79D732572}" type="parTrans" cxnId="{171A8727-76D6-463A-A4FD-74103A9F90D6}">
      <dgm:prSet/>
      <dgm:spPr/>
      <dgm:t>
        <a:bodyPr/>
        <a:lstStyle/>
        <a:p>
          <a:endParaRPr lang="en-US"/>
        </a:p>
      </dgm:t>
    </dgm:pt>
    <dgm:pt modelId="{5B644ACF-D810-46A6-A494-D95432ECF45E}" type="sibTrans" cxnId="{171A8727-76D6-463A-A4FD-74103A9F90D6}">
      <dgm:prSet/>
      <dgm:spPr/>
      <dgm:t>
        <a:bodyPr/>
        <a:lstStyle/>
        <a:p>
          <a:endParaRPr lang="en-US"/>
        </a:p>
      </dgm:t>
    </dgm:pt>
    <dgm:pt modelId="{987BAABD-5BEF-43BA-89AE-FC70537E092B}">
      <dgm:prSet custT="1"/>
      <dgm:spPr/>
      <dgm:t>
        <a:bodyPr/>
        <a:lstStyle/>
        <a:p>
          <a:r>
            <a:rPr lang="en-US" sz="1600" dirty="0" smtClean="0">
              <a:latin typeface="Casper"/>
            </a:rPr>
            <a:t>RIPPLE CARRY</a:t>
          </a:r>
          <a:endParaRPr lang="en-US" sz="1600" dirty="0">
            <a:latin typeface="Casper"/>
          </a:endParaRPr>
        </a:p>
      </dgm:t>
    </dgm:pt>
    <dgm:pt modelId="{65E9958A-C21E-4FEE-BA12-9CFCA042D616}" type="parTrans" cxnId="{C2ABBA7E-D2CB-4788-92E5-2DF7223F385E}">
      <dgm:prSet/>
      <dgm:spPr/>
      <dgm:t>
        <a:bodyPr/>
        <a:lstStyle/>
        <a:p>
          <a:endParaRPr lang="en-US"/>
        </a:p>
      </dgm:t>
    </dgm:pt>
    <dgm:pt modelId="{9F8DBED8-2F8E-49CC-ABE8-F5F5D90B86B0}" type="sibTrans" cxnId="{C2ABBA7E-D2CB-4788-92E5-2DF7223F385E}">
      <dgm:prSet/>
      <dgm:spPr/>
      <dgm:t>
        <a:bodyPr/>
        <a:lstStyle/>
        <a:p>
          <a:endParaRPr lang="en-US"/>
        </a:p>
      </dgm:t>
    </dgm:pt>
    <dgm:pt modelId="{F2439808-A7FE-41F6-B620-7FA675BE145D}">
      <dgm:prSet custT="1"/>
      <dgm:spPr/>
      <dgm:t>
        <a:bodyPr/>
        <a:lstStyle/>
        <a:p>
          <a:r>
            <a:rPr lang="en-US" sz="1600" dirty="0" smtClean="0">
              <a:latin typeface="Casper"/>
            </a:rPr>
            <a:t>LOOK AHEAD CARRY</a:t>
          </a:r>
          <a:endParaRPr lang="en-US" sz="1600" dirty="0">
            <a:latin typeface="Casper"/>
          </a:endParaRPr>
        </a:p>
      </dgm:t>
    </dgm:pt>
    <dgm:pt modelId="{7E752F4D-7088-49F9-BBB2-37F5BE111B91}" type="parTrans" cxnId="{FF55F28A-67A6-4DA2-A071-A3121DDD490B}">
      <dgm:prSet/>
      <dgm:spPr/>
      <dgm:t>
        <a:bodyPr/>
        <a:lstStyle/>
        <a:p>
          <a:endParaRPr lang="en-US"/>
        </a:p>
      </dgm:t>
    </dgm:pt>
    <dgm:pt modelId="{E82C33B2-9665-4699-8AB2-0EBA5037EA7D}" type="sibTrans" cxnId="{FF55F28A-67A6-4DA2-A071-A3121DDD490B}">
      <dgm:prSet/>
      <dgm:spPr/>
      <dgm:t>
        <a:bodyPr/>
        <a:lstStyle/>
        <a:p>
          <a:endParaRPr lang="en-US"/>
        </a:p>
      </dgm:t>
    </dgm:pt>
    <dgm:pt modelId="{9D25FE98-53B6-4618-91F0-1423741A212A}">
      <dgm:prSet custT="1"/>
      <dgm:spPr/>
      <dgm:t>
        <a:bodyPr/>
        <a:lstStyle/>
        <a:p>
          <a:r>
            <a:rPr lang="en-US" sz="1600" dirty="0" smtClean="0">
              <a:latin typeface="Casper"/>
            </a:rPr>
            <a:t>CARRY SAVE</a:t>
          </a:r>
          <a:endParaRPr lang="en-US" sz="1600" dirty="0">
            <a:latin typeface="Casper"/>
          </a:endParaRPr>
        </a:p>
      </dgm:t>
    </dgm:pt>
    <dgm:pt modelId="{4A854BAF-CFAA-4429-9B45-F1C3AE38DF0F}" type="parTrans" cxnId="{37050DC4-EE7B-475B-BAFA-F48348112F7F}">
      <dgm:prSet/>
      <dgm:spPr/>
      <dgm:t>
        <a:bodyPr/>
        <a:lstStyle/>
        <a:p>
          <a:endParaRPr lang="en-US"/>
        </a:p>
      </dgm:t>
    </dgm:pt>
    <dgm:pt modelId="{85B8AA10-D006-4A85-82F9-B8C1055BA977}" type="sibTrans" cxnId="{37050DC4-EE7B-475B-BAFA-F48348112F7F}">
      <dgm:prSet/>
      <dgm:spPr/>
      <dgm:t>
        <a:bodyPr/>
        <a:lstStyle/>
        <a:p>
          <a:endParaRPr lang="en-US"/>
        </a:p>
      </dgm:t>
    </dgm:pt>
    <dgm:pt modelId="{271DCB72-6C54-49C0-91FA-DFA7E2A2D506}" type="pres">
      <dgm:prSet presAssocID="{9C2A4D53-8233-45FF-B221-89C4DE34AB1C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  <dgm:t>
        <a:bodyPr/>
        <a:lstStyle/>
        <a:p>
          <a:endParaRPr lang="en-US"/>
        </a:p>
      </dgm:t>
    </dgm:pt>
    <dgm:pt modelId="{42A9AC20-47AB-4878-A190-AAFD638218CC}" type="pres">
      <dgm:prSet presAssocID="{0D3AC9D9-65FD-4E7E-97E0-1DF3E490119C}" presName="hierRoot1" presStyleCnt="0"/>
      <dgm:spPr/>
    </dgm:pt>
    <dgm:pt modelId="{C6B175E5-7CDF-4177-B463-432479D7CD0A}" type="pres">
      <dgm:prSet presAssocID="{0D3AC9D9-65FD-4E7E-97E0-1DF3E490119C}" presName="composite" presStyleCnt="0"/>
      <dgm:spPr/>
    </dgm:pt>
    <dgm:pt modelId="{3B06B417-96E0-43AE-94CE-6C95D23A7C88}" type="pres">
      <dgm:prSet presAssocID="{0D3AC9D9-65FD-4E7E-97E0-1DF3E490119C}" presName="background" presStyleLbl="node0" presStyleIdx="0" presStyleCnt="1"/>
      <dgm:spPr/>
    </dgm:pt>
    <dgm:pt modelId="{CEBA44F1-6994-48D4-A032-4F700E9C7790}" type="pres">
      <dgm:prSet presAssocID="{0D3AC9D9-65FD-4E7E-97E0-1DF3E490119C}" presName="text" presStyleLbl="fgAcc0" presStyleIdx="0" presStyleCnt="1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C5773C7-454B-4D8C-9EF9-ABC2ED2704C5}" type="pres">
      <dgm:prSet presAssocID="{0D3AC9D9-65FD-4E7E-97E0-1DF3E490119C}" presName="hierChild2" presStyleCnt="0"/>
      <dgm:spPr/>
    </dgm:pt>
    <dgm:pt modelId="{9BB9CB6D-7E66-485A-9756-BADADAC81DEF}" type="pres">
      <dgm:prSet presAssocID="{8909D552-ADAB-4ABC-AB39-E8ECAE1A43C9}" presName="Name10" presStyleLbl="parChTrans1D2" presStyleIdx="0" presStyleCnt="3"/>
      <dgm:spPr/>
      <dgm:t>
        <a:bodyPr/>
        <a:lstStyle/>
        <a:p>
          <a:endParaRPr lang="en-US"/>
        </a:p>
      </dgm:t>
    </dgm:pt>
    <dgm:pt modelId="{F2239340-C7C6-488A-AF47-DE636CBBD0F5}" type="pres">
      <dgm:prSet presAssocID="{30F3348A-9900-4B00-9BF6-3DD476558CF6}" presName="hierRoot2" presStyleCnt="0"/>
      <dgm:spPr/>
    </dgm:pt>
    <dgm:pt modelId="{92F308A6-48C3-4C88-93BF-43A4B2501003}" type="pres">
      <dgm:prSet presAssocID="{30F3348A-9900-4B00-9BF6-3DD476558CF6}" presName="composite2" presStyleCnt="0"/>
      <dgm:spPr/>
    </dgm:pt>
    <dgm:pt modelId="{6AFDD081-9D1C-482A-B6BD-4ECBB2E9C5FD}" type="pres">
      <dgm:prSet presAssocID="{30F3348A-9900-4B00-9BF6-3DD476558CF6}" presName="background2" presStyleLbl="node2" presStyleIdx="0" presStyleCnt="3"/>
      <dgm:spPr/>
    </dgm:pt>
    <dgm:pt modelId="{423BBA7F-EA32-47C3-96F0-ED2A2BA33A92}" type="pres">
      <dgm:prSet presAssocID="{30F3348A-9900-4B00-9BF6-3DD476558CF6}" presName="text2" presStyleLbl="fgAcc2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FF1C721E-6B28-45F9-9286-BEAA4417C8B3}" type="pres">
      <dgm:prSet presAssocID="{30F3348A-9900-4B00-9BF6-3DD476558CF6}" presName="hierChild3" presStyleCnt="0"/>
      <dgm:spPr/>
    </dgm:pt>
    <dgm:pt modelId="{FEC1C1D2-5D09-49C5-B888-D62E3A5116FB}" type="pres">
      <dgm:prSet presAssocID="{AA1A91A3-7323-4499-86B7-23600699B668}" presName="Name10" presStyleLbl="parChTrans1D2" presStyleIdx="1" presStyleCnt="3"/>
      <dgm:spPr/>
      <dgm:t>
        <a:bodyPr/>
        <a:lstStyle/>
        <a:p>
          <a:endParaRPr lang="en-US"/>
        </a:p>
      </dgm:t>
    </dgm:pt>
    <dgm:pt modelId="{627DB776-232A-4253-838D-139BAFB42976}" type="pres">
      <dgm:prSet presAssocID="{EE0887AB-AB39-4B82-B1AE-E93664005436}" presName="hierRoot2" presStyleCnt="0"/>
      <dgm:spPr/>
    </dgm:pt>
    <dgm:pt modelId="{2A6EFB3B-1A93-4B76-BC8D-DA2DF5FAA903}" type="pres">
      <dgm:prSet presAssocID="{EE0887AB-AB39-4B82-B1AE-E93664005436}" presName="composite2" presStyleCnt="0"/>
      <dgm:spPr/>
    </dgm:pt>
    <dgm:pt modelId="{25826208-00C0-4999-BA98-59D6975EB9A4}" type="pres">
      <dgm:prSet presAssocID="{EE0887AB-AB39-4B82-B1AE-E93664005436}" presName="background2" presStyleLbl="node2" presStyleIdx="1" presStyleCnt="3"/>
      <dgm:spPr/>
    </dgm:pt>
    <dgm:pt modelId="{EEBA017D-6500-477A-A716-6CFBCBB5CDB5}" type="pres">
      <dgm:prSet presAssocID="{EE0887AB-AB39-4B82-B1AE-E93664005436}" presName="text2" presStyleLbl="fgAcc2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9DEC14F0-06EA-4DC8-80A4-3F337140F4B4}" type="pres">
      <dgm:prSet presAssocID="{EE0887AB-AB39-4B82-B1AE-E93664005436}" presName="hierChild3" presStyleCnt="0"/>
      <dgm:spPr/>
    </dgm:pt>
    <dgm:pt modelId="{3DC3FEDB-68E1-4885-863F-2C463D239C2C}" type="pres">
      <dgm:prSet presAssocID="{70D38BED-C75B-4C9E-B4BE-73B79D732572}" presName="Name10" presStyleLbl="parChTrans1D2" presStyleIdx="2" presStyleCnt="3"/>
      <dgm:spPr/>
      <dgm:t>
        <a:bodyPr/>
        <a:lstStyle/>
        <a:p>
          <a:endParaRPr lang="en-US"/>
        </a:p>
      </dgm:t>
    </dgm:pt>
    <dgm:pt modelId="{2A81A03F-7273-48F7-AAEB-67205865CDBD}" type="pres">
      <dgm:prSet presAssocID="{37B8C539-A822-4A3B-8136-0ED08649A40F}" presName="hierRoot2" presStyleCnt="0"/>
      <dgm:spPr/>
    </dgm:pt>
    <dgm:pt modelId="{9D784C2C-EBEA-4E72-AFF7-A6DD4251E65F}" type="pres">
      <dgm:prSet presAssocID="{37B8C539-A822-4A3B-8136-0ED08649A40F}" presName="composite2" presStyleCnt="0"/>
      <dgm:spPr/>
    </dgm:pt>
    <dgm:pt modelId="{355963DA-A437-4C9C-A22A-9DDBF47522B0}" type="pres">
      <dgm:prSet presAssocID="{37B8C539-A822-4A3B-8136-0ED08649A40F}" presName="background2" presStyleLbl="node2" presStyleIdx="2" presStyleCnt="3"/>
      <dgm:spPr/>
    </dgm:pt>
    <dgm:pt modelId="{1B295660-3CCA-477B-9B4C-08A60EB04A1D}" type="pres">
      <dgm:prSet presAssocID="{37B8C539-A822-4A3B-8136-0ED08649A40F}" presName="text2" presStyleLbl="fgAcc2" presStyleIdx="2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CF918389-7CAA-4CA9-96AE-BFE741731EF1}" type="pres">
      <dgm:prSet presAssocID="{37B8C539-A822-4A3B-8136-0ED08649A40F}" presName="hierChild3" presStyleCnt="0"/>
      <dgm:spPr/>
    </dgm:pt>
    <dgm:pt modelId="{1574CCA4-1C88-460D-96E4-68EED1AA2283}" type="pres">
      <dgm:prSet presAssocID="{65E9958A-C21E-4FEE-BA12-9CFCA042D616}" presName="Name17" presStyleLbl="parChTrans1D3" presStyleIdx="0" presStyleCnt="3"/>
      <dgm:spPr/>
      <dgm:t>
        <a:bodyPr/>
        <a:lstStyle/>
        <a:p>
          <a:endParaRPr lang="en-US"/>
        </a:p>
      </dgm:t>
    </dgm:pt>
    <dgm:pt modelId="{D6FE401B-3137-4058-BF57-E74A0BBA2727}" type="pres">
      <dgm:prSet presAssocID="{987BAABD-5BEF-43BA-89AE-FC70537E092B}" presName="hierRoot3" presStyleCnt="0"/>
      <dgm:spPr/>
    </dgm:pt>
    <dgm:pt modelId="{1C14E1B9-9356-4729-8DFC-EF8BB138BBF0}" type="pres">
      <dgm:prSet presAssocID="{987BAABD-5BEF-43BA-89AE-FC70537E092B}" presName="composite3" presStyleCnt="0"/>
      <dgm:spPr/>
    </dgm:pt>
    <dgm:pt modelId="{5A04D40D-D7BA-4ED9-8EDB-88FE3DD8FED9}" type="pres">
      <dgm:prSet presAssocID="{987BAABD-5BEF-43BA-89AE-FC70537E092B}" presName="background3" presStyleLbl="node3" presStyleIdx="0" presStyleCnt="3"/>
      <dgm:spPr/>
    </dgm:pt>
    <dgm:pt modelId="{D64D54C0-830B-4331-81DD-4D3CF2093117}" type="pres">
      <dgm:prSet presAssocID="{987BAABD-5BEF-43BA-89AE-FC70537E092B}" presName="text3" presStyleLbl="fgAcc3" presStyleIdx="0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45064308-0854-453E-A021-0FFD3791DBC2}" type="pres">
      <dgm:prSet presAssocID="{987BAABD-5BEF-43BA-89AE-FC70537E092B}" presName="hierChild4" presStyleCnt="0"/>
      <dgm:spPr/>
    </dgm:pt>
    <dgm:pt modelId="{8F4B1FB0-4D72-4472-8406-93363B079C10}" type="pres">
      <dgm:prSet presAssocID="{7E752F4D-7088-49F9-BBB2-37F5BE111B91}" presName="Name17" presStyleLbl="parChTrans1D3" presStyleIdx="1" presStyleCnt="3"/>
      <dgm:spPr/>
      <dgm:t>
        <a:bodyPr/>
        <a:lstStyle/>
        <a:p>
          <a:endParaRPr lang="en-US"/>
        </a:p>
      </dgm:t>
    </dgm:pt>
    <dgm:pt modelId="{85513EED-51E7-4F4C-B056-FEF82D7EC1A3}" type="pres">
      <dgm:prSet presAssocID="{F2439808-A7FE-41F6-B620-7FA675BE145D}" presName="hierRoot3" presStyleCnt="0"/>
      <dgm:spPr/>
    </dgm:pt>
    <dgm:pt modelId="{1561B463-F2C8-453B-8D0C-13E1D76E8106}" type="pres">
      <dgm:prSet presAssocID="{F2439808-A7FE-41F6-B620-7FA675BE145D}" presName="composite3" presStyleCnt="0"/>
      <dgm:spPr/>
    </dgm:pt>
    <dgm:pt modelId="{36CD4FC6-BCFB-45E7-A7BE-BB5901F92DD2}" type="pres">
      <dgm:prSet presAssocID="{F2439808-A7FE-41F6-B620-7FA675BE145D}" presName="background3" presStyleLbl="node3" presStyleIdx="1" presStyleCnt="3"/>
      <dgm:spPr/>
    </dgm:pt>
    <dgm:pt modelId="{9FEF3ED7-8032-4393-AEA5-38F0859FA23D}" type="pres">
      <dgm:prSet presAssocID="{F2439808-A7FE-41F6-B620-7FA675BE145D}" presName="text3" presStyleLbl="fgAcc3" presStyleIdx="1" presStyleCnt="3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8B0414DB-6083-45FF-BCF6-27ABBDA84691}" type="pres">
      <dgm:prSet presAssocID="{F2439808-A7FE-41F6-B620-7FA675BE145D}" presName="hierChild4" presStyleCnt="0"/>
      <dgm:spPr/>
    </dgm:pt>
    <dgm:pt modelId="{6FCF2880-3868-4ADB-A5CF-7DEC631999C3}" type="pres">
      <dgm:prSet presAssocID="{4A854BAF-CFAA-4429-9B45-F1C3AE38DF0F}" presName="Name17" presStyleLbl="parChTrans1D3" presStyleIdx="2" presStyleCnt="3"/>
      <dgm:spPr/>
      <dgm:t>
        <a:bodyPr/>
        <a:lstStyle/>
        <a:p>
          <a:endParaRPr lang="en-US"/>
        </a:p>
      </dgm:t>
    </dgm:pt>
    <dgm:pt modelId="{473ED02D-3743-4BBE-80C1-7637EE5CC4E9}" type="pres">
      <dgm:prSet presAssocID="{9D25FE98-53B6-4618-91F0-1423741A212A}" presName="hierRoot3" presStyleCnt="0"/>
      <dgm:spPr/>
    </dgm:pt>
    <dgm:pt modelId="{AAD50E79-E65A-46FF-A742-5548AEBED2AE}" type="pres">
      <dgm:prSet presAssocID="{9D25FE98-53B6-4618-91F0-1423741A212A}" presName="composite3" presStyleCnt="0"/>
      <dgm:spPr/>
    </dgm:pt>
    <dgm:pt modelId="{F6772AED-AA5E-4735-8C16-243F890EC696}" type="pres">
      <dgm:prSet presAssocID="{9D25FE98-53B6-4618-91F0-1423741A212A}" presName="background3" presStyleLbl="node3" presStyleIdx="2" presStyleCnt="3"/>
      <dgm:spPr/>
    </dgm:pt>
    <dgm:pt modelId="{B3EDBA0B-9E43-4D9F-8C94-7983AA22FDB2}" type="pres">
      <dgm:prSet presAssocID="{9D25FE98-53B6-4618-91F0-1423741A212A}" presName="text3" presStyleLbl="fgAcc3" presStyleIdx="2" presStyleCnt="3" custLinFactNeighborX="1004">
        <dgm:presLayoutVars>
          <dgm:chPref val="3"/>
        </dgm:presLayoutVars>
      </dgm:prSet>
      <dgm:spPr/>
      <dgm:t>
        <a:bodyPr/>
        <a:lstStyle/>
        <a:p>
          <a:endParaRPr lang="en-US"/>
        </a:p>
      </dgm:t>
    </dgm:pt>
    <dgm:pt modelId="{28307BF2-00AB-4217-A117-ACF301062BCC}" type="pres">
      <dgm:prSet presAssocID="{9D25FE98-53B6-4618-91F0-1423741A212A}" presName="hierChild4" presStyleCnt="0"/>
      <dgm:spPr/>
    </dgm:pt>
  </dgm:ptLst>
  <dgm:cxnLst>
    <dgm:cxn modelId="{C77895DF-14DF-42F7-BB54-9052068A2C26}" type="presOf" srcId="{8909D552-ADAB-4ABC-AB39-E8ECAE1A43C9}" destId="{9BB9CB6D-7E66-485A-9756-BADADAC81DEF}" srcOrd="0" destOrd="0" presId="urn:microsoft.com/office/officeart/2005/8/layout/hierarchy1"/>
    <dgm:cxn modelId="{2540E1C9-5D63-4594-8E6F-8733807444B0}" type="presOf" srcId="{37B8C539-A822-4A3B-8136-0ED08649A40F}" destId="{1B295660-3CCA-477B-9B4C-08A60EB04A1D}" srcOrd="0" destOrd="0" presId="urn:microsoft.com/office/officeart/2005/8/layout/hierarchy1"/>
    <dgm:cxn modelId="{D51E2D27-5C7C-4AB2-B5B3-2337931DBA89}" type="presOf" srcId="{0D3AC9D9-65FD-4E7E-97E0-1DF3E490119C}" destId="{CEBA44F1-6994-48D4-A032-4F700E9C7790}" srcOrd="0" destOrd="0" presId="urn:microsoft.com/office/officeart/2005/8/layout/hierarchy1"/>
    <dgm:cxn modelId="{C2ABBA7E-D2CB-4788-92E5-2DF7223F385E}" srcId="{37B8C539-A822-4A3B-8136-0ED08649A40F}" destId="{987BAABD-5BEF-43BA-89AE-FC70537E092B}" srcOrd="0" destOrd="0" parTransId="{65E9958A-C21E-4FEE-BA12-9CFCA042D616}" sibTransId="{9F8DBED8-2F8E-49CC-ABE8-F5F5D90B86B0}"/>
    <dgm:cxn modelId="{171A8727-76D6-463A-A4FD-74103A9F90D6}" srcId="{0D3AC9D9-65FD-4E7E-97E0-1DF3E490119C}" destId="{37B8C539-A822-4A3B-8136-0ED08649A40F}" srcOrd="2" destOrd="0" parTransId="{70D38BED-C75B-4C9E-B4BE-73B79D732572}" sibTransId="{5B644ACF-D810-46A6-A494-D95432ECF45E}"/>
    <dgm:cxn modelId="{C8C49987-E864-401C-9EFF-20572D33F9D1}" type="presOf" srcId="{F2439808-A7FE-41F6-B620-7FA675BE145D}" destId="{9FEF3ED7-8032-4393-AEA5-38F0859FA23D}" srcOrd="0" destOrd="0" presId="urn:microsoft.com/office/officeart/2005/8/layout/hierarchy1"/>
    <dgm:cxn modelId="{35BFB5A0-B248-4FFD-A3CB-4D64344B39AC}" srcId="{0D3AC9D9-65FD-4E7E-97E0-1DF3E490119C}" destId="{EE0887AB-AB39-4B82-B1AE-E93664005436}" srcOrd="1" destOrd="0" parTransId="{AA1A91A3-7323-4499-86B7-23600699B668}" sibTransId="{CE893643-161F-4048-8A2A-1FB5DB5D0DE5}"/>
    <dgm:cxn modelId="{C885AD26-9336-4587-9766-0508E9CDF80F}" type="presOf" srcId="{30F3348A-9900-4B00-9BF6-3DD476558CF6}" destId="{423BBA7F-EA32-47C3-96F0-ED2A2BA33A92}" srcOrd="0" destOrd="0" presId="urn:microsoft.com/office/officeart/2005/8/layout/hierarchy1"/>
    <dgm:cxn modelId="{834EA625-B3AC-4109-8D6F-67920A262761}" type="presOf" srcId="{EE0887AB-AB39-4B82-B1AE-E93664005436}" destId="{EEBA017D-6500-477A-A716-6CFBCBB5CDB5}" srcOrd="0" destOrd="0" presId="urn:microsoft.com/office/officeart/2005/8/layout/hierarchy1"/>
    <dgm:cxn modelId="{288B270F-572A-4018-83DF-35C61F6A0FB7}" type="presOf" srcId="{70D38BED-C75B-4C9E-B4BE-73B79D732572}" destId="{3DC3FEDB-68E1-4885-863F-2C463D239C2C}" srcOrd="0" destOrd="0" presId="urn:microsoft.com/office/officeart/2005/8/layout/hierarchy1"/>
    <dgm:cxn modelId="{B8C737EE-2509-4DDE-BF68-30160A3CF6C9}" srcId="{9C2A4D53-8233-45FF-B221-89C4DE34AB1C}" destId="{0D3AC9D9-65FD-4E7E-97E0-1DF3E490119C}" srcOrd="0" destOrd="0" parTransId="{E047C531-97EE-4D3B-BAE6-B9A9F2C54FE5}" sibTransId="{29A5188A-7812-4F4F-8427-EC121CC070C4}"/>
    <dgm:cxn modelId="{FF55F28A-67A6-4DA2-A071-A3121DDD490B}" srcId="{37B8C539-A822-4A3B-8136-0ED08649A40F}" destId="{F2439808-A7FE-41F6-B620-7FA675BE145D}" srcOrd="1" destOrd="0" parTransId="{7E752F4D-7088-49F9-BBB2-37F5BE111B91}" sibTransId="{E82C33B2-9665-4699-8AB2-0EBA5037EA7D}"/>
    <dgm:cxn modelId="{C0F2B7FC-7BC7-4017-9BF2-F74D3324B227}" type="presOf" srcId="{9D25FE98-53B6-4618-91F0-1423741A212A}" destId="{B3EDBA0B-9E43-4D9F-8C94-7983AA22FDB2}" srcOrd="0" destOrd="0" presId="urn:microsoft.com/office/officeart/2005/8/layout/hierarchy1"/>
    <dgm:cxn modelId="{A1169699-DB57-48C0-8085-855B9C275CBB}" type="presOf" srcId="{4A854BAF-CFAA-4429-9B45-F1C3AE38DF0F}" destId="{6FCF2880-3868-4ADB-A5CF-7DEC631999C3}" srcOrd="0" destOrd="0" presId="urn:microsoft.com/office/officeart/2005/8/layout/hierarchy1"/>
    <dgm:cxn modelId="{B244AC91-01F8-4812-80DD-4CE3010FF2A1}" type="presOf" srcId="{9C2A4D53-8233-45FF-B221-89C4DE34AB1C}" destId="{271DCB72-6C54-49C0-91FA-DFA7E2A2D506}" srcOrd="0" destOrd="0" presId="urn:microsoft.com/office/officeart/2005/8/layout/hierarchy1"/>
    <dgm:cxn modelId="{BC766F7D-C994-4F77-BC26-1DD851F5549A}" type="presOf" srcId="{987BAABD-5BEF-43BA-89AE-FC70537E092B}" destId="{D64D54C0-830B-4331-81DD-4D3CF2093117}" srcOrd="0" destOrd="0" presId="urn:microsoft.com/office/officeart/2005/8/layout/hierarchy1"/>
    <dgm:cxn modelId="{048B2FD9-6971-46C4-BFC7-EC544948E5D2}" type="presOf" srcId="{7E752F4D-7088-49F9-BBB2-37F5BE111B91}" destId="{8F4B1FB0-4D72-4472-8406-93363B079C10}" srcOrd="0" destOrd="0" presId="urn:microsoft.com/office/officeart/2005/8/layout/hierarchy1"/>
    <dgm:cxn modelId="{BAE800CF-C714-4C5A-88B3-3C26566E458C}" type="presOf" srcId="{65E9958A-C21E-4FEE-BA12-9CFCA042D616}" destId="{1574CCA4-1C88-460D-96E4-68EED1AA2283}" srcOrd="0" destOrd="0" presId="urn:microsoft.com/office/officeart/2005/8/layout/hierarchy1"/>
    <dgm:cxn modelId="{98DE81D4-2EC8-4452-85B3-AF88CB69986C}" type="presOf" srcId="{AA1A91A3-7323-4499-86B7-23600699B668}" destId="{FEC1C1D2-5D09-49C5-B888-D62E3A5116FB}" srcOrd="0" destOrd="0" presId="urn:microsoft.com/office/officeart/2005/8/layout/hierarchy1"/>
    <dgm:cxn modelId="{37050DC4-EE7B-475B-BAFA-F48348112F7F}" srcId="{37B8C539-A822-4A3B-8136-0ED08649A40F}" destId="{9D25FE98-53B6-4618-91F0-1423741A212A}" srcOrd="2" destOrd="0" parTransId="{4A854BAF-CFAA-4429-9B45-F1C3AE38DF0F}" sibTransId="{85B8AA10-D006-4A85-82F9-B8C1055BA977}"/>
    <dgm:cxn modelId="{665FD832-889A-4CA6-96EB-8EEC24F0AE6C}" srcId="{0D3AC9D9-65FD-4E7E-97E0-1DF3E490119C}" destId="{30F3348A-9900-4B00-9BF6-3DD476558CF6}" srcOrd="0" destOrd="0" parTransId="{8909D552-ADAB-4ABC-AB39-E8ECAE1A43C9}" sibTransId="{9B119B7C-25A3-4813-907C-6EAED0CB8AA6}"/>
    <dgm:cxn modelId="{96B6DB5F-D51C-43C7-BFAB-4045A448BD7C}" type="presParOf" srcId="{271DCB72-6C54-49C0-91FA-DFA7E2A2D506}" destId="{42A9AC20-47AB-4878-A190-AAFD638218CC}" srcOrd="0" destOrd="0" presId="urn:microsoft.com/office/officeart/2005/8/layout/hierarchy1"/>
    <dgm:cxn modelId="{F8210695-5FF1-40F9-873B-36A88A0C26FA}" type="presParOf" srcId="{42A9AC20-47AB-4878-A190-AAFD638218CC}" destId="{C6B175E5-7CDF-4177-B463-432479D7CD0A}" srcOrd="0" destOrd="0" presId="urn:microsoft.com/office/officeart/2005/8/layout/hierarchy1"/>
    <dgm:cxn modelId="{8FB4D3C6-6A20-4418-9B4A-09EEE15047E0}" type="presParOf" srcId="{C6B175E5-7CDF-4177-B463-432479D7CD0A}" destId="{3B06B417-96E0-43AE-94CE-6C95D23A7C88}" srcOrd="0" destOrd="0" presId="urn:microsoft.com/office/officeart/2005/8/layout/hierarchy1"/>
    <dgm:cxn modelId="{06E3A07D-F34C-43C1-8C07-72C86A946199}" type="presParOf" srcId="{C6B175E5-7CDF-4177-B463-432479D7CD0A}" destId="{CEBA44F1-6994-48D4-A032-4F700E9C7790}" srcOrd="1" destOrd="0" presId="urn:microsoft.com/office/officeart/2005/8/layout/hierarchy1"/>
    <dgm:cxn modelId="{B1D82F61-E5D5-4D5E-B721-FAEE446DB036}" type="presParOf" srcId="{42A9AC20-47AB-4878-A190-AAFD638218CC}" destId="{4C5773C7-454B-4D8C-9EF9-ABC2ED2704C5}" srcOrd="1" destOrd="0" presId="urn:microsoft.com/office/officeart/2005/8/layout/hierarchy1"/>
    <dgm:cxn modelId="{594512C4-7684-4621-BD82-DF1E8DFE7186}" type="presParOf" srcId="{4C5773C7-454B-4D8C-9EF9-ABC2ED2704C5}" destId="{9BB9CB6D-7E66-485A-9756-BADADAC81DEF}" srcOrd="0" destOrd="0" presId="urn:microsoft.com/office/officeart/2005/8/layout/hierarchy1"/>
    <dgm:cxn modelId="{09A01031-C940-4F1C-9F64-1064DE7A48ED}" type="presParOf" srcId="{4C5773C7-454B-4D8C-9EF9-ABC2ED2704C5}" destId="{F2239340-C7C6-488A-AF47-DE636CBBD0F5}" srcOrd="1" destOrd="0" presId="urn:microsoft.com/office/officeart/2005/8/layout/hierarchy1"/>
    <dgm:cxn modelId="{BF2B6593-C643-4F5B-B5D6-92D7FE1339F9}" type="presParOf" srcId="{F2239340-C7C6-488A-AF47-DE636CBBD0F5}" destId="{92F308A6-48C3-4C88-93BF-43A4B2501003}" srcOrd="0" destOrd="0" presId="urn:microsoft.com/office/officeart/2005/8/layout/hierarchy1"/>
    <dgm:cxn modelId="{3A1F3A96-EB88-4F44-82E9-DEB0DB2738A0}" type="presParOf" srcId="{92F308A6-48C3-4C88-93BF-43A4B2501003}" destId="{6AFDD081-9D1C-482A-B6BD-4ECBB2E9C5FD}" srcOrd="0" destOrd="0" presId="urn:microsoft.com/office/officeart/2005/8/layout/hierarchy1"/>
    <dgm:cxn modelId="{C6518484-CDD0-45FD-98A6-20D18134B1C7}" type="presParOf" srcId="{92F308A6-48C3-4C88-93BF-43A4B2501003}" destId="{423BBA7F-EA32-47C3-96F0-ED2A2BA33A92}" srcOrd="1" destOrd="0" presId="urn:microsoft.com/office/officeart/2005/8/layout/hierarchy1"/>
    <dgm:cxn modelId="{01DC4E52-B16C-4990-B54C-D51C43FF56F9}" type="presParOf" srcId="{F2239340-C7C6-488A-AF47-DE636CBBD0F5}" destId="{FF1C721E-6B28-45F9-9286-BEAA4417C8B3}" srcOrd="1" destOrd="0" presId="urn:microsoft.com/office/officeart/2005/8/layout/hierarchy1"/>
    <dgm:cxn modelId="{1D52B6BF-269A-4D2C-AD48-82294D4A2FD9}" type="presParOf" srcId="{4C5773C7-454B-4D8C-9EF9-ABC2ED2704C5}" destId="{FEC1C1D2-5D09-49C5-B888-D62E3A5116FB}" srcOrd="2" destOrd="0" presId="urn:microsoft.com/office/officeart/2005/8/layout/hierarchy1"/>
    <dgm:cxn modelId="{5478CB68-4319-4A4D-A2F9-1AD75A89E1AB}" type="presParOf" srcId="{4C5773C7-454B-4D8C-9EF9-ABC2ED2704C5}" destId="{627DB776-232A-4253-838D-139BAFB42976}" srcOrd="3" destOrd="0" presId="urn:microsoft.com/office/officeart/2005/8/layout/hierarchy1"/>
    <dgm:cxn modelId="{FF3EB141-F06A-4534-8D97-55C583FC4848}" type="presParOf" srcId="{627DB776-232A-4253-838D-139BAFB42976}" destId="{2A6EFB3B-1A93-4B76-BC8D-DA2DF5FAA903}" srcOrd="0" destOrd="0" presId="urn:microsoft.com/office/officeart/2005/8/layout/hierarchy1"/>
    <dgm:cxn modelId="{6804144B-86F4-4773-9C30-B5B68385F9F7}" type="presParOf" srcId="{2A6EFB3B-1A93-4B76-BC8D-DA2DF5FAA903}" destId="{25826208-00C0-4999-BA98-59D6975EB9A4}" srcOrd="0" destOrd="0" presId="urn:microsoft.com/office/officeart/2005/8/layout/hierarchy1"/>
    <dgm:cxn modelId="{6AC8D297-A078-4E4D-B37C-D3A69BEC92CE}" type="presParOf" srcId="{2A6EFB3B-1A93-4B76-BC8D-DA2DF5FAA903}" destId="{EEBA017D-6500-477A-A716-6CFBCBB5CDB5}" srcOrd="1" destOrd="0" presId="urn:microsoft.com/office/officeart/2005/8/layout/hierarchy1"/>
    <dgm:cxn modelId="{7E37FC2B-E65B-42A6-A987-B3D1624F8250}" type="presParOf" srcId="{627DB776-232A-4253-838D-139BAFB42976}" destId="{9DEC14F0-06EA-4DC8-80A4-3F337140F4B4}" srcOrd="1" destOrd="0" presId="urn:microsoft.com/office/officeart/2005/8/layout/hierarchy1"/>
    <dgm:cxn modelId="{F41FE1B5-6688-43B9-8B4F-425E1C292EDC}" type="presParOf" srcId="{4C5773C7-454B-4D8C-9EF9-ABC2ED2704C5}" destId="{3DC3FEDB-68E1-4885-863F-2C463D239C2C}" srcOrd="4" destOrd="0" presId="urn:microsoft.com/office/officeart/2005/8/layout/hierarchy1"/>
    <dgm:cxn modelId="{7D1128ED-CB9F-497D-8419-86B87FB8939D}" type="presParOf" srcId="{4C5773C7-454B-4D8C-9EF9-ABC2ED2704C5}" destId="{2A81A03F-7273-48F7-AAEB-67205865CDBD}" srcOrd="5" destOrd="0" presId="urn:microsoft.com/office/officeart/2005/8/layout/hierarchy1"/>
    <dgm:cxn modelId="{80E40CD3-7474-483A-A871-6B9CDD1BF890}" type="presParOf" srcId="{2A81A03F-7273-48F7-AAEB-67205865CDBD}" destId="{9D784C2C-EBEA-4E72-AFF7-A6DD4251E65F}" srcOrd="0" destOrd="0" presId="urn:microsoft.com/office/officeart/2005/8/layout/hierarchy1"/>
    <dgm:cxn modelId="{A9A26FE6-F185-43E9-B792-396A9D2A565D}" type="presParOf" srcId="{9D784C2C-EBEA-4E72-AFF7-A6DD4251E65F}" destId="{355963DA-A437-4C9C-A22A-9DDBF47522B0}" srcOrd="0" destOrd="0" presId="urn:microsoft.com/office/officeart/2005/8/layout/hierarchy1"/>
    <dgm:cxn modelId="{405E63D3-A320-4813-ABAB-EC4174727E55}" type="presParOf" srcId="{9D784C2C-EBEA-4E72-AFF7-A6DD4251E65F}" destId="{1B295660-3CCA-477B-9B4C-08A60EB04A1D}" srcOrd="1" destOrd="0" presId="urn:microsoft.com/office/officeart/2005/8/layout/hierarchy1"/>
    <dgm:cxn modelId="{BCC1CBD2-2F53-4E9B-AF07-D86316B4FCD5}" type="presParOf" srcId="{2A81A03F-7273-48F7-AAEB-67205865CDBD}" destId="{CF918389-7CAA-4CA9-96AE-BFE741731EF1}" srcOrd="1" destOrd="0" presId="urn:microsoft.com/office/officeart/2005/8/layout/hierarchy1"/>
    <dgm:cxn modelId="{62F2EC43-4B59-40D9-9696-F9B2B6452EE6}" type="presParOf" srcId="{CF918389-7CAA-4CA9-96AE-BFE741731EF1}" destId="{1574CCA4-1C88-460D-96E4-68EED1AA2283}" srcOrd="0" destOrd="0" presId="urn:microsoft.com/office/officeart/2005/8/layout/hierarchy1"/>
    <dgm:cxn modelId="{E16ABC8F-2F7C-4408-BB3E-77D938C0BD0C}" type="presParOf" srcId="{CF918389-7CAA-4CA9-96AE-BFE741731EF1}" destId="{D6FE401B-3137-4058-BF57-E74A0BBA2727}" srcOrd="1" destOrd="0" presId="urn:microsoft.com/office/officeart/2005/8/layout/hierarchy1"/>
    <dgm:cxn modelId="{98306438-AE74-438B-89F4-CB9B1CF2F1C8}" type="presParOf" srcId="{D6FE401B-3137-4058-BF57-E74A0BBA2727}" destId="{1C14E1B9-9356-4729-8DFC-EF8BB138BBF0}" srcOrd="0" destOrd="0" presId="urn:microsoft.com/office/officeart/2005/8/layout/hierarchy1"/>
    <dgm:cxn modelId="{4CDFE0B2-0AA4-4F3C-9C65-368A8503EF5C}" type="presParOf" srcId="{1C14E1B9-9356-4729-8DFC-EF8BB138BBF0}" destId="{5A04D40D-D7BA-4ED9-8EDB-88FE3DD8FED9}" srcOrd="0" destOrd="0" presId="urn:microsoft.com/office/officeart/2005/8/layout/hierarchy1"/>
    <dgm:cxn modelId="{6F5F5697-561B-4389-BD6E-C68E08B47CAC}" type="presParOf" srcId="{1C14E1B9-9356-4729-8DFC-EF8BB138BBF0}" destId="{D64D54C0-830B-4331-81DD-4D3CF2093117}" srcOrd="1" destOrd="0" presId="urn:microsoft.com/office/officeart/2005/8/layout/hierarchy1"/>
    <dgm:cxn modelId="{356C570E-FC88-4B8E-BF53-25C7009634CE}" type="presParOf" srcId="{D6FE401B-3137-4058-BF57-E74A0BBA2727}" destId="{45064308-0854-453E-A021-0FFD3791DBC2}" srcOrd="1" destOrd="0" presId="urn:microsoft.com/office/officeart/2005/8/layout/hierarchy1"/>
    <dgm:cxn modelId="{67473005-C316-4944-A0C1-4AB4331A11CF}" type="presParOf" srcId="{CF918389-7CAA-4CA9-96AE-BFE741731EF1}" destId="{8F4B1FB0-4D72-4472-8406-93363B079C10}" srcOrd="2" destOrd="0" presId="urn:microsoft.com/office/officeart/2005/8/layout/hierarchy1"/>
    <dgm:cxn modelId="{0A44A0CB-5132-4A00-A5D1-A1B4A652892F}" type="presParOf" srcId="{CF918389-7CAA-4CA9-96AE-BFE741731EF1}" destId="{85513EED-51E7-4F4C-B056-FEF82D7EC1A3}" srcOrd="3" destOrd="0" presId="urn:microsoft.com/office/officeart/2005/8/layout/hierarchy1"/>
    <dgm:cxn modelId="{3CEC100C-2E01-4FEA-AF92-D54B9B96BCB3}" type="presParOf" srcId="{85513EED-51E7-4F4C-B056-FEF82D7EC1A3}" destId="{1561B463-F2C8-453B-8D0C-13E1D76E8106}" srcOrd="0" destOrd="0" presId="urn:microsoft.com/office/officeart/2005/8/layout/hierarchy1"/>
    <dgm:cxn modelId="{EEE2D7A1-005C-46F3-A2A8-03559A7AA2CE}" type="presParOf" srcId="{1561B463-F2C8-453B-8D0C-13E1D76E8106}" destId="{36CD4FC6-BCFB-45E7-A7BE-BB5901F92DD2}" srcOrd="0" destOrd="0" presId="urn:microsoft.com/office/officeart/2005/8/layout/hierarchy1"/>
    <dgm:cxn modelId="{6CB68359-6DDA-4E08-ABD2-104734CB7E45}" type="presParOf" srcId="{1561B463-F2C8-453B-8D0C-13E1D76E8106}" destId="{9FEF3ED7-8032-4393-AEA5-38F0859FA23D}" srcOrd="1" destOrd="0" presId="urn:microsoft.com/office/officeart/2005/8/layout/hierarchy1"/>
    <dgm:cxn modelId="{9DE60150-A919-433B-AA9B-019322C6ADE1}" type="presParOf" srcId="{85513EED-51E7-4F4C-B056-FEF82D7EC1A3}" destId="{8B0414DB-6083-45FF-BCF6-27ABBDA84691}" srcOrd="1" destOrd="0" presId="urn:microsoft.com/office/officeart/2005/8/layout/hierarchy1"/>
    <dgm:cxn modelId="{77325E66-5D8B-477C-9D38-72CAF3590A74}" type="presParOf" srcId="{CF918389-7CAA-4CA9-96AE-BFE741731EF1}" destId="{6FCF2880-3868-4ADB-A5CF-7DEC631999C3}" srcOrd="4" destOrd="0" presId="urn:microsoft.com/office/officeart/2005/8/layout/hierarchy1"/>
    <dgm:cxn modelId="{7745EFB3-B850-4EAF-9F82-93CDF45B1123}" type="presParOf" srcId="{CF918389-7CAA-4CA9-96AE-BFE741731EF1}" destId="{473ED02D-3743-4BBE-80C1-7637EE5CC4E9}" srcOrd="5" destOrd="0" presId="urn:microsoft.com/office/officeart/2005/8/layout/hierarchy1"/>
    <dgm:cxn modelId="{8E057478-43A9-449B-AB06-44F56E42392D}" type="presParOf" srcId="{473ED02D-3743-4BBE-80C1-7637EE5CC4E9}" destId="{AAD50E79-E65A-46FF-A742-5548AEBED2AE}" srcOrd="0" destOrd="0" presId="urn:microsoft.com/office/officeart/2005/8/layout/hierarchy1"/>
    <dgm:cxn modelId="{4643FEC7-03C4-44F9-87D7-022B7AA1594F}" type="presParOf" srcId="{AAD50E79-E65A-46FF-A742-5548AEBED2AE}" destId="{F6772AED-AA5E-4735-8C16-243F890EC696}" srcOrd="0" destOrd="0" presId="urn:microsoft.com/office/officeart/2005/8/layout/hierarchy1"/>
    <dgm:cxn modelId="{007AD486-EB82-4A9F-9ED6-6E1C3D6019A6}" type="presParOf" srcId="{AAD50E79-E65A-46FF-A742-5548AEBED2AE}" destId="{B3EDBA0B-9E43-4D9F-8C94-7983AA22FDB2}" srcOrd="1" destOrd="0" presId="urn:microsoft.com/office/officeart/2005/8/layout/hierarchy1"/>
    <dgm:cxn modelId="{F76AC237-A82F-4853-9377-2E8CDAFCB22E}" type="presParOf" srcId="{473ED02D-3743-4BBE-80C1-7637EE5CC4E9}" destId="{28307BF2-00AB-4217-A117-ACF301062BC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FCF2880-3868-4ADB-A5CF-7DEC631999C3}">
      <dsp:nvSpPr>
        <dsp:cNvPr id="0" name=""/>
        <dsp:cNvSpPr/>
      </dsp:nvSpPr>
      <dsp:spPr>
        <a:xfrm>
          <a:off x="4625364" y="2641360"/>
          <a:ext cx="1921248" cy="456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191"/>
              </a:lnTo>
              <a:lnTo>
                <a:pt x="1921248" y="311191"/>
              </a:lnTo>
              <a:lnTo>
                <a:pt x="1921248" y="456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F4B1FB0-4D72-4472-8406-93363B079C10}">
      <dsp:nvSpPr>
        <dsp:cNvPr id="0" name=""/>
        <dsp:cNvSpPr/>
      </dsp:nvSpPr>
      <dsp:spPr>
        <a:xfrm>
          <a:off x="4579644" y="2641360"/>
          <a:ext cx="91440" cy="4566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6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1574CCA4-1C88-460D-96E4-68EED1AA2283}">
      <dsp:nvSpPr>
        <dsp:cNvPr id="0" name=""/>
        <dsp:cNvSpPr/>
      </dsp:nvSpPr>
      <dsp:spPr>
        <a:xfrm>
          <a:off x="2706314" y="264136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1919049" y="0"/>
              </a:moveTo>
              <a:lnTo>
                <a:pt x="1919049" y="311191"/>
              </a:lnTo>
              <a:lnTo>
                <a:pt x="0" y="311191"/>
              </a:lnTo>
              <a:lnTo>
                <a:pt x="0" y="456646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DC3FEDB-68E1-4885-863F-2C463D239C2C}">
      <dsp:nvSpPr>
        <dsp:cNvPr id="0" name=""/>
        <dsp:cNvSpPr/>
      </dsp:nvSpPr>
      <dsp:spPr>
        <a:xfrm>
          <a:off x="2706314" y="118768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1191"/>
              </a:lnTo>
              <a:lnTo>
                <a:pt x="1919049" y="311191"/>
              </a:lnTo>
              <a:lnTo>
                <a:pt x="1919049" y="456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EC1C1D2-5D09-49C5-B888-D62E3A5116FB}">
      <dsp:nvSpPr>
        <dsp:cNvPr id="0" name=""/>
        <dsp:cNvSpPr/>
      </dsp:nvSpPr>
      <dsp:spPr>
        <a:xfrm>
          <a:off x="2660594" y="1187680"/>
          <a:ext cx="91440" cy="456646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456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BB9CB6D-7E66-485A-9756-BADADAC81DEF}">
      <dsp:nvSpPr>
        <dsp:cNvPr id="0" name=""/>
        <dsp:cNvSpPr/>
      </dsp:nvSpPr>
      <dsp:spPr>
        <a:xfrm>
          <a:off x="787264" y="1187680"/>
          <a:ext cx="1919049" cy="456646"/>
        </a:xfrm>
        <a:custGeom>
          <a:avLst/>
          <a:gdLst/>
          <a:ahLst/>
          <a:cxnLst/>
          <a:rect l="0" t="0" r="0" b="0"/>
          <a:pathLst>
            <a:path>
              <a:moveTo>
                <a:pt x="1919049" y="0"/>
              </a:moveTo>
              <a:lnTo>
                <a:pt x="1919049" y="311191"/>
              </a:lnTo>
              <a:lnTo>
                <a:pt x="0" y="311191"/>
              </a:lnTo>
              <a:lnTo>
                <a:pt x="0" y="456646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B06B417-96E0-43AE-94CE-6C95D23A7C88}">
      <dsp:nvSpPr>
        <dsp:cNvPr id="0" name=""/>
        <dsp:cNvSpPr/>
      </dsp:nvSpPr>
      <dsp:spPr>
        <a:xfrm>
          <a:off x="1921248" y="19064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EBA44F1-6994-48D4-A032-4F700E9C7790}">
      <dsp:nvSpPr>
        <dsp:cNvPr id="0" name=""/>
        <dsp:cNvSpPr/>
      </dsp:nvSpPr>
      <dsp:spPr>
        <a:xfrm>
          <a:off x="2095707" y="35638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BINARY ADDER</a:t>
          </a:r>
          <a:endParaRPr lang="en-US" sz="1600" kern="1200" dirty="0">
            <a:latin typeface="Casper"/>
          </a:endParaRPr>
        </a:p>
      </dsp:txBody>
      <dsp:txXfrm>
        <a:off x="2124909" y="385584"/>
        <a:ext cx="1511727" cy="938629"/>
      </dsp:txXfrm>
    </dsp:sp>
    <dsp:sp modelId="{6AFDD081-9D1C-482A-B6BD-4ECBB2E9C5FD}">
      <dsp:nvSpPr>
        <dsp:cNvPr id="0" name=""/>
        <dsp:cNvSpPr/>
      </dsp:nvSpPr>
      <dsp:spPr>
        <a:xfrm>
          <a:off x="2199" y="164432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23BBA7F-EA32-47C3-96F0-ED2A2BA33A92}">
      <dsp:nvSpPr>
        <dsp:cNvPr id="0" name=""/>
        <dsp:cNvSpPr/>
      </dsp:nvSpPr>
      <dsp:spPr>
        <a:xfrm>
          <a:off x="176658" y="181006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HALF ADDER</a:t>
          </a:r>
          <a:endParaRPr lang="en-US" sz="1600" kern="1200" dirty="0">
            <a:latin typeface="Casper"/>
          </a:endParaRPr>
        </a:p>
      </dsp:txBody>
      <dsp:txXfrm>
        <a:off x="205860" y="1839264"/>
        <a:ext cx="1511727" cy="938629"/>
      </dsp:txXfrm>
    </dsp:sp>
    <dsp:sp modelId="{25826208-00C0-4999-BA98-59D6975EB9A4}">
      <dsp:nvSpPr>
        <dsp:cNvPr id="0" name=""/>
        <dsp:cNvSpPr/>
      </dsp:nvSpPr>
      <dsp:spPr>
        <a:xfrm>
          <a:off x="1921248" y="164432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EBA017D-6500-477A-A716-6CFBCBB5CDB5}">
      <dsp:nvSpPr>
        <dsp:cNvPr id="0" name=""/>
        <dsp:cNvSpPr/>
      </dsp:nvSpPr>
      <dsp:spPr>
        <a:xfrm>
          <a:off x="2095707" y="181006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FULL ADDER</a:t>
          </a:r>
          <a:endParaRPr lang="en-US" sz="1600" kern="1200" dirty="0">
            <a:latin typeface="Casper"/>
          </a:endParaRPr>
        </a:p>
      </dsp:txBody>
      <dsp:txXfrm>
        <a:off x="2124909" y="1839264"/>
        <a:ext cx="1511727" cy="938629"/>
      </dsp:txXfrm>
    </dsp:sp>
    <dsp:sp modelId="{355963DA-A437-4C9C-A22A-9DDBF47522B0}">
      <dsp:nvSpPr>
        <dsp:cNvPr id="0" name=""/>
        <dsp:cNvSpPr/>
      </dsp:nvSpPr>
      <dsp:spPr>
        <a:xfrm>
          <a:off x="3840298" y="164432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295660-3CCA-477B-9B4C-08A60EB04A1D}">
      <dsp:nvSpPr>
        <dsp:cNvPr id="0" name=""/>
        <dsp:cNvSpPr/>
      </dsp:nvSpPr>
      <dsp:spPr>
        <a:xfrm>
          <a:off x="4014757" y="181006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PARALLEL ADDER</a:t>
          </a:r>
          <a:endParaRPr lang="en-US" sz="1600" kern="1200" dirty="0">
            <a:latin typeface="Casper"/>
          </a:endParaRPr>
        </a:p>
      </dsp:txBody>
      <dsp:txXfrm>
        <a:off x="4043959" y="1839264"/>
        <a:ext cx="1511727" cy="938629"/>
      </dsp:txXfrm>
    </dsp:sp>
    <dsp:sp modelId="{5A04D40D-D7BA-4ED9-8EDB-88FE3DD8FED9}">
      <dsp:nvSpPr>
        <dsp:cNvPr id="0" name=""/>
        <dsp:cNvSpPr/>
      </dsp:nvSpPr>
      <dsp:spPr>
        <a:xfrm>
          <a:off x="1921248" y="309800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4D54C0-830B-4331-81DD-4D3CF2093117}">
      <dsp:nvSpPr>
        <dsp:cNvPr id="0" name=""/>
        <dsp:cNvSpPr/>
      </dsp:nvSpPr>
      <dsp:spPr>
        <a:xfrm>
          <a:off x="2095707" y="326374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RIPPLE CARRY</a:t>
          </a:r>
          <a:endParaRPr lang="en-US" sz="1600" kern="1200" dirty="0">
            <a:latin typeface="Casper"/>
          </a:endParaRPr>
        </a:p>
      </dsp:txBody>
      <dsp:txXfrm>
        <a:off x="2124909" y="3292944"/>
        <a:ext cx="1511727" cy="938629"/>
      </dsp:txXfrm>
    </dsp:sp>
    <dsp:sp modelId="{36CD4FC6-BCFB-45E7-A7BE-BB5901F92DD2}">
      <dsp:nvSpPr>
        <dsp:cNvPr id="0" name=""/>
        <dsp:cNvSpPr/>
      </dsp:nvSpPr>
      <dsp:spPr>
        <a:xfrm>
          <a:off x="3840298" y="309800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FEF3ED7-8032-4393-AEA5-38F0859FA23D}">
      <dsp:nvSpPr>
        <dsp:cNvPr id="0" name=""/>
        <dsp:cNvSpPr/>
      </dsp:nvSpPr>
      <dsp:spPr>
        <a:xfrm>
          <a:off x="4014757" y="326374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LOOK AHEAD CARRY</a:t>
          </a:r>
          <a:endParaRPr lang="en-US" sz="1600" kern="1200" dirty="0">
            <a:latin typeface="Casper"/>
          </a:endParaRPr>
        </a:p>
      </dsp:txBody>
      <dsp:txXfrm>
        <a:off x="4043959" y="3292944"/>
        <a:ext cx="1511727" cy="938629"/>
      </dsp:txXfrm>
    </dsp:sp>
    <dsp:sp modelId="{F6772AED-AA5E-4735-8C16-243F890EC696}">
      <dsp:nvSpPr>
        <dsp:cNvPr id="0" name=""/>
        <dsp:cNvSpPr/>
      </dsp:nvSpPr>
      <dsp:spPr>
        <a:xfrm>
          <a:off x="5761547" y="3098006"/>
          <a:ext cx="1570131" cy="997033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3EDBA0B-9E43-4D9F-8C94-7983AA22FDB2}">
      <dsp:nvSpPr>
        <dsp:cNvPr id="0" name=""/>
        <dsp:cNvSpPr/>
      </dsp:nvSpPr>
      <dsp:spPr>
        <a:xfrm>
          <a:off x="5936006" y="3263742"/>
          <a:ext cx="1570131" cy="997033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lvl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sz="1600" kern="1200" dirty="0" smtClean="0">
              <a:latin typeface="Casper"/>
            </a:rPr>
            <a:t>CARRY SAVE</a:t>
          </a:r>
          <a:endParaRPr lang="en-US" sz="1600" kern="1200" dirty="0">
            <a:latin typeface="Casper"/>
          </a:endParaRPr>
        </a:p>
      </dsp:txBody>
      <dsp:txXfrm>
        <a:off x="5965208" y="3292944"/>
        <a:ext cx="1511727" cy="938629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6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4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2CDA8E9-9948-4BC7-A1DE-415AE6D34228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9B5F544-A886-482E-AF73-1D6364AAC657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191961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5A4AE53-78AB-4E30-A376-70F5FA87A326}" type="datetimeFigureOut">
              <a:rPr lang="en-US" smtClean="0"/>
              <a:pPr/>
              <a:t>6/19/2023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732FBC-CC67-4B17-8935-02F23E3364AC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055582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2197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13695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171434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220167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12169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12041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31933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18609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4762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081576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44941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Прямоугольник 1"/>
          <p:cNvSpPr/>
          <p:nvPr userDrawn="1"/>
        </p:nvSpPr>
        <p:spPr>
          <a:xfrm>
            <a:off x="-19050" y="1905000"/>
            <a:ext cx="12211050" cy="4953000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4" name="Прямоугольник 8"/>
          <p:cNvSpPr/>
          <p:nvPr userDrawn="1"/>
        </p:nvSpPr>
        <p:spPr>
          <a:xfrm>
            <a:off x="-19050" y="0"/>
            <a:ext cx="12211050" cy="4438650"/>
          </a:xfrm>
          <a:custGeom>
            <a:avLst/>
            <a:gdLst>
              <a:gd name="connsiteX0" fmla="*/ 0 w 12192000"/>
              <a:gd name="connsiteY0" fmla="*/ 0 h 4133850"/>
              <a:gd name="connsiteX1" fmla="*/ 12192000 w 12192000"/>
              <a:gd name="connsiteY1" fmla="*/ 0 h 4133850"/>
              <a:gd name="connsiteX2" fmla="*/ 12192000 w 12192000"/>
              <a:gd name="connsiteY2" fmla="*/ 4133850 h 4133850"/>
              <a:gd name="connsiteX3" fmla="*/ 0 w 12192000"/>
              <a:gd name="connsiteY3" fmla="*/ 4133850 h 4133850"/>
              <a:gd name="connsiteX4" fmla="*/ 0 w 12192000"/>
              <a:gd name="connsiteY4" fmla="*/ 0 h 4133850"/>
              <a:gd name="connsiteX0" fmla="*/ 19050 w 12211050"/>
              <a:gd name="connsiteY0" fmla="*/ 0 h 4133850"/>
              <a:gd name="connsiteX1" fmla="*/ 12211050 w 12211050"/>
              <a:gd name="connsiteY1" fmla="*/ 0 h 4133850"/>
              <a:gd name="connsiteX2" fmla="*/ 12211050 w 12211050"/>
              <a:gd name="connsiteY2" fmla="*/ 4133850 h 4133850"/>
              <a:gd name="connsiteX3" fmla="*/ 0 w 12211050"/>
              <a:gd name="connsiteY3" fmla="*/ 3219450 h 4133850"/>
              <a:gd name="connsiteX4" fmla="*/ 19050 w 12211050"/>
              <a:gd name="connsiteY4" fmla="*/ 0 h 4133850"/>
              <a:gd name="connsiteX0" fmla="*/ 19050 w 12211050"/>
              <a:gd name="connsiteY0" fmla="*/ 0 h 4438650"/>
              <a:gd name="connsiteX1" fmla="*/ 12211050 w 12211050"/>
              <a:gd name="connsiteY1" fmla="*/ 0 h 4438650"/>
              <a:gd name="connsiteX2" fmla="*/ 12211050 w 12211050"/>
              <a:gd name="connsiteY2" fmla="*/ 4438650 h 4438650"/>
              <a:gd name="connsiteX3" fmla="*/ 0 w 12211050"/>
              <a:gd name="connsiteY3" fmla="*/ 3219450 h 4438650"/>
              <a:gd name="connsiteX4" fmla="*/ 19050 w 12211050"/>
              <a:gd name="connsiteY4" fmla="*/ 0 h 4438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1050" h="4438650">
                <a:moveTo>
                  <a:pt x="19050" y="0"/>
                </a:moveTo>
                <a:lnTo>
                  <a:pt x="12211050" y="0"/>
                </a:lnTo>
                <a:lnTo>
                  <a:pt x="12211050" y="4438650"/>
                </a:lnTo>
                <a:lnTo>
                  <a:pt x="0" y="3219450"/>
                </a:lnTo>
                <a:lnTo>
                  <a:pt x="19050" y="0"/>
                </a:lnTo>
                <a:close/>
              </a:path>
            </a:pathLst>
          </a:custGeom>
          <a:solidFill>
            <a:schemeClr val="bg2">
              <a:lumMod val="1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5" name="Прямоугольник 3"/>
          <p:cNvSpPr/>
          <p:nvPr userDrawn="1"/>
        </p:nvSpPr>
        <p:spPr>
          <a:xfrm>
            <a:off x="1085850" y="1009650"/>
            <a:ext cx="10020300" cy="523875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fontAlgn="auto" hangingPunct="1">
              <a:spcBef>
                <a:spcPts val="0"/>
              </a:spcBef>
              <a:spcAft>
                <a:spcPts val="0"/>
              </a:spcAft>
              <a:defRPr/>
            </a:pPr>
            <a:endParaRPr lang="ru-RU" dirty="0"/>
          </a:p>
        </p:txBody>
      </p:sp>
      <p:sp>
        <p:nvSpPr>
          <p:cNvPr id="8" name="Рисунок 7"/>
          <p:cNvSpPr>
            <a:spLocks noGrp="1"/>
          </p:cNvSpPr>
          <p:nvPr>
            <p:ph type="pic" sz="quarter" idx="10"/>
          </p:nvPr>
        </p:nvSpPr>
        <p:spPr>
          <a:xfrm>
            <a:off x="1847850" y="2819400"/>
            <a:ext cx="8496300" cy="2800350"/>
          </a:xfrm>
          <a:prstGeom prst="rect">
            <a:avLst/>
          </a:prstGeom>
        </p:spPr>
        <p:txBody>
          <a:bodyPr/>
          <a:lstStyle/>
          <a:p>
            <a:pPr lvl="0"/>
            <a:endParaRPr lang="ru-RU" noProof="0" dirty="0"/>
          </a:p>
        </p:txBody>
      </p:sp>
    </p:spTree>
    <p:extLst>
      <p:ext uri="{BB962C8B-B14F-4D97-AF65-F5344CB8AC3E}">
        <p14:creationId xmlns:p14="http://schemas.microsoft.com/office/powerpoint/2010/main" val="3974081683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C9A48AB-23F1-45F1-98E5-D2CDC7A5261D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683537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33020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asic Layou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909644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932723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5" name="Rectangle 4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7159557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Basic Layou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2735627" y="164638"/>
            <a:ext cx="9456373" cy="768085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BASIC LAYOUT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2735627" y="932723"/>
            <a:ext cx="9456373" cy="384043"/>
          </a:xfrm>
          <a:prstGeom prst="rect">
            <a:avLst/>
          </a:prstGeom>
        </p:spPr>
        <p:txBody>
          <a:bodyPr anchor="ctr"/>
          <a:lstStyle>
            <a:lvl1pPr marL="0" indent="0" algn="l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5" name="Rectangle 4"/>
          <p:cNvSpPr/>
          <p:nvPr userDrawn="1"/>
        </p:nvSpPr>
        <p:spPr>
          <a:xfrm>
            <a:off x="0" y="1"/>
            <a:ext cx="2543605" cy="6864183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04378142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orient="horz" pos="1620">
          <p15:clr>
            <a:srgbClr val="FBAE40"/>
          </p15:clr>
        </p15:guide>
        <p15:guide id="2" pos="2880">
          <p15:clr>
            <a:srgbClr val="FBAE40"/>
          </p15:clr>
        </p15:guide>
      </p15:sldGuideLst>
    </p:ext>
  </p:extLs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0" y="2276872"/>
            <a:ext cx="12192000" cy="2400267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3" name="Isosceles Triangle 2"/>
          <p:cNvSpPr/>
          <p:nvPr userDrawn="1"/>
        </p:nvSpPr>
        <p:spPr>
          <a:xfrm rot="10800000">
            <a:off x="158339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2" name="Isosceles Triangle 11"/>
          <p:cNvSpPr/>
          <p:nvPr userDrawn="1"/>
        </p:nvSpPr>
        <p:spPr>
          <a:xfrm rot="10800000">
            <a:off x="446371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3" name="Isosceles Triangle 12"/>
          <p:cNvSpPr/>
          <p:nvPr userDrawn="1"/>
        </p:nvSpPr>
        <p:spPr>
          <a:xfrm rot="10800000">
            <a:off x="7344032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4" name="Isosceles Triangle 13"/>
          <p:cNvSpPr/>
          <p:nvPr userDrawn="1"/>
        </p:nvSpPr>
        <p:spPr>
          <a:xfrm rot="10800000">
            <a:off x="10224348" y="4677509"/>
            <a:ext cx="384043" cy="331071"/>
          </a:xfrm>
          <a:prstGeom prst="triangle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white"/>
              </a:solidFill>
            </a:endParaRPr>
          </a:p>
        </p:txBody>
      </p:sp>
      <p:sp>
        <p:nvSpPr>
          <p:cNvPr id="15" name="Rectangle 14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6" name="Rectangle 15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815413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3695732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6576051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9456369" y="2517005"/>
            <a:ext cx="1920000" cy="1920000"/>
          </a:xfrm>
          <a:prstGeom prst="ellipse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7721753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 userDrawn="1"/>
        </p:nvSpPr>
        <p:spPr>
          <a:xfrm>
            <a:off x="5231904" y="2276872"/>
            <a:ext cx="5711957" cy="3936437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24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1103445" y="1412776"/>
            <a:ext cx="4560000" cy="3696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2005223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990600"/>
            <a:ext cx="3887755" cy="58674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4079776" y="0"/>
            <a:ext cx="8112224" cy="362102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574745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1013496"/>
            <a:ext cx="3887755" cy="356763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2" name="Picture Placeholder 2"/>
          <p:cNvSpPr>
            <a:spLocks noGrp="1"/>
          </p:cNvSpPr>
          <p:nvPr>
            <p:ph type="pic" idx="10" hasCustomPrompt="1"/>
          </p:nvPr>
        </p:nvSpPr>
        <p:spPr>
          <a:xfrm>
            <a:off x="8304245" y="0"/>
            <a:ext cx="3887755" cy="45811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3" name="Picture Placeholder 2"/>
          <p:cNvSpPr>
            <a:spLocks noGrp="1"/>
          </p:cNvSpPr>
          <p:nvPr>
            <p:ph type="pic" idx="11" hasCustomPrompt="1"/>
          </p:nvPr>
        </p:nvSpPr>
        <p:spPr>
          <a:xfrm>
            <a:off x="0" y="4773149"/>
            <a:ext cx="6096000" cy="2084851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947595198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sp>
        <p:nvSpPr>
          <p:cNvPr id="2" name="Rectangle 1"/>
          <p:cNvSpPr/>
          <p:nvPr userDrawn="1"/>
        </p:nvSpPr>
        <p:spPr>
          <a:xfrm>
            <a:off x="595027" y="4101331"/>
            <a:ext cx="2400000" cy="2304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2" name="Rectangle 11"/>
          <p:cNvSpPr/>
          <p:nvPr userDrawn="1"/>
        </p:nvSpPr>
        <p:spPr>
          <a:xfrm>
            <a:off x="9196973" y="1700808"/>
            <a:ext cx="2400000" cy="23040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121920" tIns="60960" rIns="121920" bIns="6096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 latinLnBrk="1"/>
            <a:endParaRPr lang="ko-KR" altLang="en-US" sz="1600">
              <a:solidFill>
                <a:prstClr val="black">
                  <a:lumMod val="75000"/>
                  <a:lumOff val="25000"/>
                </a:prstClr>
              </a:solidFill>
            </a:endParaRPr>
          </a:p>
        </p:txBody>
      </p:sp>
      <p:sp>
        <p:nvSpPr>
          <p:cNvPr id="13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595027" y="1700808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9196973" y="4101331"/>
            <a:ext cx="2400000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3119669" y="4101331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Picture Placeholder 2"/>
          <p:cNvSpPr>
            <a:spLocks noGrp="1"/>
          </p:cNvSpPr>
          <p:nvPr>
            <p:ph type="pic" idx="15" hasCustomPrompt="1"/>
          </p:nvPr>
        </p:nvSpPr>
        <p:spPr>
          <a:xfrm>
            <a:off x="3119669" y="1700808"/>
            <a:ext cx="5952663" cy="2304000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278359442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709650" y="480055"/>
            <a:ext cx="4224469" cy="419708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7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5126140" y="480056"/>
            <a:ext cx="6336704" cy="2296105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8" name="Picture Placeholder 2"/>
          <p:cNvSpPr>
            <a:spLocks noGrp="1"/>
          </p:cNvSpPr>
          <p:nvPr>
            <p:ph type="pic" idx="14" hasCustomPrompt="1"/>
          </p:nvPr>
        </p:nvSpPr>
        <p:spPr>
          <a:xfrm>
            <a:off x="5126140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9" name="Picture Placeholder 2"/>
          <p:cNvSpPr>
            <a:spLocks noGrp="1"/>
          </p:cNvSpPr>
          <p:nvPr>
            <p:ph type="pic" idx="16" hasCustomPrompt="1"/>
          </p:nvPr>
        </p:nvSpPr>
        <p:spPr>
          <a:xfrm>
            <a:off x="7310492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20" name="Picture Placeholder 2"/>
          <p:cNvSpPr>
            <a:spLocks noGrp="1"/>
          </p:cNvSpPr>
          <p:nvPr>
            <p:ph type="pic" idx="17" hasCustomPrompt="1"/>
          </p:nvPr>
        </p:nvSpPr>
        <p:spPr>
          <a:xfrm>
            <a:off x="9494844" y="2948948"/>
            <a:ext cx="1968000" cy="1728192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702302158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그림 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46767" y="2276873"/>
            <a:ext cx="7238124" cy="3966041"/>
          </a:xfrm>
          <a:prstGeom prst="rect">
            <a:avLst/>
          </a:prstGeom>
        </p:spPr>
      </p:pic>
      <p:sp>
        <p:nvSpPr>
          <p:cNvPr id="7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5705875" y="2485912"/>
            <a:ext cx="4832891" cy="3124239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8" name="Rectangle 7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rgbClr val="EB494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1804153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242176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IMAGES &amp; CONTENTS</a:t>
            </a:r>
          </a:p>
        </p:txBody>
      </p:sp>
      <p:sp>
        <p:nvSpPr>
          <p:cNvPr id="11" name="Text Placeholder 9"/>
          <p:cNvSpPr>
            <a:spLocks noGrp="1"/>
          </p:cNvSpPr>
          <p:nvPr>
            <p:ph type="body" sz="quarter" idx="11" hasCustomPrompt="1"/>
          </p:nvPr>
        </p:nvSpPr>
        <p:spPr>
          <a:xfrm>
            <a:off x="0" y="1010261"/>
            <a:ext cx="12192000" cy="384043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1867" b="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Insert the title of your subtitle Here</a:t>
            </a:r>
          </a:p>
        </p:txBody>
      </p:sp>
      <p:pic>
        <p:nvPicPr>
          <p:cNvPr id="5" name="Picture 4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400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06826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9" name="Picture 8" descr="D:\Fullppt\005-PNG이미지\모니터.png"/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37251" y="1815747"/>
            <a:ext cx="3360373" cy="33505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3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90990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4" name="Picture Placeholder 2"/>
          <p:cNvSpPr>
            <a:spLocks noGrp="1"/>
          </p:cNvSpPr>
          <p:nvPr>
            <p:ph type="pic" idx="12" hasCustomPrompt="1"/>
          </p:nvPr>
        </p:nvSpPr>
        <p:spPr>
          <a:xfrm>
            <a:off x="453956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5" name="Picture Placeholder 2"/>
          <p:cNvSpPr>
            <a:spLocks noGrp="1"/>
          </p:cNvSpPr>
          <p:nvPr>
            <p:ph type="pic" idx="13" hasCustomPrompt="1"/>
          </p:nvPr>
        </p:nvSpPr>
        <p:spPr>
          <a:xfrm>
            <a:off x="8169221" y="1957962"/>
            <a:ext cx="3073864" cy="2080028"/>
          </a:xfrm>
          <a:prstGeom prst="rect">
            <a:avLst/>
          </a:prstGeom>
          <a:solidFill>
            <a:schemeClr val="bg1">
              <a:lumMod val="9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  <p:sp>
        <p:nvSpPr>
          <p:cNvPr id="16" name="Rectangle 15"/>
          <p:cNvSpPr/>
          <p:nvPr userDrawn="1"/>
        </p:nvSpPr>
        <p:spPr>
          <a:xfrm>
            <a:off x="4037371" y="1"/>
            <a:ext cx="4128459" cy="60959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 userDrawn="1"/>
        </p:nvSpPr>
        <p:spPr>
          <a:xfrm>
            <a:off x="0" y="6753308"/>
            <a:ext cx="12192000" cy="110875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1"/>
            <a:endParaRPr lang="en-US" sz="2400">
              <a:solidFill>
                <a:prstClr val="white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7940683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Images and Conten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icture Placeholder 2"/>
          <p:cNvSpPr>
            <a:spLocks noGrp="1"/>
          </p:cNvSpPr>
          <p:nvPr>
            <p:ph type="pic" idx="1" hasCustomPrompt="1"/>
          </p:nvPr>
        </p:nvSpPr>
        <p:spPr>
          <a:xfrm>
            <a:off x="0" y="0"/>
            <a:ext cx="12192000" cy="4101075"/>
          </a:xfrm>
          <a:prstGeom prst="rect">
            <a:avLst/>
          </a:prstGeom>
          <a:solidFill>
            <a:schemeClr val="bg1">
              <a:lumMod val="85000"/>
            </a:schemeClr>
          </a:solidFill>
        </p:spPr>
        <p:txBody>
          <a:bodyPr anchor="ctr"/>
          <a:lstStyle>
            <a:lvl1pPr marL="0" indent="0" algn="ctr">
              <a:buNone/>
              <a:defRPr sz="1600" baseline="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cs typeface="Arial" pitchFamily="34" charset="0"/>
              </a:defRPr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r>
              <a:rPr lang="en-US" altLang="ko-KR" dirty="0"/>
              <a:t>Your Picture Here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14657143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con sets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ext Placeholder 9"/>
          <p:cNvSpPr>
            <a:spLocks noGrp="1"/>
          </p:cNvSpPr>
          <p:nvPr>
            <p:ph type="body" sz="quarter" idx="10" hasCustomPrompt="1"/>
          </p:nvPr>
        </p:nvSpPr>
        <p:spPr>
          <a:xfrm>
            <a:off x="0" y="164638"/>
            <a:ext cx="12192000" cy="768085"/>
          </a:xfrm>
          <a:prstGeom prst="rect">
            <a:avLst/>
          </a:prstGeom>
        </p:spPr>
        <p:txBody>
          <a:bodyPr anchor="ctr"/>
          <a:lstStyle>
            <a:lvl1pPr marL="0" indent="0" algn="ctr">
              <a:buNone/>
              <a:defRPr sz="4800" b="0" baseline="0">
                <a:latin typeface="+mj-lt"/>
                <a:cs typeface="Arial" pitchFamily="34" charset="0"/>
              </a:defRPr>
            </a:lvl1pPr>
          </a:lstStyle>
          <a:p>
            <a:pPr lvl="0"/>
            <a:r>
              <a:rPr lang="en-US" altLang="ko-KR" dirty="0"/>
              <a:t>ICON SETS LAYOUT</a:t>
            </a:r>
          </a:p>
        </p:txBody>
      </p:sp>
      <p:grpSp>
        <p:nvGrpSpPr>
          <p:cNvPr id="5" name="Group 4"/>
          <p:cNvGrpSpPr/>
          <p:nvPr userDrawn="1"/>
        </p:nvGrpSpPr>
        <p:grpSpPr>
          <a:xfrm>
            <a:off x="472011" y="1508786"/>
            <a:ext cx="3799787" cy="4865561"/>
            <a:chOff x="354008" y="1131589"/>
            <a:chExt cx="2849840" cy="3649171"/>
          </a:xfrm>
        </p:grpSpPr>
        <p:sp>
          <p:nvSpPr>
            <p:cNvPr id="6" name="Rounded Rectangle 5"/>
            <p:cNvSpPr/>
            <p:nvPr/>
          </p:nvSpPr>
          <p:spPr>
            <a:xfrm>
              <a:off x="354008" y="1131589"/>
              <a:ext cx="2849840" cy="3649171"/>
            </a:xfrm>
            <a:prstGeom prst="roundRect">
              <a:avLst>
                <a:gd name="adj" fmla="val 3968"/>
              </a:avLst>
            </a:prstGeom>
            <a:solidFill>
              <a:schemeClr val="accent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 dirty="0">
                <a:solidFill>
                  <a:prstClr val="white"/>
                </a:solidFill>
              </a:endParaRPr>
            </a:p>
          </p:txBody>
        </p:sp>
        <p:sp>
          <p:nvSpPr>
            <p:cNvPr id="9" name="Rounded Rectangle 8"/>
            <p:cNvSpPr/>
            <p:nvPr/>
          </p:nvSpPr>
          <p:spPr>
            <a:xfrm>
              <a:off x="531932" y="1347500"/>
              <a:ext cx="108520" cy="3240473"/>
            </a:xfrm>
            <a:prstGeom prst="roundRect">
              <a:avLst>
                <a:gd name="adj" fmla="val 50000"/>
              </a:avLst>
            </a:prstGeom>
            <a:solidFill>
              <a:schemeClr val="bg1">
                <a:alpha val="41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white"/>
                </a:solidFill>
              </a:endParaRPr>
            </a:p>
          </p:txBody>
        </p:sp>
        <p:sp>
          <p:nvSpPr>
            <p:cNvPr id="12" name="Half Frame 11"/>
            <p:cNvSpPr/>
            <p:nvPr/>
          </p:nvSpPr>
          <p:spPr>
            <a:xfrm rot="5400000">
              <a:off x="2592642" y="1238201"/>
              <a:ext cx="502331" cy="502331"/>
            </a:xfrm>
            <a:prstGeom prst="halfFrame">
              <a:avLst>
                <a:gd name="adj1" fmla="val 23728"/>
                <a:gd name="adj2" fmla="val 24642"/>
              </a:avLst>
            </a:prstGeom>
            <a:solidFill>
              <a:schemeClr val="bg1">
                <a:alpha val="23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 latinLnBrk="1"/>
              <a:endParaRPr lang="ko-KR" altLang="en-US" sz="2400">
                <a:solidFill>
                  <a:prstClr val="black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6219781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6.xml"/><Relationship Id="rId3" Type="http://schemas.openxmlformats.org/officeDocument/2006/relationships/slideLayout" Target="../slideLayouts/slideLayout16.xml"/><Relationship Id="rId7" Type="http://schemas.openxmlformats.org/officeDocument/2006/relationships/slideLayout" Target="../slideLayouts/slideLayout20.xml"/><Relationship Id="rId12" Type="http://schemas.openxmlformats.org/officeDocument/2006/relationships/slideLayout" Target="../slideLayouts/slideLayout25.xml"/><Relationship Id="rId2" Type="http://schemas.openxmlformats.org/officeDocument/2006/relationships/slideLayout" Target="../slideLayouts/slideLayout15.xml"/><Relationship Id="rId1" Type="http://schemas.openxmlformats.org/officeDocument/2006/relationships/slideLayout" Target="../slideLayouts/slideLayout14.xml"/><Relationship Id="rId6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4.xml"/><Relationship Id="rId5" Type="http://schemas.openxmlformats.org/officeDocument/2006/relationships/slideLayout" Target="../slideLayouts/slideLayout18.xml"/><Relationship Id="rId15" Type="http://schemas.openxmlformats.org/officeDocument/2006/relationships/theme" Target="../theme/theme2.xml"/><Relationship Id="rId10" Type="http://schemas.openxmlformats.org/officeDocument/2006/relationships/slideLayout" Target="../slideLayouts/slideLayout23.xml"/><Relationship Id="rId4" Type="http://schemas.openxmlformats.org/officeDocument/2006/relationships/slideLayout" Target="../slideLayouts/slideLayout17.xml"/><Relationship Id="rId9" Type="http://schemas.openxmlformats.org/officeDocument/2006/relationships/slideLayout" Target="../slideLayouts/slideLayout22.xml"/><Relationship Id="rId14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5">
            <a:lum/>
          </a:blip>
          <a:srcRect/>
          <a:stretch>
            <a:fillRect l="1000" t="-1000" r="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DCDBBEF-AA6C-4BA6-85B2-A17D7F280E38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339139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  <p:sldLayoutId id="2147483660" r:id="rId12"/>
    <p:sldLayoutId id="2147483701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485446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  <p:sldLayoutId id="2147483700" r:id="rId14"/>
  </p:sldLayoutIdLst>
  <p:hf hdr="0" ftr="0" dt="0"/>
  <p:txStyles>
    <p:titleStyle>
      <a:lvl1pPr algn="ctr" defTabSz="1219170" rtl="0" eaLnBrk="1" latinLnBrk="1" hangingPunct="1">
        <a:spcBef>
          <a:spcPct val="0"/>
        </a:spcBef>
        <a:buNone/>
        <a:defRPr sz="5867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1" hangingPunct="1">
        <a:spcBef>
          <a:spcPct val="20000"/>
        </a:spcBef>
        <a:buFont typeface="Arial" pitchFamily="34" charset="0"/>
        <a:buChar char="•"/>
        <a:defRPr sz="4267" kern="1200">
          <a:solidFill>
            <a:schemeClr val="tx1"/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1" hangingPunct="1">
        <a:spcBef>
          <a:spcPct val="20000"/>
        </a:spcBef>
        <a:buFont typeface="Arial" pitchFamily="34" charset="0"/>
        <a:buChar char="–"/>
        <a:defRPr sz="3733" kern="1200">
          <a:solidFill>
            <a:schemeClr val="tx1"/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1" hangingPunct="1">
        <a:spcBef>
          <a:spcPct val="20000"/>
        </a:spcBef>
        <a:buFont typeface="Arial" pitchFamily="34" charset="0"/>
        <a:buChar char="–"/>
        <a:defRPr sz="2667" kern="1200">
          <a:solidFill>
            <a:schemeClr val="tx1"/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1" hangingPunct="1">
        <a:spcBef>
          <a:spcPct val="20000"/>
        </a:spcBef>
        <a:buFont typeface="Arial" pitchFamily="34" charset="0"/>
        <a:buChar char="»"/>
        <a:defRPr sz="2667" kern="1200">
          <a:solidFill>
            <a:schemeClr val="tx1"/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1" hangingPunct="1">
        <a:spcBef>
          <a:spcPct val="20000"/>
        </a:spcBef>
        <a:buFont typeface="Arial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1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microsoft.com/office/2007/relationships/hdphoto" Target="../media/hdphoto1.wdp"/><Relationship Id="rId5" Type="http://schemas.openxmlformats.org/officeDocument/2006/relationships/image" Target="../media/image7.png"/><Relationship Id="rId4" Type="http://schemas.openxmlformats.org/officeDocument/2006/relationships/image" Target="../media/image6.emf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google.com/search?q=combinational+circuits+in+digital+electronics&amp;source=lnms&amp;tbm=isch&amp;sa=X&amp;ved=0ahUKEwj526-wnv3iAhWSXCsKHf77AtQQ_AUIESgC&amp;biw=1366&amp;bih=657" TargetMode="External"/><Relationship Id="rId2" Type="http://schemas.openxmlformats.org/officeDocument/2006/relationships/hyperlink" Target="https://www.tutorialspoint.com/computer_logical_organization/combinational_circuits.htm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https://www.google.com/url?sa=i&amp;url=https://www.wired.com/story/you-can-power-a-calculator-with-some-leds/&amp;psig=AOvVaw04qq4sVg6HobtSKaimt6_4&amp;ust=1595881474357000&amp;source=images&amp;cd=vfe&amp;ved=0CAIQjRxqFwoTCNDS9f7f6-oCFQAAAAAdAAAAABAc" TargetMode="External"/><Relationship Id="rId4" Type="http://schemas.openxmlformats.org/officeDocument/2006/relationships/hyperlink" Target="https://www.google.com/url?sa=i&amp;url=https://techyelf.blogspot.com/2017/09/vhdl-code-for-full-adder-using-half.html&amp;psig=AOvVaw2hfmDDKfQ5KlYO-MCeAhTk&amp;ust=1595880483842000&amp;source=images&amp;cd=vfe&amp;ved=0CAIQjRxqFwoTCNi1lKTc6-oCFQAAAAAdAAAAABAa" TargetMode="Externa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Layout" Target="../slideLayouts/slideLayout13.xml"/><Relationship Id="rId1" Type="http://schemas.openxmlformats.org/officeDocument/2006/relationships/vmlDrawing" Target="../drawings/vmlDrawing2.vml"/><Relationship Id="rId4" Type="http://schemas.openxmlformats.org/officeDocument/2006/relationships/image" Target="../media/image6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Rectangle 30"/>
          <p:cNvSpPr/>
          <p:nvPr/>
        </p:nvSpPr>
        <p:spPr>
          <a:xfrm>
            <a:off x="-4421" y="5427341"/>
            <a:ext cx="12196420" cy="151855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Rectangle 31"/>
          <p:cNvSpPr/>
          <p:nvPr/>
        </p:nvSpPr>
        <p:spPr>
          <a:xfrm>
            <a:off x="302197" y="5901985"/>
            <a:ext cx="45719" cy="613881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Slide Number Placeholder 2"/>
          <p:cNvSpPr txBox="1">
            <a:spLocks/>
          </p:cNvSpPr>
          <p:nvPr/>
        </p:nvSpPr>
        <p:spPr>
          <a:xfrm>
            <a:off x="8763000" y="65087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dirty="0"/>
          </a:p>
        </p:txBody>
      </p:sp>
      <p:sp>
        <p:nvSpPr>
          <p:cNvPr id="46" name="Right Triangle 45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V="1">
            <a:off x="9506857" y="5939880"/>
            <a:ext cx="1291772" cy="1157606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graphicFrame>
        <p:nvGraphicFramePr>
          <p:cNvPr id="48" name="Object 47">
            <a:extLst>
              <a:ext uri="{FF2B5EF4-FFF2-40B4-BE49-F238E27FC236}">
                <a16:creationId xmlns:a16="http://schemas.microsoft.com/office/drawing/2014/main" id="{CAD0D7B8-E462-453C-B296-CA0154FA54A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89304721"/>
              </p:ext>
            </p:extLst>
          </p:nvPr>
        </p:nvGraphicFramePr>
        <p:xfrm>
          <a:off x="76788" y="3121720"/>
          <a:ext cx="3303056" cy="314805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9657" name="CorelDRAW" r:id="rId3" imgW="2169000" imgH="2169360" progId="">
                  <p:embed/>
                </p:oleObj>
              </mc:Choice>
              <mc:Fallback>
                <p:oleObj name="CorelDRAW" r:id="rId3" imgW="2169000" imgH="2169360" progId="">
                  <p:embed/>
                  <p:pic>
                    <p:nvPicPr>
                      <p:cNvPr id="0" name="Picture 1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lum bright="76000"/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76788" y="3121720"/>
                        <a:ext cx="3303056" cy="314805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7" name="Right Triangle 36">
            <a:extLst>
              <a:ext uri="{FF2B5EF4-FFF2-40B4-BE49-F238E27FC236}">
                <a16:creationId xmlns:a16="http://schemas.microsoft.com/office/drawing/2014/main" id="{0983CA01-DED8-4A8A-82CA-5B1BE1DADB0C}"/>
              </a:ext>
            </a:extLst>
          </p:cNvPr>
          <p:cNvSpPr/>
          <p:nvPr/>
        </p:nvSpPr>
        <p:spPr>
          <a:xfrm flipH="1">
            <a:off x="8685551" y="0"/>
            <a:ext cx="5146562" cy="5852440"/>
          </a:xfrm>
          <a:prstGeom prst="rtTriangle">
            <a:avLst/>
          </a:prstGeom>
          <a:solidFill>
            <a:srgbClr val="FFFFFF">
              <a:lumMod val="95000"/>
              <a:alpha val="17000"/>
            </a:srgb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D" sz="1800" b="0" i="0" u="none" strike="noStrike" kern="0" cap="none" spc="0" normalizeH="0" baseline="0" noProof="0" smtClean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</a:endParaRPr>
          </a:p>
        </p:txBody>
      </p:sp>
      <p:sp>
        <p:nvSpPr>
          <p:cNvPr id="45" name="Rectangle 44"/>
          <p:cNvSpPr/>
          <p:nvPr/>
        </p:nvSpPr>
        <p:spPr>
          <a:xfrm>
            <a:off x="2124074" y="2025525"/>
            <a:ext cx="6829425" cy="1580679"/>
          </a:xfrm>
          <a:prstGeom prst="rect">
            <a:avLst/>
          </a:prstGeom>
          <a:gradFill flip="none" rotWithShape="1">
            <a:gsLst>
              <a:gs pos="15000">
                <a:srgbClr val="FFFFFF">
                  <a:alpha val="34000"/>
                </a:srgbClr>
              </a:gs>
              <a:gs pos="94000">
                <a:srgbClr val="FFFFFF">
                  <a:alpha val="34000"/>
                </a:srgbClr>
              </a:gs>
              <a:gs pos="2655">
                <a:schemeClr val="bg1">
                  <a:alpha val="0"/>
                </a:schemeClr>
              </a:gs>
              <a:gs pos="51000">
                <a:schemeClr val="bg1"/>
              </a:gs>
              <a:gs pos="100000">
                <a:schemeClr val="bg1">
                  <a:alpha val="0"/>
                </a:schemeClr>
              </a:gs>
            </a:gsLst>
            <a:lin ang="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0" name="Picture 29"/>
          <p:cNvPicPr>
            <a:picLocks noChangeAspect="1"/>
          </p:cNvPicPr>
          <p:nvPr/>
        </p:nvPicPr>
        <p:blipFill>
          <a:blip r:embed="rId5" cstate="print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colorTemperature colorTemp="5742"/>
                    </a14:imgEffect>
                    <a14:imgEffect>
                      <a14:saturation sat="238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104" y="24501"/>
            <a:ext cx="3859753" cy="1538254"/>
          </a:xfrm>
          <a:prstGeom prst="rect">
            <a:avLst/>
          </a:prstGeom>
        </p:spPr>
      </p:pic>
      <p:sp>
        <p:nvSpPr>
          <p:cNvPr id="43" name="Right Triangle 42"/>
          <p:cNvSpPr/>
          <p:nvPr/>
        </p:nvSpPr>
        <p:spPr>
          <a:xfrm rot="10800000" flipV="1">
            <a:off x="9829797" y="5333999"/>
            <a:ext cx="2366623" cy="1600201"/>
          </a:xfrm>
          <a:prstGeom prst="rtTriangle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>
            <a:spLocks noChangeArrowheads="1"/>
          </p:cNvSpPr>
          <p:nvPr/>
        </p:nvSpPr>
        <p:spPr bwMode="auto">
          <a:xfrm>
            <a:off x="6881359" y="6019560"/>
            <a:ext cx="4928608" cy="6463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/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DISCOVER . </a:t>
            </a:r>
            <a:r>
              <a:rPr lang="en-US" sz="2000" b="1" dirty="0">
                <a:solidFill>
                  <a:srgbClr val="C00000"/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LEARN</a:t>
            </a:r>
            <a:r>
              <a:rPr lang="en-US" sz="2000" b="1" dirty="0">
                <a:solidFill>
                  <a:prstClr val="black">
                    <a:lumMod val="65000"/>
                    <a:lumOff val="35000"/>
                  </a:prstClr>
                </a:solidFill>
                <a:latin typeface="Casper" panose="02000506000000020004" pitchFamily="2" charset="0"/>
                <a:ea typeface="Karla" pitchFamily="2" charset="0"/>
                <a:cs typeface="Karla" pitchFamily="2" charset="0"/>
              </a:rPr>
              <a:t> . EMPOWER</a:t>
            </a:r>
            <a:endParaRPr lang="en-US" sz="1200" b="1" dirty="0">
              <a:solidFill>
                <a:prstClr val="black"/>
              </a:solidFill>
              <a:latin typeface="Casper" panose="02000506000000020004" pitchFamily="2" charset="0"/>
            </a:endParaRPr>
          </a:p>
          <a:p>
            <a:pPr eaLnBrk="1" hangingPunct="1"/>
            <a:endParaRPr lang="en-US" sz="1600" b="1" dirty="0">
              <a:latin typeface="Casper" panose="02000506000000020004" pitchFamily="2" charset="0"/>
            </a:endParaRPr>
          </a:p>
        </p:txBody>
      </p:sp>
      <p:sp>
        <p:nvSpPr>
          <p:cNvPr id="52" name="Rectangle 51"/>
          <p:cNvSpPr/>
          <p:nvPr/>
        </p:nvSpPr>
        <p:spPr>
          <a:xfrm>
            <a:off x="6885780" y="6043646"/>
            <a:ext cx="45719" cy="37062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>
            <a:spLocks noChangeArrowheads="1"/>
          </p:cNvSpPr>
          <p:nvPr/>
        </p:nvSpPr>
        <p:spPr bwMode="auto">
          <a:xfrm>
            <a:off x="640080" y="6014156"/>
            <a:ext cx="3853543" cy="46166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eaLnBrk="1" hangingPunct="1"/>
            <a:r>
              <a:rPr lang="en-US" sz="2400" b="1" dirty="0" smtClean="0">
                <a:latin typeface="Times New Roman" pitchFamily="18" charset="0"/>
                <a:cs typeface="Times New Roman" pitchFamily="18" charset="0"/>
              </a:rPr>
              <a:t>FULL  ADDERS</a:t>
            </a:r>
            <a:endParaRPr lang="en-US" sz="2400" b="1" dirty="0">
              <a:latin typeface="Times New Roman" pitchFamily="18" charset="0"/>
              <a:cs typeface="Times New Roman" pitchFamily="18" charset="0"/>
            </a:endParaRPr>
          </a:p>
        </p:txBody>
      </p:sp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1982714" y="1703603"/>
            <a:ext cx="9063318" cy="54168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INSTITUTE UIE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Arial Black" panose="020B0A04020102020204" pitchFamily="34" charset="0"/>
                <a:ea typeface="Karla" pitchFamily="2" charset="0"/>
                <a:cs typeface="Karla" pitchFamily="2" charset="0"/>
              </a:rPr>
              <a:t>DEPARTMENT ACADEMIC UNIT-1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Bachelor of Engineering (Computer Science &amp; Engineering)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Name Introduction Electrical &amp; Electronics Engineering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Subject Code </a:t>
            </a:r>
            <a:r>
              <a:rPr lang="en-US" sz="200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23ECH-101</a:t>
            </a:r>
            <a:endParaRPr lang="en-US" sz="200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Prepared </a:t>
            </a: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By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Dr. Shikha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Unit-2 </a:t>
            </a:r>
            <a:r>
              <a:rPr lang="en-US" sz="2000" dirty="0" smtClean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Chapter-1</a:t>
            </a:r>
            <a:endParaRPr lang="en-US" sz="2000" dirty="0">
              <a:latin typeface="Times New Roman" panose="02020603050405020304" pitchFamily="18" charset="0"/>
              <a:ea typeface="Calibri" panose="020F0502020204030204" pitchFamily="34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Combinational and Sequential Circuits</a:t>
            </a:r>
            <a:r>
              <a:rPr lang="en-IN" sz="2000" b="1" dirty="0"/>
              <a:t> </a:t>
            </a: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2000" dirty="0"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Lecture No. </a:t>
            </a:r>
            <a:r>
              <a:rPr lang="en-US" sz="2000" b="1" dirty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2.1.2</a:t>
            </a:r>
            <a:endParaRPr lang="en-US" sz="20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ctr" defTabSz="6223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r>
              <a:rPr lang="en-US" sz="3200" b="1" dirty="0" smtClean="0">
                <a:solidFill>
                  <a:prstClr val="black">
                    <a:lumMod val="85000"/>
                    <a:lumOff val="15000"/>
                  </a:prst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en-US" sz="3200" b="1" dirty="0">
              <a:solidFill>
                <a:prstClr val="black">
                  <a:lumMod val="85000"/>
                  <a:lumOff val="15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eaLnBrk="1" hangingPunct="1"/>
            <a:endParaRPr lang="en-US" sz="1600" dirty="0">
              <a:latin typeface="Raleway ExtraBold" pitchFamily="34" charset="-52"/>
            </a:endParaRPr>
          </a:p>
        </p:txBody>
      </p:sp>
      <p:sp>
        <p:nvSpPr>
          <p:cNvPr id="17" name="Slide Number Placeholder 1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502190"/>
      </p:ext>
    </p:extLst>
  </p:cSld>
  <p:clrMapOvr>
    <a:masterClrMapping/>
  </p:clrMapOvr>
  <p:transition>
    <p:dissolve/>
  </p:transition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8839200" y="6356350"/>
            <a:ext cx="2743200" cy="365125"/>
          </a:xfrm>
        </p:spPr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en-US" sz="1200" b="0" i="0" u="none" strike="noStrike" kern="1200" cap="none" spc="0" normalizeH="0" baseline="0" noProof="0" dirty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Title 7"/>
          <p:cNvSpPr txBox="1">
            <a:spLocks noGrp="1" noChangeArrowheads="1"/>
          </p:cNvSpPr>
          <p:nvPr>
            <p:ph type="title"/>
          </p:nvPr>
        </p:nvSpPr>
        <p:spPr bwMode="auto">
          <a:xfrm>
            <a:off x="1005840" y="444906"/>
            <a:ext cx="4598126" cy="131112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King" pitchFamily="2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King" pitchFamily="2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King" pitchFamily="2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King" pitchFamily="2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King" pitchFamily="2" charset="0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King" pitchFamily="2" charset="0"/>
              </a:defRPr>
            </a:lvl9pPr>
          </a:lstStyle>
          <a:p>
            <a:pPr algn="ctr"/>
            <a:r>
              <a:rPr lang="en-US" sz="4400" b="1" dirty="0"/>
              <a:t>Course Outcome </a:t>
            </a:r>
            <a:br>
              <a:rPr lang="en-US" sz="4400" b="1" dirty="0"/>
            </a:br>
            <a:endParaRPr lang="en-US" sz="4400" b="1" dirty="0">
              <a:latin typeface="Casper Bold"/>
              <a:cs typeface="Times New Roman" pitchFamily="18" charset="0"/>
            </a:endParaRPr>
          </a:p>
        </p:txBody>
      </p:sp>
      <p:sp>
        <p:nvSpPr>
          <p:cNvPr id="10" name="Oval 9"/>
          <p:cNvSpPr/>
          <p:nvPr/>
        </p:nvSpPr>
        <p:spPr>
          <a:xfrm>
            <a:off x="11217276" y="6324600"/>
            <a:ext cx="444500" cy="422275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093131" y="4574236"/>
            <a:ext cx="432380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>
                <a:latin typeface="Casper"/>
              </a:rPr>
              <a:t>Figure 1.1 Practical application of Full Adder [4]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 b="1" dirty="0" smtClean="0">
                <a:solidFill>
                  <a:prstClr val="black"/>
                </a:solidFill>
                <a:latin typeface="Casper Bold"/>
                <a:cs typeface="Times New Roman" pitchFamily="18" charset="0"/>
              </a:rPr>
              <a:t>Full Adder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333827" y="1423854"/>
          <a:ext cx="6328230" cy="4781005"/>
        </p:xfrm>
        <a:graphic>
          <a:graphicData uri="http://schemas.openxmlformats.org/drawingml/2006/table">
            <a:tbl>
              <a:tblPr firstRow="1" firstCol="1" bandRow="1"/>
              <a:tblGrid>
                <a:gridCol w="526795">
                  <a:extLst>
                    <a:ext uri="{9D8B030D-6E8A-4147-A177-3AD203B41FA5}">
                      <a16:colId xmlns:a16="http://schemas.microsoft.com/office/drawing/2014/main" val="1557515459"/>
                    </a:ext>
                  </a:extLst>
                </a:gridCol>
                <a:gridCol w="4956565">
                  <a:extLst>
                    <a:ext uri="{9D8B030D-6E8A-4147-A177-3AD203B41FA5}">
                      <a16:colId xmlns:a16="http://schemas.microsoft.com/office/drawing/2014/main" val="2118941133"/>
                    </a:ext>
                  </a:extLst>
                </a:gridCol>
                <a:gridCol w="844870">
                  <a:extLst>
                    <a:ext uri="{9D8B030D-6E8A-4147-A177-3AD203B41FA5}">
                      <a16:colId xmlns:a16="http://schemas.microsoft.com/office/drawing/2014/main" val="3074296322"/>
                    </a:ext>
                  </a:extLst>
                </a:gridCol>
              </a:tblGrid>
              <a:tr h="699810"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CO Number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Title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200" b="1" i="0" u="none" strike="noStrike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Level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8969912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CO1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identify the different types of electrical elements and the basic op-amp circuit elements and to illustrate the various types of motors, transducers. 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chemeClr val="tx1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Remember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457203796"/>
                  </a:ext>
                </a:extLst>
              </a:tr>
              <a:tr h="1027907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CO2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understand basic principles of transformers, transducers, op-amps, DC and AC motors and to compare the different methods for analysing electrical and magnetic circuits.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Understand 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41639898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CO3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derive the relationships between parameters in electric and magnetic circuits and motors and to determine specifications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Analyze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7758206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CO4</a:t>
                      </a:r>
                      <a:endParaRPr lang="en-US" sz="160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solve the basic problems related to electric circuits, magnetic circuits and motors and to assess the characteristics of different configurations of op-amps.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Evaluate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39803218"/>
                  </a:ext>
                </a:extLst>
              </a:tr>
              <a:tr h="763322">
                <a:tc>
                  <a:txBody>
                    <a:bodyPr/>
                    <a:lstStyle/>
                    <a:p>
                      <a:pPr marL="0" marR="53975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CO5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just">
                        <a:lnSpc>
                          <a:spcPct val="115000"/>
                        </a:lnSpc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To design the different applications of transducers, motors as well as the op-amps like adders, </a:t>
                      </a:r>
                      <a:r>
                        <a:rPr lang="en-IN" sz="1200" dirty="0" err="1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subtractor</a:t>
                      </a: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Raavi"/>
                        </a:rPr>
                        <a:t> and comparators.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cs typeface="Raavi"/>
                      </a:endParaRPr>
                    </a:p>
                    <a:p>
                      <a:pPr marL="0" marR="0" indent="-31115" algn="just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IN" sz="1200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ea typeface="Times New Roman" panose="02020603050405020304" pitchFamily="18" charset="0"/>
                          <a:cs typeface="Raavi"/>
                        </a:rPr>
                        <a:t> </a:t>
                      </a:r>
                      <a:endParaRPr lang="en-US" sz="16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Raavi"/>
                      </a:endParaRPr>
                    </a:p>
                  </a:txBody>
                  <a:tcPr marL="68580" marR="68580" marT="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>
                        <a:lnSpc>
                          <a:spcPct val="150000"/>
                        </a:lnSpc>
                      </a:pPr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Create</a:t>
                      </a:r>
                    </a:p>
                  </a:txBody>
                  <a:tcPr marL="7620" marR="7620" marT="7620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26816693"/>
                  </a:ext>
                </a:extLst>
              </a:tr>
            </a:tbl>
          </a:graphicData>
        </a:graphic>
      </p:graphicFrame>
      <p:pic>
        <p:nvPicPr>
          <p:cNvPr id="9" name="Picture 2" descr="You Can Power a Calculator With Some LEDs | WIRED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70327" y="1541418"/>
            <a:ext cx="3854779" cy="273013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74050168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>
                <a:latin typeface="Casper Bold"/>
              </a:rPr>
              <a:t>TYPES OF ADDERS</a:t>
            </a:r>
            <a:endParaRPr lang="en-US" dirty="0">
              <a:latin typeface="Casper Bold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 smtClean="0"/>
              <a:t>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graphicFrame>
        <p:nvGraphicFramePr>
          <p:cNvPr id="5" name="Diagram 4"/>
          <p:cNvGraphicFramePr/>
          <p:nvPr>
            <p:extLst/>
          </p:nvPr>
        </p:nvGraphicFramePr>
        <p:xfrm>
          <a:off x="2757214" y="1702676"/>
          <a:ext cx="7506138" cy="4451423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/>
          <p:cNvSpPr/>
          <p:nvPr/>
        </p:nvSpPr>
        <p:spPr>
          <a:xfrm>
            <a:off x="5169158" y="6176721"/>
            <a:ext cx="2542684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Figure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5 Types of  Adders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8851459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329090"/>
            <a:ext cx="10515600" cy="810532"/>
          </a:xfrm>
        </p:spPr>
        <p:txBody>
          <a:bodyPr/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HALF 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148" y="1500405"/>
            <a:ext cx="10515600" cy="738300"/>
          </a:xfrm>
        </p:spPr>
        <p:txBody>
          <a:bodyPr>
            <a:normAutofit/>
          </a:bodyPr>
          <a:lstStyle/>
          <a:p>
            <a:pPr>
              <a:buFont typeface="Wingdings" pitchFamily="2" charset="2"/>
              <a:buChar char="v"/>
            </a:pPr>
            <a:r>
              <a:rPr lang="en-US" sz="1600" dirty="0">
                <a:latin typeface="Casper"/>
                <a:cs typeface="Times New Roman" pitchFamily="18" charset="0"/>
              </a:rPr>
              <a:t>Half adder is a combinational logic circuit which add two input binary bits and will result sum and carry as output variables.</a:t>
            </a:r>
            <a:endParaRPr lang="en-GB" sz="1600" dirty="0">
              <a:latin typeface="Casper"/>
              <a:cs typeface="Times New Roman" pitchFamily="18" charset="0"/>
            </a:endParaRPr>
          </a:p>
          <a:p>
            <a:pPr marL="0" indent="0">
              <a:buNone/>
            </a:pP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4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178515" y="5106704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Figure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6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Block diagram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Half Adder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  <p:pic>
        <p:nvPicPr>
          <p:cNvPr id="9" name="Picture 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863688" y="2535514"/>
            <a:ext cx="5813607" cy="220170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</p:pic>
    </p:spTree>
    <p:extLst>
      <p:ext uri="{BB962C8B-B14F-4D97-AF65-F5344CB8AC3E}">
        <p14:creationId xmlns:p14="http://schemas.microsoft.com/office/powerpoint/2010/main" val="6785054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232" y="376387"/>
            <a:ext cx="10515600" cy="810532"/>
          </a:xfrm>
        </p:spPr>
        <p:txBody>
          <a:bodyPr/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HALF 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383" y="1263922"/>
            <a:ext cx="10515600" cy="73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Casper"/>
                <a:cs typeface="Times New Roman" pitchFamily="18" charset="0"/>
              </a:rPr>
              <a:t> </a:t>
            </a: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5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3752192" y="5321079"/>
            <a:ext cx="4934607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Boolean Expression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S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= </a:t>
            </a: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A’B </a:t>
            </a:r>
            <a:r>
              <a:rPr kumimoji="0" lang="en-US" altLang="zh-TW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+ </a:t>
            </a: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AB’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itchFamily="2" charset="2"/>
              <a:buNone/>
              <a:tabLst/>
              <a:defRPr/>
            </a:pP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S= A</a:t>
            </a:r>
            <a:r>
              <a:rPr kumimoji="0" lang="en-US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⊕B         </a:t>
            </a:r>
            <a:r>
              <a:rPr kumimoji="0" lang="en-US" altLang="zh-TW" sz="24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cs typeface="+mn-cs"/>
              </a:rPr>
              <a:t>C=A.B</a:t>
            </a:r>
            <a:endParaRPr kumimoji="0" lang="en-US" altLang="zh-TW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cs typeface="+mn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5257987" y="1498671"/>
            <a:ext cx="167809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TRUTH TABLE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  <p:graphicFrame>
        <p:nvGraphicFramePr>
          <p:cNvPr id="5" name="Table 4"/>
          <p:cNvGraphicFramePr>
            <a:graphicFrameLocks noGrp="1"/>
          </p:cNvGraphicFramePr>
          <p:nvPr>
            <p:extLst/>
          </p:nvPr>
        </p:nvGraphicFramePr>
        <p:xfrm>
          <a:off x="3884602" y="2021459"/>
          <a:ext cx="3912292" cy="255157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7807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7807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7807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7807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A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B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S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b="1" dirty="0" smtClean="0">
                          <a:latin typeface="Casper"/>
                        </a:rPr>
                        <a:t>C</a:t>
                      </a:r>
                      <a:endParaRPr lang="en-US" sz="1600" b="1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10315"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0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 smtClean="0">
                          <a:latin typeface="Casper"/>
                        </a:rPr>
                        <a:t>1</a:t>
                      </a:r>
                      <a:endParaRPr lang="en-US" sz="1600" dirty="0">
                        <a:latin typeface="Casper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7"/>
          <p:cNvSpPr/>
          <p:nvPr/>
        </p:nvSpPr>
        <p:spPr>
          <a:xfrm>
            <a:off x="3815908" y="4822925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Figure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7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Block diagram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Half Adder 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7833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6485" y="407917"/>
            <a:ext cx="10515600" cy="810532"/>
          </a:xfrm>
        </p:spPr>
        <p:txBody>
          <a:bodyPr/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HALF  ADDER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68383" y="1263922"/>
            <a:ext cx="10515600" cy="73830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1600" dirty="0" smtClean="0">
                <a:latin typeface="Casper"/>
                <a:cs typeface="Times New Roman" pitchFamily="18" charset="0"/>
              </a:rPr>
              <a:t> </a:t>
            </a: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BDCDBBEF-AA6C-4BA6-85B2-A17D7F280E38}" type="slidenum"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>
                    <a:tint val="75000"/>
                  </a:prstClr>
                </a:solidFill>
                <a:effectLst/>
                <a:uLnTx/>
                <a:uFillTx/>
                <a:latin typeface="Calibri"/>
                <a:ea typeface="+mn-ea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6</a:t>
            </a:fld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prstClr val="black">
                  <a:tint val="75000"/>
                </a:prstClr>
              </a:solidFill>
              <a:effectLst/>
              <a:uLnTx/>
              <a:uFillTx/>
              <a:latin typeface="Calibri"/>
              <a:ea typeface="+mn-ea"/>
              <a:cs typeface="+mn-cs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4347026" y="5241941"/>
            <a:ext cx="4167052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Figure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8  Logic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diagram of </a:t>
            </a: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Half Adder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  <p:pic>
        <p:nvPicPr>
          <p:cNvPr id="10" name="Picture 6" descr="Half Adder Circuit Diagram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62566" y="1990509"/>
            <a:ext cx="4383438" cy="30821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Rectangle 11"/>
          <p:cNvSpPr/>
          <p:nvPr/>
        </p:nvSpPr>
        <p:spPr>
          <a:xfrm>
            <a:off x="1426150" y="1374430"/>
            <a:ext cx="5116539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Wingdings" panose="05000000000000000000" pitchFamily="2" charset="2"/>
              <a:buChar char="v"/>
              <a:tabLst/>
              <a:defRPr/>
            </a:pPr>
            <a:r>
              <a:rPr kumimoji="0" lang="en-US" sz="1600" b="0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sper"/>
                <a:ea typeface="+mn-ea"/>
                <a:cs typeface="+mn-cs"/>
              </a:rPr>
              <a:t>Realization of the Boolean Expression</a:t>
            </a:r>
            <a:endParaRPr kumimoji="0" lang="en-US" sz="16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sper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38529133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3388" y="282572"/>
            <a:ext cx="11075126" cy="10456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FULL  ADDER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7</a:t>
            </a:fld>
            <a:endParaRPr lang="en-US"/>
          </a:p>
        </p:txBody>
      </p:sp>
      <p:sp>
        <p:nvSpPr>
          <p:cNvPr id="3" name="Rectangle 2"/>
          <p:cNvSpPr/>
          <p:nvPr/>
        </p:nvSpPr>
        <p:spPr>
          <a:xfrm>
            <a:off x="935421" y="1328236"/>
            <a:ext cx="10731062" cy="61555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  <a:cs typeface="Times New Roman" pitchFamily="18" charset="0"/>
              </a:rPr>
              <a:t>Full  adder is a combinational logic circuit which add two input binary bits and previous carry  and will result sum and carry as output variables.</a:t>
            </a:r>
            <a:r>
              <a:rPr lang="en-GB" dirty="0">
                <a:latin typeface="Casper"/>
                <a:cs typeface="Times New Roman" pitchFamily="18" charset="0"/>
              </a:rPr>
              <a:t/>
            </a:r>
            <a:br>
              <a:rPr lang="en-GB" dirty="0">
                <a:latin typeface="Casper"/>
                <a:cs typeface="Times New Roman" pitchFamily="18" charset="0"/>
              </a:rPr>
            </a:br>
            <a:endParaRPr lang="en-US" dirty="0"/>
          </a:p>
        </p:txBody>
      </p:sp>
      <p:pic>
        <p:nvPicPr>
          <p:cNvPr id="7" name="Picture 3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034610" y="2475188"/>
            <a:ext cx="4532683" cy="279049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0" name="Rectangle 9"/>
          <p:cNvSpPr/>
          <p:nvPr/>
        </p:nvSpPr>
        <p:spPr>
          <a:xfrm>
            <a:off x="5143595" y="5265684"/>
            <a:ext cx="35381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1 </a:t>
            </a:r>
            <a:r>
              <a:rPr lang="en-US" sz="1600" dirty="0">
                <a:latin typeface="Casper"/>
              </a:rPr>
              <a:t>Block diagram of </a:t>
            </a:r>
            <a:r>
              <a:rPr lang="en-US" sz="1600" dirty="0" smtClean="0">
                <a:latin typeface="Casper"/>
              </a:rPr>
              <a:t>Full Adder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6330830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23" y="276839"/>
            <a:ext cx="11075126" cy="10456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FULL  ADDER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8</a:t>
            </a:fld>
            <a:endParaRPr lang="en-US"/>
          </a:p>
        </p:txBody>
      </p:sp>
      <p:graphicFrame>
        <p:nvGraphicFramePr>
          <p:cNvPr id="12" name="Table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98555629"/>
              </p:ext>
            </p:extLst>
          </p:nvPr>
        </p:nvGraphicFramePr>
        <p:xfrm>
          <a:off x="3405351" y="2399149"/>
          <a:ext cx="5427390" cy="336157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854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85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8547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8547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85478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A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B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err="1" smtClean="0">
                          <a:latin typeface="Casper"/>
                          <a:cs typeface="Times New Roman" pitchFamily="18" charset="0"/>
                        </a:rPr>
                        <a:t>C</a:t>
                      </a:r>
                      <a:r>
                        <a:rPr lang="en-US" sz="1600" baseline="-25000" dirty="0" err="1" smtClean="0">
                          <a:latin typeface="Casper"/>
                          <a:cs typeface="Times New Roman" pitchFamily="18" charset="0"/>
                        </a:rPr>
                        <a:t>in</a:t>
                      </a:r>
                      <a:endParaRPr lang="en-US" sz="1600" baseline="-250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b="0" baseline="-25000" dirty="0" smtClean="0">
                          <a:latin typeface="Casper"/>
                          <a:cs typeface="Times New Roman" pitchFamily="18" charset="0"/>
                        </a:rPr>
                        <a:t>S</a:t>
                      </a:r>
                      <a:endParaRPr lang="en-US" sz="1600" b="0" baseline="-250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c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0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3508"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600" dirty="0" smtClean="0">
                          <a:latin typeface="Casper"/>
                          <a:cs typeface="Times New Roman" pitchFamily="18" charset="0"/>
                        </a:rPr>
                        <a:t>1</a:t>
                      </a:r>
                      <a:endParaRPr lang="en-US" sz="1600" dirty="0">
                        <a:latin typeface="Casper"/>
                        <a:cs typeface="Times New Roman" pitchFamily="18" charset="0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13" name="Rectangle 12"/>
          <p:cNvSpPr/>
          <p:nvPr/>
        </p:nvSpPr>
        <p:spPr>
          <a:xfrm>
            <a:off x="5416117" y="1722038"/>
            <a:ext cx="170989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GB" sz="1600" u="sng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TRUTH TABLE</a:t>
            </a:r>
            <a:endParaRPr lang="en-GB" sz="1600" u="sng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4166133" y="5912070"/>
            <a:ext cx="3331361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2  Truth Table of Full Adder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14808409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23" y="182246"/>
            <a:ext cx="11075126" cy="10456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FULL  ADDER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9</a:t>
            </a:fld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522480" y="5443734"/>
            <a:ext cx="7141782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</a:rPr>
              <a:t>BOOLEAN EXPRESSION: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</a:rPr>
              <a:t>S=Á’B’</a:t>
            </a:r>
            <a:r>
              <a:rPr lang="en-US" sz="1600" dirty="0">
                <a:latin typeface="Casper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C</a:t>
            </a:r>
            <a:r>
              <a:rPr lang="en-US" sz="1600" baseline="-25000" dirty="0" err="1" smtClean="0">
                <a:latin typeface="Casper"/>
                <a:cs typeface="Times New Roman" pitchFamily="18" charset="0"/>
              </a:rPr>
              <a:t>in</a:t>
            </a:r>
            <a:r>
              <a:rPr lang="en-US" sz="1600" dirty="0" err="1" smtClean="0">
                <a:latin typeface="Casper"/>
              </a:rPr>
              <a:t>+A’B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C</a:t>
            </a:r>
            <a:r>
              <a:rPr lang="en-US" sz="1600" baseline="-25000" dirty="0" err="1" smtClean="0">
                <a:latin typeface="Casper"/>
                <a:cs typeface="Times New Roman" pitchFamily="18" charset="0"/>
              </a:rPr>
              <a:t>in</a:t>
            </a:r>
            <a:r>
              <a:rPr lang="en-US" sz="1600" dirty="0" err="1" smtClean="0">
                <a:latin typeface="Casper"/>
              </a:rPr>
              <a:t>’+AB</a:t>
            </a:r>
            <a:r>
              <a:rPr lang="en-US" sz="1600" dirty="0" smtClean="0">
                <a:latin typeface="Casper"/>
              </a:rPr>
              <a:t>’</a:t>
            </a:r>
            <a:r>
              <a:rPr lang="en-US" sz="1600" dirty="0">
                <a:latin typeface="Casper"/>
                <a:cs typeface="Times New Roman" pitchFamily="18" charset="0"/>
              </a:rPr>
              <a:t> 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C</a:t>
            </a:r>
            <a:r>
              <a:rPr lang="en-US" sz="1600" baseline="-25000" dirty="0" err="1" smtClean="0">
                <a:latin typeface="Casper"/>
                <a:cs typeface="Times New Roman" pitchFamily="18" charset="0"/>
              </a:rPr>
              <a:t>in</a:t>
            </a:r>
            <a:r>
              <a:rPr lang="en-US" sz="1600" dirty="0" err="1" smtClean="0">
                <a:latin typeface="Casper"/>
              </a:rPr>
              <a:t>’+AB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C</a:t>
            </a:r>
            <a:r>
              <a:rPr lang="en-US" sz="1600" baseline="-25000" dirty="0" err="1" smtClean="0">
                <a:latin typeface="Casper"/>
                <a:cs typeface="Times New Roman" pitchFamily="18" charset="0"/>
              </a:rPr>
              <a:t>in</a:t>
            </a:r>
            <a:r>
              <a:rPr lang="en-US" sz="1600" dirty="0" smtClean="0">
                <a:latin typeface="Casper"/>
                <a:cs typeface="Times New Roman" pitchFamily="18" charset="0"/>
              </a:rPr>
              <a:t>           C</a:t>
            </a:r>
            <a:r>
              <a:rPr lang="en-US" sz="1600" dirty="0" smtClean="0">
                <a:latin typeface="Casper"/>
              </a:rPr>
              <a:t>=</a:t>
            </a:r>
            <a:r>
              <a:rPr lang="en-US" sz="1600" dirty="0" err="1" smtClean="0">
                <a:latin typeface="Casper"/>
              </a:rPr>
              <a:t>AB+B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C</a:t>
            </a:r>
            <a:r>
              <a:rPr lang="en-US" sz="1600" baseline="-25000" dirty="0" err="1" smtClean="0">
                <a:latin typeface="Casper"/>
                <a:cs typeface="Times New Roman" pitchFamily="18" charset="0"/>
              </a:rPr>
              <a:t>in</a:t>
            </a:r>
            <a:r>
              <a:rPr lang="en-US" sz="1600" dirty="0" err="1" smtClean="0">
                <a:latin typeface="Casper"/>
              </a:rPr>
              <a:t>+</a:t>
            </a:r>
            <a:r>
              <a:rPr lang="en-US" sz="1600" dirty="0" err="1" smtClean="0">
                <a:latin typeface="Casper"/>
                <a:cs typeface="Times New Roman" pitchFamily="18" charset="0"/>
              </a:rPr>
              <a:t>C</a:t>
            </a:r>
            <a:r>
              <a:rPr lang="en-US" sz="1600" baseline="-25000" dirty="0" err="1" smtClean="0">
                <a:latin typeface="Casper"/>
                <a:cs typeface="Times New Roman" pitchFamily="18" charset="0"/>
              </a:rPr>
              <a:t>in</a:t>
            </a:r>
            <a:r>
              <a:rPr lang="en-US" sz="1600" dirty="0" err="1" smtClean="0">
                <a:latin typeface="Casper"/>
              </a:rPr>
              <a:t>A</a:t>
            </a:r>
            <a:endParaRPr lang="en-US" sz="1600" dirty="0">
              <a:latin typeface="Casper"/>
            </a:endParaRPr>
          </a:p>
          <a:p>
            <a:endParaRPr lang="en-US" dirty="0"/>
          </a:p>
        </p:txBody>
      </p:sp>
      <p:pic>
        <p:nvPicPr>
          <p:cNvPr id="70658" name="Picture 2" descr="Half Adder and Full Adder Circuits using NAND Gates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9159" y="1056290"/>
            <a:ext cx="8986343" cy="37194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3720662" y="4792717"/>
            <a:ext cx="50292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dirty="0" smtClean="0">
                <a:latin typeface="Casper"/>
              </a:rPr>
              <a:t>Figure 3 Logic Diagram using basic gates </a:t>
            </a:r>
            <a:endParaRPr lang="en-US" sz="1600" dirty="0">
              <a:latin typeface="Casper"/>
            </a:endParaRPr>
          </a:p>
        </p:txBody>
      </p:sp>
    </p:spTree>
    <p:extLst>
      <p:ext uri="{BB962C8B-B14F-4D97-AF65-F5344CB8AC3E}">
        <p14:creationId xmlns:p14="http://schemas.microsoft.com/office/powerpoint/2010/main" val="17658362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9823" y="182246"/>
            <a:ext cx="11075126" cy="10456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FULL  ADDER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10</a:t>
            </a:fld>
            <a:endParaRPr lang="en-US"/>
          </a:p>
        </p:txBody>
      </p:sp>
      <p:pic>
        <p:nvPicPr>
          <p:cNvPr id="8" name="Picture 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99722" y="2380129"/>
            <a:ext cx="5913202" cy="315356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11" name="Rectangle 10"/>
          <p:cNvSpPr/>
          <p:nvPr/>
        </p:nvSpPr>
        <p:spPr>
          <a:xfrm>
            <a:off x="3946967" y="5734530"/>
            <a:ext cx="4377226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4  Logic </a:t>
            </a:r>
            <a:r>
              <a:rPr lang="en-US" sz="1600" dirty="0">
                <a:latin typeface="Casper"/>
              </a:rPr>
              <a:t>diagram of </a:t>
            </a:r>
            <a:r>
              <a:rPr lang="en-US" sz="1600" dirty="0" smtClean="0">
                <a:latin typeface="Casper"/>
              </a:rPr>
              <a:t>Full Adder</a:t>
            </a:r>
            <a:endParaRPr lang="en-US" sz="1600" dirty="0">
              <a:latin typeface="Casper"/>
            </a:endParaRPr>
          </a:p>
        </p:txBody>
      </p:sp>
      <p:sp>
        <p:nvSpPr>
          <p:cNvPr id="13" name="Rectangle 12"/>
          <p:cNvSpPr/>
          <p:nvPr/>
        </p:nvSpPr>
        <p:spPr>
          <a:xfrm>
            <a:off x="970243" y="1219618"/>
            <a:ext cx="9245812" cy="116051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GB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After Simplifying the Boolean Expression we obtain the following equation:</a:t>
            </a:r>
          </a:p>
          <a:p>
            <a:pPr>
              <a:lnSpc>
                <a:spcPct val="150000"/>
              </a:lnSpc>
            </a:pPr>
            <a:r>
              <a:rPr lang="en-GB" sz="1600" dirty="0" smtClean="0">
                <a:solidFill>
                  <a:prstClr val="black"/>
                </a:solidFill>
                <a:latin typeface="Casper"/>
                <a:cs typeface="Times New Roman" pitchFamily="18" charset="0"/>
              </a:rPr>
              <a:t>s= </a:t>
            </a:r>
            <a:r>
              <a:rPr lang="en-US" sz="1600" dirty="0">
                <a:latin typeface="Casper"/>
              </a:rPr>
              <a:t>(A ⊕ B) ⊕ </a:t>
            </a:r>
            <a:r>
              <a:rPr lang="en-US" sz="1600" dirty="0" err="1" smtClean="0">
                <a:latin typeface="Casper"/>
              </a:rPr>
              <a:t>Cin</a:t>
            </a:r>
            <a:endParaRPr lang="en-US" sz="1600" dirty="0" smtClean="0">
              <a:latin typeface="Casper"/>
            </a:endParaRP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</a:rPr>
              <a:t>C=</a:t>
            </a:r>
            <a:r>
              <a:rPr lang="en-US" sz="1600" dirty="0" err="1" smtClean="0">
                <a:latin typeface="Casper"/>
              </a:rPr>
              <a:t>Cin</a:t>
            </a:r>
            <a:r>
              <a:rPr lang="en-US" sz="1600" dirty="0" smtClean="0">
                <a:latin typeface="Casper"/>
              </a:rPr>
              <a:t>(A</a:t>
            </a:r>
            <a:r>
              <a:rPr lang="en-US" sz="1600" dirty="0">
                <a:latin typeface="Casper"/>
              </a:rPr>
              <a:t> ⊕</a:t>
            </a:r>
            <a:r>
              <a:rPr lang="en-US" sz="1600" dirty="0" smtClean="0">
                <a:latin typeface="Casper"/>
              </a:rPr>
              <a:t> </a:t>
            </a:r>
            <a:r>
              <a:rPr lang="en-US" sz="1600" dirty="0">
                <a:latin typeface="Casper"/>
              </a:rPr>
              <a:t>B)</a:t>
            </a:r>
            <a:endParaRPr lang="en-GB" sz="1600" dirty="0">
              <a:solidFill>
                <a:prstClr val="black"/>
              </a:solidFill>
              <a:latin typeface="Casper"/>
              <a:cs typeface="Times New Roman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2125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4057" y="245308"/>
            <a:ext cx="11075126" cy="1045664"/>
          </a:xfrm>
        </p:spPr>
        <p:txBody>
          <a:bodyPr>
            <a:normAutofit/>
          </a:bodyPr>
          <a:lstStyle/>
          <a:p>
            <a:pPr algn="ctr"/>
            <a:r>
              <a:rPr lang="en-US" dirty="0">
                <a:latin typeface="Casper Bold"/>
                <a:cs typeface="Times New Roman" pitchFamily="18" charset="0"/>
              </a:rPr>
              <a:t>FULL  ADDER</a:t>
            </a:r>
            <a:endParaRPr lang="en-US" dirty="0">
              <a:latin typeface="Casper Bold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11</a:t>
            </a:fld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678953" y="5407623"/>
            <a:ext cx="5244330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latin typeface="Casper"/>
              </a:rPr>
              <a:t>Figure </a:t>
            </a:r>
            <a:r>
              <a:rPr lang="en-US" sz="1600" dirty="0" smtClean="0">
                <a:latin typeface="Casper"/>
              </a:rPr>
              <a:t>5  Logic </a:t>
            </a:r>
            <a:r>
              <a:rPr lang="en-US" sz="1600" dirty="0">
                <a:latin typeface="Casper"/>
              </a:rPr>
              <a:t>diagram of </a:t>
            </a:r>
            <a:r>
              <a:rPr lang="en-US" sz="1600" dirty="0" smtClean="0">
                <a:latin typeface="Casper"/>
              </a:rPr>
              <a:t>FA using Half Adder </a:t>
            </a:r>
            <a:endParaRPr lang="en-US" sz="1600" dirty="0">
              <a:latin typeface="Casper"/>
            </a:endParaRPr>
          </a:p>
        </p:txBody>
      </p:sp>
      <p:pic>
        <p:nvPicPr>
          <p:cNvPr id="71682" name="Picture 2" descr="VHDL code for Full adder using half adder with testbench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34662" y="1636141"/>
            <a:ext cx="8887102" cy="35507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6862165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44485"/>
            <a:ext cx="10515600" cy="1279527"/>
          </a:xfrm>
        </p:spPr>
        <p:txBody>
          <a:bodyPr/>
          <a:lstStyle/>
          <a:p>
            <a:pPr algn="ctr"/>
            <a:r>
              <a:rPr lang="en-US" dirty="0">
                <a:latin typeface="Casper Bold" panose="02000806040000020004" pitchFamily="2" charset="0"/>
                <a:cs typeface="Arial" panose="020B0604020202020204" pitchFamily="34" charset="0"/>
              </a:rPr>
              <a:t>Assessment </a:t>
            </a:r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Pattern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marL="342900" lvl="0" indent="-342900">
              <a:buFont typeface="+mj-lt"/>
              <a:buAutoNum type="arabicPeriod"/>
            </a:pPr>
            <a:endParaRPr lang="en-US" sz="1600" dirty="0" smtClean="0">
              <a:latin typeface="Casper"/>
            </a:endParaRPr>
          </a:p>
          <a:p>
            <a:pPr marL="342900" lvl="0" indent="-342900">
              <a:buFont typeface="+mj-lt"/>
              <a:buAutoNum type="arabicPeriod"/>
            </a:pPr>
            <a:r>
              <a:rPr lang="en-US" sz="1600" dirty="0" smtClean="0">
                <a:latin typeface="Casper"/>
              </a:rPr>
              <a:t>Design </a:t>
            </a:r>
            <a:r>
              <a:rPr lang="en-US" sz="1600" dirty="0">
                <a:latin typeface="Casper"/>
              </a:rPr>
              <a:t>full adder using 2 half adders</a:t>
            </a:r>
          </a:p>
          <a:p>
            <a:pPr marL="342900" lvl="0" indent="-342900">
              <a:lnSpc>
                <a:spcPct val="200000"/>
              </a:lnSpc>
              <a:buFont typeface="Arial" panose="020B0604020202020204" pitchFamily="34" charset="0"/>
              <a:buAutoNum type="arabicPeriod"/>
            </a:pPr>
            <a:r>
              <a:rPr lang="en-US" sz="1600" dirty="0">
                <a:latin typeface="Casper"/>
              </a:rPr>
              <a:t>Design full adder using gates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US" sz="1600" dirty="0" smtClean="0">
                <a:latin typeface="Casper"/>
              </a:rPr>
              <a:t>Design a full adder using only Basic Gates.</a:t>
            </a:r>
          </a:p>
          <a:p>
            <a:pPr>
              <a:lnSpc>
                <a:spcPct val="200000"/>
              </a:lnSpc>
              <a:buNone/>
            </a:pPr>
            <a:endParaRPr lang="en-US" sz="1600" dirty="0">
              <a:latin typeface="Casper"/>
              <a:cs typeface="Arial" panose="020B0604020202020204" pitchFamily="34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12</a:t>
            </a:fld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838200" y="1803400"/>
            <a:ext cx="10515600" cy="4368800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838200" y="360361"/>
            <a:ext cx="10515600" cy="1263651"/>
          </a:xfrm>
          <a:prstGeom prst="rect">
            <a:avLst/>
          </a:prstGeom>
          <a:noFill/>
          <a:ln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8845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075" y="164419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APPLICATIONS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In ALU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Calculators</a:t>
            </a:r>
          </a:p>
          <a:p>
            <a:pPr>
              <a:lnSpc>
                <a:spcPct val="150000"/>
              </a:lnSpc>
            </a:pPr>
            <a:r>
              <a:rPr lang="en-US" sz="1600" dirty="0" smtClean="0">
                <a:latin typeface="Casper"/>
                <a:cs typeface="Times New Roman" pitchFamily="18" charset="0"/>
              </a:rPr>
              <a:t>Delay Circuits</a:t>
            </a:r>
          </a:p>
          <a:p>
            <a:pPr marL="0" indent="0">
              <a:buNone/>
            </a:pPr>
            <a:endParaRPr lang="en-US" sz="1600" dirty="0">
              <a:latin typeface="Casper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711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99012" y="164418"/>
            <a:ext cx="10515600" cy="1279527"/>
          </a:xfrm>
        </p:spPr>
        <p:txBody>
          <a:bodyPr/>
          <a:lstStyle/>
          <a:p>
            <a:pPr algn="ctr"/>
            <a:r>
              <a:rPr lang="en-US" dirty="0" smtClean="0">
                <a:latin typeface="Casper Bold" panose="02000806040000020004" pitchFamily="2" charset="0"/>
                <a:cs typeface="Arial" panose="020B0604020202020204" pitchFamily="34" charset="0"/>
              </a:rPr>
              <a:t>REFERENCES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DCDBBEF-AA6C-4BA6-85B2-A17D7F280E38}" type="slidenum">
              <a:rPr lang="en-US" smtClean="0"/>
              <a:pPr/>
              <a:t>14</a:t>
            </a:fld>
            <a:endParaRPr lang="en-US"/>
          </a:p>
        </p:txBody>
      </p:sp>
      <p:sp>
        <p:nvSpPr>
          <p:cNvPr id="9" name="Rectangle 2"/>
          <p:cNvSpPr>
            <a:spLocks noGrp="1" noChangeArrowheads="1"/>
          </p:cNvSpPr>
          <p:nvPr>
            <p:ph idx="1"/>
          </p:nvPr>
        </p:nvSpPr>
        <p:spPr bwMode="auto">
          <a:xfrm>
            <a:off x="825137" y="1290048"/>
            <a:ext cx="10951704" cy="58946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82048" tIns="41025" rIns="82048" bIns="41025">
            <a:spAutoFit/>
          </a:bodyPr>
          <a:lstStyle/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sper"/>
                <a:hlinkClick r:id="rId2"/>
              </a:rPr>
              <a:t>https://www.tutorialspoint.com/computer_logical_organization/combinational_circuits.htm</a:t>
            </a:r>
            <a:endParaRPr lang="en-US" sz="1600" dirty="0">
              <a:latin typeface="Casper"/>
            </a:endParaRPr>
          </a:p>
          <a:p>
            <a:pPr marL="342900" indent="-342900" algn="just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  <a:hlinkClick r:id="rId3"/>
              </a:rPr>
              <a:t>https</a:t>
            </a:r>
            <a:r>
              <a:rPr lang="en-US" sz="1600" dirty="0">
                <a:latin typeface="Casper"/>
                <a:hlinkClick r:id="rId3"/>
              </a:rPr>
              <a:t>://www.google.com/url?sa=i&amp;url=https%3A%2F%2Fwww.electronicshub.org%2Fhalf-adder-and-full-adder-circuits%2F&amp;psig=AOvVaw3EEvl_U-utnhFfMkLwl-5x&amp;ust=1595879743706000&amp;source=images&amp;cd=vfe&amp;ved=0CAIQjRxqFwoTCKja3bzZ6-oCFQAAAAAdAAAAABAP</a:t>
            </a: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>
                <a:latin typeface="Casper"/>
                <a:hlinkClick r:id="rId4"/>
              </a:rPr>
              <a:t>https://</a:t>
            </a:r>
            <a:r>
              <a:rPr lang="en-US" sz="1600" dirty="0" smtClean="0">
                <a:latin typeface="Casper"/>
                <a:hlinkClick r:id="rId4"/>
              </a:rPr>
              <a:t>www.google.com/url?sa=i&amp;url=https%3A%2F%2Ftechyelf.blogspot.com%2F2017%2F09%2Fvhdl-code-for-full-adder-using-half.html&amp;psig=AOvVaw2hfmDDKfQ5KlYO-MCeAhTk&amp;ust=1595880483842000&amp;source=images&amp;cd=vfe&amp;ved=0CAIQjRxqFwoTCNi1lKTc6-oCFQAAAAAdAAAAABAa</a:t>
            </a:r>
            <a:endParaRPr lang="en-US" sz="1600" dirty="0" smtClean="0">
              <a:latin typeface="Casper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  <a:hlinkClick r:id="rId5"/>
              </a:rPr>
              <a:t>https</a:t>
            </a:r>
            <a:r>
              <a:rPr lang="en-US" sz="1600" dirty="0">
                <a:latin typeface="Casper"/>
                <a:hlinkClick r:id="rId5"/>
              </a:rPr>
              <a:t>://</a:t>
            </a:r>
            <a:r>
              <a:rPr lang="en-US" sz="1600" dirty="0" smtClean="0">
                <a:latin typeface="Casper"/>
                <a:hlinkClick r:id="rId5"/>
              </a:rPr>
              <a:t>www.google.com/url?sa=i&amp;url=https%3A%2F%2Fwww.wired.com%2Fstory%2Fyou-can-power-a-calculator-with-some-leds%2F&amp;psig=AOvVaw04qq4sVg6HobtSKaimt6_4&amp;ust=1595881474357000&amp;source=images&amp;cd=vfe&amp;ved=0CAIQjRxqFwoTCNDS9f7f6-oCFQAAAAAdAAAAABAc</a:t>
            </a:r>
            <a:endParaRPr lang="en-US" sz="1600" dirty="0" smtClean="0">
              <a:latin typeface="Casper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Mano,Morris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, Digital Design, Prentice Hall of India.</a:t>
            </a:r>
            <a:endParaRPr lang="en-US" sz="1600" dirty="0" smtClean="0">
              <a:latin typeface="Casper"/>
              <a:cs typeface="Times New Roman" pitchFamily="18" charset="0"/>
            </a:endParaRPr>
          </a:p>
          <a:p>
            <a:pPr marL="342900" indent="-342900" defTabSz="820487">
              <a:lnSpc>
                <a:spcPct val="150000"/>
              </a:lnSpc>
              <a:buFont typeface="+mj-lt"/>
              <a:buAutoNum type="arabicPeriod"/>
            </a:pP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Fletcher,  An </a:t>
            </a:r>
            <a:r>
              <a:rPr lang="en-US" sz="1600" dirty="0" err="1" smtClean="0">
                <a:latin typeface="Casper"/>
                <a:ea typeface="Calibri" pitchFamily="34" charset="0"/>
                <a:cs typeface="Times New Roman" pitchFamily="18" charset="0"/>
              </a:rPr>
              <a:t>Engg</a:t>
            </a:r>
            <a:r>
              <a:rPr lang="en-US" sz="1600" dirty="0" smtClean="0">
                <a:latin typeface="Casper"/>
                <a:ea typeface="Calibri" pitchFamily="34" charset="0"/>
                <a:cs typeface="Times New Roman" pitchFamily="18" charset="0"/>
              </a:rPr>
              <a:t>. Approach to digital design, Prentice Hall of India.</a:t>
            </a:r>
          </a:p>
        </p:txBody>
      </p:sp>
    </p:spTree>
    <p:extLst>
      <p:ext uri="{BB962C8B-B14F-4D97-AF65-F5344CB8AC3E}">
        <p14:creationId xmlns:p14="http://schemas.microsoft.com/office/powerpoint/2010/main" val="33619184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2C813A83-4CF3-4942-8C24-169E11C40466}"/>
              </a:ext>
            </a:extLst>
          </p:cNvPr>
          <p:cNvSpPr/>
          <p:nvPr/>
        </p:nvSpPr>
        <p:spPr>
          <a:xfrm>
            <a:off x="0" y="0"/>
            <a:ext cx="12192000" cy="4686918"/>
          </a:xfrm>
          <a:prstGeom prst="rect">
            <a:avLst/>
          </a:prstGeom>
          <a:solidFill>
            <a:schemeClr val="accent6">
              <a:lumMod val="50000"/>
              <a:alpha val="60000"/>
            </a:schemeClr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 Light"/>
              </a:rPr>
              <a:t> </a:t>
            </a:r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8C6F3F28-25A8-4E20-83C7-12F88E7C28D0}"/>
              </a:ext>
            </a:extLst>
          </p:cNvPr>
          <p:cNvCxnSpPr>
            <a:cxnSpLocks/>
          </p:cNvCxnSpPr>
          <p:nvPr/>
        </p:nvCxnSpPr>
        <p:spPr>
          <a:xfrm>
            <a:off x="9347200" y="0"/>
            <a:ext cx="1828800" cy="1828800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8E1879BF-80CB-413D-9BC1-C05963A116D7}"/>
              </a:ext>
            </a:extLst>
          </p:cNvPr>
          <p:cNvCxnSpPr>
            <a:cxnSpLocks/>
          </p:cNvCxnSpPr>
          <p:nvPr/>
        </p:nvCxnSpPr>
        <p:spPr>
          <a:xfrm>
            <a:off x="10169128" y="0"/>
            <a:ext cx="663972" cy="663972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ED354CBC-26FA-4C5C-B91C-AD6F2AE53BC2}"/>
              </a:ext>
            </a:extLst>
          </p:cNvPr>
          <p:cNvCxnSpPr>
            <a:cxnSpLocks/>
          </p:cNvCxnSpPr>
          <p:nvPr/>
        </p:nvCxnSpPr>
        <p:spPr>
          <a:xfrm>
            <a:off x="733426" y="6294597"/>
            <a:ext cx="558345" cy="558345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B6F6E02B-7F30-40ED-9667-2C98864546BE}"/>
              </a:ext>
            </a:extLst>
          </p:cNvPr>
          <p:cNvCxnSpPr>
            <a:cxnSpLocks/>
          </p:cNvCxnSpPr>
          <p:nvPr/>
        </p:nvCxnSpPr>
        <p:spPr>
          <a:xfrm>
            <a:off x="390526" y="5129689"/>
            <a:ext cx="1728311" cy="1728311"/>
          </a:xfrm>
          <a:prstGeom prst="line">
            <a:avLst/>
          </a:prstGeom>
          <a:ln>
            <a:solidFill>
              <a:schemeClr val="accent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itle 1"/>
          <p:cNvSpPr txBox="1">
            <a:spLocks/>
          </p:cNvSpPr>
          <p:nvPr/>
        </p:nvSpPr>
        <p:spPr>
          <a:xfrm>
            <a:off x="1485902" y="2249080"/>
            <a:ext cx="10725148" cy="1231106"/>
          </a:xfrm>
          <a:prstGeom prst="rect">
            <a:avLst/>
          </a:prstGeom>
        </p:spPr>
        <p:txBody>
          <a:bodyPr wrap="square" lIns="0" tIns="0" rIns="0" bIns="0" anchor="ctr">
            <a:sp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80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sper" panose="02000506000000020004" pitchFamily="2" charset="0"/>
                <a:ea typeface="Segoe UI" panose="020B0502040204020203" pitchFamily="34" charset="0"/>
                <a:cs typeface="Segoe UI" panose="020B0502040204020203" pitchFamily="34" charset="0"/>
              </a:rPr>
              <a:t>THANK YOU</a:t>
            </a:r>
          </a:p>
        </p:txBody>
      </p:sp>
      <p:sp>
        <p:nvSpPr>
          <p:cNvPr id="22" name="Diamond 6">
            <a:extLst>
              <a:ext uri="{FF2B5EF4-FFF2-40B4-BE49-F238E27FC236}">
                <a16:creationId xmlns:a16="http://schemas.microsoft.com/office/drawing/2014/main" id="{AFBA4B1A-59E0-42F9-8062-FE9B4E00A99F}"/>
              </a:ext>
            </a:extLst>
          </p:cNvPr>
          <p:cNvSpPr/>
          <p:nvPr/>
        </p:nvSpPr>
        <p:spPr>
          <a:xfrm>
            <a:off x="2641599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chemeClr val="bg1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sp>
        <p:nvSpPr>
          <p:cNvPr id="23" name="Diamond 6">
            <a:extLst>
              <a:ext uri="{FF2B5EF4-FFF2-40B4-BE49-F238E27FC236}">
                <a16:creationId xmlns:a16="http://schemas.microsoft.com/office/drawing/2014/main" id="{4F0CA98B-3337-4AC3-8305-ED6C9C731FFB}"/>
              </a:ext>
            </a:extLst>
          </p:cNvPr>
          <p:cNvSpPr/>
          <p:nvPr/>
        </p:nvSpPr>
        <p:spPr>
          <a:xfrm>
            <a:off x="2898774" y="1214279"/>
            <a:ext cx="2430463" cy="3225800"/>
          </a:xfrm>
          <a:custGeom>
            <a:avLst/>
            <a:gdLst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3225800 w 3225800"/>
              <a:gd name="connsiteY2" fmla="*/ 1612900 h 3225800"/>
              <a:gd name="connsiteX3" fmla="*/ 1612900 w 3225800"/>
              <a:gd name="connsiteY3" fmla="*/ 3225800 h 3225800"/>
              <a:gd name="connsiteX4" fmla="*/ 0 w 3225800"/>
              <a:gd name="connsiteY4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1612900 w 3225800"/>
              <a:gd name="connsiteY4" fmla="*/ 3225800 h 3225800"/>
              <a:gd name="connsiteX5" fmla="*/ 0 w 3225800"/>
              <a:gd name="connsiteY5" fmla="*/ 1612900 h 3225800"/>
              <a:gd name="connsiteX0" fmla="*/ 0 w 3225800"/>
              <a:gd name="connsiteY0" fmla="*/ 1612900 h 3225800"/>
              <a:gd name="connsiteX1" fmla="*/ 1612900 w 3225800"/>
              <a:gd name="connsiteY1" fmla="*/ 0 h 3225800"/>
              <a:gd name="connsiteX2" fmla="*/ 2430463 w 3225800"/>
              <a:gd name="connsiteY2" fmla="*/ 817563 h 3225800"/>
              <a:gd name="connsiteX3" fmla="*/ 3225800 w 3225800"/>
              <a:gd name="connsiteY3" fmla="*/ 1612900 h 3225800"/>
              <a:gd name="connsiteX4" fmla="*/ 2430463 w 3225800"/>
              <a:gd name="connsiteY4" fmla="*/ 2413000 h 3225800"/>
              <a:gd name="connsiteX5" fmla="*/ 1612900 w 3225800"/>
              <a:gd name="connsiteY5" fmla="*/ 3225800 h 3225800"/>
              <a:gd name="connsiteX6" fmla="*/ 0 w 3225800"/>
              <a:gd name="connsiteY6" fmla="*/ 1612900 h 3225800"/>
              <a:gd name="connsiteX0" fmla="*/ 3225800 w 3317240"/>
              <a:gd name="connsiteY0" fmla="*/ 1612900 h 3225800"/>
              <a:gd name="connsiteX1" fmla="*/ 2430463 w 3317240"/>
              <a:gd name="connsiteY1" fmla="*/ 2413000 h 3225800"/>
              <a:gd name="connsiteX2" fmla="*/ 1612900 w 3317240"/>
              <a:gd name="connsiteY2" fmla="*/ 3225800 h 3225800"/>
              <a:gd name="connsiteX3" fmla="*/ 0 w 3317240"/>
              <a:gd name="connsiteY3" fmla="*/ 1612900 h 3225800"/>
              <a:gd name="connsiteX4" fmla="*/ 1612900 w 3317240"/>
              <a:gd name="connsiteY4" fmla="*/ 0 h 3225800"/>
              <a:gd name="connsiteX5" fmla="*/ 2430463 w 3317240"/>
              <a:gd name="connsiteY5" fmla="*/ 817563 h 3225800"/>
              <a:gd name="connsiteX6" fmla="*/ 3317240 w 3317240"/>
              <a:gd name="connsiteY6" fmla="*/ 1704340 h 3225800"/>
              <a:gd name="connsiteX0" fmla="*/ 2430463 w 3317240"/>
              <a:gd name="connsiteY0" fmla="*/ 2413000 h 3225800"/>
              <a:gd name="connsiteX1" fmla="*/ 1612900 w 3317240"/>
              <a:gd name="connsiteY1" fmla="*/ 3225800 h 3225800"/>
              <a:gd name="connsiteX2" fmla="*/ 0 w 3317240"/>
              <a:gd name="connsiteY2" fmla="*/ 1612900 h 3225800"/>
              <a:gd name="connsiteX3" fmla="*/ 1612900 w 3317240"/>
              <a:gd name="connsiteY3" fmla="*/ 0 h 3225800"/>
              <a:gd name="connsiteX4" fmla="*/ 2430463 w 3317240"/>
              <a:gd name="connsiteY4" fmla="*/ 817563 h 3225800"/>
              <a:gd name="connsiteX5" fmla="*/ 3317240 w 3317240"/>
              <a:gd name="connsiteY5" fmla="*/ 1704340 h 3225800"/>
              <a:gd name="connsiteX0" fmla="*/ 2430463 w 2430463"/>
              <a:gd name="connsiteY0" fmla="*/ 2413000 h 3225800"/>
              <a:gd name="connsiteX1" fmla="*/ 1612900 w 2430463"/>
              <a:gd name="connsiteY1" fmla="*/ 3225800 h 3225800"/>
              <a:gd name="connsiteX2" fmla="*/ 0 w 2430463"/>
              <a:gd name="connsiteY2" fmla="*/ 1612900 h 3225800"/>
              <a:gd name="connsiteX3" fmla="*/ 1612900 w 2430463"/>
              <a:gd name="connsiteY3" fmla="*/ 0 h 3225800"/>
              <a:gd name="connsiteX4" fmla="*/ 2430463 w 2430463"/>
              <a:gd name="connsiteY4" fmla="*/ 817563 h 32258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30463" h="3225800">
                <a:moveTo>
                  <a:pt x="2430463" y="2413000"/>
                </a:moveTo>
                <a:lnTo>
                  <a:pt x="1612900" y="3225800"/>
                </a:lnTo>
                <a:lnTo>
                  <a:pt x="0" y="1612900"/>
                </a:lnTo>
                <a:lnTo>
                  <a:pt x="1612900" y="0"/>
                </a:lnTo>
                <a:lnTo>
                  <a:pt x="2430463" y="817563"/>
                </a:lnTo>
              </a:path>
            </a:pathLst>
          </a:custGeom>
          <a:noFill/>
          <a:ln w="38100" cap="flat" cmpd="sng" algn="ctr">
            <a:solidFill>
              <a:sysClr val="window" lastClr="FFFFFF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 Light"/>
            </a:endParaRPr>
          </a:p>
        </p:txBody>
      </p:sp>
      <p:grpSp>
        <p:nvGrpSpPr>
          <p:cNvPr id="29" name="Group 28"/>
          <p:cNvGrpSpPr/>
          <p:nvPr/>
        </p:nvGrpSpPr>
        <p:grpSpPr>
          <a:xfrm>
            <a:off x="237520" y="152400"/>
            <a:ext cx="410563" cy="1612900"/>
            <a:chOff x="83821" y="0"/>
            <a:chExt cx="219636" cy="903079"/>
          </a:xfrm>
        </p:grpSpPr>
        <p:sp>
          <p:nvSpPr>
            <p:cNvPr id="30" name="Rectangle 29"/>
            <p:cNvSpPr/>
            <p:nvPr/>
          </p:nvSpPr>
          <p:spPr>
            <a:xfrm>
              <a:off x="84026" y="0"/>
              <a:ext cx="219431" cy="210952"/>
            </a:xfrm>
            <a:prstGeom prst="rect">
              <a:avLst/>
            </a:prstGeom>
            <a:solidFill>
              <a:srgbClr val="C00000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84262" y="408599"/>
              <a:ext cx="219194" cy="494480"/>
            </a:xfrm>
            <a:prstGeom prst="rect">
              <a:avLst/>
            </a:prstGeom>
            <a:solidFill>
              <a:schemeClr val="tx1">
                <a:lumMod val="95000"/>
                <a:lumOff val="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32" name="Rectangle 31"/>
            <p:cNvSpPr/>
            <p:nvPr/>
          </p:nvSpPr>
          <p:spPr>
            <a:xfrm>
              <a:off x="83821" y="210952"/>
              <a:ext cx="217937" cy="22098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aphicFrame>
          <p:nvGraphicFramePr>
            <p:cNvPr id="33" name="Object 32">
              <a:extLst>
                <a:ext uri="{FF2B5EF4-FFF2-40B4-BE49-F238E27FC236}">
                  <a16:creationId xmlns:a16="http://schemas.microsoft.com/office/drawing/2014/main" id="{CAD0D7B8-E462-453C-B296-CA0154FA54AE}"/>
                </a:ext>
              </a:extLst>
            </p:cNvPr>
            <p:cNvGraphicFramePr>
              <a:graphicFrameLocks noChangeAspect="1"/>
            </p:cNvGraphicFramePr>
            <p:nvPr>
              <p:extLst>
                <p:ext uri="{D42A27DB-BD31-4B8C-83A1-F6EECF244321}">
                  <p14:modId xmlns:p14="http://schemas.microsoft.com/office/powerpoint/2010/main" val="4059142145"/>
                </p:ext>
              </p:extLst>
            </p:nvPr>
          </p:nvGraphicFramePr>
          <p:xfrm>
            <a:off x="100420" y="236973"/>
            <a:ext cx="183878" cy="183422"/>
          </p:xfrm>
          <a:graphic>
            <a:graphicData uri="http://schemas.openxmlformats.org/presentationml/2006/ole">
              <mc:AlternateContent xmlns:mc="http://schemas.openxmlformats.org/markup-compatibility/2006">
                <mc:Choice xmlns:v="urn:schemas-microsoft-com:vml" Requires="v">
                  <p:oleObj spid="_x0000_s9257" name="CorelDRAW" r:id="rId3" imgW="2169000" imgH="2169360" progId="">
                    <p:embed/>
                  </p:oleObj>
                </mc:Choice>
                <mc:Fallback>
                  <p:oleObj name="CorelDRAW" r:id="rId3" imgW="2169000" imgH="2169360" progId="">
                    <p:embed/>
                    <p:pic>
                      <p:nvPicPr>
                        <p:cNvPr id="0" name="Picture 31"/>
                        <p:cNvPicPr>
                          <a:picLocks noChangeAspect="1" noChangeArrowheads="1"/>
                        </p:cNvPicPr>
                        <p:nvPr/>
                      </p:nvPicPr>
                      <p:blipFill>
                        <a:blip r:embed="rId4">
                          <a:extLst>
                            <a:ext uri="{28A0092B-C50C-407E-A947-70E740481C1C}">
                              <a14:useLocalDpi xmlns:a14="http://schemas.microsoft.com/office/drawing/2010/main" val="0"/>
                            </a:ext>
                          </a:extLst>
                        </a:blip>
                        <a:srcRect/>
                        <a:stretch>
                          <a:fillRect/>
                        </a:stretch>
                      </p:blipFill>
                      <p:spPr bwMode="auto">
                        <a:xfrm>
                          <a:off x="100420" y="236973"/>
                          <a:ext cx="183878" cy="183422"/>
                        </a:xfrm>
                        <a:prstGeom prst="rect">
                          <a:avLst/>
                        </a:prstGeom>
                        <a:noFill/>
                        <a:extLst>
                          <a:ext uri="{909E8E84-426E-40DD-AFC4-6F175D3DCCD1}">
                            <a14:hiddenFill xmlns:a14="http://schemas.microsoft.com/office/drawing/2010/main">
                              <a:solidFill>
                                <a:srgbClr val="FFFFFF"/>
                              </a:solidFill>
                            </a14:hiddenFill>
                          </a:ext>
                        </a:extLst>
                      </p:spPr>
                    </p:pic>
                  </p:oleObj>
                </mc:Fallback>
              </mc:AlternateContent>
            </a:graphicData>
          </a:graphic>
        </p:graphicFrame>
      </p:grpSp>
    </p:spTree>
    <p:extLst>
      <p:ext uri="{BB962C8B-B14F-4D97-AF65-F5344CB8AC3E}">
        <p14:creationId xmlns:p14="http://schemas.microsoft.com/office/powerpoint/2010/main" val="26565012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1_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ontents Slide Master">
  <a:themeElements>
    <a:clrScheme name="ALLPPT-COLOR-A33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EF4A4A"/>
      </a:accent1>
      <a:accent2>
        <a:srgbClr val="262626"/>
      </a:accent2>
      <a:accent3>
        <a:srgbClr val="EF4A4A"/>
      </a:accent3>
      <a:accent4>
        <a:srgbClr val="262626"/>
      </a:accent4>
      <a:accent5>
        <a:srgbClr val="EF4A4A"/>
      </a:accent5>
      <a:accent6>
        <a:srgbClr val="262626"/>
      </a:accent6>
      <a:hlink>
        <a:srgbClr val="0000FF"/>
      </a:hlink>
      <a:folHlink>
        <a:srgbClr val="800080"/>
      </a:folHlink>
    </a:clrScheme>
    <a:fontScheme name="ALLPPT FONT">
      <a:majorFont>
        <a:latin typeface="Arial"/>
        <a:ea typeface="Arial Unicode MS"/>
        <a:cs typeface=""/>
      </a:majorFont>
      <a:minorFont>
        <a:latin typeface="Arial"/>
        <a:ea typeface="Arial Unicode MS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ln>
          <a:noFill/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smaple</Template>
  <TotalTime>1320</TotalTime>
  <Words>552</Words>
  <Application>Microsoft Office PowerPoint</Application>
  <PresentationFormat>Widescreen</PresentationFormat>
  <Paragraphs>179</Paragraphs>
  <Slides>15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15</vt:i4>
      </vt:variant>
      <vt:variant>
        <vt:lpstr>Theme</vt:lpstr>
      </vt:variant>
      <vt:variant>
        <vt:i4>2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33" baseType="lpstr">
      <vt:lpstr>Arial</vt:lpstr>
      <vt:lpstr>Arial Black</vt:lpstr>
      <vt:lpstr>Arial Unicode MS</vt:lpstr>
      <vt:lpstr>Calibri</vt:lpstr>
      <vt:lpstr>Calibri Light</vt:lpstr>
      <vt:lpstr>Casper</vt:lpstr>
      <vt:lpstr>Casper Bold</vt:lpstr>
      <vt:lpstr>Karla</vt:lpstr>
      <vt:lpstr>King</vt:lpstr>
      <vt:lpstr>新細明體</vt:lpstr>
      <vt:lpstr>Raavi</vt:lpstr>
      <vt:lpstr>Raleway ExtraBold</vt:lpstr>
      <vt:lpstr>Segoe UI</vt:lpstr>
      <vt:lpstr>Times New Roman</vt:lpstr>
      <vt:lpstr>Wingdings</vt:lpstr>
      <vt:lpstr>1_Office Theme</vt:lpstr>
      <vt:lpstr>Contents Slide Master</vt:lpstr>
      <vt:lpstr>CorelDRAW</vt:lpstr>
      <vt:lpstr>PowerPoint Presentation</vt:lpstr>
      <vt:lpstr>Course Outcome  </vt:lpstr>
      <vt:lpstr>TYPES OF ADDERS</vt:lpstr>
      <vt:lpstr>HALF  ADDER</vt:lpstr>
      <vt:lpstr>HALF  ADDER</vt:lpstr>
      <vt:lpstr>HALF  ADDER</vt:lpstr>
      <vt:lpstr>FULL  ADDER</vt:lpstr>
      <vt:lpstr>FULL  ADDER</vt:lpstr>
      <vt:lpstr>FULL  ADDER</vt:lpstr>
      <vt:lpstr>FULL  ADDER</vt:lpstr>
      <vt:lpstr>FULL  ADDER</vt:lpstr>
      <vt:lpstr>Assessment Pattern</vt:lpstr>
      <vt:lpstr>APPLICATIONS</vt:lpstr>
      <vt:lpstr>REFERENCES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Branding</dc:creator>
  <cp:lastModifiedBy>INDIAN</cp:lastModifiedBy>
  <cp:revision>153</cp:revision>
  <dcterms:created xsi:type="dcterms:W3CDTF">2019-01-09T10:33:58Z</dcterms:created>
  <dcterms:modified xsi:type="dcterms:W3CDTF">2023-06-19T05:10:55Z</dcterms:modified>
</cp:coreProperties>
</file>