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8"/>
  </p:notesMasterIdLst>
  <p:handoutMasterIdLst>
    <p:handoutMasterId r:id="rId19"/>
  </p:handoutMasterIdLst>
  <p:sldIdLst>
    <p:sldId id="297" r:id="rId3"/>
    <p:sldId id="298" r:id="rId4"/>
    <p:sldId id="299" r:id="rId5"/>
    <p:sldId id="300" r:id="rId6"/>
    <p:sldId id="307" r:id="rId7"/>
    <p:sldId id="281" r:id="rId8"/>
    <p:sldId id="280" r:id="rId9"/>
    <p:sldId id="308" r:id="rId10"/>
    <p:sldId id="294" r:id="rId11"/>
    <p:sldId id="295" r:id="rId12"/>
    <p:sldId id="296" r:id="rId13"/>
    <p:sldId id="305" r:id="rId14"/>
    <p:sldId id="302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44" autoAdjust="0"/>
    <p:restoredTop sz="94660"/>
  </p:normalViewPr>
  <p:slideViewPr>
    <p:cSldViewPr snapToGrid="0">
      <p:cViewPr varScale="1">
        <p:scale>
          <a:sx n="66" d="100"/>
          <a:sy n="66" d="100"/>
        </p:scale>
        <p:origin x="9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tike vashisht" userId="7be7df2e172983c4" providerId="LiveId" clId="{C3059DF8-FD4E-4477-811F-7D7FCA146E7C}"/>
    <pc:docChg chg="undo custSel addSld delSld modSld sldOrd">
      <pc:chgData name="Kartike vashisht" userId="7be7df2e172983c4" providerId="LiveId" clId="{C3059DF8-FD4E-4477-811F-7D7FCA146E7C}" dt="2020-06-17T09:57:23.692" v="977" actId="478"/>
      <pc:docMkLst>
        <pc:docMk/>
      </pc:docMkLst>
      <pc:sldChg chg="addSp delSp modSp add del mod">
        <pc:chgData name="Kartike vashisht" userId="7be7df2e172983c4" providerId="LiveId" clId="{C3059DF8-FD4E-4477-811F-7D7FCA146E7C}" dt="2020-06-17T09:26:32.640" v="686" actId="20577"/>
        <pc:sldMkLst>
          <pc:docMk/>
          <pc:sldMk cId="4018097345" sldId="265"/>
        </pc:sldMkLst>
        <pc:graphicFrameChg chg="modGraphic">
          <ac:chgData name="Kartike vashisht" userId="7be7df2e172983c4" providerId="LiveId" clId="{C3059DF8-FD4E-4477-811F-7D7FCA146E7C}" dt="2020-06-17T09:26:32.640" v="686" actId="20577"/>
          <ac:graphicFrameMkLst>
            <pc:docMk/>
            <pc:sldMk cId="4018097345" sldId="265"/>
            <ac:graphicFrameMk id="6" creationId="{00000000-0000-0000-0000-000000000000}"/>
          </ac:graphicFrameMkLst>
        </pc:graphicFrameChg>
        <pc:picChg chg="add del mod">
          <ac:chgData name="Kartike vashisht" userId="7be7df2e172983c4" providerId="LiveId" clId="{C3059DF8-FD4E-4477-811F-7D7FCA146E7C}" dt="2020-06-17T09:20:42.225" v="562" actId="478"/>
          <ac:picMkLst>
            <pc:docMk/>
            <pc:sldMk cId="4018097345" sldId="265"/>
            <ac:picMk id="4" creationId="{61A49EA0-E6DA-4B24-8C08-EB74803BAFA6}"/>
          </ac:picMkLst>
        </pc:picChg>
        <pc:picChg chg="add mod">
          <ac:chgData name="Kartike vashisht" userId="7be7df2e172983c4" providerId="LiveId" clId="{C3059DF8-FD4E-4477-811F-7D7FCA146E7C}" dt="2020-06-17T09:21:04.498" v="572" actId="14100"/>
          <ac:picMkLst>
            <pc:docMk/>
            <pc:sldMk cId="4018097345" sldId="265"/>
            <ac:picMk id="4098" creationId="{8FE9C557-9DA8-455F-93A2-C663274E45E9}"/>
          </ac:picMkLst>
        </pc:picChg>
      </pc:sldChg>
      <pc:sldChg chg="delSp modSp mod">
        <pc:chgData name="Kartike vashisht" userId="7be7df2e172983c4" providerId="LiveId" clId="{C3059DF8-FD4E-4477-811F-7D7FCA146E7C}" dt="2020-06-17T09:57:23.692" v="977" actId="478"/>
        <pc:sldMkLst>
          <pc:docMk/>
          <pc:sldMk cId="456502190" sldId="277"/>
        </pc:sldMkLst>
        <pc:spChg chg="del mod">
          <ac:chgData name="Kartike vashisht" userId="7be7df2e172983c4" providerId="LiveId" clId="{C3059DF8-FD4E-4477-811F-7D7FCA146E7C}" dt="2020-06-17T09:57:23.692" v="977" actId="478"/>
          <ac:spMkLst>
            <pc:docMk/>
            <pc:sldMk cId="456502190" sldId="277"/>
            <ac:spMk id="2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7T09:56:55.132" v="933" actId="20577"/>
          <ac:spMkLst>
            <pc:docMk/>
            <pc:sldMk cId="456502190" sldId="277"/>
            <ac:spMk id="26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7T09:57:18.501" v="975" actId="1076"/>
          <ac:spMkLst>
            <pc:docMk/>
            <pc:sldMk cId="456502190" sldId="277"/>
            <ac:spMk id="53" creationId="{00000000-0000-0000-0000-000000000000}"/>
          </ac:spMkLst>
        </pc:spChg>
      </pc:sldChg>
      <pc:sldChg chg="addSp delSp modSp mod">
        <pc:chgData name="Kartike vashisht" userId="7be7df2e172983c4" providerId="LiveId" clId="{C3059DF8-FD4E-4477-811F-7D7FCA146E7C}" dt="2020-06-17T09:26:06.763" v="665" actId="1076"/>
        <pc:sldMkLst>
          <pc:docMk/>
          <pc:sldMk cId="823702376" sldId="280"/>
        </pc:sldMkLst>
        <pc:spChg chg="mod">
          <ac:chgData name="Kartike vashisht" userId="7be7df2e172983c4" providerId="LiveId" clId="{C3059DF8-FD4E-4477-811F-7D7FCA146E7C}" dt="2020-06-17T09:14:42.243" v="481" actId="20577"/>
          <ac:spMkLst>
            <pc:docMk/>
            <pc:sldMk cId="823702376" sldId="280"/>
            <ac:spMk id="2" creationId="{00000000-0000-0000-0000-000000000000}"/>
          </ac:spMkLst>
        </pc:spChg>
        <pc:spChg chg="del mod">
          <ac:chgData name="Kartike vashisht" userId="7be7df2e172983c4" providerId="LiveId" clId="{C3059DF8-FD4E-4477-811F-7D7FCA146E7C}" dt="2020-06-17T09:24:14.959" v="630"/>
          <ac:spMkLst>
            <pc:docMk/>
            <pc:sldMk cId="823702376" sldId="280"/>
            <ac:spMk id="3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7T09:25:58.802" v="663" actId="478"/>
          <ac:spMkLst>
            <pc:docMk/>
            <pc:sldMk cId="823702376" sldId="280"/>
            <ac:spMk id="5" creationId="{00000000-0000-0000-0000-000000000000}"/>
          </ac:spMkLst>
        </pc:spChg>
        <pc:spChg chg="add mod">
          <ac:chgData name="Kartike vashisht" userId="7be7df2e172983c4" providerId="LiveId" clId="{C3059DF8-FD4E-4477-811F-7D7FCA146E7C}" dt="2020-06-17T09:23:30.617" v="629" actId="1076"/>
          <ac:spMkLst>
            <pc:docMk/>
            <pc:sldMk cId="823702376" sldId="280"/>
            <ac:spMk id="7" creationId="{FE9CC95E-0F4B-408D-9CC8-91784A031D0A}"/>
          </ac:spMkLst>
        </pc:spChg>
        <pc:spChg chg="add del mod">
          <ac:chgData name="Kartike vashisht" userId="7be7df2e172983c4" providerId="LiveId" clId="{C3059DF8-FD4E-4477-811F-7D7FCA146E7C}" dt="2020-06-17T09:25:08.268" v="640" actId="478"/>
          <ac:spMkLst>
            <pc:docMk/>
            <pc:sldMk cId="823702376" sldId="280"/>
            <ac:spMk id="11" creationId="{E5D835AF-1E0F-4892-BFDD-B8564C6D4153}"/>
          </ac:spMkLst>
        </pc:spChg>
        <pc:spChg chg="add del mod">
          <ac:chgData name="Kartike vashisht" userId="7be7df2e172983c4" providerId="LiveId" clId="{C3059DF8-FD4E-4477-811F-7D7FCA146E7C}" dt="2020-06-17T09:25:17.351" v="645" actId="478"/>
          <ac:spMkLst>
            <pc:docMk/>
            <pc:sldMk cId="823702376" sldId="280"/>
            <ac:spMk id="15" creationId="{2DA86A02-F937-4EFD-9120-59C8EA6C7FD8}"/>
          </ac:spMkLst>
        </pc:spChg>
        <pc:spChg chg="add del">
          <ac:chgData name="Kartike vashisht" userId="7be7df2e172983c4" providerId="LiveId" clId="{C3059DF8-FD4E-4477-811F-7D7FCA146E7C}" dt="2020-06-17T09:25:16.785" v="644"/>
          <ac:spMkLst>
            <pc:docMk/>
            <pc:sldMk cId="823702376" sldId="280"/>
            <ac:spMk id="16" creationId="{5D856DAC-3FDF-4085-800A-68D61D9CB032}"/>
          </ac:spMkLst>
        </pc:spChg>
        <pc:spChg chg="add del mod">
          <ac:chgData name="Kartike vashisht" userId="7be7df2e172983c4" providerId="LiveId" clId="{C3059DF8-FD4E-4477-811F-7D7FCA146E7C}" dt="2020-06-17T09:25:57.298" v="662" actId="478"/>
          <ac:spMkLst>
            <pc:docMk/>
            <pc:sldMk cId="823702376" sldId="280"/>
            <ac:spMk id="18" creationId="{A8291DBB-8660-4969-A9C7-3D7BF6E148F4}"/>
          </ac:spMkLst>
        </pc:spChg>
        <pc:picChg chg="add del mod">
          <ac:chgData name="Kartike vashisht" userId="7be7df2e172983c4" providerId="LiveId" clId="{C3059DF8-FD4E-4477-811F-7D7FCA146E7C}" dt="2020-06-17T09:25:20.620" v="647" actId="478"/>
          <ac:picMkLst>
            <pc:docMk/>
            <pc:sldMk cId="823702376" sldId="280"/>
            <ac:picMk id="8" creationId="{D412595D-B9ED-487A-AADA-048106F31CC2}"/>
          </ac:picMkLst>
        </pc:picChg>
        <pc:picChg chg="add del">
          <ac:chgData name="Kartike vashisht" userId="7be7df2e172983c4" providerId="LiveId" clId="{C3059DF8-FD4E-4477-811F-7D7FCA146E7C}" dt="2020-06-17T09:25:08.689" v="641"/>
          <ac:picMkLst>
            <pc:docMk/>
            <pc:sldMk cId="823702376" sldId="280"/>
            <ac:picMk id="9" creationId="{8DECD678-C183-4A77-8569-BFA38637BA88}"/>
          </ac:picMkLst>
        </pc:picChg>
        <pc:picChg chg="add mod">
          <ac:chgData name="Kartike vashisht" userId="7be7df2e172983c4" providerId="LiveId" clId="{C3059DF8-FD4E-4477-811F-7D7FCA146E7C}" dt="2020-06-17T09:26:06.763" v="665" actId="1076"/>
          <ac:picMkLst>
            <pc:docMk/>
            <pc:sldMk cId="823702376" sldId="280"/>
            <ac:picMk id="5124" creationId="{C86461D8-CFC2-4B81-BF96-494C9D67B5D3}"/>
          </ac:picMkLst>
        </pc:picChg>
      </pc:sldChg>
      <pc:sldChg chg="del">
        <pc:chgData name="Kartike vashisht" userId="7be7df2e172983c4" providerId="LiveId" clId="{C3059DF8-FD4E-4477-811F-7D7FCA146E7C}" dt="2020-06-16T11:58:27.005" v="240" actId="2696"/>
        <pc:sldMkLst>
          <pc:docMk/>
          <pc:sldMk cId="404884544" sldId="282"/>
        </pc:sldMkLst>
      </pc:sldChg>
      <pc:sldChg chg="del">
        <pc:chgData name="Kartike vashisht" userId="7be7df2e172983c4" providerId="LiveId" clId="{C3059DF8-FD4E-4477-811F-7D7FCA146E7C}" dt="2020-06-16T12:13:31.409" v="473" actId="2696"/>
        <pc:sldMkLst>
          <pc:docMk/>
          <pc:sldMk cId="1495971165" sldId="283"/>
        </pc:sldMkLst>
      </pc:sldChg>
      <pc:sldChg chg="modSp mod">
        <pc:chgData name="Kartike vashisht" userId="7be7df2e172983c4" providerId="LiveId" clId="{C3059DF8-FD4E-4477-811F-7D7FCA146E7C}" dt="2020-06-17T09:56:19.746" v="894" actId="5793"/>
        <pc:sldMkLst>
          <pc:docMk/>
          <pc:sldMk cId="3361918424" sldId="284"/>
        </pc:sldMkLst>
        <pc:spChg chg="mod">
          <ac:chgData name="Kartike vashisht" userId="7be7df2e172983c4" providerId="LiveId" clId="{C3059DF8-FD4E-4477-811F-7D7FCA146E7C}" dt="2020-06-17T09:56:19.746" v="894" actId="5793"/>
          <ac:spMkLst>
            <pc:docMk/>
            <pc:sldMk cId="3361918424" sldId="284"/>
            <ac:spMk id="3" creationId="{00000000-0000-0000-0000-000000000000}"/>
          </ac:spMkLst>
        </pc:spChg>
      </pc:sldChg>
      <pc:sldChg chg="modSp add del mod">
        <pc:chgData name="Kartike vashisht" userId="7be7df2e172983c4" providerId="LiveId" clId="{C3059DF8-FD4E-4477-811F-7D7FCA146E7C}" dt="2020-06-17T08:21:25.043" v="474" actId="47"/>
        <pc:sldMkLst>
          <pc:docMk/>
          <pc:sldMk cId="1001244328" sldId="285"/>
        </pc:sldMkLst>
        <pc:spChg chg="mod">
          <ac:chgData name="Kartike vashisht" userId="7be7df2e172983c4" providerId="LiveId" clId="{C3059DF8-FD4E-4477-811F-7D7FCA146E7C}" dt="2020-06-16T08:41:07.094" v="4" actId="113"/>
          <ac:spMkLst>
            <pc:docMk/>
            <pc:sldMk cId="1001244328" sldId="285"/>
            <ac:spMk id="2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6T08:46:15.228" v="33" actId="14100"/>
          <ac:spMkLst>
            <pc:docMk/>
            <pc:sldMk cId="1001244328" sldId="285"/>
            <ac:spMk id="3" creationId="{00000000-0000-0000-0000-000000000000}"/>
          </ac:spMkLst>
        </pc:spChg>
      </pc:sldChg>
      <pc:sldChg chg="modSp add del mod">
        <pc:chgData name="Kartike vashisht" userId="7be7df2e172983c4" providerId="LiveId" clId="{C3059DF8-FD4E-4477-811F-7D7FCA146E7C}" dt="2020-06-17T08:21:25.043" v="474" actId="47"/>
        <pc:sldMkLst>
          <pc:docMk/>
          <pc:sldMk cId="3042013674" sldId="286"/>
        </pc:sldMkLst>
        <pc:spChg chg="mod">
          <ac:chgData name="Kartike vashisht" userId="7be7df2e172983c4" providerId="LiveId" clId="{C3059DF8-FD4E-4477-811F-7D7FCA146E7C}" dt="2020-06-16T09:02:09.640" v="39" actId="113"/>
          <ac:spMkLst>
            <pc:docMk/>
            <pc:sldMk cId="3042013674" sldId="286"/>
            <ac:spMk id="2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6T09:03:09.356" v="45" actId="20577"/>
          <ac:spMkLst>
            <pc:docMk/>
            <pc:sldMk cId="3042013674" sldId="286"/>
            <ac:spMk id="3" creationId="{00000000-0000-0000-0000-000000000000}"/>
          </ac:spMkLst>
        </pc:spChg>
      </pc:sldChg>
      <pc:sldChg chg="addSp delSp modSp add del mod">
        <pc:chgData name="Kartike vashisht" userId="7be7df2e172983c4" providerId="LiveId" clId="{C3059DF8-FD4E-4477-811F-7D7FCA146E7C}" dt="2020-06-17T08:21:25.043" v="474" actId="47"/>
        <pc:sldMkLst>
          <pc:docMk/>
          <pc:sldMk cId="3629987075" sldId="287"/>
        </pc:sldMkLst>
        <pc:spChg chg="mod">
          <ac:chgData name="Kartike vashisht" userId="7be7df2e172983c4" providerId="LiveId" clId="{C3059DF8-FD4E-4477-811F-7D7FCA146E7C}" dt="2020-06-16T09:04:39.419" v="50" actId="27636"/>
          <ac:spMkLst>
            <pc:docMk/>
            <pc:sldMk cId="3629987075" sldId="287"/>
            <ac:spMk id="2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6T09:05:48.579" v="75" actId="20577"/>
          <ac:spMkLst>
            <pc:docMk/>
            <pc:sldMk cId="3629987075" sldId="287"/>
            <ac:spMk id="3" creationId="{00000000-0000-0000-0000-000000000000}"/>
          </ac:spMkLst>
        </pc:spChg>
        <pc:picChg chg="add del mod">
          <ac:chgData name="Kartike vashisht" userId="7be7df2e172983c4" providerId="LiveId" clId="{C3059DF8-FD4E-4477-811F-7D7FCA146E7C}" dt="2020-06-16T09:34:54.493" v="85" actId="478"/>
          <ac:picMkLst>
            <pc:docMk/>
            <pc:sldMk cId="3629987075" sldId="287"/>
            <ac:picMk id="7" creationId="{E14393C9-3261-49C1-9824-367C3EE8C80A}"/>
          </ac:picMkLst>
        </pc:picChg>
        <pc:picChg chg="add mod">
          <ac:chgData name="Kartike vashisht" userId="7be7df2e172983c4" providerId="LiveId" clId="{C3059DF8-FD4E-4477-811F-7D7FCA146E7C}" dt="2020-06-16T09:36:37.795" v="90" actId="14100"/>
          <ac:picMkLst>
            <pc:docMk/>
            <pc:sldMk cId="3629987075" sldId="287"/>
            <ac:picMk id="9" creationId="{56BDD0C5-C9FF-44EB-8CC9-5E140B420B27}"/>
          </ac:picMkLst>
        </pc:picChg>
      </pc:sldChg>
      <pc:sldChg chg="add del">
        <pc:chgData name="Kartike vashisht" userId="7be7df2e172983c4" providerId="LiveId" clId="{C3059DF8-FD4E-4477-811F-7D7FCA146E7C}" dt="2020-06-17T08:21:25.043" v="474" actId="47"/>
        <pc:sldMkLst>
          <pc:docMk/>
          <pc:sldMk cId="1134523539" sldId="288"/>
        </pc:sldMkLst>
      </pc:sldChg>
      <pc:sldChg chg="addSp delSp modSp add del mod">
        <pc:chgData name="Kartike vashisht" userId="7be7df2e172983c4" providerId="LiveId" clId="{C3059DF8-FD4E-4477-811F-7D7FCA146E7C}" dt="2020-06-17T08:21:25.043" v="474" actId="47"/>
        <pc:sldMkLst>
          <pc:docMk/>
          <pc:sldMk cId="160919004" sldId="289"/>
        </pc:sldMkLst>
        <pc:spChg chg="mod">
          <ac:chgData name="Kartike vashisht" userId="7be7df2e172983c4" providerId="LiveId" clId="{C3059DF8-FD4E-4477-811F-7D7FCA146E7C}" dt="2020-06-16T09:46:30.159" v="162" actId="27636"/>
          <ac:spMkLst>
            <pc:docMk/>
            <pc:sldMk cId="160919004" sldId="289"/>
            <ac:spMk id="2" creationId="{00000000-0000-0000-0000-000000000000}"/>
          </ac:spMkLst>
        </pc:spChg>
        <pc:spChg chg="del mod">
          <ac:chgData name="Kartike vashisht" userId="7be7df2e172983c4" providerId="LiveId" clId="{C3059DF8-FD4E-4477-811F-7D7FCA146E7C}" dt="2020-06-16T09:40:39.411" v="104"/>
          <ac:spMkLst>
            <pc:docMk/>
            <pc:sldMk cId="160919004" sldId="289"/>
            <ac:spMk id="3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6T09:41:46.097" v="110" actId="478"/>
          <ac:spMkLst>
            <pc:docMk/>
            <pc:sldMk cId="160919004" sldId="289"/>
            <ac:spMk id="5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6T09:41:53.731" v="112" actId="478"/>
          <ac:spMkLst>
            <pc:docMk/>
            <pc:sldMk cId="160919004" sldId="289"/>
            <ac:spMk id="6" creationId="{00000000-0000-0000-0000-000000000000}"/>
          </ac:spMkLst>
        </pc:spChg>
        <pc:spChg chg="add del mod">
          <ac:chgData name="Kartike vashisht" userId="7be7df2e172983c4" providerId="LiveId" clId="{C3059DF8-FD4E-4477-811F-7D7FCA146E7C}" dt="2020-06-16T09:41:36.727" v="108"/>
          <ac:spMkLst>
            <pc:docMk/>
            <pc:sldMk cId="160919004" sldId="289"/>
            <ac:spMk id="9" creationId="{EFD82302-4FCE-4C9E-8CEE-C9E705142ADF}"/>
          </ac:spMkLst>
        </pc:spChg>
        <pc:picChg chg="add del mod">
          <ac:chgData name="Kartike vashisht" userId="7be7df2e172983c4" providerId="LiveId" clId="{C3059DF8-FD4E-4477-811F-7D7FCA146E7C}" dt="2020-06-16T09:40:45.822" v="107" actId="478"/>
          <ac:picMkLst>
            <pc:docMk/>
            <pc:sldMk cId="160919004" sldId="289"/>
            <ac:picMk id="7" creationId="{A256B9FC-9FC7-45B3-A0C0-C6E10293D5F9}"/>
          </ac:picMkLst>
        </pc:picChg>
        <pc:picChg chg="add mod">
          <ac:chgData name="Kartike vashisht" userId="7be7df2e172983c4" providerId="LiveId" clId="{C3059DF8-FD4E-4477-811F-7D7FCA146E7C}" dt="2020-06-16T09:42:27.625" v="160" actId="1076"/>
          <ac:picMkLst>
            <pc:docMk/>
            <pc:sldMk cId="160919004" sldId="289"/>
            <ac:picMk id="10" creationId="{D7B74AA9-F928-4F11-B5B6-0551D84AA76D}"/>
          </ac:picMkLst>
        </pc:picChg>
      </pc:sldChg>
      <pc:sldChg chg="addSp delSp modSp add del mod ord">
        <pc:chgData name="Kartike vashisht" userId="7be7df2e172983c4" providerId="LiveId" clId="{C3059DF8-FD4E-4477-811F-7D7FCA146E7C}" dt="2020-06-16T10:05:35.847" v="217" actId="2696"/>
        <pc:sldMkLst>
          <pc:docMk/>
          <pc:sldMk cId="2651772247" sldId="290"/>
        </pc:sldMkLst>
        <pc:spChg chg="del">
          <ac:chgData name="Kartike vashisht" userId="7be7df2e172983c4" providerId="LiveId" clId="{C3059DF8-FD4E-4477-811F-7D7FCA146E7C}" dt="2020-06-16T10:05:32.605" v="216" actId="478"/>
          <ac:spMkLst>
            <pc:docMk/>
            <pc:sldMk cId="2651772247" sldId="290"/>
            <ac:spMk id="2" creationId="{00000000-0000-0000-0000-000000000000}"/>
          </ac:spMkLst>
        </pc:spChg>
        <pc:spChg chg="del mod">
          <ac:chgData name="Kartike vashisht" userId="7be7df2e172983c4" providerId="LiveId" clId="{C3059DF8-FD4E-4477-811F-7D7FCA146E7C}" dt="2020-06-16T10:05:25.236" v="212" actId="478"/>
          <ac:spMkLst>
            <pc:docMk/>
            <pc:sldMk cId="2651772247" sldId="290"/>
            <ac:spMk id="4" creationId="{00000000-0000-0000-0000-000000000000}"/>
          </ac:spMkLst>
        </pc:spChg>
        <pc:spChg chg="add del mod">
          <ac:chgData name="Kartike vashisht" userId="7be7df2e172983c4" providerId="LiveId" clId="{C3059DF8-FD4E-4477-811F-7D7FCA146E7C}" dt="2020-06-16T10:05:23.738" v="211" actId="478"/>
          <ac:spMkLst>
            <pc:docMk/>
            <pc:sldMk cId="2651772247" sldId="290"/>
            <ac:spMk id="6" creationId="{72EEF970-AACB-453B-9FCC-1ACF7B6CF42E}"/>
          </ac:spMkLst>
        </pc:spChg>
        <pc:spChg chg="del mod">
          <ac:chgData name="Kartike vashisht" userId="7be7df2e172983c4" providerId="LiveId" clId="{C3059DF8-FD4E-4477-811F-7D7FCA146E7C}" dt="2020-06-16T10:05:21.331" v="210" actId="478"/>
          <ac:spMkLst>
            <pc:docMk/>
            <pc:sldMk cId="2651772247" sldId="290"/>
            <ac:spMk id="8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6T10:05:28.431" v="213" actId="478"/>
          <ac:spMkLst>
            <pc:docMk/>
            <pc:sldMk cId="2651772247" sldId="290"/>
            <ac:spMk id="9" creationId="{00000000-0000-0000-0000-000000000000}"/>
          </ac:spMkLst>
        </pc:spChg>
        <pc:spChg chg="add del mod">
          <ac:chgData name="Kartike vashisht" userId="7be7df2e172983c4" providerId="LiveId" clId="{C3059DF8-FD4E-4477-811F-7D7FCA146E7C}" dt="2020-06-16T10:05:30.624" v="214" actId="478"/>
          <ac:spMkLst>
            <pc:docMk/>
            <pc:sldMk cId="2651772247" sldId="290"/>
            <ac:spMk id="12" creationId="{21FFDAB7-06E9-43B5-9DC7-7821459EB02A}"/>
          </ac:spMkLst>
        </pc:spChg>
        <pc:picChg chg="del">
          <ac:chgData name="Kartike vashisht" userId="7be7df2e172983c4" providerId="LiveId" clId="{C3059DF8-FD4E-4477-811F-7D7FCA146E7C}" dt="2020-06-16T10:05:31.581" v="215" actId="478"/>
          <ac:picMkLst>
            <pc:docMk/>
            <pc:sldMk cId="2651772247" sldId="290"/>
            <ac:picMk id="11" creationId="{4E9A9151-36A2-49E7-98A2-B26DA1F994B5}"/>
          </ac:picMkLst>
        </pc:picChg>
      </pc:sldChg>
      <pc:sldChg chg="add del">
        <pc:chgData name="Kartike vashisht" userId="7be7df2e172983c4" providerId="LiveId" clId="{C3059DF8-FD4E-4477-811F-7D7FCA146E7C}" dt="2020-06-16T09:38:53.905" v="93" actId="47"/>
        <pc:sldMkLst>
          <pc:docMk/>
          <pc:sldMk cId="4006008458" sldId="290"/>
        </pc:sldMkLst>
      </pc:sldChg>
      <pc:sldChg chg="addSp delSp modSp new del mod">
        <pc:chgData name="Kartike vashisht" userId="7be7df2e172983c4" providerId="LiveId" clId="{C3059DF8-FD4E-4477-811F-7D7FCA146E7C}" dt="2020-06-17T08:21:25.043" v="474" actId="47"/>
        <pc:sldMkLst>
          <pc:docMk/>
          <pc:sldMk cId="2077032244" sldId="291"/>
        </pc:sldMkLst>
        <pc:spChg chg="del">
          <ac:chgData name="Kartike vashisht" userId="7be7df2e172983c4" providerId="LiveId" clId="{C3059DF8-FD4E-4477-811F-7D7FCA146E7C}" dt="2020-06-16T10:05:02.646" v="202" actId="478"/>
          <ac:spMkLst>
            <pc:docMk/>
            <pc:sldMk cId="2077032244" sldId="291"/>
            <ac:spMk id="2" creationId="{1707D158-656E-42C2-B027-7565BC6A7507}"/>
          </ac:spMkLst>
        </pc:spChg>
        <pc:spChg chg="del">
          <ac:chgData name="Kartike vashisht" userId="7be7df2e172983c4" providerId="LiveId" clId="{C3059DF8-FD4E-4477-811F-7D7FCA146E7C}" dt="2020-06-16T10:05:05.922" v="204" actId="478"/>
          <ac:spMkLst>
            <pc:docMk/>
            <pc:sldMk cId="2077032244" sldId="291"/>
            <ac:spMk id="3" creationId="{296CA87C-1D2C-4C7F-B8D6-5FBFFF803F43}"/>
          </ac:spMkLst>
        </pc:spChg>
        <pc:spChg chg="del">
          <ac:chgData name="Kartike vashisht" userId="7be7df2e172983c4" providerId="LiveId" clId="{C3059DF8-FD4E-4477-811F-7D7FCA146E7C}" dt="2020-06-16T10:05:03.672" v="203" actId="478"/>
          <ac:spMkLst>
            <pc:docMk/>
            <pc:sldMk cId="2077032244" sldId="291"/>
            <ac:spMk id="4" creationId="{23325CD5-8BE2-4B6B-A283-497EDCB0E9D0}"/>
          </ac:spMkLst>
        </pc:spChg>
        <pc:picChg chg="add mod">
          <ac:chgData name="Kartike vashisht" userId="7be7df2e172983c4" providerId="LiveId" clId="{C3059DF8-FD4E-4477-811F-7D7FCA146E7C}" dt="2020-06-16T10:06:32.318" v="231" actId="14100"/>
          <ac:picMkLst>
            <pc:docMk/>
            <pc:sldMk cId="2077032244" sldId="291"/>
            <ac:picMk id="6" creationId="{4011AF0E-EDF9-4E23-8B3E-DE5B0A924D99}"/>
          </ac:picMkLst>
        </pc:picChg>
      </pc:sldChg>
      <pc:sldChg chg="addSp delSp modSp new del mod modClrScheme chgLayout">
        <pc:chgData name="Kartike vashisht" userId="7be7df2e172983c4" providerId="LiveId" clId="{C3059DF8-FD4E-4477-811F-7D7FCA146E7C}" dt="2020-06-17T08:21:25.043" v="474" actId="47"/>
        <pc:sldMkLst>
          <pc:docMk/>
          <pc:sldMk cId="2727222780" sldId="292"/>
        </pc:sldMkLst>
        <pc:spChg chg="del">
          <ac:chgData name="Kartike vashisht" userId="7be7df2e172983c4" providerId="LiveId" clId="{C3059DF8-FD4E-4477-811F-7D7FCA146E7C}" dt="2020-06-16T10:06:04.955" v="220" actId="700"/>
          <ac:spMkLst>
            <pc:docMk/>
            <pc:sldMk cId="2727222780" sldId="292"/>
            <ac:spMk id="2" creationId="{15BB981B-B876-4B67-A943-C845D1FA5A4A}"/>
          </ac:spMkLst>
        </pc:spChg>
        <pc:spChg chg="del">
          <ac:chgData name="Kartike vashisht" userId="7be7df2e172983c4" providerId="LiveId" clId="{C3059DF8-FD4E-4477-811F-7D7FCA146E7C}" dt="2020-06-16T10:06:04.955" v="220" actId="700"/>
          <ac:spMkLst>
            <pc:docMk/>
            <pc:sldMk cId="2727222780" sldId="292"/>
            <ac:spMk id="3" creationId="{CA531F0B-4141-49BB-B3AD-1E931CD58986}"/>
          </ac:spMkLst>
        </pc:spChg>
        <pc:spChg chg="del">
          <ac:chgData name="Kartike vashisht" userId="7be7df2e172983c4" providerId="LiveId" clId="{C3059DF8-FD4E-4477-811F-7D7FCA146E7C}" dt="2020-06-16T10:06:04.955" v="220" actId="700"/>
          <ac:spMkLst>
            <pc:docMk/>
            <pc:sldMk cId="2727222780" sldId="292"/>
            <ac:spMk id="4" creationId="{7007FA93-DDD0-49FD-996C-E5E4DF41E651}"/>
          </ac:spMkLst>
        </pc:spChg>
        <pc:spChg chg="mod ord">
          <ac:chgData name="Kartike vashisht" userId="7be7df2e172983c4" providerId="LiveId" clId="{C3059DF8-FD4E-4477-811F-7D7FCA146E7C}" dt="2020-06-16T10:06:04.955" v="220" actId="700"/>
          <ac:spMkLst>
            <pc:docMk/>
            <pc:sldMk cId="2727222780" sldId="292"/>
            <ac:spMk id="5" creationId="{9963DE6E-A6ED-43EB-9A77-2678686AF491}"/>
          </ac:spMkLst>
        </pc:spChg>
        <pc:picChg chg="add mod">
          <ac:chgData name="Kartike vashisht" userId="7be7df2e172983c4" providerId="LiveId" clId="{C3059DF8-FD4E-4477-811F-7D7FCA146E7C}" dt="2020-06-16T10:06:20.970" v="228" actId="1076"/>
          <ac:picMkLst>
            <pc:docMk/>
            <pc:sldMk cId="2727222780" sldId="292"/>
            <ac:picMk id="6" creationId="{5D2FBED9-53CE-4E8D-B62E-B7ED1BA5CC02}"/>
          </ac:picMkLst>
        </pc:picChg>
      </pc:sldChg>
      <pc:sldChg chg="new del">
        <pc:chgData name="Kartike vashisht" userId="7be7df2e172983c4" providerId="LiveId" clId="{C3059DF8-FD4E-4477-811F-7D7FCA146E7C}" dt="2020-06-16T10:08:37.672" v="232" actId="47"/>
        <pc:sldMkLst>
          <pc:docMk/>
          <pc:sldMk cId="277761430" sldId="293"/>
        </pc:sldMkLst>
      </pc:sldChg>
      <pc:sldChg chg="addSp modSp new del mod">
        <pc:chgData name="Kartike vashisht" userId="7be7df2e172983c4" providerId="LiveId" clId="{C3059DF8-FD4E-4477-811F-7D7FCA146E7C}" dt="2020-06-17T08:21:25.043" v="474" actId="47"/>
        <pc:sldMkLst>
          <pc:docMk/>
          <pc:sldMk cId="4104280352" sldId="293"/>
        </pc:sldMkLst>
        <pc:picChg chg="add mod">
          <ac:chgData name="Kartike vashisht" userId="7be7df2e172983c4" providerId="LiveId" clId="{C3059DF8-FD4E-4477-811F-7D7FCA146E7C}" dt="2020-06-16T10:09:13.994" v="239" actId="1076"/>
          <ac:picMkLst>
            <pc:docMk/>
            <pc:sldMk cId="4104280352" sldId="293"/>
            <ac:picMk id="3" creationId="{583015D3-E324-44F5-A307-1AE1BAA592C3}"/>
          </ac:picMkLst>
        </pc:picChg>
      </pc:sldChg>
      <pc:sldChg chg="addSp delSp modSp mod ord modClrScheme chgLayout">
        <pc:chgData name="Kartike vashisht" userId="7be7df2e172983c4" providerId="LiveId" clId="{C3059DF8-FD4E-4477-811F-7D7FCA146E7C}" dt="2020-06-17T09:47:47.118" v="719" actId="1076"/>
        <pc:sldMkLst>
          <pc:docMk/>
          <pc:sldMk cId="448166872" sldId="294"/>
        </pc:sldMkLst>
        <pc:spChg chg="del mod">
          <ac:chgData name="Kartike vashisht" userId="7be7df2e172983c4" providerId="LiveId" clId="{C3059DF8-FD4E-4477-811F-7D7FCA146E7C}" dt="2020-06-17T09:19:57.335" v="549" actId="478"/>
          <ac:spMkLst>
            <pc:docMk/>
            <pc:sldMk cId="448166872" sldId="294"/>
            <ac:spMk id="2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7T09:20:05.188" v="550" actId="478"/>
          <ac:spMkLst>
            <pc:docMk/>
            <pc:sldMk cId="448166872" sldId="294"/>
            <ac:spMk id="3" creationId="{00000000-0000-0000-0000-000000000000}"/>
          </ac:spMkLst>
        </pc:spChg>
        <pc:spChg chg="mod ord">
          <ac:chgData name="Kartike vashisht" userId="7be7df2e172983c4" providerId="LiveId" clId="{C3059DF8-FD4E-4477-811F-7D7FCA146E7C}" dt="2020-06-17T09:27:04.533" v="689" actId="700"/>
          <ac:spMkLst>
            <pc:docMk/>
            <pc:sldMk cId="448166872" sldId="294"/>
            <ac:spMk id="4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7T09:20:14.014" v="554" actId="478"/>
          <ac:spMkLst>
            <pc:docMk/>
            <pc:sldMk cId="448166872" sldId="294"/>
            <ac:spMk id="5" creationId="{00000000-0000-0000-0000-000000000000}"/>
          </ac:spMkLst>
        </pc:spChg>
        <pc:spChg chg="del">
          <ac:chgData name="Kartike vashisht" userId="7be7df2e172983c4" providerId="LiveId" clId="{C3059DF8-FD4E-4477-811F-7D7FCA146E7C}" dt="2020-06-17T09:20:09.916" v="552" actId="478"/>
          <ac:spMkLst>
            <pc:docMk/>
            <pc:sldMk cId="448166872" sldId="294"/>
            <ac:spMk id="6" creationId="{00000000-0000-0000-0000-000000000000}"/>
          </ac:spMkLst>
        </pc:spChg>
        <pc:spChg chg="add del mod">
          <ac:chgData name="Kartike vashisht" userId="7be7df2e172983c4" providerId="LiveId" clId="{C3059DF8-FD4E-4477-811F-7D7FCA146E7C}" dt="2020-06-17T09:20:08.565" v="551" actId="478"/>
          <ac:spMkLst>
            <pc:docMk/>
            <pc:sldMk cId="448166872" sldId="294"/>
            <ac:spMk id="8" creationId="{6B6B2079-FE55-4604-BFC9-98553C96B99B}"/>
          </ac:spMkLst>
        </pc:spChg>
        <pc:spChg chg="add del mod">
          <ac:chgData name="Kartike vashisht" userId="7be7df2e172983c4" providerId="LiveId" clId="{C3059DF8-FD4E-4477-811F-7D7FCA146E7C}" dt="2020-06-17T09:20:12.967" v="553" actId="478"/>
          <ac:spMkLst>
            <pc:docMk/>
            <pc:sldMk cId="448166872" sldId="294"/>
            <ac:spMk id="10" creationId="{1D9559C5-31AB-4FFA-B213-5DAE1679E4C2}"/>
          </ac:spMkLst>
        </pc:spChg>
        <pc:spChg chg="add del mod ord">
          <ac:chgData name="Kartike vashisht" userId="7be7df2e172983c4" providerId="LiveId" clId="{C3059DF8-FD4E-4477-811F-7D7FCA146E7C}" dt="2020-06-17T09:47:27.167" v="714" actId="478"/>
          <ac:spMkLst>
            <pc:docMk/>
            <pc:sldMk cId="448166872" sldId="294"/>
            <ac:spMk id="11" creationId="{87A56D3A-19F8-41DF-A610-540FBBC4DCD8}"/>
          </ac:spMkLst>
        </pc:spChg>
        <pc:spChg chg="add del mod ord">
          <ac:chgData name="Kartike vashisht" userId="7be7df2e172983c4" providerId="LiveId" clId="{C3059DF8-FD4E-4477-811F-7D7FCA146E7C}" dt="2020-06-17T09:47:40.632" v="717" actId="478"/>
          <ac:spMkLst>
            <pc:docMk/>
            <pc:sldMk cId="448166872" sldId="294"/>
            <ac:spMk id="12" creationId="{AB83468D-1E22-4F69-BA71-06EF6A438DDA}"/>
          </ac:spMkLst>
        </pc:spChg>
        <pc:spChg chg="add del mod">
          <ac:chgData name="Kartike vashisht" userId="7be7df2e172983c4" providerId="LiveId" clId="{C3059DF8-FD4E-4477-811F-7D7FCA146E7C}" dt="2020-06-17T09:47:29.931" v="715" actId="478"/>
          <ac:spMkLst>
            <pc:docMk/>
            <pc:sldMk cId="448166872" sldId="294"/>
            <ac:spMk id="14" creationId="{DC28766A-F17B-4224-ADEC-DBEC2995ED5C}"/>
          </ac:spMkLst>
        </pc:spChg>
        <pc:picChg chg="add del mod">
          <ac:chgData name="Kartike vashisht" userId="7be7df2e172983c4" providerId="LiveId" clId="{C3059DF8-FD4E-4477-811F-7D7FCA146E7C}" dt="2020-06-17T09:20:38.635" v="561" actId="478"/>
          <ac:picMkLst>
            <pc:docMk/>
            <pc:sldMk cId="448166872" sldId="294"/>
            <ac:picMk id="3074" creationId="{69E13ABC-4E4E-48B0-B688-90A60305E227}"/>
          </ac:picMkLst>
        </pc:picChg>
        <pc:picChg chg="add mod">
          <ac:chgData name="Kartike vashisht" userId="7be7df2e172983c4" providerId="LiveId" clId="{C3059DF8-FD4E-4477-811F-7D7FCA146E7C}" dt="2020-06-17T09:47:47.118" v="719" actId="1076"/>
          <ac:picMkLst>
            <pc:docMk/>
            <pc:sldMk cId="448166872" sldId="294"/>
            <ac:picMk id="3076" creationId="{BC426074-806D-42E6-BA9F-7EFDFEA402A3}"/>
          </ac:picMkLst>
        </pc:picChg>
      </pc:sldChg>
      <pc:sldChg chg="add del">
        <pc:chgData name="Kartike vashisht" userId="7be7df2e172983c4" providerId="LiveId" clId="{C3059DF8-FD4E-4477-811F-7D7FCA146E7C}" dt="2020-06-16T12:13:29.667" v="472" actId="2696"/>
        <pc:sldMkLst>
          <pc:docMk/>
          <pc:sldMk cId="1034092252" sldId="294"/>
        </pc:sldMkLst>
      </pc:sldChg>
      <pc:sldChg chg="addSp delSp modSp mod">
        <pc:chgData name="Kartike vashisht" userId="7be7df2e172983c4" providerId="LiveId" clId="{C3059DF8-FD4E-4477-811F-7D7FCA146E7C}" dt="2020-06-17T09:19:07.184" v="546" actId="27636"/>
        <pc:sldMkLst>
          <pc:docMk/>
          <pc:sldMk cId="1236800889" sldId="295"/>
        </pc:sldMkLst>
        <pc:spChg chg="mod">
          <ac:chgData name="Kartike vashisht" userId="7be7df2e172983c4" providerId="LiveId" clId="{C3059DF8-FD4E-4477-811F-7D7FCA146E7C}" dt="2020-06-17T09:17:39.874" v="497" actId="20577"/>
          <ac:spMkLst>
            <pc:docMk/>
            <pc:sldMk cId="1236800889" sldId="295"/>
            <ac:spMk id="2" creationId="{00000000-0000-0000-0000-000000000000}"/>
          </ac:spMkLst>
        </pc:spChg>
        <pc:spChg chg="mod">
          <ac:chgData name="Kartike vashisht" userId="7be7df2e172983c4" providerId="LiveId" clId="{C3059DF8-FD4E-4477-811F-7D7FCA146E7C}" dt="2020-06-17T09:19:07.184" v="546" actId="27636"/>
          <ac:spMkLst>
            <pc:docMk/>
            <pc:sldMk cId="1236800889" sldId="295"/>
            <ac:spMk id="3" creationId="{00000000-0000-0000-0000-000000000000}"/>
          </ac:spMkLst>
        </pc:spChg>
        <pc:spChg chg="add del mod">
          <ac:chgData name="Kartike vashisht" userId="7be7df2e172983c4" providerId="LiveId" clId="{C3059DF8-FD4E-4477-811F-7D7FCA146E7C}" dt="2020-06-17T09:17:30.283" v="485"/>
          <ac:spMkLst>
            <pc:docMk/>
            <pc:sldMk cId="1236800889" sldId="295"/>
            <ac:spMk id="7" creationId="{1F2224EF-3762-4FB8-9171-90240B2BCDB4}"/>
          </ac:spMkLst>
        </pc:spChg>
      </pc:sldChg>
      <pc:sldChg chg="addSp modSp mod modAnim">
        <pc:chgData name="Kartike vashisht" userId="7be7df2e172983c4" providerId="LiveId" clId="{C3059DF8-FD4E-4477-811F-7D7FCA146E7C}" dt="2020-06-17T09:55:29.628" v="772" actId="1038"/>
        <pc:sldMkLst>
          <pc:docMk/>
          <pc:sldMk cId="1575350560" sldId="296"/>
        </pc:sldMkLst>
        <pc:spChg chg="mod">
          <ac:chgData name="Kartike vashisht" userId="7be7df2e172983c4" providerId="LiveId" clId="{C3059DF8-FD4E-4477-811F-7D7FCA146E7C}" dt="2020-06-17T09:54:37.444" v="726" actId="113"/>
          <ac:spMkLst>
            <pc:docMk/>
            <pc:sldMk cId="1575350560" sldId="296"/>
            <ac:spMk id="2" creationId="{00000000-0000-0000-0000-000000000000}"/>
          </ac:spMkLst>
        </pc:spChg>
        <pc:picChg chg="add mod">
          <ac:chgData name="Kartike vashisht" userId="7be7df2e172983c4" providerId="LiveId" clId="{C3059DF8-FD4E-4477-811F-7D7FCA146E7C}" dt="2020-06-17T09:55:29.628" v="772" actId="1038"/>
          <ac:picMkLst>
            <pc:docMk/>
            <pc:sldMk cId="1575350560" sldId="296"/>
            <ac:picMk id="7" creationId="{2D7106C1-E604-4034-B001-9E2A84B9F16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6/15/2023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iit.edu/sites/web/files/departments/academic-affairs/academic-resource-center/pdfs/Miller_Indices.pdf" TargetMode="External"/><Relationship Id="rId2" Type="http://schemas.openxmlformats.org/officeDocument/2006/relationships/hyperlink" Target="https://www.youtube.com/watch?v=VPCDSmoomG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yjus.com/physics/braggs-law/" TargetMode="External"/><Relationship Id="rId5" Type="http://schemas.openxmlformats.org/officeDocument/2006/relationships/hyperlink" Target="https://web.stanford.edu/group/glam/xlab/MatSci162_172/LectureNotes/04_Powder%20Diffraction,%20Powder%20Method.pdf" TargetMode="External"/><Relationship Id="rId4" Type="http://schemas.openxmlformats.org/officeDocument/2006/relationships/hyperlink" Target="https://www.youtube.com/watch?v=zpRBpSMqJXc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399840" y="313093"/>
            <a:ext cx="9063318" cy="69742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latin typeface="Arial Black" panose="020B0A04020102020204" pitchFamily="34" charset="0"/>
              <a:ea typeface="Karla" pitchFamily="2" charset="0"/>
              <a:cs typeface="Karla" pitchFamily="2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:UIE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DEPARTMENT: ALL ACADEMIC UNITS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(All Sections)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and Code: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Engineering Physics 23SPH-141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by: Dr. </a:t>
            </a:r>
            <a:r>
              <a:rPr lang="en-US" sz="3200" dirty="0" err="1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Anjana</a:t>
            </a: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Sharma, Assistant Prof. Physics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52"/>
          <p:cNvSpPr txBox="1">
            <a:spLocks noChangeArrowheads="1"/>
          </p:cNvSpPr>
          <p:nvPr/>
        </p:nvSpPr>
        <p:spPr bwMode="auto">
          <a:xfrm>
            <a:off x="347916" y="6118573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CRYSTALLOGRAPHY &amp; ULTRASONICS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-287717" y="1297692"/>
            <a:ext cx="4456567" cy="1328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Casper Bold"/>
                <a:ea typeface="Karla" pitchFamily="2" charset="0"/>
                <a:cs typeface="Karla" pitchFamily="2" charset="0"/>
              </a:rPr>
            </a:br>
            <a:endParaRPr lang="en-US" sz="4400" dirty="0">
              <a:latin typeface="Casper Bold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37230" y="743847"/>
            <a:ext cx="9730854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b="1" dirty="0"/>
              <a:t>COURSE OBJECTIVES</a:t>
            </a:r>
            <a:endParaRPr lang="en-US" sz="4400" dirty="0"/>
          </a:p>
          <a:p>
            <a:r>
              <a:rPr lang="en-IN" sz="4400" dirty="0"/>
              <a:t> </a:t>
            </a:r>
            <a:endParaRPr lang="en-US" sz="4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The course is designed to make the students industry ready to contribute in the growing demand of the industry at local, national and international level.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make the students competent to understand basic concepts and applications of advanced engineering physics and apply its principles in their respective fields at global platform.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enhance the skill level of the students and shall make them preferred choice for getting employment in industry and research labs.</a:t>
            </a:r>
            <a:endParaRPr lang="en-US" sz="2400" dirty="0"/>
          </a:p>
          <a:p>
            <a:pPr marL="285750" lvl="0" indent="-285750" algn="just">
              <a:buFont typeface="Wingdings" pitchFamily="2" charset="2"/>
              <a:buChar char="v"/>
            </a:pPr>
            <a:r>
              <a:rPr lang="en-IN" sz="2400" dirty="0"/>
              <a:t>It will give thorough knowledge of the discipline to enable students to disseminate knowledge in pursuing excellence in academic areas.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72398" y="1028700"/>
            <a:ext cx="4890901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85370" y="32238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CRYSTAL STRUCTURE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b="1" dirty="0">
              <a:latin typeface="Raleway ExtraBold" pitchFamily="34" charset="-5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11394" y="838200"/>
            <a:ext cx="5151905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0682" y="1201778"/>
            <a:ext cx="23746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Course Outcome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3395" y="6492240"/>
            <a:ext cx="2521131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Fig.1 Braggs Law [1]</a:t>
            </a:r>
            <a:endParaRPr lang="en-IN" dirty="0"/>
          </a:p>
        </p:txBody>
      </p:sp>
      <p:pic>
        <p:nvPicPr>
          <p:cNvPr id="15" name="Picture 2" descr="Bragg's Equation For X-Ray Diffraction In Chemistry - Practice ...">
            <a:extLst>
              <a:ext uri="{FF2B5EF4-FFF2-40B4-BE49-F238E27FC236}">
                <a16:creationId xmlns:a16="http://schemas.microsoft.com/office/drawing/2014/main" id="{8FE9C557-9DA8-455F-93A2-C663274E4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18" y="812801"/>
            <a:ext cx="5259858" cy="5623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8910"/>
              </p:ext>
            </p:extLst>
          </p:nvPr>
        </p:nvGraphicFramePr>
        <p:xfrm>
          <a:off x="214261" y="2073087"/>
          <a:ext cx="5557805" cy="441070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391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86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9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9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CO Number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Title 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 completion of this course, the students are expected to learn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Level </a:t>
                      </a:r>
                      <a:endParaRPr lang="en-US" sz="1100" b="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Quote the basic fundamental concepts of lasers, optical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crystallography, ultrasonic oscillations, semiconductor physics, quantum mechanics and nanotechnology.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Remember, Understand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Demonstrate the working of various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components, semiconductor devices; explain the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behaviour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of crystalline solids,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-scale systems.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Solve problems by applying principles related to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semiconductors, oscillations,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nanoscience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Applying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6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Compare various lasers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semiconducting devices, crystalline materials, structures at quantum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nanoscale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on the basis of their properties for industrial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76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53975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Develop various systems using lasers,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fibres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, semiconductors and </a:t>
                      </a:r>
                      <a:r>
                        <a:rPr lang="en-US" sz="1100" dirty="0" err="1">
                          <a:effectLst/>
                          <a:latin typeface="Calibri"/>
                          <a:ea typeface="Calibri"/>
                          <a:cs typeface="Calibri"/>
                        </a:rPr>
                        <a:t>nanomaterials</a:t>
                      </a:r>
                      <a:r>
                        <a:rPr lang="en-US" sz="1100" dirty="0">
                          <a:effectLst/>
                          <a:latin typeface="Calibri"/>
                          <a:ea typeface="Calibri"/>
                          <a:cs typeface="Calibri"/>
                        </a:rPr>
                        <a:t> for futuristic applications.</a:t>
                      </a:r>
                      <a:endParaRPr lang="en-US" sz="11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  <a:latin typeface="+mn-lt"/>
                        </a:rPr>
                        <a:t>Design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178731"/>
            <a:ext cx="2662646" cy="378824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Fig.2 Crystalline and Amorphous structure [2]            </a:t>
            </a:r>
            <a:r>
              <a:rPr lang="en-US" dirty="0"/>
              <a:t>6     </a:t>
            </a:r>
          </a:p>
        </p:txBody>
      </p:sp>
      <p:sp>
        <p:nvSpPr>
          <p:cNvPr id="3" name="Title 7"/>
          <p:cNvSpPr txBox="1">
            <a:spLocks noChangeArrowheads="1"/>
          </p:cNvSpPr>
          <p:nvPr/>
        </p:nvSpPr>
        <p:spPr bwMode="auto">
          <a:xfrm>
            <a:off x="885370" y="130714"/>
            <a:ext cx="10804882" cy="1588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OVERVIEW OF SOLIDS: 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CRYSTALLINE AND </a:t>
            </a:r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A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MORPHOUS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aleway ExtraBold" pitchFamily="34" charset="-52"/>
              <a:ea typeface="+mj-ea"/>
              <a:cs typeface="+mj-cs"/>
            </a:endParaRPr>
          </a:p>
        </p:txBody>
      </p:sp>
      <p:pic>
        <p:nvPicPr>
          <p:cNvPr id="67586" name="Picture 2" descr="C:\Users\admin\Desktop\new-picture-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15927" y="1581666"/>
            <a:ext cx="7554350" cy="4833202"/>
          </a:xfrm>
          <a:prstGeom prst="rect">
            <a:avLst/>
          </a:prstGeom>
          <a:noFill/>
        </p:spPr>
      </p:pic>
      <p:pic>
        <p:nvPicPr>
          <p:cNvPr id="67587" name="Picture 3" descr="C:\Users\admin\Desktop\CNX_Chem_10_05_TypesSo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98413" y="1297459"/>
            <a:ext cx="3385234" cy="47938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69818" y="1606737"/>
            <a:ext cx="734132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Bragg’s law is a special case of Laue diffraction which determines the angles of coherent and incoherent scattering from a crystal lattice. When X-rays are incident on a particular atom, they make an electronic cloud move just like an electromagnetic wave </a:t>
            </a:r>
            <a:r>
              <a:rPr lang="en-IN" dirty="0">
                <a:solidFill>
                  <a:schemeClr val="tx2"/>
                </a:solidFill>
              </a:rPr>
              <a:t>.</a:t>
            </a:r>
            <a:r>
              <a:rPr lang="en-IN" dirty="0"/>
              <a:t>The movement of these charges radiates waves again with similar frequency, slightly blurred due to different effects and this phenomenon is known as Rayleigh scattering.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same process takes place upon scattering neutron waves via nuclei or by a coherent spin interaction with an isolated electron. These wave fields which are re-emitted interfere among each other either destructively or constructively creating a diffraction pattern on a film or detector. The basis of diffraction analysis is the resulting wave interference and this analysis is known as Bragg diffraction.</a:t>
            </a:r>
          </a:p>
        </p:txBody>
      </p:sp>
      <p:sp>
        <p:nvSpPr>
          <p:cNvPr id="4" name="Title 7"/>
          <p:cNvSpPr txBox="1">
            <a:spLocks noChangeArrowheads="1"/>
          </p:cNvSpPr>
          <p:nvPr/>
        </p:nvSpPr>
        <p:spPr bwMode="auto">
          <a:xfrm>
            <a:off x="475388" y="300446"/>
            <a:ext cx="747989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BRAGG’S LAW</a:t>
            </a: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 STATEMENT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aleway ExtraBold" pitchFamily="34" charset="-52"/>
              <a:ea typeface="+mj-ea"/>
              <a:cs typeface="+mj-cs"/>
            </a:endParaRPr>
          </a:p>
        </p:txBody>
      </p:sp>
      <p:sp>
        <p:nvSpPr>
          <p:cNvPr id="87042" name="AutoShape 2" descr="Bragg's La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7044" name="AutoShape 4" descr="Bragg's La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7046" name="AutoShape 6" descr="Bragg's La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7047" name="Picture 7" descr="C:\Users\admin\Desktop\Bragg-Equation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11144" y="1698172"/>
            <a:ext cx="4193176" cy="4297679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8110125" y="6118194"/>
            <a:ext cx="25032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Fig.3 Braggs Diagram [3] 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sper" panose="02000506000000020004" pitchFamily="2" charset="0"/>
                <a:cs typeface="Arial" panose="020B0604020202020204" pitchFamily="34" charset="0"/>
              </a:rPr>
              <a:t>Space for visual (size 24)</a:t>
            </a: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415" y="3566160"/>
            <a:ext cx="4333722" cy="260835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1900" dirty="0"/>
              <a:t>In physics, Bragg's law, or Wulff–Bragg's condition, a special case of Laue diffraction, gives the angles for coherent and incoherent scattering from a crystal lattice. The resulting wave interference pattern is the basis of diffraction </a:t>
            </a:r>
            <a:r>
              <a:rPr lang="en-US" sz="1900" b="1" dirty="0"/>
              <a:t>analysis</a:t>
            </a:r>
            <a:r>
              <a:rPr lang="en-US" sz="1900" dirty="0"/>
              <a:t>. This </a:t>
            </a:r>
            <a:r>
              <a:rPr lang="en-US" sz="1900" b="1" dirty="0"/>
              <a:t>analysis</a:t>
            </a:r>
            <a:r>
              <a:rPr lang="en-US" sz="1900" dirty="0"/>
              <a:t> is called </a:t>
            </a:r>
            <a:r>
              <a:rPr lang="en-US" sz="1900" b="1" dirty="0"/>
              <a:t>Bragg</a:t>
            </a:r>
            <a:r>
              <a:rPr lang="en-US" sz="1900" dirty="0"/>
              <a:t> diffraction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1734466"/>
            <a:ext cx="4456567" cy="1532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Casper Bold" panose="02000806040000020004" pitchFamily="2" charset="0"/>
                <a:ea typeface="Karla" pitchFamily="2" charset="0"/>
                <a:cs typeface="Karla" pitchFamily="2" charset="0"/>
              </a:rPr>
              <a:t>BRAGG’S ANALYSIS</a:t>
            </a: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9261" y="3331029"/>
            <a:ext cx="4710567" cy="30253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FDE93D-47FE-43D1-B37C-9AFFE75D0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08" y="948070"/>
            <a:ext cx="5587483" cy="528405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53497" y="6353328"/>
            <a:ext cx="25733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Fig.4 Braggs Diagram [3]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9CC95E-0F4B-408D-9CC8-91784A031D0A}"/>
              </a:ext>
            </a:extLst>
          </p:cNvPr>
          <p:cNvSpPr txBox="1"/>
          <p:nvPr/>
        </p:nvSpPr>
        <p:spPr>
          <a:xfrm>
            <a:off x="2317072" y="638126"/>
            <a:ext cx="72441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Equation of Bragg’s law</a:t>
            </a:r>
            <a:endParaRPr lang="en-IN" sz="4400" dirty="0"/>
          </a:p>
        </p:txBody>
      </p:sp>
      <p:pic>
        <p:nvPicPr>
          <p:cNvPr id="5124" name="Picture 4" descr="X-Ray Diffraction">
            <a:extLst>
              <a:ext uri="{FF2B5EF4-FFF2-40B4-BE49-F238E27FC236}">
                <a16:creationId xmlns:a16="http://schemas.microsoft.com/office/drawing/2014/main" id="{C86461D8-CFC2-4B81-BF96-494C9D67B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50900"/>
            <a:ext cx="10347664" cy="380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52698" y="1227909"/>
            <a:ext cx="6923314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Bragg considered to be made up of parallel planes of atoms . Incident waves are reflected specially from parallel planes of atoms in the crystal , with each plane reflecting only a very small fraction of the radiation.</a:t>
            </a:r>
          </a:p>
          <a:p>
            <a:endParaRPr lang="en-IN" dirty="0"/>
          </a:p>
        </p:txBody>
      </p:sp>
      <p:pic>
        <p:nvPicPr>
          <p:cNvPr id="89092" name="Picture 4" descr="C:\Users\admin\Desktop\braggs_law_derivation_diagram.g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98080" y="1449977"/>
            <a:ext cx="4693920" cy="3840480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1031966" y="2821578"/>
            <a:ext cx="2913017" cy="1709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BC =d sin</a:t>
            </a:r>
            <a:r>
              <a:rPr lang="en-US" dirty="0">
                <a:latin typeface="Cambria Math"/>
                <a:ea typeface="Cambria Math"/>
              </a:rPr>
              <a:t>𝜃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 Math"/>
                <a:ea typeface="Cambria Math"/>
              </a:rPr>
              <a:t>AB=</a:t>
            </a:r>
            <a:r>
              <a:rPr lang="en-US" dirty="0"/>
              <a:t> d sin</a:t>
            </a:r>
            <a:r>
              <a:rPr lang="en-US" dirty="0">
                <a:latin typeface="Cambria Math"/>
                <a:ea typeface="Cambria Math"/>
              </a:rPr>
              <a:t>𝜃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 Math"/>
                <a:ea typeface="Cambria Math"/>
              </a:rPr>
              <a:t>AB+BC= 2</a:t>
            </a:r>
            <a:r>
              <a:rPr lang="en-US" dirty="0"/>
              <a:t> d sin</a:t>
            </a:r>
            <a:r>
              <a:rPr lang="en-US" dirty="0">
                <a:latin typeface="Cambria Math"/>
                <a:ea typeface="Cambria Math"/>
              </a:rPr>
              <a:t>𝜃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Cambria Math"/>
                <a:ea typeface="Cambria Math"/>
              </a:rPr>
              <a:t>n</a:t>
            </a:r>
            <a:r>
              <a:rPr lang="el-GR" dirty="0">
                <a:latin typeface="Cambria Math"/>
                <a:ea typeface="Cambria Math"/>
              </a:rPr>
              <a:t>λ</a:t>
            </a:r>
            <a:r>
              <a:rPr lang="en-US" dirty="0">
                <a:latin typeface="Cambria Math"/>
                <a:ea typeface="Cambria Math"/>
              </a:rPr>
              <a:t> = 2</a:t>
            </a:r>
            <a:r>
              <a:rPr lang="en-US" dirty="0"/>
              <a:t> d sin</a:t>
            </a:r>
            <a:r>
              <a:rPr lang="en-US" dirty="0">
                <a:latin typeface="Cambria Math"/>
                <a:ea typeface="Cambria Math"/>
              </a:rPr>
              <a:t>𝜃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13510" y="4885507"/>
            <a:ext cx="7739300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Constructive interference of the radiation from successive planes occurs 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when the path difference is an integral number of wavelengths. This is the Bragg Law.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838199" y="169816"/>
            <a:ext cx="11101251" cy="12017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841862" y="222069"/>
            <a:ext cx="8673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DERIVATION OF BRAGG’S LAW</a:t>
            </a:r>
            <a:endParaRPr lang="en-IN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076" name="Picture 4" descr="n l= 2 d sinΘ Bragg Equation - ppt video online download">
            <a:extLst>
              <a:ext uri="{FF2B5EF4-FFF2-40B4-BE49-F238E27FC236}">
                <a16:creationId xmlns:a16="http://schemas.microsoft.com/office/drawing/2014/main" id="{BC426074-806D-42E6-BA9F-7EFDFEA40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26" y="1306286"/>
            <a:ext cx="10215154" cy="5133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838199" y="169816"/>
            <a:ext cx="11101251" cy="120178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39143" y="326571"/>
            <a:ext cx="67910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/>
              <a:t>BRAGG EQUATION PROBLEM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448166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/>
              <a:t>Solving Bragg's Equation gives the d-spacing between the crystal lattice planes of atoms that produce the constructive interference. A given unknown crystal is expected to have many rational planes of atoms in its structure. In X-ray diffraction (XRD) the inter-planar spacing (d-spacing) of a crystal is used for Identification and characterization purposes </a:t>
            </a:r>
          </a:p>
          <a:p>
            <a:pPr marL="514350" indent="-514350">
              <a:buAutoNum type="arabicPeriod"/>
            </a:pPr>
            <a:r>
              <a:rPr lang="en-US" sz="2000" dirty="0"/>
              <a:t> Computed Tomography (CT) uses many X-ray slices at different angles to build up three dimensional images inside the body with the help of Bragg’s law . </a:t>
            </a:r>
          </a:p>
          <a:p>
            <a:pPr marL="514350" indent="-514350">
              <a:buAutoNum type="arabicPeriod" startAt="3"/>
            </a:pPr>
            <a:r>
              <a:rPr lang="en-US" sz="2000" dirty="0"/>
              <a:t>Ultrasound uses echoes from sound waves to locate different organs inside the body, and can be used to monitor the growth of unborn babies. </a:t>
            </a:r>
          </a:p>
          <a:p>
            <a:pPr marL="514350" indent="-514350">
              <a:buAutoNum type="arabicPeriod" startAt="3"/>
            </a:pPr>
            <a:r>
              <a:rPr lang="en-US" sz="2000" dirty="0"/>
              <a:t>Magnetic Resonance Imaging (MRI, or NMR) uses powerful magnets to measure the water content of different types of body tissue. It is a slow process, but generates incredibly detailed images of the body. </a:t>
            </a:r>
          </a:p>
          <a:p>
            <a:pPr marL="514350" indent="-514350">
              <a:buAutoNum type="arabicPeriod" startAt="3"/>
            </a:pPr>
            <a:r>
              <a:rPr lang="en-US" sz="2000" dirty="0"/>
              <a:t> Positron Emission Tomography (PET) detects radioactive tracers that are injected into the body and Electroencephalography (EEG) detects electrical activity in the brain.</a:t>
            </a:r>
            <a:endParaRPr lang="en-US" sz="20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00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/>
              <a:t>VIDEO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ragg’s law for X ray diffraction">
            <a:hlinkClick r:id="" action="ppaction://media"/>
            <a:extLst>
              <a:ext uri="{FF2B5EF4-FFF2-40B4-BE49-F238E27FC236}">
                <a16:creationId xmlns:a16="http://schemas.microsoft.com/office/drawing/2014/main" id="{2D7106C1-E604-4034-B001-9E2A84B9F16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00903" y="2021446"/>
            <a:ext cx="6995604" cy="339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350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47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2" y="2676262"/>
            <a:ext cx="4456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63359" y="607465"/>
            <a:ext cx="51099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dirty="0">
                <a:latin typeface="Casper Bold"/>
              </a:rPr>
              <a:t>            SUMMARY </a:t>
            </a:r>
            <a:endParaRPr lang="en-US" sz="4400" dirty="0">
              <a:latin typeface="Casper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2"/>
            <a:ext cx="10515600" cy="9479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1406769"/>
            <a:ext cx="10530073" cy="3636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Introduction to Crystal Structure</a:t>
            </a:r>
          </a:p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00B0F0"/>
                </a:solidFill>
              </a:rPr>
              <a:t>Types of Crystal Structure</a:t>
            </a:r>
          </a:p>
          <a:p>
            <a:pPr marL="457200" indent="-4572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rgbClr val="FF0000"/>
                </a:solidFill>
              </a:rPr>
              <a:t>Bragg’s Law</a:t>
            </a:r>
          </a:p>
          <a:p>
            <a:pPr marL="342900" indent="-342900" algn="just">
              <a:lnSpc>
                <a:spcPct val="250000"/>
              </a:lnSpc>
              <a:buFont typeface="Wingdings" pitchFamily="2" charset="2"/>
              <a:buChar char="v"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208183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29707" y="607465"/>
            <a:ext cx="32038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Casper Bold"/>
                <a:cs typeface="Times New Roman" pitchFamily="18" charset="0"/>
              </a:rPr>
              <a:t>FAQS</a:t>
            </a:r>
            <a:endParaRPr lang="en-US" sz="4400" dirty="0">
              <a:latin typeface="Casper Bold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838200" y="2041309"/>
            <a:ext cx="10515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difference between Crystalline and Amorphous solid?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Motif?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Why powder method is more beneficial than Laue method?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List advantages and disadvantages of Laue Method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the significance of Bragg’s law?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What is inverse piezoelectric method?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400" b="1" dirty="0"/>
              <a:t>Draw plot of (100)</a:t>
            </a:r>
          </a:p>
          <a:p>
            <a:pPr>
              <a:buFont typeface="Wingdings" pitchFamily="2" charset="2"/>
              <a:buChar char="Ø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18409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 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None/>
            </a:pPr>
            <a:r>
              <a:rPr lang="en-US" sz="1600" dirty="0"/>
              <a:t>[1]</a:t>
            </a:r>
            <a:r>
              <a:rPr lang="en-IN" sz="1600" dirty="0">
                <a:hlinkClick r:id="rId2"/>
              </a:rPr>
              <a:t>https://www.youtube.com/watch?v=VPCDSmoomGk</a:t>
            </a:r>
            <a:endParaRPr lang="en-IN" sz="1600" dirty="0"/>
          </a:p>
          <a:p>
            <a:pPr marL="0" lvl="0" indent="0">
              <a:buNone/>
            </a:pPr>
            <a:r>
              <a:rPr lang="en-US" sz="1600" dirty="0"/>
              <a:t>[2]</a:t>
            </a:r>
            <a:r>
              <a:rPr lang="en-IN" sz="1600" dirty="0">
                <a:hlinkClick r:id="rId3"/>
              </a:rPr>
              <a:t>https://web.iit.edu/sites/web/files/departments/academic-affairs/academic-resource-center/pdfs/Miller_Indices.pdf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[3] </a:t>
            </a:r>
            <a:r>
              <a:rPr lang="en-IN" sz="1600" dirty="0">
                <a:hlinkClick r:id="rId4"/>
              </a:rPr>
              <a:t>https://www.youtube.com/watch?v=zpRBpSMqJXc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[4] </a:t>
            </a: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</a:rPr>
              <a:t>ww4.hcmut.edu.vn/~</a:t>
            </a:r>
            <a:r>
              <a:rPr lang="en-US" sz="1600" u="sng" dirty="0" err="1">
                <a:solidFill>
                  <a:schemeClr val="accent1">
                    <a:lumMod val="75000"/>
                  </a:schemeClr>
                </a:solidFill>
              </a:rPr>
              <a:t>huynhqlinh</a:t>
            </a: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</a:rPr>
              <a:t>/project/Minhhoa3/</a:t>
            </a:r>
            <a:r>
              <a:rPr lang="en-US" sz="1600" u="sng" dirty="0" err="1">
                <a:solidFill>
                  <a:schemeClr val="accent1">
                    <a:lumMod val="75000"/>
                  </a:schemeClr>
                </a:solidFill>
              </a:rPr>
              <a:t>Nhieuxa</a:t>
            </a:r>
            <a:r>
              <a:rPr lang="en-US" sz="1600" u="sng" dirty="0">
                <a:solidFill>
                  <a:schemeClr val="accent1">
                    <a:lumMod val="75000"/>
                  </a:schemeClr>
                </a:solidFill>
              </a:rPr>
              <a:t>/Nx2/www.matter.org.uk/diffraction/x-ray/laue_method.htm</a:t>
            </a:r>
          </a:p>
          <a:p>
            <a:pPr marL="0" indent="0">
              <a:buNone/>
            </a:pPr>
            <a:r>
              <a:rPr lang="en-US" sz="1600" dirty="0"/>
              <a:t>[5]</a:t>
            </a:r>
            <a:r>
              <a:rPr lang="en-IN" sz="1600" dirty="0">
                <a:hlinkClick r:id="rId5"/>
              </a:rPr>
              <a:t>https://web.stanford.edu/group/glam/xlab/MatSci162_172/LectureNotes/04_Powder%20Diffraction,%20Powder%20Method.pdf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[6] </a:t>
            </a:r>
            <a:r>
              <a:rPr lang="en-IN" sz="1600" dirty="0">
                <a:hlinkClick r:id="rId4"/>
              </a:rPr>
              <a:t>https://www.youtube.com/watch?v=zpRBpSMqJXc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[7] https://cdn1.byjus.com/wp-content/uploads/2018/11/physics/2016/10/19094300/Bragg-Equation.png</a:t>
            </a:r>
          </a:p>
          <a:p>
            <a:pPr marL="0" indent="0">
              <a:buNone/>
            </a:pPr>
            <a:r>
              <a:rPr lang="en-US" sz="1600" dirty="0"/>
              <a:t>[8] </a:t>
            </a:r>
            <a:r>
              <a:rPr lang="en-IN" sz="1600" dirty="0">
                <a:hlinkClick r:id="rId6"/>
              </a:rPr>
              <a:t>https://byjus.com/physics/braggs-law/</a:t>
            </a:r>
            <a:endParaRPr lang="en-IN" sz="1600" dirty="0"/>
          </a:p>
          <a:p>
            <a:pPr marL="0" indent="0">
              <a:buNone/>
            </a:pPr>
            <a:r>
              <a:rPr lang="en-US" sz="1600" dirty="0"/>
              <a:t>[9] https://image.slidesharecdn.com/x-raydiffraction-160929024744/95/x-ray-diffraction-5-638.jpg?cb=1475117826</a:t>
            </a:r>
          </a:p>
          <a:p>
            <a:pPr marL="0" indent="0">
              <a:buNone/>
            </a:pPr>
            <a:endParaRPr lang="en-US" sz="1600" dirty="0"/>
          </a:p>
          <a:p>
            <a:pPr marL="0" lv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18020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Anjana.e1643@cumail.in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976</TotalTime>
  <Words>1115</Words>
  <Application>Microsoft Office PowerPoint</Application>
  <PresentationFormat>Widescreen</PresentationFormat>
  <Paragraphs>113</Paragraphs>
  <Slides>15</Slides>
  <Notes>0</Notes>
  <HiddenSlides>0</HiddenSlides>
  <MMClips>1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Cambria Math</vt:lpstr>
      <vt:lpstr>Casper</vt:lpstr>
      <vt:lpstr>Casper Bold</vt:lpstr>
      <vt:lpstr>Karla</vt:lpstr>
      <vt:lpstr>Raleway ExtraBold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 </vt:lpstr>
      <vt:lpstr>CRYSTAL STRUCTURE </vt:lpstr>
      <vt:lpstr>PowerPoint Presentation</vt:lpstr>
      <vt:lpstr>PowerPoint Presentation</vt:lpstr>
      <vt:lpstr>BRAGG’S ANALYSIS </vt:lpstr>
      <vt:lpstr> </vt:lpstr>
      <vt:lpstr>PowerPoint Presentation</vt:lpstr>
      <vt:lpstr>PowerPoint Presentation</vt:lpstr>
      <vt:lpstr>APPLICATIONS</vt:lpstr>
      <vt:lpstr>VIDEO</vt:lpstr>
      <vt:lpstr> </vt:lpstr>
      <vt:lpstr>PowerPoint Presentation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Indu Gupta</cp:lastModifiedBy>
  <cp:revision>84</cp:revision>
  <dcterms:created xsi:type="dcterms:W3CDTF">2019-01-09T10:33:58Z</dcterms:created>
  <dcterms:modified xsi:type="dcterms:W3CDTF">2023-06-15T15:19:25Z</dcterms:modified>
</cp:coreProperties>
</file>