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 id="2147483686" r:id="rId2"/>
  </p:sldMasterIdLst>
  <p:notesMasterIdLst>
    <p:notesMasterId r:id="rId15"/>
  </p:notesMasterIdLst>
  <p:handoutMasterIdLst>
    <p:handoutMasterId r:id="rId16"/>
  </p:handoutMasterIdLst>
  <p:sldIdLst>
    <p:sldId id="277" r:id="rId3"/>
    <p:sldId id="286" r:id="rId4"/>
    <p:sldId id="287" r:id="rId5"/>
    <p:sldId id="288" r:id="rId6"/>
    <p:sldId id="308" r:id="rId7"/>
    <p:sldId id="311" r:id="rId8"/>
    <p:sldId id="312" r:id="rId9"/>
    <p:sldId id="292" r:id="rId10"/>
    <p:sldId id="293" r:id="rId11"/>
    <p:sldId id="298" r:id="rId12"/>
    <p:sldId id="309" r:id="rId13"/>
    <p:sldId id="279"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D8137"/>
    <a:srgbClr val="BC8F00"/>
    <a:srgbClr val="860000"/>
    <a:srgbClr val="00B0F0"/>
    <a:srgbClr val="1B3F5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1324" autoAdjust="0"/>
    <p:restoredTop sz="94660"/>
  </p:normalViewPr>
  <p:slideViewPr>
    <p:cSldViewPr snapToGrid="0">
      <p:cViewPr varScale="1">
        <p:scale>
          <a:sx n="66" d="100"/>
          <a:sy n="66" d="100"/>
        </p:scale>
        <p:origin x="428" y="4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viewProps" Target="viewProp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2CDA8E9-9948-4BC7-A1DE-415AE6D34228}" type="datetimeFigureOut">
              <a:rPr lang="en-US" smtClean="0"/>
              <a:pPr/>
              <a:t>6/15/2023</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9B5F544-A886-482E-AF73-1D6364AAC657}" type="slidenum">
              <a:rPr lang="en-US" smtClean="0"/>
              <a:pPr/>
              <a:t>‹#›</a:t>
            </a:fld>
            <a:endParaRPr lang="en-US"/>
          </a:p>
        </p:txBody>
      </p:sp>
    </p:spTree>
    <p:extLst>
      <p:ext uri="{BB962C8B-B14F-4D97-AF65-F5344CB8AC3E}">
        <p14:creationId xmlns:p14="http://schemas.microsoft.com/office/powerpoint/2010/main" val="225191961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5A4AE53-78AB-4E30-A376-70F5FA87A326}" type="datetimeFigureOut">
              <a:rPr lang="en-US" smtClean="0"/>
              <a:pPr/>
              <a:t>6/15/2023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0732FBC-CC67-4B17-8935-02F23E3364AC}" type="slidenum">
              <a:rPr lang="en-US" smtClean="0"/>
              <a:pPr/>
              <a:t>‹#›</a:t>
            </a:fld>
            <a:endParaRPr lang="en-US"/>
          </a:p>
        </p:txBody>
      </p:sp>
    </p:spTree>
    <p:extLst>
      <p:ext uri="{BB962C8B-B14F-4D97-AF65-F5344CB8AC3E}">
        <p14:creationId xmlns:p14="http://schemas.microsoft.com/office/powerpoint/2010/main" val="2540555822"/>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3722197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4513695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4117143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7122016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8012169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8812041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783193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6918609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5247627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40508157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13449416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Титульный слайд">
    <p:spTree>
      <p:nvGrpSpPr>
        <p:cNvPr id="1" name=""/>
        <p:cNvGrpSpPr/>
        <p:nvPr/>
      </p:nvGrpSpPr>
      <p:grpSpPr>
        <a:xfrm>
          <a:off x="0" y="0"/>
          <a:ext cx="0" cy="0"/>
          <a:chOff x="0" y="0"/>
          <a:chExt cx="0" cy="0"/>
        </a:xfrm>
      </p:grpSpPr>
      <p:sp>
        <p:nvSpPr>
          <p:cNvPr id="3" name="Прямоугольник 1"/>
          <p:cNvSpPr/>
          <p:nvPr userDrawn="1"/>
        </p:nvSpPr>
        <p:spPr>
          <a:xfrm>
            <a:off x="-19050" y="1905000"/>
            <a:ext cx="12211050" cy="4953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4" name="Прямоугольник 8"/>
          <p:cNvSpPr/>
          <p:nvPr userDrawn="1"/>
        </p:nvSpPr>
        <p:spPr>
          <a:xfrm>
            <a:off x="-19050" y="0"/>
            <a:ext cx="12211050" cy="4438650"/>
          </a:xfrm>
          <a:custGeom>
            <a:avLst/>
            <a:gdLst>
              <a:gd name="connsiteX0" fmla="*/ 0 w 12192000"/>
              <a:gd name="connsiteY0" fmla="*/ 0 h 4133850"/>
              <a:gd name="connsiteX1" fmla="*/ 12192000 w 12192000"/>
              <a:gd name="connsiteY1" fmla="*/ 0 h 4133850"/>
              <a:gd name="connsiteX2" fmla="*/ 12192000 w 12192000"/>
              <a:gd name="connsiteY2" fmla="*/ 4133850 h 4133850"/>
              <a:gd name="connsiteX3" fmla="*/ 0 w 12192000"/>
              <a:gd name="connsiteY3" fmla="*/ 4133850 h 4133850"/>
              <a:gd name="connsiteX4" fmla="*/ 0 w 12192000"/>
              <a:gd name="connsiteY4" fmla="*/ 0 h 4133850"/>
              <a:gd name="connsiteX0" fmla="*/ 19050 w 12211050"/>
              <a:gd name="connsiteY0" fmla="*/ 0 h 4133850"/>
              <a:gd name="connsiteX1" fmla="*/ 12211050 w 12211050"/>
              <a:gd name="connsiteY1" fmla="*/ 0 h 4133850"/>
              <a:gd name="connsiteX2" fmla="*/ 12211050 w 12211050"/>
              <a:gd name="connsiteY2" fmla="*/ 4133850 h 4133850"/>
              <a:gd name="connsiteX3" fmla="*/ 0 w 12211050"/>
              <a:gd name="connsiteY3" fmla="*/ 3219450 h 4133850"/>
              <a:gd name="connsiteX4" fmla="*/ 19050 w 12211050"/>
              <a:gd name="connsiteY4" fmla="*/ 0 h 4133850"/>
              <a:gd name="connsiteX0" fmla="*/ 19050 w 12211050"/>
              <a:gd name="connsiteY0" fmla="*/ 0 h 4438650"/>
              <a:gd name="connsiteX1" fmla="*/ 12211050 w 12211050"/>
              <a:gd name="connsiteY1" fmla="*/ 0 h 4438650"/>
              <a:gd name="connsiteX2" fmla="*/ 12211050 w 12211050"/>
              <a:gd name="connsiteY2" fmla="*/ 4438650 h 4438650"/>
              <a:gd name="connsiteX3" fmla="*/ 0 w 12211050"/>
              <a:gd name="connsiteY3" fmla="*/ 3219450 h 4438650"/>
              <a:gd name="connsiteX4" fmla="*/ 19050 w 12211050"/>
              <a:gd name="connsiteY4" fmla="*/ 0 h 4438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11050" h="4438650">
                <a:moveTo>
                  <a:pt x="19050" y="0"/>
                </a:moveTo>
                <a:lnTo>
                  <a:pt x="12211050" y="0"/>
                </a:lnTo>
                <a:lnTo>
                  <a:pt x="12211050" y="4438650"/>
                </a:lnTo>
                <a:lnTo>
                  <a:pt x="0" y="3219450"/>
                </a:lnTo>
                <a:lnTo>
                  <a:pt x="19050" y="0"/>
                </a:lnTo>
                <a:close/>
              </a:path>
            </a:pathLst>
          </a:cu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5" name="Прямоугольник 3"/>
          <p:cNvSpPr/>
          <p:nvPr userDrawn="1"/>
        </p:nvSpPr>
        <p:spPr>
          <a:xfrm>
            <a:off x="1085850" y="1009650"/>
            <a:ext cx="10020300" cy="5238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8" name="Рисунок 7"/>
          <p:cNvSpPr>
            <a:spLocks noGrp="1"/>
          </p:cNvSpPr>
          <p:nvPr>
            <p:ph type="pic" sz="quarter" idx="10"/>
          </p:nvPr>
        </p:nvSpPr>
        <p:spPr>
          <a:xfrm>
            <a:off x="1847850" y="2819400"/>
            <a:ext cx="8496300" cy="2800350"/>
          </a:xfrm>
          <a:prstGeom prst="rect">
            <a:avLst/>
          </a:prstGeom>
        </p:spPr>
        <p:txBody>
          <a:bodyPr/>
          <a:lstStyle/>
          <a:p>
            <a:pPr lvl="0"/>
            <a:endParaRPr lang="ru-RU" noProof="0" dirty="0"/>
          </a:p>
        </p:txBody>
      </p:sp>
    </p:spTree>
    <p:extLst>
      <p:ext uri="{BB962C8B-B14F-4D97-AF65-F5344CB8AC3E}">
        <p14:creationId xmlns:p14="http://schemas.microsoft.com/office/powerpoint/2010/main" val="397408168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77FB3ACE-D620-4EC3-88A7-3E317E64F19F}" type="datetimeFigureOut">
              <a:rPr lang="en-US" smtClean="0">
                <a:solidFill>
                  <a:prstClr val="black">
                    <a:tint val="75000"/>
                  </a:prstClr>
                </a:solidFill>
              </a:rPr>
              <a:pPr/>
              <a:t>6/15/2023</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C9A48AB-23F1-45F1-98E5-D2CDC7A5261D}"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10683537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Agenda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3302043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Basic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5" name="Rectangle 4"/>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270909644"/>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5" name="Rectangle 4"/>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3227159557"/>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2735627" y="164638"/>
            <a:ext cx="9456373" cy="768085"/>
          </a:xfrm>
          <a:prstGeom prst="rect">
            <a:avLst/>
          </a:prstGeom>
        </p:spPr>
        <p:txBody>
          <a:bodyPr anchor="ctr"/>
          <a:lstStyle>
            <a:lvl1pPr marL="0" indent="0" algn="l">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2735627" y="932723"/>
            <a:ext cx="9456373" cy="384043"/>
          </a:xfrm>
          <a:prstGeom prst="rect">
            <a:avLst/>
          </a:prstGeom>
        </p:spPr>
        <p:txBody>
          <a:bodyPr anchor="ctr"/>
          <a:lstStyle>
            <a:lvl1pPr marL="0" indent="0" algn="l">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5" name="Rectangle 4"/>
          <p:cNvSpPr/>
          <p:nvPr userDrawn="1"/>
        </p:nvSpPr>
        <p:spPr>
          <a:xfrm>
            <a:off x="0" y="1"/>
            <a:ext cx="2543605" cy="68641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3804378142"/>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0" y="2276872"/>
            <a:ext cx="12192000" cy="240026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3" name="Isosceles Triangle 2"/>
          <p:cNvSpPr/>
          <p:nvPr userDrawn="1"/>
        </p:nvSpPr>
        <p:spPr>
          <a:xfrm rot="10800000">
            <a:off x="158339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2" name="Isosceles Triangle 11"/>
          <p:cNvSpPr/>
          <p:nvPr userDrawn="1"/>
        </p:nvSpPr>
        <p:spPr>
          <a:xfrm rot="10800000">
            <a:off x="446371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3" name="Isosceles Triangle 12"/>
          <p:cNvSpPr/>
          <p:nvPr userDrawn="1"/>
        </p:nvSpPr>
        <p:spPr>
          <a:xfrm rot="10800000">
            <a:off x="734403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4" name="Isosceles Triangle 13"/>
          <p:cNvSpPr/>
          <p:nvPr userDrawn="1"/>
        </p:nvSpPr>
        <p:spPr>
          <a:xfrm rot="10800000">
            <a:off x="10224348"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5" name="Rectangle 14"/>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6" name="Rectangle 15"/>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7" name="Picture Placeholder 2"/>
          <p:cNvSpPr>
            <a:spLocks noGrp="1"/>
          </p:cNvSpPr>
          <p:nvPr>
            <p:ph type="pic" idx="1" hasCustomPrompt="1"/>
          </p:nvPr>
        </p:nvSpPr>
        <p:spPr>
          <a:xfrm>
            <a:off x="815413"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8" name="Picture Placeholder 2"/>
          <p:cNvSpPr>
            <a:spLocks noGrp="1"/>
          </p:cNvSpPr>
          <p:nvPr>
            <p:ph type="pic" idx="12" hasCustomPrompt="1"/>
          </p:nvPr>
        </p:nvSpPr>
        <p:spPr>
          <a:xfrm>
            <a:off x="3695732"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9" name="Picture Placeholder 2"/>
          <p:cNvSpPr>
            <a:spLocks noGrp="1"/>
          </p:cNvSpPr>
          <p:nvPr>
            <p:ph type="pic" idx="13" hasCustomPrompt="1"/>
          </p:nvPr>
        </p:nvSpPr>
        <p:spPr>
          <a:xfrm>
            <a:off x="6576051"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20" name="Picture Placeholder 2"/>
          <p:cNvSpPr>
            <a:spLocks noGrp="1"/>
          </p:cNvSpPr>
          <p:nvPr>
            <p:ph type="pic" idx="14" hasCustomPrompt="1"/>
          </p:nvPr>
        </p:nvSpPr>
        <p:spPr>
          <a:xfrm>
            <a:off x="9456369"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77721753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Images and Contents Layout">
    <p:spTree>
      <p:nvGrpSpPr>
        <p:cNvPr id="1" name=""/>
        <p:cNvGrpSpPr/>
        <p:nvPr/>
      </p:nvGrpSpPr>
      <p:grpSpPr>
        <a:xfrm>
          <a:off x="0" y="0"/>
          <a:ext cx="0" cy="0"/>
          <a:chOff x="0" y="0"/>
          <a:chExt cx="0" cy="0"/>
        </a:xfrm>
      </p:grpSpPr>
      <p:sp>
        <p:nvSpPr>
          <p:cNvPr id="2" name="Rectangle 1"/>
          <p:cNvSpPr/>
          <p:nvPr userDrawn="1"/>
        </p:nvSpPr>
        <p:spPr>
          <a:xfrm>
            <a:off x="5231904" y="2276872"/>
            <a:ext cx="5711957" cy="393643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black">
                  <a:lumMod val="75000"/>
                  <a:lumOff val="25000"/>
                </a:prstClr>
              </a:solidFill>
            </a:endParaRPr>
          </a:p>
        </p:txBody>
      </p:sp>
      <p:sp>
        <p:nvSpPr>
          <p:cNvPr id="7" name="Picture Placeholder 2"/>
          <p:cNvSpPr>
            <a:spLocks noGrp="1"/>
          </p:cNvSpPr>
          <p:nvPr>
            <p:ph type="pic" idx="1" hasCustomPrompt="1"/>
          </p:nvPr>
        </p:nvSpPr>
        <p:spPr>
          <a:xfrm>
            <a:off x="1103445" y="1412776"/>
            <a:ext cx="4560000" cy="3696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56200522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_Images and Contents Layout">
    <p:spTree>
      <p:nvGrpSpPr>
        <p:cNvPr id="1" name=""/>
        <p:cNvGrpSpPr/>
        <p:nvPr/>
      </p:nvGrpSpPr>
      <p:grpSpPr>
        <a:xfrm>
          <a:off x="0" y="0"/>
          <a:ext cx="0" cy="0"/>
          <a:chOff x="0" y="0"/>
          <a:chExt cx="0" cy="0"/>
        </a:xfrm>
      </p:grpSpPr>
      <p:sp>
        <p:nvSpPr>
          <p:cNvPr id="7" name="Picture Placeholder 2"/>
          <p:cNvSpPr>
            <a:spLocks noGrp="1"/>
          </p:cNvSpPr>
          <p:nvPr>
            <p:ph type="pic" idx="1" hasCustomPrompt="1"/>
          </p:nvPr>
        </p:nvSpPr>
        <p:spPr>
          <a:xfrm>
            <a:off x="0" y="990600"/>
            <a:ext cx="3887755" cy="58674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8" name="Picture Placeholder 2"/>
          <p:cNvSpPr>
            <a:spLocks noGrp="1"/>
          </p:cNvSpPr>
          <p:nvPr>
            <p:ph type="pic" idx="11" hasCustomPrompt="1"/>
          </p:nvPr>
        </p:nvSpPr>
        <p:spPr>
          <a:xfrm>
            <a:off x="4079776" y="0"/>
            <a:ext cx="8112224" cy="362102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15957474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3_Images and Contents Layout">
    <p:spTree>
      <p:nvGrpSpPr>
        <p:cNvPr id="1" name=""/>
        <p:cNvGrpSpPr/>
        <p:nvPr/>
      </p:nvGrpSpPr>
      <p:grpSpPr>
        <a:xfrm>
          <a:off x="0" y="0"/>
          <a:ext cx="0" cy="0"/>
          <a:chOff x="0" y="0"/>
          <a:chExt cx="0" cy="0"/>
        </a:xfrm>
      </p:grpSpPr>
      <p:sp>
        <p:nvSpPr>
          <p:cNvPr id="9" name="Picture Placeholder 2"/>
          <p:cNvSpPr>
            <a:spLocks noGrp="1"/>
          </p:cNvSpPr>
          <p:nvPr>
            <p:ph type="pic" idx="1" hasCustomPrompt="1"/>
          </p:nvPr>
        </p:nvSpPr>
        <p:spPr>
          <a:xfrm>
            <a:off x="0" y="1013496"/>
            <a:ext cx="3887755" cy="356763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2" name="Picture Placeholder 2"/>
          <p:cNvSpPr>
            <a:spLocks noGrp="1"/>
          </p:cNvSpPr>
          <p:nvPr>
            <p:ph type="pic" idx="10" hasCustomPrompt="1"/>
          </p:nvPr>
        </p:nvSpPr>
        <p:spPr>
          <a:xfrm>
            <a:off x="8304245" y="0"/>
            <a:ext cx="3887755" cy="45811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3" name="Picture Placeholder 2"/>
          <p:cNvSpPr>
            <a:spLocks noGrp="1"/>
          </p:cNvSpPr>
          <p:nvPr>
            <p:ph type="pic" idx="11" hasCustomPrompt="1"/>
          </p:nvPr>
        </p:nvSpPr>
        <p:spPr>
          <a:xfrm>
            <a:off x="0" y="4773149"/>
            <a:ext cx="6096000" cy="208485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394759519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4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595027" y="4101331"/>
            <a:ext cx="2400000" cy="2304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1600">
              <a:solidFill>
                <a:prstClr val="black">
                  <a:lumMod val="75000"/>
                  <a:lumOff val="25000"/>
                </a:prstClr>
              </a:solidFill>
            </a:endParaRPr>
          </a:p>
        </p:txBody>
      </p:sp>
      <p:sp>
        <p:nvSpPr>
          <p:cNvPr id="12" name="Rectangle 11"/>
          <p:cNvSpPr/>
          <p:nvPr userDrawn="1"/>
        </p:nvSpPr>
        <p:spPr>
          <a:xfrm>
            <a:off x="9196973" y="1700808"/>
            <a:ext cx="2400000" cy="2304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1600">
              <a:solidFill>
                <a:prstClr val="black">
                  <a:lumMod val="75000"/>
                  <a:lumOff val="25000"/>
                </a:prstClr>
              </a:solidFill>
            </a:endParaRPr>
          </a:p>
        </p:txBody>
      </p:sp>
      <p:sp>
        <p:nvSpPr>
          <p:cNvPr id="13" name="Picture Placeholder 2"/>
          <p:cNvSpPr>
            <a:spLocks noGrp="1"/>
          </p:cNvSpPr>
          <p:nvPr>
            <p:ph type="pic" idx="12" hasCustomPrompt="1"/>
          </p:nvPr>
        </p:nvSpPr>
        <p:spPr>
          <a:xfrm>
            <a:off x="595027" y="1700808"/>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4" name="Picture Placeholder 2"/>
          <p:cNvSpPr>
            <a:spLocks noGrp="1"/>
          </p:cNvSpPr>
          <p:nvPr>
            <p:ph type="pic" idx="13" hasCustomPrompt="1"/>
          </p:nvPr>
        </p:nvSpPr>
        <p:spPr>
          <a:xfrm>
            <a:off x="9196973" y="4101331"/>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5" name="Picture Placeholder 2"/>
          <p:cNvSpPr>
            <a:spLocks noGrp="1"/>
          </p:cNvSpPr>
          <p:nvPr>
            <p:ph type="pic" idx="14" hasCustomPrompt="1"/>
          </p:nvPr>
        </p:nvSpPr>
        <p:spPr>
          <a:xfrm>
            <a:off x="3119669" y="4101331"/>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6" name="Picture Placeholder 2"/>
          <p:cNvSpPr>
            <a:spLocks noGrp="1"/>
          </p:cNvSpPr>
          <p:nvPr>
            <p:ph type="pic" idx="15" hasCustomPrompt="1"/>
          </p:nvPr>
        </p:nvSpPr>
        <p:spPr>
          <a:xfrm>
            <a:off x="3119669" y="1700808"/>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427835944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5_Images and Contents Layout">
    <p:spTree>
      <p:nvGrpSpPr>
        <p:cNvPr id="1" name=""/>
        <p:cNvGrpSpPr/>
        <p:nvPr/>
      </p:nvGrpSpPr>
      <p:grpSpPr>
        <a:xfrm>
          <a:off x="0" y="0"/>
          <a:ext cx="0" cy="0"/>
          <a:chOff x="0" y="0"/>
          <a:chExt cx="0" cy="0"/>
        </a:xfrm>
      </p:grpSpPr>
      <p:sp>
        <p:nvSpPr>
          <p:cNvPr id="16" name="Picture Placeholder 2"/>
          <p:cNvSpPr>
            <a:spLocks noGrp="1"/>
          </p:cNvSpPr>
          <p:nvPr>
            <p:ph type="pic" idx="12" hasCustomPrompt="1"/>
          </p:nvPr>
        </p:nvSpPr>
        <p:spPr>
          <a:xfrm>
            <a:off x="709650" y="480055"/>
            <a:ext cx="4224469" cy="419708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7" name="Picture Placeholder 2"/>
          <p:cNvSpPr>
            <a:spLocks noGrp="1"/>
          </p:cNvSpPr>
          <p:nvPr>
            <p:ph type="pic" idx="13" hasCustomPrompt="1"/>
          </p:nvPr>
        </p:nvSpPr>
        <p:spPr>
          <a:xfrm>
            <a:off x="5126140" y="480056"/>
            <a:ext cx="6336704" cy="229610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8" name="Picture Placeholder 2"/>
          <p:cNvSpPr>
            <a:spLocks noGrp="1"/>
          </p:cNvSpPr>
          <p:nvPr>
            <p:ph type="pic" idx="14" hasCustomPrompt="1"/>
          </p:nvPr>
        </p:nvSpPr>
        <p:spPr>
          <a:xfrm>
            <a:off x="5126140"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9" name="Picture Placeholder 2"/>
          <p:cNvSpPr>
            <a:spLocks noGrp="1"/>
          </p:cNvSpPr>
          <p:nvPr>
            <p:ph type="pic" idx="16" hasCustomPrompt="1"/>
          </p:nvPr>
        </p:nvSpPr>
        <p:spPr>
          <a:xfrm>
            <a:off x="7310492"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20" name="Picture Placeholder 2"/>
          <p:cNvSpPr>
            <a:spLocks noGrp="1"/>
          </p:cNvSpPr>
          <p:nvPr>
            <p:ph type="pic" idx="17" hasCustomPrompt="1"/>
          </p:nvPr>
        </p:nvSpPr>
        <p:spPr>
          <a:xfrm>
            <a:off x="9494844"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70230215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7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5" name="그림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46767" y="2276873"/>
            <a:ext cx="7238124" cy="3966041"/>
          </a:xfrm>
          <a:prstGeom prst="rect">
            <a:avLst/>
          </a:prstGeom>
        </p:spPr>
      </p:pic>
      <p:sp>
        <p:nvSpPr>
          <p:cNvPr id="7" name="Picture Placeholder 2"/>
          <p:cNvSpPr>
            <a:spLocks noGrp="1"/>
          </p:cNvSpPr>
          <p:nvPr>
            <p:ph type="pic" idx="1" hasCustomPrompt="1"/>
          </p:nvPr>
        </p:nvSpPr>
        <p:spPr>
          <a:xfrm>
            <a:off x="5705875" y="2485912"/>
            <a:ext cx="4832891" cy="3124239"/>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8" name="Rectangle 7"/>
          <p:cNvSpPr/>
          <p:nvPr userDrawn="1"/>
        </p:nvSpPr>
        <p:spPr>
          <a:xfrm>
            <a:off x="4037371" y="1"/>
            <a:ext cx="4128459" cy="60959"/>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9" name="Rectangle 8"/>
          <p:cNvSpPr/>
          <p:nvPr userDrawn="1"/>
        </p:nvSpPr>
        <p:spPr>
          <a:xfrm>
            <a:off x="0" y="6753308"/>
            <a:ext cx="12192000" cy="110875"/>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221804153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8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5" name="Picture 4" descr="D:\Fullppt\005-PNG이미지\모니터.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76400"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descr="D:\Fullppt\005-PNG이미지\모니터.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406826"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descr="D:\Fullppt\005-PNG이미지\모니터.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037251"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sp>
        <p:nvSpPr>
          <p:cNvPr id="13" name="Picture Placeholder 2"/>
          <p:cNvSpPr>
            <a:spLocks noGrp="1"/>
          </p:cNvSpPr>
          <p:nvPr>
            <p:ph type="pic" idx="1" hasCustomPrompt="1"/>
          </p:nvPr>
        </p:nvSpPr>
        <p:spPr>
          <a:xfrm>
            <a:off x="90990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4" name="Picture Placeholder 2"/>
          <p:cNvSpPr>
            <a:spLocks noGrp="1"/>
          </p:cNvSpPr>
          <p:nvPr>
            <p:ph type="pic" idx="12" hasCustomPrompt="1"/>
          </p:nvPr>
        </p:nvSpPr>
        <p:spPr>
          <a:xfrm>
            <a:off x="453956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5" name="Picture Placeholder 2"/>
          <p:cNvSpPr>
            <a:spLocks noGrp="1"/>
          </p:cNvSpPr>
          <p:nvPr>
            <p:ph type="pic" idx="13" hasCustomPrompt="1"/>
          </p:nvPr>
        </p:nvSpPr>
        <p:spPr>
          <a:xfrm>
            <a:off x="816922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6" name="Rectangle 15"/>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7" name="Rectangle 16"/>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407940683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9_Images and Contents Layout">
    <p:spTree>
      <p:nvGrpSpPr>
        <p:cNvPr id="1" name=""/>
        <p:cNvGrpSpPr/>
        <p:nvPr/>
      </p:nvGrpSpPr>
      <p:grpSpPr>
        <a:xfrm>
          <a:off x="0" y="0"/>
          <a:ext cx="0" cy="0"/>
          <a:chOff x="0" y="0"/>
          <a:chExt cx="0" cy="0"/>
        </a:xfrm>
      </p:grpSpPr>
      <p:sp>
        <p:nvSpPr>
          <p:cNvPr id="6" name="Picture Placeholder 2"/>
          <p:cNvSpPr>
            <a:spLocks noGrp="1"/>
          </p:cNvSpPr>
          <p:nvPr>
            <p:ph type="pic" idx="1" hasCustomPrompt="1"/>
          </p:nvPr>
        </p:nvSpPr>
        <p:spPr>
          <a:xfrm>
            <a:off x="0" y="0"/>
            <a:ext cx="12192000" cy="4101075"/>
          </a:xfrm>
          <a:prstGeom prst="rect">
            <a:avLst/>
          </a:prstGeom>
          <a:solidFill>
            <a:schemeClr val="bg1">
              <a:lumMod val="8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01465714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icon se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ICON SETS LAYOUT</a:t>
            </a:r>
          </a:p>
        </p:txBody>
      </p:sp>
      <p:grpSp>
        <p:nvGrpSpPr>
          <p:cNvPr id="5" name="Group 4"/>
          <p:cNvGrpSpPr/>
          <p:nvPr userDrawn="1"/>
        </p:nvGrpSpPr>
        <p:grpSpPr>
          <a:xfrm>
            <a:off x="472011" y="1508786"/>
            <a:ext cx="3799787" cy="4865561"/>
            <a:chOff x="354008" y="1131589"/>
            <a:chExt cx="2849840" cy="3649171"/>
          </a:xfrm>
        </p:grpSpPr>
        <p:sp>
          <p:nvSpPr>
            <p:cNvPr id="6" name="Rounded Rectangle 5"/>
            <p:cNvSpPr/>
            <p:nvPr/>
          </p:nvSpPr>
          <p:spPr>
            <a:xfrm>
              <a:off x="354008" y="1131589"/>
              <a:ext cx="2849840" cy="3649171"/>
            </a:xfrm>
            <a:prstGeom prst="roundRect">
              <a:avLst>
                <a:gd name="adj" fmla="val 396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dirty="0">
                <a:solidFill>
                  <a:prstClr val="white"/>
                </a:solidFill>
              </a:endParaRPr>
            </a:p>
          </p:txBody>
        </p:sp>
        <p:sp>
          <p:nvSpPr>
            <p:cNvPr id="9" name="Rounded Rectangle 8"/>
            <p:cNvSpPr/>
            <p:nvPr/>
          </p:nvSpPr>
          <p:spPr>
            <a:xfrm>
              <a:off x="531932" y="1347500"/>
              <a:ext cx="108520" cy="3240473"/>
            </a:xfrm>
            <a:prstGeom prst="roundRect">
              <a:avLst>
                <a:gd name="adj" fmla="val 50000"/>
              </a:avLst>
            </a:prstGeom>
            <a:solidFill>
              <a:schemeClr val="bg1">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white"/>
                </a:solidFill>
              </a:endParaRPr>
            </a:p>
          </p:txBody>
        </p:sp>
        <p:sp>
          <p:nvSpPr>
            <p:cNvPr id="12" name="Half Frame 11"/>
            <p:cNvSpPr/>
            <p:nvPr/>
          </p:nvSpPr>
          <p:spPr>
            <a:xfrm rot="5400000">
              <a:off x="2592642" y="1238201"/>
              <a:ext cx="502331" cy="502331"/>
            </a:xfrm>
            <a:prstGeom prst="halfFrame">
              <a:avLst>
                <a:gd name="adj1" fmla="val 23728"/>
                <a:gd name="adj2" fmla="val 24642"/>
              </a:avLst>
            </a:prstGeom>
            <a:solidFill>
              <a:schemeClr val="bg1">
                <a:alpha val="2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black"/>
                </a:solidFill>
              </a:endParaRPr>
            </a:p>
          </p:txBody>
        </p:sp>
      </p:grpSp>
    </p:spTree>
    <p:extLst>
      <p:ext uri="{BB962C8B-B14F-4D97-AF65-F5344CB8AC3E}">
        <p14:creationId xmlns:p14="http://schemas.microsoft.com/office/powerpoint/2010/main" val="26219781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5" Type="http://schemas.openxmlformats.org/officeDocument/2006/relationships/theme" Target="../theme/theme2.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5">
            <a:lum/>
          </a:blip>
          <a:srcRect/>
          <a:stretch>
            <a:fillRect l="1000" t="-1000" r="1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DCDBBEF-AA6C-4BA6-85B2-A17D7F280E38}" type="slidenum">
              <a:rPr lang="en-US" smtClean="0"/>
              <a:pPr/>
              <a:t>‹#›</a:t>
            </a:fld>
            <a:endParaRPr lang="en-US"/>
          </a:p>
        </p:txBody>
      </p:sp>
    </p:spTree>
    <p:extLst>
      <p:ext uri="{BB962C8B-B14F-4D97-AF65-F5344CB8AC3E}">
        <p14:creationId xmlns:p14="http://schemas.microsoft.com/office/powerpoint/2010/main" val="3333391393"/>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60" r:id="rId12"/>
    <p:sldLayoutId id="2147483701" r:id="rId1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48544627"/>
      </p:ext>
    </p:extLst>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 id="2147483700" r:id="rId14"/>
  </p:sldLayoutIdLst>
  <p:txStyles>
    <p:titleStyle>
      <a:lvl1pPr algn="ctr" defTabSz="1219170" rtl="0" eaLnBrk="1" latinLnBrk="1" hangingPunct="1">
        <a:spcBef>
          <a:spcPct val="0"/>
        </a:spcBef>
        <a:buNone/>
        <a:defRPr sz="5867" kern="1200">
          <a:solidFill>
            <a:schemeClr val="tx1"/>
          </a:solidFill>
          <a:latin typeface="+mj-lt"/>
          <a:ea typeface="+mj-ea"/>
          <a:cs typeface="+mj-cs"/>
        </a:defRPr>
      </a:lvl1pPr>
    </p:titleStyle>
    <p:bodyStyle>
      <a:lvl1pPr marL="457189" indent="-457189" algn="l" defTabSz="1219170" rtl="0" eaLnBrk="1" latinLnBrk="1" hangingPunct="1">
        <a:spcBef>
          <a:spcPct val="20000"/>
        </a:spcBef>
        <a:buFont typeface="Arial" pitchFamily="34" charset="0"/>
        <a:buChar char="•"/>
        <a:defRPr sz="4267" kern="1200">
          <a:solidFill>
            <a:schemeClr val="tx1"/>
          </a:solidFill>
          <a:latin typeface="+mn-lt"/>
          <a:ea typeface="+mn-ea"/>
          <a:cs typeface="+mn-cs"/>
        </a:defRPr>
      </a:lvl1pPr>
      <a:lvl2pPr marL="990575" indent="-380990" algn="l" defTabSz="1219170" rtl="0" eaLnBrk="1" latinLnBrk="1" hangingPunct="1">
        <a:spcBef>
          <a:spcPct val="20000"/>
        </a:spcBef>
        <a:buFont typeface="Arial" pitchFamily="34" charset="0"/>
        <a:buChar char="–"/>
        <a:defRPr sz="3733" kern="1200">
          <a:solidFill>
            <a:schemeClr val="tx1"/>
          </a:solidFill>
          <a:latin typeface="+mn-lt"/>
          <a:ea typeface="+mn-ea"/>
          <a:cs typeface="+mn-cs"/>
        </a:defRPr>
      </a:lvl2pPr>
      <a:lvl3pPr marL="1523962" indent="-304792" algn="l" defTabSz="1219170" rtl="0" eaLnBrk="1" latinLnBrk="1" hangingPunct="1">
        <a:spcBef>
          <a:spcPct val="20000"/>
        </a:spcBef>
        <a:buFont typeface="Arial" pitchFamily="34" charset="0"/>
        <a:buChar char="•"/>
        <a:defRPr sz="3200" kern="1200">
          <a:solidFill>
            <a:schemeClr val="tx1"/>
          </a:solidFill>
          <a:latin typeface="+mn-lt"/>
          <a:ea typeface="+mn-ea"/>
          <a:cs typeface="+mn-cs"/>
        </a:defRPr>
      </a:lvl3pPr>
      <a:lvl4pPr marL="2133547"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4pPr>
      <a:lvl5pPr marL="274313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5pPr>
      <a:lvl6pPr marL="335271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ko-KR"/>
      </a:defPPr>
      <a:lvl1pPr marL="0" algn="l" defTabSz="1219170" rtl="0" eaLnBrk="1" latinLnBrk="1" hangingPunct="1">
        <a:defRPr sz="2400" kern="1200">
          <a:solidFill>
            <a:schemeClr val="tx1"/>
          </a:solidFill>
          <a:latin typeface="+mn-lt"/>
          <a:ea typeface="+mn-ea"/>
          <a:cs typeface="+mn-cs"/>
        </a:defRPr>
      </a:lvl1pPr>
      <a:lvl2pPr marL="609585" algn="l" defTabSz="1219170" rtl="0" eaLnBrk="1" latinLnBrk="1" hangingPunct="1">
        <a:defRPr sz="2400" kern="1200">
          <a:solidFill>
            <a:schemeClr val="tx1"/>
          </a:solidFill>
          <a:latin typeface="+mn-lt"/>
          <a:ea typeface="+mn-ea"/>
          <a:cs typeface="+mn-cs"/>
        </a:defRPr>
      </a:lvl2pPr>
      <a:lvl3pPr marL="1219170" algn="l" defTabSz="1219170" rtl="0" eaLnBrk="1" latinLnBrk="1" hangingPunct="1">
        <a:defRPr sz="2400" kern="1200">
          <a:solidFill>
            <a:schemeClr val="tx1"/>
          </a:solidFill>
          <a:latin typeface="+mn-lt"/>
          <a:ea typeface="+mn-ea"/>
          <a:cs typeface="+mn-cs"/>
        </a:defRPr>
      </a:lvl3pPr>
      <a:lvl4pPr marL="1828754" algn="l" defTabSz="1219170" rtl="0" eaLnBrk="1" latinLnBrk="1" hangingPunct="1">
        <a:defRPr sz="2400" kern="1200">
          <a:solidFill>
            <a:schemeClr val="tx1"/>
          </a:solidFill>
          <a:latin typeface="+mn-lt"/>
          <a:ea typeface="+mn-ea"/>
          <a:cs typeface="+mn-cs"/>
        </a:defRPr>
      </a:lvl4pPr>
      <a:lvl5pPr marL="2438339" algn="l" defTabSz="1219170" rtl="0" eaLnBrk="1" latinLnBrk="1" hangingPunct="1">
        <a:defRPr sz="2400" kern="1200">
          <a:solidFill>
            <a:schemeClr val="tx1"/>
          </a:solidFill>
          <a:latin typeface="+mn-lt"/>
          <a:ea typeface="+mn-ea"/>
          <a:cs typeface="+mn-cs"/>
        </a:defRPr>
      </a:lvl5pPr>
      <a:lvl6pPr marL="3047924" algn="l" defTabSz="1219170" rtl="0" eaLnBrk="1" latinLnBrk="1" hangingPunct="1">
        <a:defRPr sz="2400" kern="1200">
          <a:solidFill>
            <a:schemeClr val="tx1"/>
          </a:solidFill>
          <a:latin typeface="+mn-lt"/>
          <a:ea typeface="+mn-ea"/>
          <a:cs typeface="+mn-cs"/>
        </a:defRPr>
      </a:lvl6pPr>
      <a:lvl7pPr marL="3657509" algn="l" defTabSz="1219170" rtl="0" eaLnBrk="1" latinLnBrk="1" hangingPunct="1">
        <a:defRPr sz="2400" kern="1200">
          <a:solidFill>
            <a:schemeClr val="tx1"/>
          </a:solidFill>
          <a:latin typeface="+mn-lt"/>
          <a:ea typeface="+mn-ea"/>
          <a:cs typeface="+mn-cs"/>
        </a:defRPr>
      </a:lvl7pPr>
      <a:lvl8pPr marL="4267093" algn="l" defTabSz="1219170" rtl="0" eaLnBrk="1" latinLnBrk="1" hangingPunct="1">
        <a:defRPr sz="2400" kern="1200">
          <a:solidFill>
            <a:schemeClr val="tx1"/>
          </a:solidFill>
          <a:latin typeface="+mn-lt"/>
          <a:ea typeface="+mn-ea"/>
          <a:cs typeface="+mn-cs"/>
        </a:defRPr>
      </a:lvl8pPr>
      <a:lvl9pPr marL="4876678" algn="l" defTabSz="1219170" rtl="0" eaLnBrk="1" latinLnBrk="1"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oleObject" Target="../embeddings/oleObject1.bin"/><Relationship Id="rId1" Type="http://schemas.openxmlformats.org/officeDocument/2006/relationships/slideLayout" Target="../slideLayouts/slideLayout2.xml"/><Relationship Id="rId5" Type="http://schemas.microsoft.com/office/2007/relationships/hdphoto" Target="../media/hdphoto1.wdp"/><Relationship Id="rId4" Type="http://schemas.openxmlformats.org/officeDocument/2006/relationships/image" Target="../media/image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oleObject" Target="../embeddings/oleObject2.bin"/><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Rectangle 30"/>
          <p:cNvSpPr/>
          <p:nvPr/>
        </p:nvSpPr>
        <p:spPr>
          <a:xfrm>
            <a:off x="-4421" y="5427341"/>
            <a:ext cx="12196420" cy="1518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p:cNvSpPr/>
          <p:nvPr/>
        </p:nvSpPr>
        <p:spPr>
          <a:xfrm>
            <a:off x="302197" y="5901985"/>
            <a:ext cx="45719" cy="613881"/>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Slide Number Placeholder 2"/>
          <p:cNvSpPr txBox="1">
            <a:spLocks/>
          </p:cNvSpPr>
          <p:nvPr/>
        </p:nvSpPr>
        <p:spPr>
          <a:xfrm>
            <a:off x="8763000" y="65087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46" name="Right Triangle 45">
            <a:extLst>
              <a:ext uri="{FF2B5EF4-FFF2-40B4-BE49-F238E27FC236}">
                <a16:creationId xmlns:a16="http://schemas.microsoft.com/office/drawing/2014/main" id="{0983CA01-DED8-4A8A-82CA-5B1BE1DADB0C}"/>
              </a:ext>
            </a:extLst>
          </p:cNvPr>
          <p:cNvSpPr/>
          <p:nvPr/>
        </p:nvSpPr>
        <p:spPr>
          <a:xfrm flipV="1">
            <a:off x="9506857" y="5939880"/>
            <a:ext cx="1291772" cy="1157606"/>
          </a:xfrm>
          <a:prstGeom prst="rtTriangle">
            <a:avLst/>
          </a:prstGeom>
          <a:solidFill>
            <a:srgbClr val="FFFFFF">
              <a:lumMod val="95000"/>
              <a:alpha val="17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D" sz="1800" b="0" i="0" u="none" strike="noStrike" kern="0" cap="none" spc="0" normalizeH="0" baseline="0" noProof="0">
              <a:ln>
                <a:noFill/>
              </a:ln>
              <a:solidFill>
                <a:srgbClr val="FFFFFF"/>
              </a:solidFill>
              <a:effectLst/>
              <a:uLnTx/>
              <a:uFillTx/>
              <a:latin typeface="Calibri" panose="020F0502020204030204"/>
            </a:endParaRPr>
          </a:p>
        </p:txBody>
      </p:sp>
      <p:graphicFrame>
        <p:nvGraphicFramePr>
          <p:cNvPr id="48" name="Object 47">
            <a:extLst>
              <a:ext uri="{FF2B5EF4-FFF2-40B4-BE49-F238E27FC236}">
                <a16:creationId xmlns:a16="http://schemas.microsoft.com/office/drawing/2014/main" id="{CAD0D7B8-E462-453C-B296-CA0154FA54AE}"/>
              </a:ext>
            </a:extLst>
          </p:cNvPr>
          <p:cNvGraphicFramePr>
            <a:graphicFrameLocks noChangeAspect="1"/>
          </p:cNvGraphicFramePr>
          <p:nvPr>
            <p:extLst>
              <p:ext uri="{D42A27DB-BD31-4B8C-83A1-F6EECF244321}">
                <p14:modId xmlns:p14="http://schemas.microsoft.com/office/powerpoint/2010/main" val="689304721"/>
              </p:ext>
            </p:extLst>
          </p:nvPr>
        </p:nvGraphicFramePr>
        <p:xfrm>
          <a:off x="76788" y="3121720"/>
          <a:ext cx="3303056" cy="3148059"/>
        </p:xfrm>
        <a:graphic>
          <a:graphicData uri="http://schemas.openxmlformats.org/presentationml/2006/ole">
            <mc:AlternateContent xmlns:mc="http://schemas.openxmlformats.org/markup-compatibility/2006">
              <mc:Choice xmlns:v="urn:schemas-microsoft-com:vml" Requires="v">
                <p:oleObj name="CorelDRAW" r:id="rId2" imgW="2169000" imgH="2169360" progId="">
                  <p:embed/>
                </p:oleObj>
              </mc:Choice>
              <mc:Fallback>
                <p:oleObj name="CorelDRAW" r:id="rId2" imgW="2169000" imgH="2169360" progId="">
                  <p:embed/>
                  <p:pic>
                    <p:nvPicPr>
                      <p:cNvPr id="0" name="Picture 1"/>
                      <p:cNvPicPr>
                        <a:picLocks noChangeAspect="1" noChangeArrowheads="1"/>
                      </p:cNvPicPr>
                      <p:nvPr/>
                    </p:nvPicPr>
                    <p:blipFill>
                      <a:blip r:embed="rId3">
                        <a:lum bright="76000"/>
                        <a:extLst>
                          <a:ext uri="{28A0092B-C50C-407E-A947-70E740481C1C}">
                            <a14:useLocalDpi xmlns:a14="http://schemas.microsoft.com/office/drawing/2010/main" val="0"/>
                          </a:ext>
                        </a:extLst>
                      </a:blip>
                      <a:srcRect/>
                      <a:stretch>
                        <a:fillRect/>
                      </a:stretch>
                    </p:blipFill>
                    <p:spPr bwMode="auto">
                      <a:xfrm>
                        <a:off x="76788" y="3121720"/>
                        <a:ext cx="3303056" cy="314805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7" name="Right Triangle 36">
            <a:extLst>
              <a:ext uri="{FF2B5EF4-FFF2-40B4-BE49-F238E27FC236}">
                <a16:creationId xmlns:a16="http://schemas.microsoft.com/office/drawing/2014/main" id="{0983CA01-DED8-4A8A-82CA-5B1BE1DADB0C}"/>
              </a:ext>
            </a:extLst>
          </p:cNvPr>
          <p:cNvSpPr/>
          <p:nvPr/>
        </p:nvSpPr>
        <p:spPr>
          <a:xfrm flipH="1">
            <a:off x="7045437" y="-64960"/>
            <a:ext cx="5146562" cy="5852440"/>
          </a:xfrm>
          <a:prstGeom prst="rtTriangle">
            <a:avLst/>
          </a:prstGeom>
          <a:solidFill>
            <a:srgbClr val="FFFFFF">
              <a:lumMod val="95000"/>
              <a:alpha val="17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D" sz="1800" b="0" i="0" u="none" strike="noStrike" kern="0" cap="none" spc="0" normalizeH="0" baseline="0" noProof="0">
              <a:ln>
                <a:noFill/>
              </a:ln>
              <a:solidFill>
                <a:srgbClr val="FFFFFF"/>
              </a:solidFill>
              <a:effectLst/>
              <a:uLnTx/>
              <a:uFillTx/>
              <a:latin typeface="Calibri" panose="020F0502020204030204"/>
            </a:endParaRPr>
          </a:p>
        </p:txBody>
      </p:sp>
      <p:sp>
        <p:nvSpPr>
          <p:cNvPr id="45" name="Rectangle 44"/>
          <p:cNvSpPr/>
          <p:nvPr/>
        </p:nvSpPr>
        <p:spPr>
          <a:xfrm>
            <a:off x="2124074" y="2025525"/>
            <a:ext cx="6829425" cy="1580679"/>
          </a:xfrm>
          <a:prstGeom prst="rect">
            <a:avLst/>
          </a:prstGeom>
          <a:gradFill flip="none" rotWithShape="1">
            <a:gsLst>
              <a:gs pos="15000">
                <a:srgbClr val="FFFFFF">
                  <a:alpha val="34000"/>
                </a:srgbClr>
              </a:gs>
              <a:gs pos="94000">
                <a:srgbClr val="FFFFFF">
                  <a:alpha val="34000"/>
                </a:srgbClr>
              </a:gs>
              <a:gs pos="2655">
                <a:schemeClr val="bg1">
                  <a:alpha val="0"/>
                </a:schemeClr>
              </a:gs>
              <a:gs pos="51000">
                <a:schemeClr val="bg1"/>
              </a:gs>
              <a:gs pos="100000">
                <a:schemeClr val="bg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 name="Picture 29"/>
          <p:cNvPicPr>
            <a:picLocks noChangeAspect="1"/>
          </p:cNvPicPr>
          <p:nvPr/>
        </p:nvPicPr>
        <p:blipFill>
          <a:blip r:embed="rId4">
            <a:extLst>
              <a:ext uri="{BEBA8EAE-BF5A-486C-A8C5-ECC9F3942E4B}">
                <a14:imgProps xmlns:a14="http://schemas.microsoft.com/office/drawing/2010/main">
                  <a14:imgLayer r:embed="rId5">
                    <a14:imgEffect>
                      <a14:colorTemperature colorTemp="5742"/>
                    </a14:imgEffect>
                    <a14:imgEffect>
                      <a14:saturation sat="238000"/>
                    </a14:imgEffect>
                  </a14:imgLayer>
                </a14:imgProps>
              </a:ext>
              <a:ext uri="{28A0092B-C50C-407E-A947-70E740481C1C}">
                <a14:useLocalDpi xmlns:a14="http://schemas.microsoft.com/office/drawing/2010/main" val="0"/>
              </a:ext>
            </a:extLst>
          </a:blip>
          <a:stretch>
            <a:fillRect/>
          </a:stretch>
        </p:blipFill>
        <p:spPr>
          <a:xfrm>
            <a:off x="12104" y="24501"/>
            <a:ext cx="3859753" cy="1538254"/>
          </a:xfrm>
          <a:prstGeom prst="rect">
            <a:avLst/>
          </a:prstGeom>
        </p:spPr>
      </p:pic>
      <p:sp>
        <p:nvSpPr>
          <p:cNvPr id="43" name="Right Triangle 42"/>
          <p:cNvSpPr/>
          <p:nvPr/>
        </p:nvSpPr>
        <p:spPr>
          <a:xfrm rot="10800000" flipV="1">
            <a:off x="9829797" y="5333999"/>
            <a:ext cx="2366623" cy="1600201"/>
          </a:xfrm>
          <a:prstGeom prst="rtTriangl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Box 35"/>
          <p:cNvSpPr txBox="1">
            <a:spLocks noChangeArrowheads="1"/>
          </p:cNvSpPr>
          <p:nvPr/>
        </p:nvSpPr>
        <p:spPr bwMode="auto">
          <a:xfrm>
            <a:off x="6881359" y="6019560"/>
            <a:ext cx="492860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r>
              <a:rPr lang="en-US" sz="2000" b="1" dirty="0">
                <a:solidFill>
                  <a:prstClr val="black">
                    <a:lumMod val="65000"/>
                    <a:lumOff val="35000"/>
                  </a:prstClr>
                </a:solidFill>
                <a:latin typeface="Casper" panose="02000506000000020004" pitchFamily="2" charset="0"/>
                <a:ea typeface="Karla" pitchFamily="2" charset="0"/>
                <a:cs typeface="Karla" pitchFamily="2" charset="0"/>
              </a:rPr>
              <a:t>DISCOVER . </a:t>
            </a:r>
            <a:r>
              <a:rPr lang="en-US" sz="2000" b="1" dirty="0">
                <a:solidFill>
                  <a:srgbClr val="C00000"/>
                </a:solidFill>
                <a:latin typeface="Casper" panose="02000506000000020004" pitchFamily="2" charset="0"/>
                <a:ea typeface="Karla" pitchFamily="2" charset="0"/>
                <a:cs typeface="Karla" pitchFamily="2" charset="0"/>
              </a:rPr>
              <a:t>LEARN</a:t>
            </a:r>
            <a:r>
              <a:rPr lang="en-US" sz="2000" b="1" dirty="0">
                <a:solidFill>
                  <a:prstClr val="black">
                    <a:lumMod val="65000"/>
                    <a:lumOff val="35000"/>
                  </a:prstClr>
                </a:solidFill>
                <a:latin typeface="Casper" panose="02000506000000020004" pitchFamily="2" charset="0"/>
                <a:ea typeface="Karla" pitchFamily="2" charset="0"/>
                <a:cs typeface="Karla" pitchFamily="2" charset="0"/>
              </a:rPr>
              <a:t> . EMPOWER</a:t>
            </a:r>
            <a:endParaRPr lang="en-US" sz="1200" b="1" dirty="0">
              <a:solidFill>
                <a:prstClr val="black"/>
              </a:solidFill>
              <a:latin typeface="Casper" panose="02000506000000020004" pitchFamily="2" charset="0"/>
            </a:endParaRPr>
          </a:p>
          <a:p>
            <a:pPr eaLnBrk="1" hangingPunct="1"/>
            <a:endParaRPr lang="en-US" sz="1600" b="1" dirty="0">
              <a:latin typeface="Casper" panose="02000506000000020004" pitchFamily="2" charset="0"/>
            </a:endParaRPr>
          </a:p>
        </p:txBody>
      </p:sp>
      <p:sp>
        <p:nvSpPr>
          <p:cNvPr id="52" name="Rectangle 51"/>
          <p:cNvSpPr/>
          <p:nvPr/>
        </p:nvSpPr>
        <p:spPr>
          <a:xfrm>
            <a:off x="6885780" y="6043646"/>
            <a:ext cx="45719" cy="37062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p:cNvSpPr txBox="1"/>
          <p:nvPr/>
        </p:nvSpPr>
        <p:spPr>
          <a:xfrm>
            <a:off x="3871857" y="6296559"/>
            <a:ext cx="1830785" cy="369332"/>
          </a:xfrm>
          <a:prstGeom prst="rect">
            <a:avLst/>
          </a:prstGeom>
          <a:noFill/>
        </p:spPr>
        <p:txBody>
          <a:bodyPr wrap="square" rtlCol="0">
            <a:spAutoFit/>
          </a:bodyPr>
          <a:lstStyle/>
          <a:p>
            <a:r>
              <a:rPr lang="en-US" dirty="0"/>
              <a:t> </a:t>
            </a:r>
          </a:p>
        </p:txBody>
      </p:sp>
      <p:sp>
        <p:nvSpPr>
          <p:cNvPr id="26" name="TextBox 25"/>
          <p:cNvSpPr txBox="1">
            <a:spLocks noChangeArrowheads="1"/>
          </p:cNvSpPr>
          <p:nvPr/>
        </p:nvSpPr>
        <p:spPr bwMode="auto">
          <a:xfrm>
            <a:off x="2127857" y="2051945"/>
            <a:ext cx="9063318" cy="26468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lgn="ctr" defTabSz="622300">
              <a:lnSpc>
                <a:spcPct val="90000"/>
              </a:lnSpc>
              <a:spcBef>
                <a:spcPct val="0"/>
              </a:spcBef>
              <a:spcAft>
                <a:spcPct val="35000"/>
              </a:spcAft>
            </a:pPr>
            <a:endParaRPr lang="en-US" sz="2400" dirty="0">
              <a:latin typeface="Calibri" panose="020F0502020204030204" pitchFamily="34" charset="0"/>
              <a:ea typeface="Calibri" panose="020F0502020204030204" pitchFamily="34" charset="0"/>
              <a:cs typeface="Times New Roman" panose="02020603050405020304" pitchFamily="18" charset="0"/>
            </a:endParaRPr>
          </a:p>
          <a:p>
            <a:pPr lvl="0" algn="ctr" defTabSz="622300">
              <a:lnSpc>
                <a:spcPct val="90000"/>
              </a:lnSpc>
              <a:spcBef>
                <a:spcPct val="0"/>
              </a:spcBef>
              <a:spcAft>
                <a:spcPct val="35000"/>
              </a:spcAft>
            </a:pPr>
            <a:endParaRPr lang="en-US" sz="3200" b="1" dirty="0">
              <a:solidFill>
                <a:prstClr val="black">
                  <a:lumMod val="85000"/>
                  <a:lumOff val="15000"/>
                </a:prstClr>
              </a:solidFill>
              <a:latin typeface="Times New Roman" panose="02020603050405020304" pitchFamily="18" charset="0"/>
              <a:cs typeface="Times New Roman" panose="02020603050405020304" pitchFamily="18" charset="0"/>
            </a:endParaRPr>
          </a:p>
          <a:p>
            <a:pPr lvl="0" algn="ctr" defTabSz="622300">
              <a:lnSpc>
                <a:spcPct val="90000"/>
              </a:lnSpc>
              <a:spcBef>
                <a:spcPct val="0"/>
              </a:spcBef>
              <a:spcAft>
                <a:spcPct val="35000"/>
              </a:spcAft>
            </a:pPr>
            <a:endParaRPr lang="en-US" sz="3200" b="1" dirty="0">
              <a:solidFill>
                <a:prstClr val="black">
                  <a:lumMod val="85000"/>
                  <a:lumOff val="15000"/>
                </a:prstClr>
              </a:solidFill>
              <a:latin typeface="Times New Roman" panose="02020603050405020304" pitchFamily="18" charset="0"/>
              <a:cs typeface="Times New Roman" panose="02020603050405020304" pitchFamily="18" charset="0"/>
            </a:endParaRPr>
          </a:p>
          <a:p>
            <a:pPr lvl="0" algn="ctr" defTabSz="622300">
              <a:lnSpc>
                <a:spcPct val="90000"/>
              </a:lnSpc>
              <a:spcBef>
                <a:spcPct val="0"/>
              </a:spcBef>
              <a:spcAft>
                <a:spcPct val="35000"/>
              </a:spcAft>
            </a:pPr>
            <a:r>
              <a:rPr lang="en-US" sz="3200" b="1" dirty="0">
                <a:solidFill>
                  <a:prstClr val="black">
                    <a:lumMod val="85000"/>
                    <a:lumOff val="15000"/>
                  </a:prstClr>
                </a:solidFill>
                <a:latin typeface="Times New Roman" panose="02020603050405020304" pitchFamily="18" charset="0"/>
                <a:cs typeface="Times New Roman" panose="02020603050405020304" pitchFamily="18" charset="0"/>
              </a:rPr>
              <a:t> </a:t>
            </a:r>
          </a:p>
          <a:p>
            <a:pPr eaLnBrk="1" hangingPunct="1"/>
            <a:endParaRPr lang="en-US" sz="1600" dirty="0">
              <a:latin typeface="Raleway ExtraBold" pitchFamily="34" charset="-52"/>
            </a:endParaRPr>
          </a:p>
        </p:txBody>
      </p:sp>
      <p:sp>
        <p:nvSpPr>
          <p:cNvPr id="17" name="TextBox 16"/>
          <p:cNvSpPr txBox="1">
            <a:spLocks noChangeArrowheads="1"/>
          </p:cNvSpPr>
          <p:nvPr/>
        </p:nvSpPr>
        <p:spPr bwMode="auto">
          <a:xfrm>
            <a:off x="1334530" y="603401"/>
            <a:ext cx="10485243" cy="54168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lgn="ctr" defTabSz="622300">
              <a:lnSpc>
                <a:spcPct val="90000"/>
              </a:lnSpc>
              <a:spcBef>
                <a:spcPct val="0"/>
              </a:spcBef>
              <a:spcAft>
                <a:spcPct val="35000"/>
              </a:spcAft>
            </a:pPr>
            <a:r>
              <a:rPr lang="en-US" sz="3600" b="1" dirty="0">
                <a:latin typeface="Arial Black" panose="020B0A04020102020204" pitchFamily="34" charset="0"/>
                <a:ea typeface="Karla" pitchFamily="2" charset="0"/>
                <a:cs typeface="Karla" pitchFamily="2" charset="0"/>
              </a:rPr>
              <a:t>INSTITUTE :UIE</a:t>
            </a:r>
          </a:p>
          <a:p>
            <a:pPr lvl="0" algn="ctr" defTabSz="622300">
              <a:lnSpc>
                <a:spcPct val="90000"/>
              </a:lnSpc>
              <a:spcBef>
                <a:spcPct val="0"/>
              </a:spcBef>
              <a:spcAft>
                <a:spcPct val="35000"/>
              </a:spcAft>
            </a:pPr>
            <a:r>
              <a:rPr lang="en-US" sz="3600" b="1" dirty="0">
                <a:latin typeface="Arial Black" panose="020B0A04020102020204" pitchFamily="34" charset="0"/>
                <a:ea typeface="Karla" pitchFamily="2" charset="0"/>
                <a:cs typeface="Karla" pitchFamily="2" charset="0"/>
              </a:rPr>
              <a:t>DEPARTMENT: ALL ACADEMIC UNITS</a:t>
            </a:r>
          </a:p>
          <a:p>
            <a:pPr lvl="0" algn="ctr" defTabSz="622300">
              <a:lnSpc>
                <a:spcPct val="90000"/>
              </a:lnSpc>
              <a:spcBef>
                <a:spcPct val="0"/>
              </a:spcBef>
              <a:spcAft>
                <a:spcPct val="35000"/>
              </a:spcAft>
            </a:pPr>
            <a:r>
              <a:rPr lang="en-US" sz="3200" dirty="0">
                <a:latin typeface="Times New Roman" pitchFamily="18" charset="0"/>
                <a:ea typeface="Calibri" panose="020F0502020204030204" pitchFamily="34" charset="0"/>
                <a:cs typeface="Times New Roman" panose="02020603050405020304" pitchFamily="18" charset="0"/>
              </a:rPr>
              <a:t>Bachelor of Engineering (All Sections)</a:t>
            </a:r>
          </a:p>
          <a:p>
            <a:pPr lvl="0" algn="ctr" defTabSz="622300">
              <a:lnSpc>
                <a:spcPct val="90000"/>
              </a:lnSpc>
              <a:spcBef>
                <a:spcPct val="0"/>
              </a:spcBef>
              <a:spcAft>
                <a:spcPct val="35000"/>
              </a:spcAft>
            </a:pPr>
            <a:r>
              <a:rPr lang="en-US" sz="3200" dirty="0">
                <a:latin typeface="Times New Roman" pitchFamily="18" charset="0"/>
                <a:ea typeface="Calibri" panose="020F0502020204030204" pitchFamily="34" charset="0"/>
                <a:cs typeface="Times New Roman" panose="02020603050405020304" pitchFamily="18" charset="0"/>
              </a:rPr>
              <a:t>Subject Name and Code:</a:t>
            </a:r>
          </a:p>
          <a:p>
            <a:pPr lvl="0" algn="ctr" defTabSz="622300">
              <a:lnSpc>
                <a:spcPct val="90000"/>
              </a:lnSpc>
              <a:spcBef>
                <a:spcPct val="0"/>
              </a:spcBef>
              <a:spcAft>
                <a:spcPct val="35000"/>
              </a:spcAft>
            </a:pPr>
            <a:r>
              <a:rPr lang="en-US" sz="3200" dirty="0">
                <a:latin typeface="Times New Roman" pitchFamily="18" charset="0"/>
                <a:ea typeface="Calibri" panose="020F0502020204030204" pitchFamily="34" charset="0"/>
                <a:cs typeface="Times New Roman" panose="02020603050405020304" pitchFamily="18" charset="0"/>
              </a:rPr>
              <a:t>Engineering Physics 23SPH-141</a:t>
            </a:r>
          </a:p>
          <a:p>
            <a:pPr lvl="0" algn="ctr" defTabSz="622300">
              <a:lnSpc>
                <a:spcPct val="90000"/>
              </a:lnSpc>
              <a:spcBef>
                <a:spcPct val="0"/>
              </a:spcBef>
              <a:spcAft>
                <a:spcPct val="35000"/>
              </a:spcAft>
            </a:pPr>
            <a:r>
              <a:rPr lang="en-US" sz="3200" dirty="0">
                <a:latin typeface="Times New Roman" pitchFamily="18" charset="0"/>
                <a:ea typeface="Calibri" panose="020F0502020204030204" pitchFamily="34" charset="0"/>
                <a:cs typeface="Times New Roman" panose="02020603050405020304" pitchFamily="18" charset="0"/>
              </a:rPr>
              <a:t>Prepared by: </a:t>
            </a:r>
            <a:r>
              <a:rPr lang="en-US" sz="3200" dirty="0" err="1">
                <a:latin typeface="Times New Roman" pitchFamily="18" charset="0"/>
                <a:ea typeface="Calibri" panose="020F0502020204030204" pitchFamily="34" charset="0"/>
                <a:cs typeface="Times New Roman" panose="02020603050405020304" pitchFamily="18" charset="0"/>
              </a:rPr>
              <a:t>Harmanpreet</a:t>
            </a:r>
            <a:r>
              <a:rPr lang="en-US" sz="3200" dirty="0">
                <a:latin typeface="Times New Roman" pitchFamily="18" charset="0"/>
                <a:ea typeface="Calibri" panose="020F0502020204030204" pitchFamily="34" charset="0"/>
                <a:cs typeface="Times New Roman" panose="02020603050405020304" pitchFamily="18" charset="0"/>
              </a:rPr>
              <a:t> Kaur, Assistant Prof. Physics</a:t>
            </a:r>
            <a:endParaRPr lang="en-US" sz="3200" b="1" dirty="0">
              <a:solidFill>
                <a:prstClr val="black">
                  <a:lumMod val="85000"/>
                  <a:lumOff val="15000"/>
                </a:prstClr>
              </a:solidFill>
              <a:latin typeface="Times New Roman" panose="02020603050405020304" pitchFamily="18" charset="0"/>
              <a:cs typeface="Times New Roman" panose="02020603050405020304" pitchFamily="18" charset="0"/>
            </a:endParaRPr>
          </a:p>
          <a:p>
            <a:pPr lvl="0" algn="ctr" defTabSz="622300">
              <a:lnSpc>
                <a:spcPct val="90000"/>
              </a:lnSpc>
              <a:spcBef>
                <a:spcPct val="0"/>
              </a:spcBef>
              <a:spcAft>
                <a:spcPct val="35000"/>
              </a:spcAft>
            </a:pPr>
            <a:endParaRPr lang="en-US" sz="3200" b="1" dirty="0">
              <a:solidFill>
                <a:prstClr val="black">
                  <a:lumMod val="85000"/>
                  <a:lumOff val="15000"/>
                </a:prstClr>
              </a:solidFill>
              <a:latin typeface="Times New Roman" panose="02020603050405020304" pitchFamily="18" charset="0"/>
              <a:cs typeface="Times New Roman" panose="02020603050405020304" pitchFamily="18" charset="0"/>
            </a:endParaRPr>
          </a:p>
          <a:p>
            <a:pPr lvl="0" algn="ctr" defTabSz="622300">
              <a:lnSpc>
                <a:spcPct val="90000"/>
              </a:lnSpc>
              <a:spcBef>
                <a:spcPct val="0"/>
              </a:spcBef>
              <a:spcAft>
                <a:spcPct val="35000"/>
              </a:spcAft>
            </a:pPr>
            <a:r>
              <a:rPr lang="en-US" sz="3200" b="1" dirty="0">
                <a:solidFill>
                  <a:prstClr val="black">
                    <a:lumMod val="85000"/>
                    <a:lumOff val="15000"/>
                  </a:prstClr>
                </a:solidFill>
                <a:latin typeface="Times New Roman" panose="02020603050405020304" pitchFamily="18" charset="0"/>
                <a:cs typeface="Times New Roman" panose="02020603050405020304" pitchFamily="18" charset="0"/>
              </a:rPr>
              <a:t> </a:t>
            </a:r>
          </a:p>
          <a:p>
            <a:pPr eaLnBrk="1" hangingPunct="1"/>
            <a:endParaRPr lang="en-US" sz="1600" dirty="0">
              <a:latin typeface="Raleway ExtraBold" pitchFamily="34" charset="-52"/>
            </a:endParaRPr>
          </a:p>
        </p:txBody>
      </p:sp>
      <p:sp>
        <p:nvSpPr>
          <p:cNvPr id="18" name="TextBox 17"/>
          <p:cNvSpPr txBox="1">
            <a:spLocks noChangeArrowheads="1"/>
          </p:cNvSpPr>
          <p:nvPr/>
        </p:nvSpPr>
        <p:spPr bwMode="auto">
          <a:xfrm>
            <a:off x="146621" y="5480950"/>
            <a:ext cx="6037934" cy="17235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algn="ctr" defTabSz="622300">
              <a:lnSpc>
                <a:spcPct val="90000"/>
              </a:lnSpc>
              <a:spcBef>
                <a:spcPct val="0"/>
              </a:spcBef>
              <a:spcAft>
                <a:spcPct val="35000"/>
              </a:spcAft>
            </a:pPr>
            <a:r>
              <a:rPr lang="en-US" sz="2400">
                <a:latin typeface="Times New Roman" panose="02020603050405020304" pitchFamily="18" charset="0"/>
                <a:ea typeface="Calibri" panose="020F0502020204030204" pitchFamily="34" charset="0"/>
                <a:cs typeface="Times New Roman" panose="02020603050405020304" pitchFamily="18" charset="0"/>
              </a:rPr>
              <a:t>UNIT 2</a:t>
            </a:r>
            <a:endParaRPr lang="en-US" sz="2400" dirty="0">
              <a:latin typeface="Times New Roman" panose="02020603050405020304" pitchFamily="18" charset="0"/>
              <a:ea typeface="Calibri" panose="020F0502020204030204" pitchFamily="34" charset="0"/>
              <a:cs typeface="Times New Roman" panose="02020603050405020304" pitchFamily="18" charset="0"/>
            </a:endParaRPr>
          </a:p>
          <a:p>
            <a:pPr algn="ctr" defTabSz="622300">
              <a:lnSpc>
                <a:spcPct val="90000"/>
              </a:lnSpc>
              <a:spcBef>
                <a:spcPct val="0"/>
              </a:spcBef>
              <a:spcAft>
                <a:spcPct val="35000"/>
              </a:spcAft>
            </a:pPr>
            <a:r>
              <a:rPr lang="en-US" sz="2400" dirty="0">
                <a:latin typeface="Times New Roman" panose="02020603050405020304" pitchFamily="18" charset="0"/>
                <a:ea typeface="Calibri" panose="020F0502020204030204" pitchFamily="34" charset="0"/>
                <a:cs typeface="Times New Roman" panose="02020603050405020304" pitchFamily="18" charset="0"/>
              </a:rPr>
              <a:t>CRYSTALLOGRAPHY &amp; ULTRASONICS</a:t>
            </a:r>
          </a:p>
          <a:p>
            <a:pPr lvl="0" algn="ctr" defTabSz="622300">
              <a:lnSpc>
                <a:spcPct val="90000"/>
              </a:lnSpc>
              <a:spcBef>
                <a:spcPct val="0"/>
              </a:spcBef>
              <a:spcAft>
                <a:spcPct val="35000"/>
              </a:spcAft>
            </a:pPr>
            <a:endParaRPr lang="en-US" sz="2400" b="1" dirty="0">
              <a:solidFill>
                <a:prstClr val="black">
                  <a:lumMod val="85000"/>
                  <a:lumOff val="15000"/>
                </a:prstClr>
              </a:solidFill>
              <a:latin typeface="Times New Roman" panose="02020603050405020304" pitchFamily="18" charset="0"/>
              <a:cs typeface="Times New Roman" panose="02020603050405020304" pitchFamily="18" charset="0"/>
            </a:endParaRPr>
          </a:p>
          <a:p>
            <a:pPr eaLnBrk="1" hangingPunct="1"/>
            <a:endParaRPr lang="en-US" sz="1600" dirty="0">
              <a:latin typeface="Raleway ExtraBold" pitchFamily="34" charset="-52"/>
            </a:endParaRPr>
          </a:p>
        </p:txBody>
      </p:sp>
    </p:spTree>
    <p:extLst>
      <p:ext uri="{BB962C8B-B14F-4D97-AF65-F5344CB8AC3E}">
        <p14:creationId xmlns:p14="http://schemas.microsoft.com/office/powerpoint/2010/main" val="4565021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a:xfrm>
            <a:off x="8839200" y="6356350"/>
            <a:ext cx="2743200" cy="365125"/>
          </a:xfrm>
        </p:spPr>
        <p:txBody>
          <a:bodyPr/>
          <a:lstStyle/>
          <a:p>
            <a:fld id="{BDCDBBEF-AA6C-4BA6-85B2-A17D7F280E38}" type="slidenum">
              <a:rPr lang="en-US" smtClean="0"/>
              <a:pPr/>
              <a:t>2</a:t>
            </a:fld>
            <a:endParaRPr lang="en-US" dirty="0"/>
          </a:p>
        </p:txBody>
      </p:sp>
      <p:sp>
        <p:nvSpPr>
          <p:cNvPr id="8" name="Title 7"/>
          <p:cNvSpPr txBox="1">
            <a:spLocks noGrp="1" noChangeArrowheads="1"/>
          </p:cNvSpPr>
          <p:nvPr>
            <p:ph type="title"/>
          </p:nvPr>
        </p:nvSpPr>
        <p:spPr bwMode="auto">
          <a:xfrm>
            <a:off x="-287717" y="1297692"/>
            <a:ext cx="4456567" cy="13280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algn="ctr"/>
            <a:br>
              <a:rPr lang="en-US" sz="4400" b="1" dirty="0">
                <a:latin typeface="Casper Bold"/>
                <a:ea typeface="Karla" pitchFamily="2" charset="0"/>
                <a:cs typeface="Karla" pitchFamily="2" charset="0"/>
              </a:rPr>
            </a:br>
            <a:endParaRPr lang="en-US" sz="4400" dirty="0">
              <a:latin typeface="Casper Bold"/>
            </a:endParaRPr>
          </a:p>
        </p:txBody>
      </p:sp>
      <p:sp>
        <p:nvSpPr>
          <p:cNvPr id="10" name="Oval 9"/>
          <p:cNvSpPr/>
          <p:nvPr/>
        </p:nvSpPr>
        <p:spPr>
          <a:xfrm>
            <a:off x="11217276" y="6324600"/>
            <a:ext cx="444500" cy="4222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p:cNvSpPr/>
          <p:nvPr/>
        </p:nvSpPr>
        <p:spPr>
          <a:xfrm>
            <a:off x="1037230" y="743847"/>
            <a:ext cx="9730854" cy="5139869"/>
          </a:xfrm>
          <a:prstGeom prst="rect">
            <a:avLst/>
          </a:prstGeom>
        </p:spPr>
        <p:txBody>
          <a:bodyPr wrap="square">
            <a:spAutoFit/>
          </a:bodyPr>
          <a:lstStyle/>
          <a:p>
            <a:pPr algn="ctr"/>
            <a:r>
              <a:rPr lang="en-IN" sz="4400" b="1" dirty="0"/>
              <a:t>Course Objectives</a:t>
            </a:r>
            <a:endParaRPr lang="en-US" sz="4400" dirty="0"/>
          </a:p>
          <a:p>
            <a:r>
              <a:rPr lang="en-IN" sz="4400" dirty="0"/>
              <a:t> </a:t>
            </a:r>
            <a:endParaRPr lang="en-US" sz="4400" dirty="0"/>
          </a:p>
          <a:p>
            <a:pPr marL="285750" lvl="0" indent="-285750" algn="just">
              <a:buFont typeface="Wingdings" pitchFamily="2" charset="2"/>
              <a:buChar char="v"/>
            </a:pPr>
            <a:r>
              <a:rPr lang="en-IN" sz="2400" dirty="0"/>
              <a:t>The course is designed to make the students industry ready to contribute in the growing demand of the industry at local, national and international level.</a:t>
            </a:r>
            <a:endParaRPr lang="en-US" sz="2400" dirty="0"/>
          </a:p>
          <a:p>
            <a:pPr marL="285750" lvl="0" indent="-285750" algn="just">
              <a:buFont typeface="Wingdings" pitchFamily="2" charset="2"/>
              <a:buChar char="v"/>
            </a:pPr>
            <a:r>
              <a:rPr lang="en-IN" sz="2400" dirty="0"/>
              <a:t>It will make the students competent to understand basic concepts and applications of advanced engineering physics and apply its principles in their respective fields at global platform.</a:t>
            </a:r>
            <a:endParaRPr lang="en-US" sz="2400" dirty="0"/>
          </a:p>
          <a:p>
            <a:pPr marL="285750" lvl="0" indent="-285750" algn="just">
              <a:buFont typeface="Wingdings" pitchFamily="2" charset="2"/>
              <a:buChar char="v"/>
            </a:pPr>
            <a:r>
              <a:rPr lang="en-IN" sz="2400" dirty="0"/>
              <a:t>It will enhance the skill level of the students and shall make them preferred choice for getting employment in industry and research labs.</a:t>
            </a:r>
            <a:endParaRPr lang="en-US" sz="2400" dirty="0"/>
          </a:p>
          <a:p>
            <a:pPr marL="285750" lvl="0" indent="-285750" algn="just">
              <a:buFont typeface="Wingdings" pitchFamily="2" charset="2"/>
              <a:buChar char="v"/>
            </a:pPr>
            <a:r>
              <a:rPr lang="en-IN" sz="2400" dirty="0"/>
              <a:t>It will give thorough knowledge of the discipline to enable students to disseminate knowledge in pursuing excellence in academic areas.</a:t>
            </a:r>
            <a:endParaRPr lang="en-US" sz="2400" dirty="0"/>
          </a:p>
        </p:txBody>
      </p:sp>
    </p:spTree>
    <p:extLst>
      <p:ext uri="{BB962C8B-B14F-4D97-AF65-F5344CB8AC3E}">
        <p14:creationId xmlns:p14="http://schemas.microsoft.com/office/powerpoint/2010/main" val="40180973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BDCDBBEF-AA6C-4BA6-85B2-A17D7F280E38}" type="slidenum">
              <a:rPr lang="en-US" smtClean="0"/>
              <a:pPr/>
              <a:t>3</a:t>
            </a:fld>
            <a:endParaRPr lang="en-US"/>
          </a:p>
        </p:txBody>
      </p:sp>
      <p:sp>
        <p:nvSpPr>
          <p:cNvPr id="8" name="Rectangle 7"/>
          <p:cNvSpPr/>
          <p:nvPr/>
        </p:nvSpPr>
        <p:spPr>
          <a:xfrm>
            <a:off x="1946366" y="627018"/>
            <a:ext cx="6309360" cy="769441"/>
          </a:xfrm>
          <a:prstGeom prst="rect">
            <a:avLst/>
          </a:prstGeom>
        </p:spPr>
        <p:txBody>
          <a:bodyPr wrap="square">
            <a:spAutoFit/>
          </a:bodyPr>
          <a:lstStyle/>
          <a:p>
            <a:pPr algn="ctr"/>
            <a:r>
              <a:rPr lang="en-IN" sz="4400" b="1" dirty="0">
                <a:latin typeface="Casper Bold"/>
              </a:rPr>
              <a:t>Course Outcomes</a:t>
            </a:r>
            <a:endParaRPr lang="en-US" sz="4400" dirty="0">
              <a:latin typeface="Casper Bold"/>
            </a:endParaRPr>
          </a:p>
        </p:txBody>
      </p:sp>
      <p:pic>
        <p:nvPicPr>
          <p:cNvPr id="45057" name="Picture 1" descr="C:\Users\HARMANPREET KAUR\Desktop\eletronic.jpg"/>
          <p:cNvPicPr>
            <a:picLocks noChangeAspect="1" noChangeArrowheads="1"/>
          </p:cNvPicPr>
          <p:nvPr/>
        </p:nvPicPr>
        <p:blipFill>
          <a:blip r:embed="rId2"/>
          <a:srcRect/>
          <a:stretch>
            <a:fillRect/>
          </a:stretch>
        </p:blipFill>
        <p:spPr bwMode="auto">
          <a:xfrm>
            <a:off x="7367450" y="1946365"/>
            <a:ext cx="4088676" cy="4558937"/>
          </a:xfrm>
          <a:prstGeom prst="rect">
            <a:avLst/>
          </a:prstGeom>
          <a:noFill/>
          <a:ln w="28575">
            <a:solidFill>
              <a:srgbClr val="C00000"/>
            </a:solidFill>
          </a:ln>
        </p:spPr>
      </p:pic>
      <p:graphicFrame>
        <p:nvGraphicFramePr>
          <p:cNvPr id="6" name="Table 5"/>
          <p:cNvGraphicFramePr>
            <a:graphicFrameLocks noGrp="1"/>
          </p:cNvGraphicFramePr>
          <p:nvPr>
            <p:extLst>
              <p:ext uri="{D42A27DB-BD31-4B8C-83A1-F6EECF244321}">
                <p14:modId xmlns:p14="http://schemas.microsoft.com/office/powerpoint/2010/main" val="1438617599"/>
              </p:ext>
            </p:extLst>
          </p:nvPr>
        </p:nvGraphicFramePr>
        <p:xfrm>
          <a:off x="893884" y="1907137"/>
          <a:ext cx="5458263" cy="4637392"/>
        </p:xfrm>
        <a:graphic>
          <a:graphicData uri="http://schemas.openxmlformats.org/drawingml/2006/table">
            <a:tbl>
              <a:tblPr firstRow="1" firstCol="1" bandRow="1">
                <a:tableStyleId>{5940675A-B579-460E-94D1-54222C63F5DA}</a:tableStyleId>
              </a:tblPr>
              <a:tblGrid>
                <a:gridCol w="824144">
                  <a:extLst>
                    <a:ext uri="{9D8B030D-6E8A-4147-A177-3AD203B41FA5}">
                      <a16:colId xmlns:a16="http://schemas.microsoft.com/office/drawing/2014/main" val="20000"/>
                    </a:ext>
                  </a:extLst>
                </a:gridCol>
                <a:gridCol w="3661864">
                  <a:extLst>
                    <a:ext uri="{9D8B030D-6E8A-4147-A177-3AD203B41FA5}">
                      <a16:colId xmlns:a16="http://schemas.microsoft.com/office/drawing/2014/main" val="20001"/>
                    </a:ext>
                  </a:extLst>
                </a:gridCol>
                <a:gridCol w="972255">
                  <a:extLst>
                    <a:ext uri="{9D8B030D-6E8A-4147-A177-3AD203B41FA5}">
                      <a16:colId xmlns:a16="http://schemas.microsoft.com/office/drawing/2014/main" val="20002"/>
                    </a:ext>
                  </a:extLst>
                </a:gridCol>
              </a:tblGrid>
              <a:tr h="709941">
                <a:tc>
                  <a:txBody>
                    <a:bodyPr/>
                    <a:lstStyle/>
                    <a:p>
                      <a:pPr marL="0" marR="0">
                        <a:lnSpc>
                          <a:spcPct val="115000"/>
                        </a:lnSpc>
                        <a:spcBef>
                          <a:spcPts val="0"/>
                        </a:spcBef>
                        <a:spcAft>
                          <a:spcPts val="0"/>
                        </a:spcAft>
                      </a:pPr>
                      <a:r>
                        <a:rPr lang="en-US" sz="1200" b="0" dirty="0">
                          <a:effectLst/>
                        </a:rPr>
                        <a:t>CO Number</a:t>
                      </a:r>
                      <a:endParaRPr lang="en-US" sz="1100" b="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US" sz="1200" b="0" dirty="0">
                          <a:effectLst/>
                        </a:rPr>
                        <a:t>Title </a:t>
                      </a:r>
                    </a:p>
                    <a:p>
                      <a:pPr marL="0" marR="0">
                        <a:lnSpc>
                          <a:spcPct val="115000"/>
                        </a:lnSpc>
                        <a:spcBef>
                          <a:spcPts val="0"/>
                        </a:spcBef>
                        <a:spcAft>
                          <a:spcPts val="0"/>
                        </a:spcAft>
                      </a:pPr>
                      <a:r>
                        <a:rPr lang="en-IN" sz="1200" kern="1200" dirty="0">
                          <a:solidFill>
                            <a:schemeClr val="tx1"/>
                          </a:solidFill>
                          <a:effectLst/>
                          <a:latin typeface="+mn-lt"/>
                          <a:ea typeface="+mn-ea"/>
                          <a:cs typeface="+mn-cs"/>
                        </a:rPr>
                        <a:t>On completion of this course, the students are expected to learn</a:t>
                      </a:r>
                      <a:endParaRPr lang="en-US" sz="1200" b="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US" sz="1200" b="0" dirty="0">
                          <a:effectLst/>
                        </a:rPr>
                        <a:t>Level </a:t>
                      </a:r>
                      <a:endParaRPr lang="en-US" sz="1100" b="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000"/>
                  </a:ext>
                </a:extLst>
              </a:tr>
              <a:tr h="579638">
                <a:tc>
                  <a:txBody>
                    <a:bodyPr/>
                    <a:lstStyle/>
                    <a:p>
                      <a:pPr marL="0" marR="0">
                        <a:lnSpc>
                          <a:spcPct val="115000"/>
                        </a:lnSpc>
                        <a:spcBef>
                          <a:spcPts val="0"/>
                        </a:spcBef>
                        <a:spcAft>
                          <a:spcPts val="0"/>
                        </a:spcAft>
                      </a:pPr>
                      <a:r>
                        <a:rPr lang="en-US" sz="1200" b="1" dirty="0">
                          <a:solidFill>
                            <a:schemeClr val="tx1"/>
                          </a:solidFill>
                          <a:effectLst/>
                          <a:latin typeface="+mn-lt"/>
                          <a:ea typeface="Times New Roman" panose="02020603050405020304" pitchFamily="18" charset="0"/>
                          <a:cs typeface="Times New Roman" panose="02020603050405020304" pitchFamily="18" charset="0"/>
                        </a:rPr>
                        <a:t>CO1</a:t>
                      </a:r>
                    </a:p>
                  </a:txBody>
                  <a:tcPr marL="68580" marR="68580" marT="0" marB="0"/>
                </a:tc>
                <a:tc>
                  <a:txBody>
                    <a:bodyPr/>
                    <a:lstStyle/>
                    <a:p>
                      <a:pPr marL="0" marR="53975" algn="just">
                        <a:lnSpc>
                          <a:spcPct val="150000"/>
                        </a:lnSpc>
                        <a:spcBef>
                          <a:spcPts val="0"/>
                        </a:spcBef>
                        <a:spcAft>
                          <a:spcPts val="0"/>
                        </a:spcAft>
                      </a:pPr>
                      <a:r>
                        <a:rPr lang="en-US" sz="1100" dirty="0">
                          <a:effectLst/>
                          <a:latin typeface="Calibri"/>
                          <a:ea typeface="Calibri"/>
                          <a:cs typeface="Calibri"/>
                        </a:rPr>
                        <a:t>Quote the basic fundamental concepts of lasers, optical </a:t>
                      </a:r>
                      <a:r>
                        <a:rPr lang="en-US" sz="1100" dirty="0" err="1">
                          <a:effectLst/>
                          <a:latin typeface="Calibri"/>
                          <a:ea typeface="Calibri"/>
                          <a:cs typeface="Calibri"/>
                        </a:rPr>
                        <a:t>fibres</a:t>
                      </a:r>
                      <a:r>
                        <a:rPr lang="en-US" sz="1100" dirty="0">
                          <a:effectLst/>
                          <a:latin typeface="Calibri"/>
                          <a:ea typeface="Calibri"/>
                          <a:cs typeface="Calibri"/>
                        </a:rPr>
                        <a:t>, crystallography, ultrasonic oscillations, semiconductor physics, quantum mechanics and nanotechnology.</a:t>
                      </a:r>
                      <a:endParaRPr lang="en-US" sz="1100" dirty="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1200" b="0" dirty="0">
                          <a:solidFill>
                            <a:schemeClr val="tx1"/>
                          </a:solidFill>
                          <a:effectLst/>
                          <a:latin typeface="+mn-lt"/>
                        </a:rPr>
                        <a:t>Remember, Understand</a:t>
                      </a:r>
                    </a:p>
                    <a:p>
                      <a:pPr marL="0" marR="0">
                        <a:lnSpc>
                          <a:spcPct val="115000"/>
                        </a:lnSpc>
                        <a:spcBef>
                          <a:spcPts val="0"/>
                        </a:spcBef>
                        <a:spcAft>
                          <a:spcPts val="0"/>
                        </a:spcAft>
                      </a:pPr>
                      <a:r>
                        <a:rPr lang="en-US" sz="1200" b="0" dirty="0">
                          <a:solidFill>
                            <a:schemeClr val="tx1"/>
                          </a:solidFill>
                          <a:effectLst/>
                          <a:latin typeface="+mn-lt"/>
                        </a:rPr>
                        <a:t> </a:t>
                      </a:r>
                      <a:endParaRPr lang="en-US" sz="1200" b="0" dirty="0">
                        <a:solidFill>
                          <a:schemeClr val="tx1"/>
                        </a:solidFill>
                        <a:effectLst/>
                        <a:latin typeface="+mn-lt"/>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001"/>
                  </a:ext>
                </a:extLst>
              </a:tr>
              <a:tr h="776699">
                <a:tc>
                  <a:txBody>
                    <a:bodyPr/>
                    <a:lstStyle/>
                    <a:p>
                      <a:pPr marL="0" marR="0">
                        <a:lnSpc>
                          <a:spcPct val="115000"/>
                        </a:lnSpc>
                        <a:spcBef>
                          <a:spcPts val="0"/>
                        </a:spcBef>
                        <a:spcAft>
                          <a:spcPts val="0"/>
                        </a:spcAft>
                      </a:pPr>
                      <a:r>
                        <a:rPr lang="en-US" sz="1200" b="1" dirty="0">
                          <a:solidFill>
                            <a:schemeClr val="tx1"/>
                          </a:solidFill>
                          <a:effectLst/>
                          <a:latin typeface="+mn-lt"/>
                          <a:ea typeface="Times New Roman" panose="02020603050405020304" pitchFamily="18" charset="0"/>
                          <a:cs typeface="Times New Roman" panose="02020603050405020304" pitchFamily="18" charset="0"/>
                        </a:rPr>
                        <a:t>CO2</a:t>
                      </a:r>
                    </a:p>
                  </a:txBody>
                  <a:tcPr marL="68580" marR="68580" marT="0" marB="0"/>
                </a:tc>
                <a:tc>
                  <a:txBody>
                    <a:bodyPr/>
                    <a:lstStyle/>
                    <a:p>
                      <a:pPr marL="0" marR="53975" algn="just">
                        <a:lnSpc>
                          <a:spcPct val="150000"/>
                        </a:lnSpc>
                        <a:spcBef>
                          <a:spcPts val="0"/>
                        </a:spcBef>
                        <a:spcAft>
                          <a:spcPts val="0"/>
                        </a:spcAft>
                      </a:pPr>
                      <a:r>
                        <a:rPr lang="en-US" sz="1100" dirty="0">
                          <a:effectLst/>
                          <a:latin typeface="Calibri"/>
                          <a:ea typeface="Calibri"/>
                          <a:cs typeface="Calibri"/>
                        </a:rPr>
                        <a:t>Demonstrate the working of various lasers, </a:t>
                      </a:r>
                      <a:r>
                        <a:rPr lang="en-US" sz="1100" dirty="0" err="1">
                          <a:effectLst/>
                          <a:latin typeface="Calibri"/>
                          <a:ea typeface="Calibri"/>
                          <a:cs typeface="Calibri"/>
                        </a:rPr>
                        <a:t>fibre</a:t>
                      </a:r>
                      <a:r>
                        <a:rPr lang="en-US" sz="1100" dirty="0">
                          <a:effectLst/>
                          <a:latin typeface="Calibri"/>
                          <a:ea typeface="Calibri"/>
                          <a:cs typeface="Calibri"/>
                        </a:rPr>
                        <a:t> components, semiconductor devices; explain the </a:t>
                      </a:r>
                      <a:r>
                        <a:rPr lang="en-US" sz="1100" dirty="0" err="1">
                          <a:effectLst/>
                          <a:latin typeface="Calibri"/>
                          <a:ea typeface="Calibri"/>
                          <a:cs typeface="Calibri"/>
                        </a:rPr>
                        <a:t>behaviour</a:t>
                      </a:r>
                      <a:r>
                        <a:rPr lang="en-US" sz="1100" dirty="0">
                          <a:effectLst/>
                          <a:latin typeface="Calibri"/>
                          <a:ea typeface="Calibri"/>
                          <a:cs typeface="Calibri"/>
                        </a:rPr>
                        <a:t> of crystalline solids, quantum and </a:t>
                      </a:r>
                      <a:r>
                        <a:rPr lang="en-US" sz="1100" dirty="0" err="1">
                          <a:effectLst/>
                          <a:latin typeface="Calibri"/>
                          <a:ea typeface="Calibri"/>
                          <a:cs typeface="Calibri"/>
                        </a:rPr>
                        <a:t>nano</a:t>
                      </a:r>
                      <a:r>
                        <a:rPr lang="en-US" sz="1100" dirty="0">
                          <a:effectLst/>
                          <a:latin typeface="Calibri"/>
                          <a:ea typeface="Calibri"/>
                          <a:cs typeface="Calibri"/>
                        </a:rPr>
                        <a:t>-scale systems.</a:t>
                      </a:r>
                      <a:endParaRPr lang="en-US" sz="1100" dirty="0">
                        <a:effectLst/>
                        <a:latin typeface="Calibri"/>
                        <a:ea typeface="Calibri"/>
                        <a:cs typeface="Times New Roman"/>
                      </a:endParaRPr>
                    </a:p>
                  </a:txBody>
                  <a:tcPr marL="68580" marR="68580" marT="0" marB="0"/>
                </a:tc>
                <a:tc>
                  <a:txBody>
                    <a:bodyPr/>
                    <a:lstStyle/>
                    <a:p>
                      <a:pPr marL="0" marR="0" algn="l">
                        <a:lnSpc>
                          <a:spcPct val="115000"/>
                        </a:lnSpc>
                        <a:spcBef>
                          <a:spcPts val="0"/>
                        </a:spcBef>
                        <a:spcAft>
                          <a:spcPts val="0"/>
                        </a:spcAft>
                      </a:pPr>
                      <a:r>
                        <a:rPr lang="en-US" sz="1200" b="0" dirty="0">
                          <a:solidFill>
                            <a:schemeClr val="tx1"/>
                          </a:solidFill>
                          <a:effectLst/>
                          <a:latin typeface="+mn-lt"/>
                          <a:ea typeface="Times New Roman" panose="02020603050405020304" pitchFamily="18" charset="0"/>
                          <a:cs typeface="Times New Roman" panose="02020603050405020304" pitchFamily="18" charset="0"/>
                        </a:rPr>
                        <a:t>Understand</a:t>
                      </a:r>
                    </a:p>
                  </a:txBody>
                  <a:tcPr marL="68580" marR="68580" marT="0" marB="0"/>
                </a:tc>
                <a:extLst>
                  <a:ext uri="{0D108BD9-81ED-4DB2-BD59-A6C34878D82A}">
                    <a16:rowId xmlns:a16="http://schemas.microsoft.com/office/drawing/2014/main" val="10004"/>
                  </a:ext>
                </a:extLst>
              </a:tr>
              <a:tr h="579638">
                <a:tc>
                  <a:txBody>
                    <a:bodyPr/>
                    <a:lstStyle/>
                    <a:p>
                      <a:pPr marL="0" marR="0">
                        <a:lnSpc>
                          <a:spcPct val="115000"/>
                        </a:lnSpc>
                        <a:spcBef>
                          <a:spcPts val="0"/>
                        </a:spcBef>
                        <a:spcAft>
                          <a:spcPts val="0"/>
                        </a:spcAft>
                      </a:pPr>
                      <a:r>
                        <a:rPr lang="en-US" sz="1200" b="0" dirty="0">
                          <a:effectLst/>
                          <a:latin typeface="+mn-lt"/>
                          <a:ea typeface="Times New Roman" panose="02020603050405020304" pitchFamily="18" charset="0"/>
                          <a:cs typeface="Times New Roman" panose="02020603050405020304" pitchFamily="18" charset="0"/>
                        </a:rPr>
                        <a:t>CO3</a:t>
                      </a:r>
                    </a:p>
                  </a:txBody>
                  <a:tcPr marL="68580" marR="68580" marT="0" marB="0"/>
                </a:tc>
                <a:tc>
                  <a:txBody>
                    <a:bodyPr/>
                    <a:lstStyle/>
                    <a:p>
                      <a:pPr marL="0" marR="53975" algn="just">
                        <a:lnSpc>
                          <a:spcPct val="150000"/>
                        </a:lnSpc>
                        <a:spcBef>
                          <a:spcPts val="0"/>
                        </a:spcBef>
                        <a:spcAft>
                          <a:spcPts val="0"/>
                        </a:spcAft>
                      </a:pPr>
                      <a:r>
                        <a:rPr lang="en-US" sz="1100" dirty="0">
                          <a:effectLst/>
                          <a:latin typeface="Calibri"/>
                          <a:ea typeface="Calibri"/>
                          <a:cs typeface="Calibri"/>
                        </a:rPr>
                        <a:t>Solve problems by applying principles related to lasers, </a:t>
                      </a:r>
                      <a:r>
                        <a:rPr lang="en-US" sz="1100" dirty="0" err="1">
                          <a:effectLst/>
                          <a:latin typeface="Calibri"/>
                          <a:ea typeface="Calibri"/>
                          <a:cs typeface="Calibri"/>
                        </a:rPr>
                        <a:t>fibres</a:t>
                      </a:r>
                      <a:r>
                        <a:rPr lang="en-US" sz="1100" dirty="0">
                          <a:effectLst/>
                          <a:latin typeface="Calibri"/>
                          <a:ea typeface="Calibri"/>
                          <a:cs typeface="Calibri"/>
                        </a:rPr>
                        <a:t>, semiconductors, oscillations, quantum and </a:t>
                      </a:r>
                      <a:r>
                        <a:rPr lang="en-US" sz="1100" dirty="0" err="1">
                          <a:effectLst/>
                          <a:latin typeface="Calibri"/>
                          <a:ea typeface="Calibri"/>
                          <a:cs typeface="Calibri"/>
                        </a:rPr>
                        <a:t>nanoscience</a:t>
                      </a:r>
                      <a:r>
                        <a:rPr lang="en-US" sz="1100" dirty="0">
                          <a:effectLst/>
                          <a:latin typeface="Calibri"/>
                          <a:ea typeface="Calibri"/>
                          <a:cs typeface="Calibri"/>
                        </a:rPr>
                        <a:t>.</a:t>
                      </a:r>
                      <a:endParaRPr lang="en-US" sz="1100" dirty="0">
                        <a:effectLst/>
                        <a:latin typeface="Calibri"/>
                        <a:ea typeface="Calibri"/>
                        <a:cs typeface="Times New Roman"/>
                      </a:endParaRPr>
                    </a:p>
                  </a:txBody>
                  <a:tcPr marL="68580" marR="68580" marT="0" marB="0"/>
                </a:tc>
                <a:tc>
                  <a:txBody>
                    <a:bodyPr/>
                    <a:lstStyle/>
                    <a:p>
                      <a:pPr marL="0" marR="0" indent="0" algn="l" defTabSz="914400" rtl="0" eaLnBrk="1" fontAlgn="auto" latinLnBrk="0" hangingPunct="1">
                        <a:lnSpc>
                          <a:spcPct val="115000"/>
                        </a:lnSpc>
                        <a:spcBef>
                          <a:spcPts val="0"/>
                        </a:spcBef>
                        <a:spcAft>
                          <a:spcPts val="0"/>
                        </a:spcAft>
                        <a:buClrTx/>
                        <a:buSzTx/>
                        <a:buFontTx/>
                        <a:buNone/>
                        <a:tabLst/>
                        <a:defRPr/>
                      </a:pPr>
                      <a:r>
                        <a:rPr lang="en-US" sz="1200" b="0" dirty="0">
                          <a:solidFill>
                            <a:schemeClr val="tx1"/>
                          </a:solidFill>
                          <a:effectLst/>
                          <a:latin typeface="+mn-lt"/>
                        </a:rPr>
                        <a:t>Applying </a:t>
                      </a:r>
                    </a:p>
                  </a:txBody>
                  <a:tcPr marL="68580" marR="68580" marT="0" marB="0"/>
                </a:tc>
                <a:extLst>
                  <a:ext uri="{0D108BD9-81ED-4DB2-BD59-A6C34878D82A}">
                    <a16:rowId xmlns:a16="http://schemas.microsoft.com/office/drawing/2014/main" val="10005"/>
                  </a:ext>
                </a:extLst>
              </a:tr>
              <a:tr h="579638">
                <a:tc>
                  <a:txBody>
                    <a:bodyPr/>
                    <a:lstStyle/>
                    <a:p>
                      <a:pPr marL="0" marR="0">
                        <a:lnSpc>
                          <a:spcPct val="115000"/>
                        </a:lnSpc>
                        <a:spcBef>
                          <a:spcPts val="0"/>
                        </a:spcBef>
                        <a:spcAft>
                          <a:spcPts val="0"/>
                        </a:spcAft>
                      </a:pPr>
                      <a:r>
                        <a:rPr lang="en-US" sz="1200" b="0" dirty="0">
                          <a:effectLst/>
                          <a:latin typeface="+mn-lt"/>
                          <a:ea typeface="Times New Roman" panose="02020603050405020304" pitchFamily="18" charset="0"/>
                          <a:cs typeface="Times New Roman" panose="02020603050405020304" pitchFamily="18" charset="0"/>
                        </a:rPr>
                        <a:t>CO4</a:t>
                      </a:r>
                    </a:p>
                  </a:txBody>
                  <a:tcPr marL="68580" marR="68580" marT="0" marB="0"/>
                </a:tc>
                <a:tc>
                  <a:txBody>
                    <a:bodyPr/>
                    <a:lstStyle/>
                    <a:p>
                      <a:pPr marL="0" marR="53975" algn="just">
                        <a:lnSpc>
                          <a:spcPct val="150000"/>
                        </a:lnSpc>
                        <a:spcBef>
                          <a:spcPts val="0"/>
                        </a:spcBef>
                        <a:spcAft>
                          <a:spcPts val="0"/>
                        </a:spcAft>
                      </a:pPr>
                      <a:r>
                        <a:rPr lang="en-US" sz="1100" dirty="0">
                          <a:effectLst/>
                          <a:latin typeface="Calibri"/>
                          <a:ea typeface="Calibri"/>
                          <a:cs typeface="Calibri"/>
                        </a:rPr>
                        <a:t>Compare various lasers and </a:t>
                      </a:r>
                      <a:r>
                        <a:rPr lang="en-US" sz="1100" dirty="0" err="1">
                          <a:effectLst/>
                          <a:latin typeface="Calibri"/>
                          <a:ea typeface="Calibri"/>
                          <a:cs typeface="Calibri"/>
                        </a:rPr>
                        <a:t>fibres</a:t>
                      </a:r>
                      <a:r>
                        <a:rPr lang="en-US" sz="1100" dirty="0">
                          <a:effectLst/>
                          <a:latin typeface="Calibri"/>
                          <a:ea typeface="Calibri"/>
                          <a:cs typeface="Calibri"/>
                        </a:rPr>
                        <a:t>, semiconducting devices, crystalline materials, structures at quantum and </a:t>
                      </a:r>
                      <a:r>
                        <a:rPr lang="en-US" sz="1100" dirty="0" err="1">
                          <a:effectLst/>
                          <a:latin typeface="Calibri"/>
                          <a:ea typeface="Calibri"/>
                          <a:cs typeface="Calibri"/>
                        </a:rPr>
                        <a:t>nanoscale</a:t>
                      </a:r>
                      <a:r>
                        <a:rPr lang="en-US" sz="1100" dirty="0">
                          <a:effectLst/>
                          <a:latin typeface="Calibri"/>
                          <a:ea typeface="Calibri"/>
                          <a:cs typeface="Calibri"/>
                        </a:rPr>
                        <a:t> on the basis of their properties for industrial applications.</a:t>
                      </a:r>
                      <a:endParaRPr lang="en-US" sz="1100" dirty="0">
                        <a:effectLst/>
                        <a:latin typeface="Calibri"/>
                        <a:ea typeface="Calibri"/>
                        <a:cs typeface="Times New Roman"/>
                      </a:endParaRPr>
                    </a:p>
                  </a:txBody>
                  <a:tcPr marL="68580" marR="68580" marT="0" marB="0"/>
                </a:tc>
                <a:tc>
                  <a:txBody>
                    <a:bodyPr/>
                    <a:lstStyle/>
                    <a:p>
                      <a:pPr marL="0" marR="0" indent="0" algn="l" defTabSz="914400" rtl="0" eaLnBrk="1" fontAlgn="auto" latinLnBrk="0" hangingPunct="1">
                        <a:lnSpc>
                          <a:spcPct val="115000"/>
                        </a:lnSpc>
                        <a:spcBef>
                          <a:spcPts val="0"/>
                        </a:spcBef>
                        <a:spcAft>
                          <a:spcPts val="0"/>
                        </a:spcAft>
                        <a:buClrTx/>
                        <a:buSzTx/>
                        <a:buFontTx/>
                        <a:buNone/>
                        <a:tabLst/>
                        <a:defRPr/>
                      </a:pPr>
                      <a:r>
                        <a:rPr lang="en-US" sz="1200" b="0" dirty="0">
                          <a:solidFill>
                            <a:schemeClr val="tx1"/>
                          </a:solidFill>
                          <a:effectLst/>
                          <a:latin typeface="+mn-lt"/>
                          <a:ea typeface="Times New Roman" panose="02020603050405020304" pitchFamily="18" charset="0"/>
                          <a:cs typeface="Times New Roman" panose="02020603050405020304" pitchFamily="18" charset="0"/>
                        </a:rPr>
                        <a:t>Analyze</a:t>
                      </a:r>
                    </a:p>
                  </a:txBody>
                  <a:tcPr marL="68580" marR="68580" marT="0" marB="0"/>
                </a:tc>
                <a:extLst>
                  <a:ext uri="{0D108BD9-81ED-4DB2-BD59-A6C34878D82A}">
                    <a16:rowId xmlns:a16="http://schemas.microsoft.com/office/drawing/2014/main" val="10002"/>
                  </a:ext>
                </a:extLst>
              </a:tr>
              <a:tr h="887612">
                <a:tc>
                  <a:txBody>
                    <a:bodyPr/>
                    <a:lstStyle/>
                    <a:p>
                      <a:pPr marL="0" marR="0">
                        <a:lnSpc>
                          <a:spcPct val="115000"/>
                        </a:lnSpc>
                        <a:spcBef>
                          <a:spcPts val="0"/>
                        </a:spcBef>
                        <a:spcAft>
                          <a:spcPts val="0"/>
                        </a:spcAft>
                      </a:pPr>
                      <a:r>
                        <a:rPr lang="en-US" sz="1200" b="0" dirty="0">
                          <a:effectLst/>
                          <a:latin typeface="+mn-lt"/>
                          <a:ea typeface="Times New Roman" panose="02020603050405020304" pitchFamily="18" charset="0"/>
                          <a:cs typeface="Times New Roman" panose="02020603050405020304" pitchFamily="18" charset="0"/>
                        </a:rPr>
                        <a:t>CO5</a:t>
                      </a:r>
                    </a:p>
                  </a:txBody>
                  <a:tcPr marL="68580" marR="68580" marT="0" marB="0"/>
                </a:tc>
                <a:tc>
                  <a:txBody>
                    <a:bodyPr/>
                    <a:lstStyle/>
                    <a:p>
                      <a:pPr marL="0" marR="53975" algn="just">
                        <a:lnSpc>
                          <a:spcPct val="150000"/>
                        </a:lnSpc>
                        <a:spcBef>
                          <a:spcPts val="0"/>
                        </a:spcBef>
                        <a:spcAft>
                          <a:spcPts val="0"/>
                        </a:spcAft>
                      </a:pPr>
                      <a:r>
                        <a:rPr lang="en-US" sz="1100" dirty="0">
                          <a:effectLst/>
                          <a:latin typeface="Calibri"/>
                          <a:ea typeface="Calibri"/>
                          <a:cs typeface="Calibri"/>
                        </a:rPr>
                        <a:t>Develop various systems using lasers, </a:t>
                      </a:r>
                      <a:r>
                        <a:rPr lang="en-US" sz="1100" dirty="0" err="1">
                          <a:effectLst/>
                          <a:latin typeface="Calibri"/>
                          <a:ea typeface="Calibri"/>
                          <a:cs typeface="Calibri"/>
                        </a:rPr>
                        <a:t>fibres</a:t>
                      </a:r>
                      <a:r>
                        <a:rPr lang="en-US" sz="1100" dirty="0">
                          <a:effectLst/>
                          <a:latin typeface="Calibri"/>
                          <a:ea typeface="Calibri"/>
                          <a:cs typeface="Calibri"/>
                        </a:rPr>
                        <a:t>, semiconductors and </a:t>
                      </a:r>
                      <a:r>
                        <a:rPr lang="en-US" sz="1100" dirty="0" err="1">
                          <a:effectLst/>
                          <a:latin typeface="Calibri"/>
                          <a:ea typeface="Calibri"/>
                          <a:cs typeface="Calibri"/>
                        </a:rPr>
                        <a:t>nanomaterials</a:t>
                      </a:r>
                      <a:r>
                        <a:rPr lang="en-US" sz="1100" dirty="0">
                          <a:effectLst/>
                          <a:latin typeface="Calibri"/>
                          <a:ea typeface="Calibri"/>
                          <a:cs typeface="Calibri"/>
                        </a:rPr>
                        <a:t> for futuristic applications.</a:t>
                      </a:r>
                      <a:endParaRPr lang="en-US" sz="1100" dirty="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1200" b="0" dirty="0">
                          <a:effectLst/>
                          <a:latin typeface="+mn-lt"/>
                        </a:rPr>
                        <a:t>Design</a:t>
                      </a:r>
                      <a:r>
                        <a:rPr lang="en-US" sz="1200" b="0" dirty="0">
                          <a:solidFill>
                            <a:schemeClr val="tx1"/>
                          </a:solidFill>
                          <a:effectLst/>
                          <a:latin typeface="+mn-lt"/>
                        </a:rPr>
                        <a:t> </a:t>
                      </a:r>
                    </a:p>
                  </a:txBody>
                  <a:tcPr marL="68580" marR="68580" marT="0" marB="0"/>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7017351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287383" y="2155371"/>
            <a:ext cx="4859384" cy="4308490"/>
          </a:xfrm>
        </p:spPr>
        <p:txBody>
          <a:bodyPr>
            <a:normAutofit/>
          </a:bodyPr>
          <a:lstStyle/>
          <a:p>
            <a:pPr algn="just">
              <a:lnSpc>
                <a:spcPct val="150000"/>
              </a:lnSpc>
            </a:pPr>
            <a:endParaRPr lang="en-IN" sz="2400" dirty="0"/>
          </a:p>
          <a:p>
            <a:pPr marL="457200" indent="-457200" algn="just">
              <a:lnSpc>
                <a:spcPct val="150000"/>
              </a:lnSpc>
              <a:buFont typeface="Wingdings" pitchFamily="2" charset="2"/>
              <a:buChar char="v"/>
            </a:pPr>
            <a:r>
              <a:rPr lang="en-IN" sz="2400" dirty="0"/>
              <a:t> Forced Oscillator with examples.</a:t>
            </a:r>
          </a:p>
          <a:p>
            <a:pPr marL="457200" indent="-457200" algn="just">
              <a:lnSpc>
                <a:spcPct val="150000"/>
              </a:lnSpc>
              <a:buFont typeface="Wingdings" pitchFamily="2" charset="2"/>
              <a:buChar char="v"/>
            </a:pPr>
            <a:endParaRPr lang="en-US" sz="2400" dirty="0"/>
          </a:p>
          <a:p>
            <a:pPr marL="457200" indent="-457200" algn="just">
              <a:lnSpc>
                <a:spcPct val="150000"/>
              </a:lnSpc>
              <a:buFont typeface="Wingdings" pitchFamily="2" charset="2"/>
              <a:buChar char="v"/>
            </a:pPr>
            <a:endParaRPr lang="en-US" sz="2400" dirty="0"/>
          </a:p>
        </p:txBody>
      </p:sp>
      <p:sp>
        <p:nvSpPr>
          <p:cNvPr id="5" name="Slide Number Placeholder 4"/>
          <p:cNvSpPr>
            <a:spLocks noGrp="1"/>
          </p:cNvSpPr>
          <p:nvPr>
            <p:ph type="sldNum" sz="quarter" idx="12"/>
          </p:nvPr>
        </p:nvSpPr>
        <p:spPr/>
        <p:txBody>
          <a:bodyPr/>
          <a:lstStyle/>
          <a:p>
            <a:fld id="{BDCDBBEF-AA6C-4BA6-85B2-A17D7F280E38}" type="slidenum">
              <a:rPr lang="en-US" smtClean="0"/>
              <a:pPr/>
              <a:t>4</a:t>
            </a:fld>
            <a:endParaRPr lang="en-US"/>
          </a:p>
        </p:txBody>
      </p:sp>
      <p:sp>
        <p:nvSpPr>
          <p:cNvPr id="6" name="Rectangle 5"/>
          <p:cNvSpPr/>
          <p:nvPr/>
        </p:nvSpPr>
        <p:spPr>
          <a:xfrm>
            <a:off x="1856096" y="389930"/>
            <a:ext cx="8871044" cy="1446550"/>
          </a:xfrm>
          <a:prstGeom prst="rect">
            <a:avLst/>
          </a:prstGeom>
        </p:spPr>
        <p:txBody>
          <a:bodyPr wrap="square">
            <a:spAutoFit/>
          </a:bodyPr>
          <a:lstStyle/>
          <a:p>
            <a:r>
              <a:rPr lang="en-US" sz="4400" b="1" dirty="0">
                <a:latin typeface="Casper Bold"/>
                <a:cs typeface="Times New Roman" pitchFamily="18" charset="0"/>
              </a:rPr>
              <a:t>CONTENT TO BE DISCUSSED….</a:t>
            </a:r>
            <a:br>
              <a:rPr lang="en-US" sz="4400" b="1" dirty="0">
                <a:latin typeface="Casper Bold"/>
                <a:ea typeface="Karla" pitchFamily="2" charset="0"/>
                <a:cs typeface="Karla" pitchFamily="2" charset="0"/>
              </a:rPr>
            </a:br>
            <a:endParaRPr lang="en-US" sz="4400" dirty="0">
              <a:latin typeface="Casper Bold"/>
            </a:endParaRPr>
          </a:p>
        </p:txBody>
      </p:sp>
      <p:sp>
        <p:nvSpPr>
          <p:cNvPr id="7" name="AutoShape 2" descr="LASER shines on Munich – Physics World"/>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 name="AutoShape 4" descr="LASER shines on Munich – Physics World"/>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9" name="AutoShape 6" descr="Abstract red laser beam transparent isolated on Vector Image"/>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9938" name="AutoShape 2" descr="Mechanical Oscillation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39940" name="AutoShape 4" descr="Mechanical Oscillation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44033" name="Picture 1" descr="C:\Users\HARMANPREET KAUR\Desktop\osciilator.jpg"/>
          <p:cNvPicPr>
            <a:picLocks noChangeAspect="1" noChangeArrowheads="1"/>
          </p:cNvPicPr>
          <p:nvPr/>
        </p:nvPicPr>
        <p:blipFill>
          <a:blip r:embed="rId2"/>
          <a:srcRect/>
          <a:stretch>
            <a:fillRect/>
          </a:stretch>
        </p:blipFill>
        <p:spPr bwMode="auto">
          <a:xfrm>
            <a:off x="5394961" y="1776548"/>
            <a:ext cx="6797040" cy="4352403"/>
          </a:xfrm>
          <a:prstGeom prst="rect">
            <a:avLst/>
          </a:prstGeom>
          <a:noFill/>
        </p:spPr>
      </p:pic>
      <p:sp>
        <p:nvSpPr>
          <p:cNvPr id="11" name="TextBox 10"/>
          <p:cNvSpPr txBox="1"/>
          <p:nvPr/>
        </p:nvSpPr>
        <p:spPr>
          <a:xfrm>
            <a:off x="5302983" y="6254497"/>
            <a:ext cx="5914293" cy="369332"/>
          </a:xfrm>
          <a:prstGeom prst="rect">
            <a:avLst/>
          </a:prstGeom>
          <a:noFill/>
        </p:spPr>
        <p:txBody>
          <a:bodyPr wrap="square" rtlCol="0">
            <a:spAutoFit/>
          </a:bodyPr>
          <a:lstStyle/>
          <a:p>
            <a:r>
              <a:rPr lang="en-US" sz="1600" dirty="0">
                <a:latin typeface="Casper"/>
              </a:rPr>
              <a:t>                       </a:t>
            </a:r>
            <a:r>
              <a:rPr lang="en-US" b="1" dirty="0"/>
              <a:t>Figure 1 Working of oscillator [1</a:t>
            </a:r>
            <a:r>
              <a:rPr lang="en-US" sz="1600" dirty="0">
                <a:latin typeface="Casper"/>
              </a:rPr>
              <a:t>]</a:t>
            </a:r>
          </a:p>
        </p:txBody>
      </p:sp>
    </p:spTree>
    <p:extLst>
      <p:ext uri="{BB962C8B-B14F-4D97-AF65-F5344CB8AC3E}">
        <p14:creationId xmlns:p14="http://schemas.microsoft.com/office/powerpoint/2010/main" val="32312429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a:xfrm>
            <a:off x="8839200" y="6356350"/>
            <a:ext cx="2743200" cy="365125"/>
          </a:xfrm>
        </p:spPr>
        <p:txBody>
          <a:bodyPr/>
          <a:lstStyle/>
          <a:p>
            <a:fld id="{BDCDBBEF-AA6C-4BA6-85B2-A17D7F280E38}" type="slidenum">
              <a:rPr lang="en-US" smtClean="0"/>
              <a:pPr/>
              <a:t>5</a:t>
            </a:fld>
            <a:endParaRPr lang="en-US" dirty="0"/>
          </a:p>
        </p:txBody>
      </p:sp>
      <p:sp>
        <p:nvSpPr>
          <p:cNvPr id="10" name="Oval 9"/>
          <p:cNvSpPr/>
          <p:nvPr/>
        </p:nvSpPr>
        <p:spPr>
          <a:xfrm>
            <a:off x="11217276" y="6324600"/>
            <a:ext cx="444500" cy="4222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058" name="Rectangle 2"/>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45059" name="Rectangle 3"/>
          <p:cNvSpPr>
            <a:spLocks noChangeArrowheads="1"/>
          </p:cNvSpPr>
          <p:nvPr/>
        </p:nvSpPr>
        <p:spPr bwMode="auto">
          <a:xfrm>
            <a:off x="0" y="1295400"/>
            <a:ext cx="12192000" cy="0"/>
          </a:xfrm>
          <a:prstGeom prst="rect">
            <a:avLst/>
          </a:prstGeom>
          <a:solidFill>
            <a:srgbClr val="FFFFFF"/>
          </a:solid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43009" name="Rectangle 1"/>
          <p:cNvSpPr>
            <a:spLocks noChangeArrowheads="1"/>
          </p:cNvSpPr>
          <p:nvPr/>
        </p:nvSpPr>
        <p:spPr bwMode="auto">
          <a:xfrm>
            <a:off x="0" y="2220686"/>
            <a:ext cx="6518366" cy="1200329"/>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algn="just" fontAlgn="base">
              <a:spcBef>
                <a:spcPct val="0"/>
              </a:spcBef>
              <a:spcAft>
                <a:spcPct val="0"/>
              </a:spcAft>
            </a:pPr>
            <a:r>
              <a:rPr lang="en-US" sz="2400" dirty="0"/>
              <a:t>.</a:t>
            </a:r>
          </a:p>
          <a:p>
            <a:pPr lvl="0" algn="just" fontAlgn="base">
              <a:spcBef>
                <a:spcPct val="0"/>
              </a:spcBef>
              <a:spcAft>
                <a:spcPct val="0"/>
              </a:spcAft>
            </a:pPr>
            <a:endParaRPr kumimoji="0" lang="en-US" sz="2400" b="0" i="0" u="none" strike="noStrike" cap="none" normalizeH="0" baseline="0" dirty="0">
              <a:ln>
                <a:noFill/>
              </a:ln>
              <a:solidFill>
                <a:schemeClr val="tx1"/>
              </a:solidFill>
              <a:effectLst/>
              <a:cs typeface="Arial"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dirty="0">
              <a:ln>
                <a:noFill/>
              </a:ln>
              <a:solidFill>
                <a:schemeClr val="tx1"/>
              </a:solidFill>
              <a:effectLst/>
              <a:cs typeface="Arial" pitchFamily="34" charset="0"/>
            </a:endParaRPr>
          </a:p>
        </p:txBody>
      </p:sp>
      <p:sp>
        <p:nvSpPr>
          <p:cNvPr id="15" name="Title 7"/>
          <p:cNvSpPr txBox="1">
            <a:spLocks noChangeArrowheads="1"/>
          </p:cNvSpPr>
          <p:nvPr/>
        </p:nvSpPr>
        <p:spPr bwMode="auto">
          <a:xfrm>
            <a:off x="1493254" y="587829"/>
            <a:ext cx="9600964" cy="7017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rtlCol="0" anchor="b">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marL="0" marR="0" lvl="0" indent="0" algn="ctr" defTabSz="914400" rtl="0" eaLnBrk="1" fontAlgn="auto" latinLnBrk="0" hangingPunct="1">
              <a:lnSpc>
                <a:spcPct val="90000"/>
              </a:lnSpc>
              <a:spcBef>
                <a:spcPct val="0"/>
              </a:spcBef>
              <a:spcAft>
                <a:spcPts val="0"/>
              </a:spcAft>
              <a:buClrTx/>
              <a:buSzTx/>
              <a:buFontTx/>
              <a:buNone/>
              <a:tabLst/>
              <a:defRPr/>
            </a:pPr>
            <a:r>
              <a:rPr lang="en-IN" sz="4400" b="1" dirty="0">
                <a:latin typeface="Casper Bold"/>
                <a:ea typeface="+mj-ea"/>
                <a:cs typeface="+mj-cs"/>
              </a:rPr>
              <a:t>Forced Oscillator</a:t>
            </a:r>
            <a:endParaRPr kumimoji="0" lang="en-US" sz="4400" b="1" i="0" u="none" strike="noStrike" kern="1200" cap="none" spc="0" normalizeH="0" baseline="0" noProof="0" dirty="0">
              <a:ln>
                <a:noFill/>
              </a:ln>
              <a:effectLst/>
              <a:uLnTx/>
              <a:uFillTx/>
              <a:latin typeface="Casper Bold"/>
              <a:ea typeface="+mj-ea"/>
              <a:cs typeface="+mj-cs"/>
            </a:endParaRPr>
          </a:p>
        </p:txBody>
      </p:sp>
      <p:sp>
        <p:nvSpPr>
          <p:cNvPr id="43011" name="Rectangle 3"/>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29"/>
          <p:cNvSpPr>
            <a:spLocks noChangeArrowheads="1"/>
          </p:cNvSpPr>
          <p:nvPr/>
        </p:nvSpPr>
        <p:spPr bwMode="auto">
          <a:xfrm>
            <a:off x="274321" y="1802673"/>
            <a:ext cx="11090365" cy="4154984"/>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algn="just" eaLnBrk="0" fontAlgn="base" hangingPunct="0">
              <a:spcBef>
                <a:spcPct val="0"/>
              </a:spcBef>
              <a:spcAft>
                <a:spcPct val="0"/>
              </a:spcAft>
            </a:pPr>
            <a:r>
              <a:rPr lang="en-US" sz="2400" dirty="0"/>
              <a:t> We have seen that the mechanical energy of a damped oscillator decreases in time as a result of the resistive force. It is possible to compensate for this energy decrease by applying a periodic external force that does positive work on the system. At any instant, energy can be transferred into the system by an applied force that acts in the direction of motion of the oscillator. For example, a child on a swing can be kept in motion by appropriately timed “pushes.” The amplitude of motion remains constant if the energy input per cycle of motion exactly equals the decrease in mechanical energy in each cycle that results from resistive forces. If an extra periodic force is applied on a damped harmonic oscillator, then the oscillating system is called driven or forced harmonic oscillator, and its oscillations are called forced oscillations.</a:t>
            </a:r>
          </a:p>
          <a:p>
            <a:pPr lvl="0" algn="just" eaLnBrk="0" fontAlgn="base" hangingPunct="0">
              <a:spcBef>
                <a:spcPct val="0"/>
              </a:spcBef>
              <a:spcAft>
                <a:spcPct val="0"/>
              </a:spcAft>
            </a:pPr>
            <a:endParaRPr kumimoji="0" lang="en-US" sz="2400" b="0" i="0" u="none" strike="noStrike" cap="none" normalizeH="0" baseline="0" dirty="0">
              <a:ln>
                <a:noFill/>
              </a:ln>
              <a:solidFill>
                <a:schemeClr val="tx1"/>
              </a:solidFill>
              <a:effectLst/>
              <a:cs typeface="Arial" pitchFamily="34" charset="0"/>
            </a:endParaRPr>
          </a:p>
        </p:txBody>
      </p:sp>
    </p:spTree>
    <p:extLst>
      <p:ext uri="{BB962C8B-B14F-4D97-AF65-F5344CB8AC3E}">
        <p14:creationId xmlns:p14="http://schemas.microsoft.com/office/powerpoint/2010/main" val="28617419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a:xfrm>
            <a:off x="8839200" y="6356350"/>
            <a:ext cx="2743200" cy="365125"/>
          </a:xfrm>
        </p:spPr>
        <p:txBody>
          <a:bodyPr/>
          <a:lstStyle/>
          <a:p>
            <a:fld id="{BDCDBBEF-AA6C-4BA6-85B2-A17D7F280E38}" type="slidenum">
              <a:rPr lang="en-US" smtClean="0"/>
              <a:pPr/>
              <a:t>6</a:t>
            </a:fld>
            <a:endParaRPr lang="en-US" dirty="0"/>
          </a:p>
        </p:txBody>
      </p:sp>
      <p:sp>
        <p:nvSpPr>
          <p:cNvPr id="10" name="Oval 9"/>
          <p:cNvSpPr/>
          <p:nvPr/>
        </p:nvSpPr>
        <p:spPr>
          <a:xfrm>
            <a:off x="11217276" y="6324600"/>
            <a:ext cx="444500" cy="4222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058" name="Rectangle 2"/>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45059" name="Rectangle 3"/>
          <p:cNvSpPr>
            <a:spLocks noChangeArrowheads="1"/>
          </p:cNvSpPr>
          <p:nvPr/>
        </p:nvSpPr>
        <p:spPr bwMode="auto">
          <a:xfrm>
            <a:off x="12357" y="1295400"/>
            <a:ext cx="12192000" cy="0"/>
          </a:xfrm>
          <a:prstGeom prst="rect">
            <a:avLst/>
          </a:prstGeom>
          <a:solidFill>
            <a:srgbClr val="FFFFFF"/>
          </a:solid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43009" name="Rectangle 1"/>
          <p:cNvSpPr>
            <a:spLocks noChangeArrowheads="1"/>
          </p:cNvSpPr>
          <p:nvPr/>
        </p:nvSpPr>
        <p:spPr bwMode="auto">
          <a:xfrm>
            <a:off x="0" y="2429691"/>
            <a:ext cx="6518366" cy="1200329"/>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algn="just" fontAlgn="base">
              <a:spcBef>
                <a:spcPct val="0"/>
              </a:spcBef>
              <a:spcAft>
                <a:spcPct val="0"/>
              </a:spcAft>
            </a:pPr>
            <a:endParaRPr lang="en-US" sz="2400" dirty="0"/>
          </a:p>
          <a:p>
            <a:pPr lvl="0" algn="just" fontAlgn="base">
              <a:spcBef>
                <a:spcPct val="0"/>
              </a:spcBef>
              <a:spcAft>
                <a:spcPct val="0"/>
              </a:spcAft>
            </a:pPr>
            <a:endParaRPr kumimoji="0" lang="en-US" sz="2400" b="0" i="0" u="none" strike="noStrike" cap="none" normalizeH="0" baseline="0" dirty="0">
              <a:ln>
                <a:noFill/>
              </a:ln>
              <a:solidFill>
                <a:schemeClr val="tx1"/>
              </a:solidFill>
              <a:effectLst/>
              <a:cs typeface="Arial"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dirty="0">
              <a:ln>
                <a:noFill/>
              </a:ln>
              <a:solidFill>
                <a:schemeClr val="tx1"/>
              </a:solidFill>
              <a:effectLst/>
              <a:cs typeface="Arial" pitchFamily="34" charset="0"/>
            </a:endParaRPr>
          </a:p>
        </p:txBody>
      </p:sp>
      <p:sp>
        <p:nvSpPr>
          <p:cNvPr id="15" name="Title 7"/>
          <p:cNvSpPr txBox="1">
            <a:spLocks noChangeArrowheads="1"/>
          </p:cNvSpPr>
          <p:nvPr/>
        </p:nvSpPr>
        <p:spPr bwMode="auto">
          <a:xfrm>
            <a:off x="1493254" y="587829"/>
            <a:ext cx="9600964" cy="7017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rtlCol="0" anchor="b">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marL="0" marR="0" lvl="0" indent="0" algn="ctr" defTabSz="914400" rtl="0" eaLnBrk="1" fontAlgn="auto" latinLnBrk="0" hangingPunct="1">
              <a:lnSpc>
                <a:spcPct val="90000"/>
              </a:lnSpc>
              <a:spcBef>
                <a:spcPct val="0"/>
              </a:spcBef>
              <a:spcAft>
                <a:spcPts val="0"/>
              </a:spcAft>
              <a:buClrTx/>
              <a:buSzTx/>
              <a:buFontTx/>
              <a:buNone/>
              <a:tabLst/>
              <a:defRPr/>
            </a:pPr>
            <a:r>
              <a:rPr lang="en-IN" sz="4400" b="1" dirty="0">
                <a:latin typeface="Casper Bold"/>
                <a:ea typeface="+mj-ea"/>
                <a:cs typeface="+mj-cs"/>
              </a:rPr>
              <a:t>Equation of Forced Oscillator</a:t>
            </a:r>
            <a:endParaRPr kumimoji="0" lang="en-US" sz="4400" b="1" i="0" u="none" strike="noStrike" kern="1200" cap="none" spc="0" normalizeH="0" baseline="0" noProof="0" dirty="0">
              <a:ln>
                <a:noFill/>
              </a:ln>
              <a:effectLst/>
              <a:uLnTx/>
              <a:uFillTx/>
              <a:latin typeface="Casper Bold"/>
              <a:ea typeface="+mj-ea"/>
              <a:cs typeface="+mj-cs"/>
            </a:endParaRPr>
          </a:p>
        </p:txBody>
      </p:sp>
      <p:sp>
        <p:nvSpPr>
          <p:cNvPr id="43011" name="Rectangle 3"/>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29"/>
          <p:cNvSpPr>
            <a:spLocks noChangeArrowheads="1"/>
          </p:cNvSpPr>
          <p:nvPr/>
        </p:nvSpPr>
        <p:spPr bwMode="auto">
          <a:xfrm rot="10800000" flipV="1">
            <a:off x="457187" y="1905111"/>
            <a:ext cx="6074229" cy="5262979"/>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algn="just" eaLnBrk="0" fontAlgn="base" hangingPunct="0">
              <a:spcBef>
                <a:spcPct val="0"/>
              </a:spcBef>
              <a:spcAft>
                <a:spcPct val="0"/>
              </a:spcAft>
            </a:pPr>
            <a:r>
              <a:rPr lang="en-US" sz="2400" dirty="0"/>
              <a:t>    Differential equation of motion under forced oscillations is</a:t>
            </a:r>
          </a:p>
          <a:p>
            <a:pPr algn="just" eaLnBrk="0" fontAlgn="base" hangingPunct="0">
              <a:spcBef>
                <a:spcPct val="0"/>
              </a:spcBef>
              <a:spcAft>
                <a:spcPct val="0"/>
              </a:spcAft>
            </a:pPr>
            <a:endParaRPr lang="en-IN" sz="2400" dirty="0"/>
          </a:p>
          <a:p>
            <a:pPr algn="just" eaLnBrk="0" fontAlgn="base" hangingPunct="0">
              <a:spcBef>
                <a:spcPct val="0"/>
              </a:spcBef>
              <a:spcAft>
                <a:spcPct val="0"/>
              </a:spcAft>
            </a:pPr>
            <a:endParaRPr lang="en-IN" sz="2400" dirty="0"/>
          </a:p>
          <a:p>
            <a:pPr algn="just" eaLnBrk="0" fontAlgn="base" hangingPunct="0">
              <a:spcBef>
                <a:spcPct val="0"/>
              </a:spcBef>
              <a:spcAft>
                <a:spcPct val="0"/>
              </a:spcAft>
            </a:pPr>
            <a:endParaRPr lang="en-IN" sz="2400" dirty="0"/>
          </a:p>
          <a:p>
            <a:pPr algn="just" eaLnBrk="0" fontAlgn="base" hangingPunct="0">
              <a:spcBef>
                <a:spcPct val="0"/>
              </a:spcBef>
              <a:spcAft>
                <a:spcPct val="0"/>
              </a:spcAft>
            </a:pPr>
            <a:endParaRPr lang="en-IN" sz="2400" dirty="0"/>
          </a:p>
          <a:p>
            <a:pPr algn="just" eaLnBrk="0" fontAlgn="base" hangingPunct="0">
              <a:spcBef>
                <a:spcPct val="0"/>
              </a:spcBef>
              <a:spcAft>
                <a:spcPct val="0"/>
              </a:spcAft>
            </a:pPr>
            <a:endParaRPr lang="en-US" sz="2400" dirty="0"/>
          </a:p>
          <a:p>
            <a:pPr algn="just" eaLnBrk="0" fontAlgn="base" hangingPunct="0">
              <a:spcBef>
                <a:spcPct val="0"/>
              </a:spcBef>
              <a:spcAft>
                <a:spcPct val="0"/>
              </a:spcAft>
            </a:pPr>
            <a:r>
              <a:rPr lang="en-US" sz="2400" dirty="0"/>
              <a:t>In this case particle will neither oscillate with its free undamped frequency nor with damped angular frequency rather would it be forced to oscillate with angular frequency ωf of applied force.</a:t>
            </a:r>
          </a:p>
          <a:p>
            <a:pPr lvl="0" algn="just" eaLnBrk="0" fontAlgn="base" hangingPunct="0">
              <a:spcBef>
                <a:spcPct val="0"/>
              </a:spcBef>
              <a:spcAft>
                <a:spcPct val="0"/>
              </a:spcAft>
            </a:pPr>
            <a:endParaRPr lang="en-US" sz="2400" dirty="0"/>
          </a:p>
          <a:p>
            <a:pPr algn="just" eaLnBrk="0" fontAlgn="base" hangingPunct="0">
              <a:spcBef>
                <a:spcPct val="0"/>
              </a:spcBef>
              <a:spcAft>
                <a:spcPct val="0"/>
              </a:spcAft>
            </a:pPr>
            <a:endParaRPr kumimoji="0" lang="en-US" sz="2400" b="0" i="0" u="none" strike="noStrike" cap="none" normalizeH="0" baseline="0" dirty="0">
              <a:ln>
                <a:noFill/>
              </a:ln>
              <a:solidFill>
                <a:schemeClr val="tx1"/>
              </a:solidFill>
              <a:effectLst/>
              <a:cs typeface="Arial" pitchFamily="34" charset="0"/>
            </a:endParaRPr>
          </a:p>
        </p:txBody>
      </p:sp>
      <p:sp>
        <p:nvSpPr>
          <p:cNvPr id="50178" name="Rectangle 2"/>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0179" name="Rectangle 3"/>
          <p:cNvSpPr>
            <a:spLocks noChangeArrowheads="1"/>
          </p:cNvSpPr>
          <p:nvPr/>
        </p:nvSpPr>
        <p:spPr bwMode="auto">
          <a:xfrm>
            <a:off x="0" y="968375"/>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pic>
        <p:nvPicPr>
          <p:cNvPr id="14" name="Picture 13" descr="C:\Users\HARMANPREET KAUR\Desktop\force.png"/>
          <p:cNvPicPr/>
          <p:nvPr/>
        </p:nvPicPr>
        <p:blipFill>
          <a:blip r:embed="rId2"/>
          <a:srcRect/>
          <a:stretch>
            <a:fillRect/>
          </a:stretch>
        </p:blipFill>
        <p:spPr bwMode="auto">
          <a:xfrm>
            <a:off x="6779623" y="2116182"/>
            <a:ext cx="4872445" cy="3683727"/>
          </a:xfrm>
          <a:prstGeom prst="rect">
            <a:avLst/>
          </a:prstGeom>
          <a:noFill/>
          <a:ln w="38100">
            <a:solidFill>
              <a:srgbClr val="C00000"/>
            </a:solidFill>
            <a:miter lim="800000"/>
            <a:headEnd/>
            <a:tailEnd/>
          </a:ln>
        </p:spPr>
      </p:pic>
      <p:sp>
        <p:nvSpPr>
          <p:cNvPr id="16" name="Rectangle 1"/>
          <p:cNvSpPr txBox="1">
            <a:spLocks noChangeArrowheads="1"/>
          </p:cNvSpPr>
          <p:nvPr/>
        </p:nvSpPr>
        <p:spPr bwMode="auto">
          <a:xfrm>
            <a:off x="7667896" y="6347376"/>
            <a:ext cx="3148149" cy="276999"/>
          </a:xfrm>
          <a:prstGeom prst="rect">
            <a:avLst/>
          </a:prstGeom>
          <a:noFill/>
          <a:ln w="9525">
            <a:noFill/>
            <a:miter lim="800000"/>
            <a:headEnd/>
            <a:tailEnd/>
          </a:ln>
          <a:effectLst/>
        </p:spPr>
        <p:txBody>
          <a:bodyPr vert="horz" wrap="square" lIns="91440" tIns="45720" rIns="91440" bIns="45720" numCol="1" rtlCol="0"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Calibri" pitchFamily="34" charset="0"/>
                <a:ea typeface="Calibri" pitchFamily="34" charset="0"/>
                <a:cs typeface="Times New Roman" pitchFamily="18" charset="0"/>
              </a:rPr>
              <a:t>                  Fig. 1.2</a:t>
            </a:r>
            <a:r>
              <a:rPr kumimoji="0" lang="en-US" sz="1200" b="0" i="0" u="none" strike="noStrike" kern="1200" cap="none" spc="0" normalizeH="0" noProof="0" dirty="0">
                <a:ln>
                  <a:noFill/>
                </a:ln>
                <a:solidFill>
                  <a:schemeClr val="tx1"/>
                </a:solidFill>
                <a:effectLst/>
                <a:uLnTx/>
                <a:uFillTx/>
                <a:latin typeface="Calibri" pitchFamily="34" charset="0"/>
                <a:ea typeface="Calibri" pitchFamily="34" charset="0"/>
                <a:cs typeface="Times New Roman" pitchFamily="18" charset="0"/>
              </a:rPr>
              <a:t>  Mass attached with spring[2]</a:t>
            </a:r>
            <a:endParaRPr kumimoji="0" lang="en-US" sz="1200" b="0" i="0" u="none" strike="noStrike" kern="1200" cap="none" spc="0" normalizeH="0" baseline="0" noProof="0" dirty="0">
              <a:ln>
                <a:noFill/>
              </a:ln>
              <a:solidFill>
                <a:schemeClr val="tx1"/>
              </a:solidFill>
              <a:effectLst/>
              <a:uLnTx/>
              <a:uFillTx/>
              <a:latin typeface="Arial" pitchFamily="34" charset="0"/>
              <a:cs typeface="Arial" pitchFamily="34" charset="0"/>
            </a:endParaRPr>
          </a:p>
        </p:txBody>
      </p:sp>
      <p:pic>
        <p:nvPicPr>
          <p:cNvPr id="17" name="Picture 1"/>
          <p:cNvPicPr>
            <a:picLocks noChangeAspect="1" noChangeArrowheads="1"/>
          </p:cNvPicPr>
          <p:nvPr/>
        </p:nvPicPr>
        <p:blipFill>
          <a:blip r:embed="rId3">
            <a:clrChange>
              <a:clrFrom>
                <a:srgbClr val="FFFFFF"/>
              </a:clrFrom>
              <a:clrTo>
                <a:srgbClr val="FFFFFF">
                  <a:alpha val="0"/>
                </a:srgbClr>
              </a:clrTo>
            </a:clrChange>
          </a:blip>
          <a:srcRect/>
          <a:stretch>
            <a:fillRect/>
          </a:stretch>
        </p:blipFill>
        <p:spPr bwMode="auto">
          <a:xfrm>
            <a:off x="1110343" y="3122023"/>
            <a:ext cx="3657600" cy="875211"/>
          </a:xfrm>
          <a:prstGeom prst="rect">
            <a:avLst/>
          </a:prstGeom>
          <a:noFill/>
        </p:spPr>
      </p:pic>
    </p:spTree>
    <p:extLst>
      <p:ext uri="{BB962C8B-B14F-4D97-AF65-F5344CB8AC3E}">
        <p14:creationId xmlns:p14="http://schemas.microsoft.com/office/powerpoint/2010/main" val="28617419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a:xfrm>
            <a:off x="8839200" y="6356350"/>
            <a:ext cx="2743200" cy="365125"/>
          </a:xfrm>
        </p:spPr>
        <p:txBody>
          <a:bodyPr/>
          <a:lstStyle/>
          <a:p>
            <a:fld id="{BDCDBBEF-AA6C-4BA6-85B2-A17D7F280E38}" type="slidenum">
              <a:rPr lang="en-US" smtClean="0"/>
              <a:pPr/>
              <a:t>7</a:t>
            </a:fld>
            <a:endParaRPr lang="en-US" dirty="0"/>
          </a:p>
        </p:txBody>
      </p:sp>
      <p:sp>
        <p:nvSpPr>
          <p:cNvPr id="10" name="Oval 9"/>
          <p:cNvSpPr/>
          <p:nvPr/>
        </p:nvSpPr>
        <p:spPr>
          <a:xfrm>
            <a:off x="11217276" y="6324600"/>
            <a:ext cx="444500" cy="4222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058" name="Rectangle 2"/>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45059" name="Rectangle 3"/>
          <p:cNvSpPr>
            <a:spLocks noChangeArrowheads="1"/>
          </p:cNvSpPr>
          <p:nvPr/>
        </p:nvSpPr>
        <p:spPr bwMode="auto">
          <a:xfrm>
            <a:off x="0" y="1295400"/>
            <a:ext cx="12192000" cy="0"/>
          </a:xfrm>
          <a:prstGeom prst="rect">
            <a:avLst/>
          </a:prstGeom>
          <a:solidFill>
            <a:srgbClr val="FFFFFF"/>
          </a:solid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43009" name="Rectangle 1"/>
          <p:cNvSpPr>
            <a:spLocks noChangeArrowheads="1"/>
          </p:cNvSpPr>
          <p:nvPr/>
        </p:nvSpPr>
        <p:spPr bwMode="auto">
          <a:xfrm>
            <a:off x="0" y="2429691"/>
            <a:ext cx="6518366" cy="1200329"/>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algn="just" fontAlgn="base">
              <a:spcBef>
                <a:spcPct val="0"/>
              </a:spcBef>
              <a:spcAft>
                <a:spcPct val="0"/>
              </a:spcAft>
            </a:pPr>
            <a:endParaRPr lang="en-US" sz="2400" dirty="0"/>
          </a:p>
          <a:p>
            <a:pPr lvl="0" algn="just" fontAlgn="base">
              <a:spcBef>
                <a:spcPct val="0"/>
              </a:spcBef>
              <a:spcAft>
                <a:spcPct val="0"/>
              </a:spcAft>
            </a:pPr>
            <a:endParaRPr kumimoji="0" lang="en-US" sz="2400" b="0" i="0" u="none" strike="noStrike" cap="none" normalizeH="0" baseline="0" dirty="0">
              <a:ln>
                <a:noFill/>
              </a:ln>
              <a:solidFill>
                <a:schemeClr val="tx1"/>
              </a:solidFill>
              <a:effectLst/>
              <a:cs typeface="Arial"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dirty="0">
              <a:ln>
                <a:noFill/>
              </a:ln>
              <a:solidFill>
                <a:schemeClr val="tx1"/>
              </a:solidFill>
              <a:effectLst/>
              <a:cs typeface="Arial" pitchFamily="34" charset="0"/>
            </a:endParaRPr>
          </a:p>
        </p:txBody>
      </p:sp>
      <p:sp>
        <p:nvSpPr>
          <p:cNvPr id="15" name="Title 7"/>
          <p:cNvSpPr txBox="1">
            <a:spLocks noChangeArrowheads="1"/>
          </p:cNvSpPr>
          <p:nvPr/>
        </p:nvSpPr>
        <p:spPr bwMode="auto">
          <a:xfrm>
            <a:off x="1493254" y="587829"/>
            <a:ext cx="9600964" cy="7017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rtlCol="0" anchor="b">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marL="0" marR="0" lvl="0" indent="0" algn="ctr" defTabSz="914400" rtl="0" eaLnBrk="1" fontAlgn="auto" latinLnBrk="0" hangingPunct="1">
              <a:lnSpc>
                <a:spcPct val="90000"/>
              </a:lnSpc>
              <a:spcBef>
                <a:spcPct val="0"/>
              </a:spcBef>
              <a:spcAft>
                <a:spcPts val="0"/>
              </a:spcAft>
              <a:buClrTx/>
              <a:buSzTx/>
              <a:buFontTx/>
              <a:buNone/>
              <a:tabLst/>
              <a:defRPr/>
            </a:pPr>
            <a:r>
              <a:rPr lang="en-IN" sz="4400" b="1" dirty="0">
                <a:latin typeface="Casper Bold"/>
                <a:ea typeface="+mj-ea"/>
                <a:cs typeface="+mj-cs"/>
              </a:rPr>
              <a:t>Resonance of Forced Oscillator</a:t>
            </a:r>
            <a:endParaRPr kumimoji="0" lang="en-US" sz="4400" b="1" i="0" u="none" strike="noStrike" kern="1200" cap="none" spc="0" normalizeH="0" baseline="0" noProof="0" dirty="0">
              <a:ln>
                <a:noFill/>
              </a:ln>
              <a:effectLst/>
              <a:uLnTx/>
              <a:uFillTx/>
              <a:latin typeface="Casper Bold"/>
              <a:ea typeface="+mj-ea"/>
              <a:cs typeface="+mj-cs"/>
            </a:endParaRPr>
          </a:p>
        </p:txBody>
      </p:sp>
      <p:sp>
        <p:nvSpPr>
          <p:cNvPr id="43011" name="Rectangle 3"/>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29"/>
          <p:cNvSpPr>
            <a:spLocks noChangeArrowheads="1"/>
          </p:cNvSpPr>
          <p:nvPr/>
        </p:nvSpPr>
        <p:spPr bwMode="auto">
          <a:xfrm rot="10800000" flipV="1">
            <a:off x="457181" y="2001625"/>
            <a:ext cx="5617045" cy="5632311"/>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lvl="0" algn="just" eaLnBrk="0" fontAlgn="base" hangingPunct="0">
              <a:spcBef>
                <a:spcPct val="0"/>
              </a:spcBef>
              <a:spcAft>
                <a:spcPct val="0"/>
              </a:spcAft>
            </a:pPr>
            <a:r>
              <a:rPr lang="en-US" sz="2400" dirty="0"/>
              <a:t> The maximum possible amplitude for a given driven frequency is governed by the driving frequency and the damping, and is never infinity.</a:t>
            </a:r>
          </a:p>
          <a:p>
            <a:pPr algn="just" eaLnBrk="0" fontAlgn="base" hangingPunct="0">
              <a:spcBef>
                <a:spcPct val="0"/>
              </a:spcBef>
              <a:spcAft>
                <a:spcPct val="0"/>
              </a:spcAft>
            </a:pPr>
            <a:endParaRPr lang="en-US" sz="2400" dirty="0"/>
          </a:p>
          <a:p>
            <a:pPr algn="just" eaLnBrk="0" fontAlgn="base" hangingPunct="0">
              <a:spcBef>
                <a:spcPct val="0"/>
              </a:spcBef>
              <a:spcAft>
                <a:spcPct val="0"/>
              </a:spcAft>
            </a:pPr>
            <a:r>
              <a:rPr lang="en-US" sz="2400" dirty="0"/>
              <a:t>This phenomenon of increase in amplitude when the driving force is close to natural frequency of oscillator is called RESONANCE</a:t>
            </a:r>
            <a:endParaRPr lang="en-IN" sz="2400" dirty="0"/>
          </a:p>
          <a:p>
            <a:pPr algn="just" eaLnBrk="0" fontAlgn="base" hangingPunct="0">
              <a:spcBef>
                <a:spcPct val="0"/>
              </a:spcBef>
              <a:spcAft>
                <a:spcPct val="0"/>
              </a:spcAft>
            </a:pPr>
            <a:endParaRPr lang="en-IN" sz="2400" dirty="0"/>
          </a:p>
          <a:p>
            <a:pPr algn="just" eaLnBrk="0" fontAlgn="base" hangingPunct="0">
              <a:spcBef>
                <a:spcPct val="0"/>
              </a:spcBef>
              <a:spcAft>
                <a:spcPct val="0"/>
              </a:spcAft>
            </a:pPr>
            <a:endParaRPr lang="en-IN" sz="2400" dirty="0"/>
          </a:p>
          <a:p>
            <a:pPr algn="just" eaLnBrk="0" fontAlgn="base" hangingPunct="0">
              <a:spcBef>
                <a:spcPct val="0"/>
              </a:spcBef>
              <a:spcAft>
                <a:spcPct val="0"/>
              </a:spcAft>
            </a:pPr>
            <a:endParaRPr lang="en-IN" sz="2400" dirty="0"/>
          </a:p>
          <a:p>
            <a:pPr algn="just" eaLnBrk="0" fontAlgn="base" hangingPunct="0">
              <a:spcBef>
                <a:spcPct val="0"/>
              </a:spcBef>
              <a:spcAft>
                <a:spcPct val="0"/>
              </a:spcAft>
            </a:pPr>
            <a:endParaRPr lang="en-US" sz="2400" dirty="0"/>
          </a:p>
          <a:p>
            <a:pPr lvl="0" algn="just" eaLnBrk="0" fontAlgn="base" hangingPunct="0">
              <a:spcBef>
                <a:spcPct val="0"/>
              </a:spcBef>
              <a:spcAft>
                <a:spcPct val="0"/>
              </a:spcAft>
            </a:pPr>
            <a:endParaRPr lang="en-IN" sz="2400" dirty="0"/>
          </a:p>
          <a:p>
            <a:pPr lvl="0" algn="just" eaLnBrk="0" fontAlgn="base" hangingPunct="0">
              <a:spcBef>
                <a:spcPct val="0"/>
              </a:spcBef>
              <a:spcAft>
                <a:spcPct val="0"/>
              </a:spcAft>
            </a:pPr>
            <a:endParaRPr lang="en-US" sz="2400" dirty="0"/>
          </a:p>
          <a:p>
            <a:pPr algn="just" eaLnBrk="0" fontAlgn="base" hangingPunct="0">
              <a:spcBef>
                <a:spcPct val="0"/>
              </a:spcBef>
              <a:spcAft>
                <a:spcPct val="0"/>
              </a:spcAft>
            </a:pPr>
            <a:endParaRPr kumimoji="0" lang="en-US" sz="2400" b="0" i="0" u="none" strike="noStrike" cap="none" normalizeH="0" baseline="0" dirty="0">
              <a:ln>
                <a:noFill/>
              </a:ln>
              <a:solidFill>
                <a:schemeClr val="tx1"/>
              </a:solidFill>
              <a:effectLst/>
              <a:cs typeface="Arial" pitchFamily="34" charset="0"/>
            </a:endParaRPr>
          </a:p>
        </p:txBody>
      </p:sp>
      <p:sp>
        <p:nvSpPr>
          <p:cNvPr id="50178" name="Rectangle 2"/>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0179" name="Rectangle 3"/>
          <p:cNvSpPr>
            <a:spLocks noChangeArrowheads="1"/>
          </p:cNvSpPr>
          <p:nvPr/>
        </p:nvSpPr>
        <p:spPr bwMode="auto">
          <a:xfrm>
            <a:off x="0" y="968375"/>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16" name="Rectangle 1"/>
          <p:cNvSpPr txBox="1">
            <a:spLocks noChangeArrowheads="1"/>
          </p:cNvSpPr>
          <p:nvPr/>
        </p:nvSpPr>
        <p:spPr bwMode="auto">
          <a:xfrm>
            <a:off x="7667896" y="6347376"/>
            <a:ext cx="3148149" cy="276999"/>
          </a:xfrm>
          <a:prstGeom prst="rect">
            <a:avLst/>
          </a:prstGeom>
          <a:noFill/>
          <a:ln w="9525">
            <a:noFill/>
            <a:miter lim="800000"/>
            <a:headEnd/>
            <a:tailEnd/>
          </a:ln>
          <a:effectLst/>
        </p:spPr>
        <p:txBody>
          <a:bodyPr vert="horz" wrap="square" lIns="91440" tIns="45720" rIns="91440" bIns="45720" numCol="1" rtlCol="0"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Calibri" pitchFamily="34" charset="0"/>
                <a:ea typeface="Calibri" pitchFamily="34" charset="0"/>
                <a:cs typeface="Times New Roman" pitchFamily="18" charset="0"/>
              </a:rPr>
              <a:t>                  Fig. </a:t>
            </a:r>
            <a:r>
              <a:rPr lang="en-US" sz="1200" dirty="0">
                <a:latin typeface="Calibri" pitchFamily="34" charset="0"/>
                <a:ea typeface="Calibri" pitchFamily="34" charset="0"/>
                <a:cs typeface="Times New Roman" pitchFamily="18" charset="0"/>
              </a:rPr>
              <a:t>3 </a:t>
            </a:r>
            <a:endParaRPr kumimoji="0" lang="en-US" sz="1200" b="0" i="0" u="none" strike="noStrike" kern="1200" cap="none" spc="0" normalizeH="0" baseline="0" noProof="0" dirty="0">
              <a:ln>
                <a:noFill/>
              </a:ln>
              <a:solidFill>
                <a:schemeClr val="tx1"/>
              </a:solidFill>
              <a:effectLst/>
              <a:uLnTx/>
              <a:uFillTx/>
              <a:latin typeface="Arial" pitchFamily="34" charset="0"/>
              <a:cs typeface="Arial" pitchFamily="34" charset="0"/>
            </a:endParaRPr>
          </a:p>
        </p:txBody>
      </p:sp>
      <p:pic>
        <p:nvPicPr>
          <p:cNvPr id="18" name="Picture 17" descr="C:\Users\HARMANPREET KAUR\Desktop\forced.jpg"/>
          <p:cNvPicPr/>
          <p:nvPr/>
        </p:nvPicPr>
        <p:blipFill>
          <a:blip r:embed="rId2"/>
          <a:srcRect/>
          <a:stretch>
            <a:fillRect/>
          </a:stretch>
        </p:blipFill>
        <p:spPr bwMode="auto">
          <a:xfrm>
            <a:off x="6518366" y="2181497"/>
            <a:ext cx="4911633" cy="3840479"/>
          </a:xfrm>
          <a:prstGeom prst="rect">
            <a:avLst/>
          </a:prstGeom>
          <a:noFill/>
          <a:ln w="38100">
            <a:solidFill>
              <a:srgbClr val="C00000"/>
            </a:solidFill>
            <a:miter lim="800000"/>
            <a:headEnd/>
            <a:tailEnd/>
          </a:ln>
        </p:spPr>
      </p:pic>
    </p:spTree>
    <p:extLst>
      <p:ext uri="{BB962C8B-B14F-4D97-AF65-F5344CB8AC3E}">
        <p14:creationId xmlns:p14="http://schemas.microsoft.com/office/powerpoint/2010/main" val="28617419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888274" y="1358538"/>
            <a:ext cx="9849394" cy="5499462"/>
          </a:xfrm>
        </p:spPr>
        <p:txBody>
          <a:bodyPr>
            <a:noAutofit/>
          </a:bodyPr>
          <a:lstStyle/>
          <a:p>
            <a:pPr lvl="0">
              <a:buFont typeface="Wingdings" pitchFamily="2" charset="2"/>
              <a:buChar char="v"/>
            </a:pPr>
            <a:r>
              <a:rPr lang="en-US" sz="2400" dirty="0"/>
              <a:t>  </a:t>
            </a:r>
            <a:r>
              <a:rPr lang="en-US" sz="2400" b="1" dirty="0"/>
              <a:t>It will give thorough knowledge of the Quality factor of Damped Harmonic Oscillator.</a:t>
            </a:r>
            <a:endParaRPr lang="en-US" sz="2400" dirty="0"/>
          </a:p>
          <a:p>
            <a:r>
              <a:rPr lang="en-US" sz="2400" b="1" dirty="0"/>
              <a:t> </a:t>
            </a:r>
            <a:endParaRPr lang="en-US" sz="2400" dirty="0"/>
          </a:p>
          <a:p>
            <a:pPr lvl="0">
              <a:buFont typeface="Wingdings" pitchFamily="2" charset="2"/>
              <a:buChar char="v"/>
            </a:pPr>
            <a:r>
              <a:rPr lang="en-US" sz="2400" b="1" dirty="0"/>
              <a:t> It will make the students competent to understand basic concepts of Electrical Oscillator.</a:t>
            </a:r>
            <a:endParaRPr lang="en-US" sz="2400" dirty="0"/>
          </a:p>
          <a:p>
            <a:r>
              <a:rPr lang="en-US" sz="2400" b="1" dirty="0"/>
              <a:t> </a:t>
            </a:r>
            <a:endParaRPr lang="en-US" sz="2400" dirty="0"/>
          </a:p>
          <a:p>
            <a:pPr lvl="0">
              <a:buFont typeface="Wingdings" pitchFamily="2" charset="2"/>
              <a:buChar char="v"/>
            </a:pPr>
            <a:r>
              <a:rPr lang="en-US" sz="2400" b="1" dirty="0"/>
              <a:t> Students will learn about the forced oscillations.</a:t>
            </a:r>
            <a:endParaRPr lang="en-US" sz="2400" dirty="0"/>
          </a:p>
          <a:p>
            <a:r>
              <a:rPr lang="en-US" sz="2400" b="1" dirty="0"/>
              <a:t> </a:t>
            </a:r>
            <a:endParaRPr lang="en-US" sz="2400" dirty="0"/>
          </a:p>
          <a:p>
            <a:pPr lvl="0">
              <a:buFont typeface="Wingdings" pitchFamily="2" charset="2"/>
              <a:buChar char="v"/>
            </a:pPr>
            <a:r>
              <a:rPr lang="en-US" sz="2400" b="1" dirty="0"/>
              <a:t> How to calculate the Quality Factor of Damped Harmonic Oscillator</a:t>
            </a:r>
            <a:endParaRPr lang="en-US" sz="2400" dirty="0"/>
          </a:p>
          <a:p>
            <a:r>
              <a:rPr lang="en-US" sz="2400" b="1" dirty="0"/>
              <a:t> </a:t>
            </a:r>
            <a:endParaRPr lang="en-US" sz="2400" dirty="0"/>
          </a:p>
          <a:p>
            <a:pPr lvl="0">
              <a:buFont typeface="Wingdings" pitchFamily="2" charset="2"/>
              <a:buChar char="v"/>
            </a:pPr>
            <a:r>
              <a:rPr lang="en-US" sz="2400" b="1" dirty="0"/>
              <a:t> Students will study the Various functions of Forced Oscillator</a:t>
            </a:r>
            <a:endParaRPr lang="en-US" sz="2400" dirty="0"/>
          </a:p>
          <a:p>
            <a:pPr lvl="0" algn="just"/>
            <a:endParaRPr lang="en-US" sz="2400" dirty="0"/>
          </a:p>
        </p:txBody>
      </p:sp>
      <p:sp>
        <p:nvSpPr>
          <p:cNvPr id="5" name="Slide Number Placeholder 4"/>
          <p:cNvSpPr>
            <a:spLocks noGrp="1"/>
          </p:cNvSpPr>
          <p:nvPr>
            <p:ph type="sldNum" sz="quarter" idx="12"/>
          </p:nvPr>
        </p:nvSpPr>
        <p:spPr>
          <a:xfrm>
            <a:off x="8839200" y="6356350"/>
            <a:ext cx="2743200" cy="365125"/>
          </a:xfrm>
        </p:spPr>
        <p:txBody>
          <a:bodyPr/>
          <a:lstStyle/>
          <a:p>
            <a:fld id="{BDCDBBEF-AA6C-4BA6-85B2-A17D7F280E38}" type="slidenum">
              <a:rPr lang="en-US" smtClean="0"/>
              <a:pPr/>
              <a:t>8</a:t>
            </a:fld>
            <a:endParaRPr lang="en-US" dirty="0"/>
          </a:p>
        </p:txBody>
      </p:sp>
      <p:sp>
        <p:nvSpPr>
          <p:cNvPr id="10" name="Oval 9"/>
          <p:cNvSpPr/>
          <p:nvPr/>
        </p:nvSpPr>
        <p:spPr>
          <a:xfrm>
            <a:off x="11217276" y="6324600"/>
            <a:ext cx="444500" cy="4222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058" name="Rectangle 2"/>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45059" name="Rectangle 3"/>
          <p:cNvSpPr>
            <a:spLocks noChangeArrowheads="1"/>
          </p:cNvSpPr>
          <p:nvPr/>
        </p:nvSpPr>
        <p:spPr bwMode="auto">
          <a:xfrm>
            <a:off x="0" y="1295400"/>
            <a:ext cx="12192000" cy="0"/>
          </a:xfrm>
          <a:prstGeom prst="rect">
            <a:avLst/>
          </a:prstGeom>
          <a:solidFill>
            <a:srgbClr val="FFFFFF"/>
          </a:solid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41985" name="Rectangle 1"/>
          <p:cNvSpPr>
            <a:spLocks noChangeArrowheads="1"/>
          </p:cNvSpPr>
          <p:nvPr/>
        </p:nvSpPr>
        <p:spPr bwMode="auto">
          <a:xfrm rot="10800000" flipV="1">
            <a:off x="0" y="324786"/>
            <a:ext cx="12192000" cy="769441"/>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4400" b="1" i="0" u="none" strike="noStrike" cap="none" normalizeH="0" baseline="0" dirty="0">
                <a:ln>
                  <a:noFill/>
                </a:ln>
                <a:effectLst/>
                <a:latin typeface="Casper Bold"/>
                <a:ea typeface="Calibri" pitchFamily="34" charset="0"/>
                <a:cs typeface="Times New Roman" pitchFamily="18" charset="0"/>
              </a:rPr>
              <a:t>SUMMARY</a:t>
            </a:r>
            <a:endParaRPr kumimoji="0" lang="en-US" sz="4400" b="0" i="0" u="none" strike="noStrike" cap="none" normalizeH="0" baseline="0" dirty="0">
              <a:ln>
                <a:noFill/>
              </a:ln>
              <a:effectLst/>
              <a:latin typeface="Casper Bold"/>
              <a:cs typeface="Arial" pitchFamily="34" charset="0"/>
            </a:endParaRPr>
          </a:p>
        </p:txBody>
      </p:sp>
    </p:spTree>
    <p:extLst>
      <p:ext uri="{BB962C8B-B14F-4D97-AF65-F5344CB8AC3E}">
        <p14:creationId xmlns:p14="http://schemas.microsoft.com/office/powerpoint/2010/main" val="28617419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757646" y="1319349"/>
            <a:ext cx="10136778" cy="5538651"/>
          </a:xfrm>
        </p:spPr>
        <p:txBody>
          <a:bodyPr>
            <a:noAutofit/>
          </a:bodyPr>
          <a:lstStyle/>
          <a:p>
            <a:pPr algn="just">
              <a:lnSpc>
                <a:spcPct val="100000"/>
              </a:lnSpc>
            </a:pPr>
            <a:endParaRPr lang="en-US" sz="2000" b="1" dirty="0"/>
          </a:p>
          <a:p>
            <a:pPr lvl="0">
              <a:lnSpc>
                <a:spcPct val="100000"/>
              </a:lnSpc>
              <a:buFont typeface="Arial" pitchFamily="34" charset="0"/>
              <a:buChar char="•"/>
            </a:pPr>
            <a:r>
              <a:rPr lang="en-US" sz="2000" dirty="0"/>
              <a:t> How to Calculate Q Value?</a:t>
            </a:r>
          </a:p>
          <a:p>
            <a:pPr lvl="0">
              <a:lnSpc>
                <a:spcPct val="100000"/>
              </a:lnSpc>
              <a:buFont typeface="Arial" pitchFamily="34" charset="0"/>
              <a:buChar char="•"/>
            </a:pPr>
            <a:r>
              <a:rPr lang="en-US" sz="2000" dirty="0"/>
              <a:t>A 0.60-kg block attached to a spring with force constant 130 N/m is free to move on a frictionless, horizontal surface as in Active Figure 15.1. The block is released from rest when the spring is stretched 0.13 m. At the instant the block is released, find (a) the force on the block and (b) its acceleration.</a:t>
            </a:r>
          </a:p>
          <a:p>
            <a:pPr lvl="0">
              <a:lnSpc>
                <a:spcPct val="100000"/>
              </a:lnSpc>
              <a:buFont typeface="Arial" pitchFamily="34" charset="0"/>
              <a:buChar char="•"/>
            </a:pPr>
            <a:r>
              <a:rPr lang="en-US" sz="2000" dirty="0"/>
              <a:t>What is forced oscillation?</a:t>
            </a:r>
          </a:p>
          <a:p>
            <a:pPr lvl="0">
              <a:lnSpc>
                <a:spcPct val="100000"/>
              </a:lnSpc>
              <a:buFont typeface="Arial" pitchFamily="34" charset="0"/>
              <a:buChar char="•"/>
            </a:pPr>
            <a:r>
              <a:rPr lang="en-US" sz="2000" dirty="0"/>
              <a:t>How does the damping affect amplitude in forced oscillation?</a:t>
            </a:r>
          </a:p>
          <a:p>
            <a:pPr lvl="0">
              <a:lnSpc>
                <a:spcPct val="100000"/>
              </a:lnSpc>
              <a:buFont typeface="Arial" pitchFamily="34" charset="0"/>
              <a:buChar char="•"/>
            </a:pPr>
            <a:r>
              <a:rPr lang="en-US" sz="2000" dirty="0"/>
              <a:t>A pendulum with a length of 1.00 m is released from an initial angle of 15.08. After 1 000 s, its amplitude has been reduced by friction to 5.508. What is the value of b/2m?</a:t>
            </a:r>
          </a:p>
          <a:p>
            <a:pPr lvl="0">
              <a:lnSpc>
                <a:spcPct val="100000"/>
              </a:lnSpc>
              <a:buFont typeface="Arial" pitchFamily="34" charset="0"/>
              <a:buChar char="•"/>
            </a:pPr>
            <a:r>
              <a:rPr lang="en-US" sz="2000" dirty="0"/>
              <a:t>A coil of inductance 5 mH and resistance 10 Ω is connected in parallel with a 250 nF capacitor across a 50 V variable-frequency supply. Determine the Quality Factor.</a:t>
            </a:r>
          </a:p>
          <a:p>
            <a:pPr lvl="0">
              <a:lnSpc>
                <a:spcPct val="100000"/>
              </a:lnSpc>
            </a:pPr>
            <a:r>
              <a:rPr lang="en-US" sz="2000" dirty="0"/>
              <a:t>.</a:t>
            </a:r>
            <a:endParaRPr lang="en-US" sz="2000" dirty="0">
              <a:solidFill>
                <a:schemeClr val="tx1">
                  <a:lumMod val="85000"/>
                  <a:lumOff val="15000"/>
                </a:schemeClr>
              </a:solidFill>
              <a:cs typeface="Arial" panose="020B0604020202020204" pitchFamily="34" charset="0"/>
            </a:endParaRPr>
          </a:p>
          <a:p>
            <a:pPr algn="just">
              <a:lnSpc>
                <a:spcPct val="100000"/>
              </a:lnSpc>
            </a:pPr>
            <a:endParaRPr lang="en-US" sz="2000" dirty="0"/>
          </a:p>
        </p:txBody>
      </p:sp>
      <p:sp>
        <p:nvSpPr>
          <p:cNvPr id="5" name="Slide Number Placeholder 4"/>
          <p:cNvSpPr>
            <a:spLocks noGrp="1"/>
          </p:cNvSpPr>
          <p:nvPr>
            <p:ph type="sldNum" sz="quarter" idx="12"/>
          </p:nvPr>
        </p:nvSpPr>
        <p:spPr>
          <a:xfrm>
            <a:off x="8839200" y="6356350"/>
            <a:ext cx="2743200" cy="365125"/>
          </a:xfrm>
        </p:spPr>
        <p:txBody>
          <a:bodyPr/>
          <a:lstStyle/>
          <a:p>
            <a:fld id="{BDCDBBEF-AA6C-4BA6-85B2-A17D7F280E38}" type="slidenum">
              <a:rPr lang="en-US" smtClean="0"/>
              <a:pPr/>
              <a:t>9</a:t>
            </a:fld>
            <a:endParaRPr lang="en-US" dirty="0"/>
          </a:p>
        </p:txBody>
      </p:sp>
      <p:sp>
        <p:nvSpPr>
          <p:cNvPr id="10" name="Oval 9"/>
          <p:cNvSpPr/>
          <p:nvPr/>
        </p:nvSpPr>
        <p:spPr>
          <a:xfrm>
            <a:off x="11217276" y="6324600"/>
            <a:ext cx="444500" cy="4222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058" name="Rectangle 2"/>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45059" name="Rectangle 3"/>
          <p:cNvSpPr>
            <a:spLocks noChangeArrowheads="1"/>
          </p:cNvSpPr>
          <p:nvPr/>
        </p:nvSpPr>
        <p:spPr bwMode="auto">
          <a:xfrm>
            <a:off x="0" y="1295400"/>
            <a:ext cx="12192000" cy="0"/>
          </a:xfrm>
          <a:prstGeom prst="rect">
            <a:avLst/>
          </a:prstGeom>
          <a:solidFill>
            <a:srgbClr val="FFFFFF"/>
          </a:solid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14" name="Rectangle 13"/>
          <p:cNvSpPr/>
          <p:nvPr/>
        </p:nvSpPr>
        <p:spPr>
          <a:xfrm>
            <a:off x="1345474" y="822960"/>
            <a:ext cx="10593977" cy="769441"/>
          </a:xfrm>
          <a:prstGeom prst="rect">
            <a:avLst/>
          </a:prstGeom>
        </p:spPr>
        <p:txBody>
          <a:bodyPr wrap="square">
            <a:spAutoFit/>
          </a:bodyPr>
          <a:lstStyle/>
          <a:p>
            <a:pPr algn="ctr"/>
            <a:r>
              <a:rPr lang="en-US" sz="4400" b="1" dirty="0">
                <a:latin typeface="Casper Bold"/>
              </a:rPr>
              <a:t>PRACTICE QUESTIONS</a:t>
            </a:r>
            <a:endParaRPr lang="en-US" sz="4400" dirty="0">
              <a:latin typeface="Casper Bold"/>
            </a:endParaRPr>
          </a:p>
        </p:txBody>
      </p:sp>
    </p:spTree>
    <p:extLst>
      <p:ext uri="{BB962C8B-B14F-4D97-AF65-F5344CB8AC3E}">
        <p14:creationId xmlns:p14="http://schemas.microsoft.com/office/powerpoint/2010/main" val="28617419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457201" y="2050868"/>
            <a:ext cx="10842170" cy="4624252"/>
          </a:xfrm>
        </p:spPr>
        <p:txBody>
          <a:bodyPr>
            <a:normAutofit/>
          </a:bodyPr>
          <a:lstStyle/>
          <a:p>
            <a:endParaRPr lang="en-US" sz="2400" b="1" dirty="0"/>
          </a:p>
          <a:p>
            <a:r>
              <a:rPr lang="en-US" sz="2400" dirty="0"/>
              <a:t>                                  </a:t>
            </a:r>
          </a:p>
          <a:p>
            <a:endParaRPr lang="en-US" sz="2400" dirty="0">
              <a:solidFill>
                <a:schemeClr val="tx1">
                  <a:lumMod val="85000"/>
                  <a:lumOff val="15000"/>
                </a:schemeClr>
              </a:solidFill>
              <a:latin typeface="Casper" panose="02000506000000020004" pitchFamily="2" charset="0"/>
              <a:cs typeface="Arial" panose="020B0604020202020204" pitchFamily="34" charset="0"/>
            </a:endParaRPr>
          </a:p>
          <a:p>
            <a:endParaRPr lang="en-US" sz="2400" dirty="0"/>
          </a:p>
        </p:txBody>
      </p:sp>
      <p:sp>
        <p:nvSpPr>
          <p:cNvPr id="5" name="Slide Number Placeholder 4"/>
          <p:cNvSpPr>
            <a:spLocks noGrp="1"/>
          </p:cNvSpPr>
          <p:nvPr>
            <p:ph type="sldNum" sz="quarter" idx="12"/>
          </p:nvPr>
        </p:nvSpPr>
        <p:spPr>
          <a:xfrm>
            <a:off x="8839200" y="6356350"/>
            <a:ext cx="2743200" cy="365125"/>
          </a:xfrm>
        </p:spPr>
        <p:txBody>
          <a:bodyPr/>
          <a:lstStyle/>
          <a:p>
            <a:fld id="{BDCDBBEF-AA6C-4BA6-85B2-A17D7F280E38}" type="slidenum">
              <a:rPr lang="en-US" smtClean="0"/>
              <a:pPr/>
              <a:t>10</a:t>
            </a:fld>
            <a:endParaRPr lang="en-US" dirty="0"/>
          </a:p>
        </p:txBody>
      </p:sp>
      <p:sp>
        <p:nvSpPr>
          <p:cNvPr id="10" name="Oval 9"/>
          <p:cNvSpPr/>
          <p:nvPr/>
        </p:nvSpPr>
        <p:spPr>
          <a:xfrm>
            <a:off x="11217276" y="6324600"/>
            <a:ext cx="444500" cy="4222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058" name="Rectangle 2"/>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45059" name="Rectangle 3"/>
          <p:cNvSpPr>
            <a:spLocks noChangeArrowheads="1"/>
          </p:cNvSpPr>
          <p:nvPr/>
        </p:nvSpPr>
        <p:spPr bwMode="auto">
          <a:xfrm>
            <a:off x="0" y="1295400"/>
            <a:ext cx="12192000" cy="0"/>
          </a:xfrm>
          <a:prstGeom prst="rect">
            <a:avLst/>
          </a:prstGeom>
          <a:solidFill>
            <a:srgbClr val="FFFFFF"/>
          </a:solid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39937" name="Rectangle 1"/>
          <p:cNvSpPr>
            <a:spLocks noChangeArrowheads="1"/>
          </p:cNvSpPr>
          <p:nvPr/>
        </p:nvSpPr>
        <p:spPr bwMode="auto">
          <a:xfrm>
            <a:off x="2468880" y="404949"/>
            <a:ext cx="5891348" cy="769441"/>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4400" b="1" i="0" u="none" strike="noStrike" cap="none" normalizeH="0" baseline="0" dirty="0">
                <a:ln>
                  <a:noFill/>
                </a:ln>
                <a:effectLst/>
                <a:latin typeface="Casper Bold"/>
                <a:ea typeface="MTMI" charset="-128"/>
                <a:cs typeface="Times New Roman" pitchFamily="18" charset="0"/>
              </a:rPr>
              <a:t>REFERENCES</a:t>
            </a:r>
            <a:endParaRPr kumimoji="0" lang="en-US" sz="4400" b="0" i="0" u="none" strike="noStrike" cap="none" normalizeH="0" baseline="0" dirty="0">
              <a:ln>
                <a:noFill/>
              </a:ln>
              <a:effectLst/>
              <a:latin typeface="Casper Bold"/>
              <a:cs typeface="Arial" pitchFamily="34" charset="0"/>
            </a:endParaRPr>
          </a:p>
        </p:txBody>
      </p:sp>
      <p:sp>
        <p:nvSpPr>
          <p:cNvPr id="39938" name="Rectangle 2"/>
          <p:cNvSpPr>
            <a:spLocks noChangeArrowheads="1"/>
          </p:cNvSpPr>
          <p:nvPr/>
        </p:nvSpPr>
        <p:spPr bwMode="auto">
          <a:xfrm>
            <a:off x="209006" y="2026529"/>
            <a:ext cx="11610959" cy="3785652"/>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50000"/>
              </a:lnSpc>
              <a:spcBef>
                <a:spcPct val="0"/>
              </a:spcBef>
              <a:spcAft>
                <a:spcPct val="0"/>
              </a:spcAft>
              <a:buClrTx/>
              <a:buSzTx/>
              <a:buFontTx/>
              <a:buNone/>
              <a:tabLst/>
            </a:pPr>
            <a:r>
              <a:rPr kumimoji="0" lang="en-US" sz="1600" b="1" i="0" u="none" strike="noStrike" cap="none" normalizeH="0" baseline="0" dirty="0">
                <a:ln>
                  <a:noFill/>
                </a:ln>
                <a:solidFill>
                  <a:schemeClr val="tx1"/>
                </a:solidFill>
                <a:effectLst/>
                <a:ea typeface="MTMI" charset="-128"/>
                <a:cs typeface="Times New Roman" pitchFamily="18" charset="0"/>
              </a:rPr>
              <a:t>Books:</a:t>
            </a:r>
            <a:endParaRPr kumimoji="0" lang="en-US" sz="1600" b="0" i="0" u="none" strike="noStrike" cap="none" normalizeH="0" baseline="0" dirty="0">
              <a:ln>
                <a:noFill/>
              </a:ln>
              <a:solidFill>
                <a:schemeClr val="tx1"/>
              </a:solidFill>
              <a:effectLst/>
              <a:cs typeface="Arial" pitchFamily="34" charset="0"/>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sz="1600" b="0" i="0" u="none" strike="noStrike" cap="none" normalizeH="0" baseline="0" dirty="0">
                <a:ln>
                  <a:noFill/>
                </a:ln>
                <a:solidFill>
                  <a:srgbClr val="231F20"/>
                </a:solidFill>
                <a:effectLst/>
                <a:ea typeface="MTMI" charset="-128"/>
                <a:cs typeface="Times New Roman" pitchFamily="18" charset="0"/>
              </a:rPr>
              <a:t>  Waves and vibrations George C. King School of Physics &amp; Astronomy, The University of Manchester, Manchester, UK ISBN 978-0-470-01188-1 – ISBN 978-0-470-01189-8</a:t>
            </a:r>
            <a:endParaRPr kumimoji="0" lang="en-US" sz="1600" b="0" i="0" u="none" strike="noStrike" cap="none" normalizeH="0" baseline="0" dirty="0">
              <a:ln>
                <a:noFill/>
              </a:ln>
              <a:solidFill>
                <a:schemeClr val="tx1"/>
              </a:solidFill>
              <a:effectLst/>
              <a:cs typeface="Arial" pitchFamily="34" charset="0"/>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sz="1600" b="0" i="0" u="none" strike="noStrike" cap="none" normalizeH="0" baseline="0" dirty="0">
                <a:ln>
                  <a:noFill/>
                </a:ln>
                <a:solidFill>
                  <a:srgbClr val="231F20"/>
                </a:solidFill>
                <a:effectLst/>
                <a:ea typeface="MTMI" charset="-128"/>
                <a:cs typeface="Times New Roman" pitchFamily="18" charset="0"/>
              </a:rPr>
              <a:t>  Physics for Scientists and Engineers, Eighth Edition SERWAY/ JEWETT</a:t>
            </a:r>
            <a:r>
              <a:rPr lang="en-US" sz="1600" dirty="0">
                <a:ea typeface="MTMI" charset="-128"/>
                <a:cs typeface="Arial" pitchFamily="34" charset="0"/>
              </a:rPr>
              <a:t> </a:t>
            </a:r>
            <a:r>
              <a:rPr kumimoji="0" lang="en-US" sz="1600" b="0" i="0" u="none" strike="noStrike" cap="none" normalizeH="0" baseline="0" dirty="0">
                <a:ln>
                  <a:noFill/>
                </a:ln>
                <a:solidFill>
                  <a:srgbClr val="231F20"/>
                </a:solidFill>
                <a:effectLst/>
                <a:ea typeface="MTMI" charset="-128"/>
                <a:cs typeface="Times New Roman" pitchFamily="18" charset="0"/>
              </a:rPr>
              <a:t>ISBN-13: 978-1-4390-4844-3</a:t>
            </a:r>
            <a:r>
              <a:rPr lang="en-US" sz="1600" dirty="0">
                <a:ea typeface="MTMI" charset="-128"/>
                <a:cs typeface="Arial" pitchFamily="34" charset="0"/>
              </a:rPr>
              <a:t> </a:t>
            </a:r>
            <a:r>
              <a:rPr kumimoji="0" lang="en-US" sz="1600" b="0" i="0" u="none" strike="noStrike" cap="none" normalizeH="0" baseline="0" dirty="0">
                <a:ln>
                  <a:noFill/>
                </a:ln>
                <a:solidFill>
                  <a:srgbClr val="231F20"/>
                </a:solidFill>
                <a:effectLst/>
                <a:ea typeface="MTMI" charset="-128"/>
                <a:cs typeface="Times New Roman" pitchFamily="18" charset="0"/>
              </a:rPr>
              <a:t>ISBN-10: 1-4390-4844-4</a:t>
            </a:r>
          </a:p>
          <a:p>
            <a:pPr marL="0" marR="0" lvl="0" indent="0" algn="l" defTabSz="914400" rtl="0" eaLnBrk="0" fontAlgn="base" latinLnBrk="0" hangingPunct="0">
              <a:lnSpc>
                <a:spcPct val="15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cs typeface="Arial" pitchFamily="34" charset="0"/>
            </a:endParaRPr>
          </a:p>
          <a:p>
            <a:pPr marL="0" marR="0" lvl="0" indent="0" algn="l" defTabSz="914400" rtl="0" eaLnBrk="0" fontAlgn="base" latinLnBrk="0" hangingPunct="0">
              <a:lnSpc>
                <a:spcPct val="150000"/>
              </a:lnSpc>
              <a:spcBef>
                <a:spcPct val="0"/>
              </a:spcBef>
              <a:spcAft>
                <a:spcPct val="0"/>
              </a:spcAft>
              <a:buClrTx/>
              <a:buSzTx/>
              <a:buFontTx/>
              <a:buNone/>
              <a:tabLst/>
            </a:pPr>
            <a:r>
              <a:rPr kumimoji="0" lang="en-US" sz="1600" b="1" i="0" u="none" strike="noStrike" cap="none" normalizeH="0" baseline="0" dirty="0">
                <a:ln>
                  <a:noFill/>
                </a:ln>
                <a:solidFill>
                  <a:srgbClr val="231F20"/>
                </a:solidFill>
                <a:effectLst/>
                <a:ea typeface="MTMI" charset="-128"/>
                <a:cs typeface="Times New Roman" pitchFamily="18" charset="0"/>
              </a:rPr>
              <a:t>Web Links:</a:t>
            </a:r>
          </a:p>
          <a:p>
            <a:pPr lvl="0" eaLnBrk="0" fontAlgn="base" hangingPunct="0">
              <a:lnSpc>
                <a:spcPct val="150000"/>
              </a:lnSpc>
              <a:spcBef>
                <a:spcPct val="0"/>
              </a:spcBef>
              <a:spcAft>
                <a:spcPct val="0"/>
              </a:spcAft>
            </a:pPr>
            <a:r>
              <a:rPr lang="en-US" sz="1600" dirty="0">
                <a:cs typeface="Arial" pitchFamily="34" charset="0"/>
              </a:rPr>
              <a:t>[1] https://www.youtube.com/watch?v=XVS8Puf4tiw</a:t>
            </a:r>
          </a:p>
          <a:p>
            <a:pPr eaLnBrk="0" fontAlgn="base" hangingPunct="0">
              <a:lnSpc>
                <a:spcPct val="150000"/>
              </a:lnSpc>
              <a:spcBef>
                <a:spcPct val="0"/>
              </a:spcBef>
              <a:spcAft>
                <a:spcPct val="0"/>
              </a:spcAft>
            </a:pPr>
            <a:r>
              <a:rPr lang="en-US" sz="1600" dirty="0">
                <a:cs typeface="Arial" pitchFamily="34" charset="0"/>
              </a:rPr>
              <a:t>[2]</a:t>
            </a:r>
            <a:r>
              <a:rPr lang="en-US" sz="1600" dirty="0"/>
              <a:t> http://hyperphysics.phy-astr.gsu.edu/hbase/oscdr2.html</a:t>
            </a:r>
            <a:endParaRPr lang="en-US" sz="1600" dirty="0">
              <a:cs typeface="Arial" pitchFamily="34" charset="0"/>
            </a:endParaRPr>
          </a:p>
          <a:p>
            <a:pPr lvl="0" eaLnBrk="0" fontAlgn="base" hangingPunct="0">
              <a:lnSpc>
                <a:spcPct val="150000"/>
              </a:lnSpc>
              <a:spcBef>
                <a:spcPct val="0"/>
              </a:spcBef>
              <a:spcAft>
                <a:spcPct val="0"/>
              </a:spcAft>
            </a:pPr>
            <a:r>
              <a:rPr lang="en-US" sz="1600" dirty="0">
                <a:cs typeface="Arial" pitchFamily="34" charset="0"/>
              </a:rPr>
              <a:t>[3] courses.lumenlearning.com/physics/chapter/16-8-forced-oscillations-and-resonance/</a:t>
            </a:r>
            <a:endParaRPr kumimoji="0" lang="en-US" sz="1600" b="0" i="0" u="none" strike="noStrike" cap="none" normalizeH="0" baseline="0" dirty="0">
              <a:ln>
                <a:noFill/>
              </a:ln>
              <a:solidFill>
                <a:schemeClr val="tx1"/>
              </a:solidFill>
              <a:effectLst/>
              <a:cs typeface="Arial" pitchFamily="34" charset="0"/>
            </a:endParaRPr>
          </a:p>
          <a:p>
            <a:pPr lvl="0">
              <a:lnSpc>
                <a:spcPct val="150000"/>
              </a:lnSpc>
            </a:pPr>
            <a:r>
              <a:rPr kumimoji="0" lang="en-US" sz="1600" b="0" i="0" u="none" strike="noStrike" cap="none" normalizeH="0" baseline="0" dirty="0">
                <a:ln>
                  <a:noFill/>
                </a:ln>
                <a:solidFill>
                  <a:srgbClr val="231F20"/>
                </a:solidFill>
                <a:effectLst/>
                <a:ea typeface="MTMI" charset="-128"/>
                <a:cs typeface="Times New Roman" pitchFamily="18" charset="0"/>
              </a:rPr>
              <a:t>[4] </a:t>
            </a:r>
            <a:r>
              <a:rPr lang="en-US" sz="1600" dirty="0"/>
              <a:t>https://en.wikipedia.org/wiki/Electronic_oscillator</a:t>
            </a:r>
          </a:p>
        </p:txBody>
      </p:sp>
    </p:spTree>
    <p:extLst>
      <p:ext uri="{BB962C8B-B14F-4D97-AF65-F5344CB8AC3E}">
        <p14:creationId xmlns:p14="http://schemas.microsoft.com/office/powerpoint/2010/main" val="28617419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457201" y="2050868"/>
            <a:ext cx="10842170" cy="4624252"/>
          </a:xfrm>
        </p:spPr>
        <p:txBody>
          <a:bodyPr>
            <a:normAutofit/>
          </a:bodyPr>
          <a:lstStyle/>
          <a:p>
            <a:endParaRPr lang="en-US" sz="2400" b="1" dirty="0"/>
          </a:p>
          <a:p>
            <a:r>
              <a:rPr lang="en-US" sz="2400" dirty="0"/>
              <a:t>                                  </a:t>
            </a:r>
          </a:p>
          <a:p>
            <a:endParaRPr lang="en-US" sz="2400" dirty="0">
              <a:solidFill>
                <a:schemeClr val="tx1">
                  <a:lumMod val="85000"/>
                  <a:lumOff val="15000"/>
                </a:schemeClr>
              </a:solidFill>
              <a:latin typeface="Casper" panose="02000506000000020004" pitchFamily="2" charset="0"/>
              <a:cs typeface="Arial" panose="020B0604020202020204" pitchFamily="34" charset="0"/>
            </a:endParaRPr>
          </a:p>
          <a:p>
            <a:endParaRPr lang="en-US" sz="2400" dirty="0"/>
          </a:p>
        </p:txBody>
      </p:sp>
      <p:sp>
        <p:nvSpPr>
          <p:cNvPr id="5" name="Slide Number Placeholder 4"/>
          <p:cNvSpPr>
            <a:spLocks noGrp="1"/>
          </p:cNvSpPr>
          <p:nvPr>
            <p:ph type="sldNum" sz="quarter" idx="12"/>
          </p:nvPr>
        </p:nvSpPr>
        <p:spPr>
          <a:xfrm>
            <a:off x="8839200" y="6356350"/>
            <a:ext cx="2743200" cy="365125"/>
          </a:xfrm>
        </p:spPr>
        <p:txBody>
          <a:bodyPr/>
          <a:lstStyle/>
          <a:p>
            <a:fld id="{BDCDBBEF-AA6C-4BA6-85B2-A17D7F280E38}" type="slidenum">
              <a:rPr lang="en-US" smtClean="0"/>
              <a:pPr/>
              <a:t>11</a:t>
            </a:fld>
            <a:endParaRPr lang="en-US" dirty="0"/>
          </a:p>
        </p:txBody>
      </p:sp>
      <p:sp>
        <p:nvSpPr>
          <p:cNvPr id="10" name="Oval 9"/>
          <p:cNvSpPr/>
          <p:nvPr/>
        </p:nvSpPr>
        <p:spPr>
          <a:xfrm>
            <a:off x="11217276" y="6324600"/>
            <a:ext cx="444500" cy="4222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058" name="Rectangle 2"/>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45059" name="Rectangle 3"/>
          <p:cNvSpPr>
            <a:spLocks noChangeArrowheads="1"/>
          </p:cNvSpPr>
          <p:nvPr/>
        </p:nvSpPr>
        <p:spPr bwMode="auto">
          <a:xfrm>
            <a:off x="0" y="1295400"/>
            <a:ext cx="12192000" cy="0"/>
          </a:xfrm>
          <a:prstGeom prst="rect">
            <a:avLst/>
          </a:prstGeom>
          <a:solidFill>
            <a:srgbClr val="FFFFFF"/>
          </a:solid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39937" name="Rectangle 1"/>
          <p:cNvSpPr>
            <a:spLocks noChangeArrowheads="1"/>
          </p:cNvSpPr>
          <p:nvPr/>
        </p:nvSpPr>
        <p:spPr bwMode="auto">
          <a:xfrm>
            <a:off x="2468880" y="404949"/>
            <a:ext cx="5891348" cy="769441"/>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4400" b="1" i="0" u="none" strike="noStrike" cap="none" normalizeH="0" baseline="0" dirty="0">
                <a:ln>
                  <a:noFill/>
                </a:ln>
                <a:effectLst/>
                <a:latin typeface="Casper Bold"/>
                <a:ea typeface="MTMI" charset="-128"/>
                <a:cs typeface="Times New Roman" pitchFamily="18" charset="0"/>
              </a:rPr>
              <a:t>REFERENCES</a:t>
            </a:r>
            <a:endParaRPr kumimoji="0" lang="en-US" sz="4400" b="0" i="0" u="none" strike="noStrike" cap="none" normalizeH="0" baseline="0" dirty="0">
              <a:ln>
                <a:noFill/>
              </a:ln>
              <a:effectLst/>
              <a:latin typeface="Casper Bold"/>
              <a:cs typeface="Arial" pitchFamily="34" charset="0"/>
            </a:endParaRPr>
          </a:p>
        </p:txBody>
      </p:sp>
      <p:sp>
        <p:nvSpPr>
          <p:cNvPr id="39938" name="Rectangle 2"/>
          <p:cNvSpPr>
            <a:spLocks noChangeArrowheads="1"/>
          </p:cNvSpPr>
          <p:nvPr/>
        </p:nvSpPr>
        <p:spPr bwMode="auto">
          <a:xfrm>
            <a:off x="365760" y="1841863"/>
            <a:ext cx="11454205" cy="3785652"/>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r>
              <a:rPr lang="en-US" sz="2400" b="1" dirty="0"/>
              <a:t>E Books:</a:t>
            </a:r>
          </a:p>
          <a:p>
            <a:endParaRPr lang="en-US" sz="2400" dirty="0"/>
          </a:p>
          <a:p>
            <a:pPr lvl="0">
              <a:buFont typeface="Arial" pitchFamily="34" charset="0"/>
              <a:buChar char="•"/>
            </a:pPr>
            <a:r>
              <a:rPr lang="en-US" sz="2400" dirty="0"/>
              <a:t>https://www.amazon.in/Engineering-Physics-D-K-Bhattacharya/dp/0199452814</a:t>
            </a:r>
          </a:p>
          <a:p>
            <a:pPr>
              <a:buFont typeface="Arial" pitchFamily="34" charset="0"/>
              <a:buChar char="•"/>
            </a:pPr>
            <a:r>
              <a:rPr lang="en-US" sz="2400" dirty="0"/>
              <a:t>https://www.amazon.in/Physics-Semiconductor-Devices-Simon-Sze/dp/0471143235</a:t>
            </a:r>
          </a:p>
          <a:p>
            <a:endParaRPr lang="en-US" sz="2400" dirty="0"/>
          </a:p>
          <a:p>
            <a:r>
              <a:rPr lang="en-US" sz="2400" b="1" dirty="0"/>
              <a:t>Video Links:</a:t>
            </a:r>
            <a:endParaRPr lang="en-US" sz="2400" dirty="0"/>
          </a:p>
          <a:p>
            <a:r>
              <a:rPr lang="en-US" sz="2400" b="1" dirty="0"/>
              <a:t> </a:t>
            </a:r>
            <a:endParaRPr lang="en-US" sz="2400" dirty="0"/>
          </a:p>
          <a:p>
            <a:pPr lvl="0">
              <a:buFont typeface="Arial" pitchFamily="34" charset="0"/>
              <a:buChar char="•"/>
            </a:pPr>
            <a:r>
              <a:rPr lang="en-US" sz="2400" dirty="0"/>
              <a:t> https://www.youtube.com/watch?v=vkR2KETqDBI</a:t>
            </a:r>
          </a:p>
          <a:p>
            <a:pPr lvl="0">
              <a:buFont typeface="Arial" pitchFamily="34" charset="0"/>
              <a:buChar char="•"/>
            </a:pPr>
            <a:r>
              <a:rPr lang="en-US" sz="2400" dirty="0"/>
              <a:t>https://www.youtube.com/watch?v=hEYPjfYslLw&amp;t=45s</a:t>
            </a:r>
          </a:p>
          <a:p>
            <a:pPr lvl="0">
              <a:buFont typeface="Arial" pitchFamily="34" charset="0"/>
              <a:buChar char="•"/>
            </a:pPr>
            <a:endParaRPr kumimoji="0" lang="en-US" sz="2400" b="0" i="0" u="none" strike="noStrike" cap="none" normalizeH="0" baseline="0" dirty="0">
              <a:ln>
                <a:noFill/>
              </a:ln>
              <a:solidFill>
                <a:schemeClr val="tx1"/>
              </a:solidFill>
              <a:effectLst/>
              <a:cs typeface="Arial" pitchFamily="34" charset="0"/>
            </a:endParaRPr>
          </a:p>
        </p:txBody>
      </p:sp>
    </p:spTree>
    <p:extLst>
      <p:ext uri="{BB962C8B-B14F-4D97-AF65-F5344CB8AC3E}">
        <p14:creationId xmlns:p14="http://schemas.microsoft.com/office/powerpoint/2010/main" val="28617419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2C813A83-4CF3-4942-8C24-169E11C40466}"/>
              </a:ext>
            </a:extLst>
          </p:cNvPr>
          <p:cNvSpPr/>
          <p:nvPr/>
        </p:nvSpPr>
        <p:spPr>
          <a:xfrm>
            <a:off x="0" y="0"/>
            <a:ext cx="12192000" cy="4686918"/>
          </a:xfrm>
          <a:prstGeom prst="rect">
            <a:avLst/>
          </a:prstGeom>
          <a:solidFill>
            <a:schemeClr val="accent6">
              <a:lumMod val="50000"/>
              <a:alpha val="6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Light"/>
              </a:rPr>
              <a:t> </a:t>
            </a:r>
          </a:p>
        </p:txBody>
      </p:sp>
      <p:cxnSp>
        <p:nvCxnSpPr>
          <p:cNvPr id="18" name="Straight Connector 17">
            <a:extLst>
              <a:ext uri="{FF2B5EF4-FFF2-40B4-BE49-F238E27FC236}">
                <a16:creationId xmlns:a16="http://schemas.microsoft.com/office/drawing/2014/main" id="{8C6F3F28-25A8-4E20-83C7-12F88E7C28D0}"/>
              </a:ext>
            </a:extLst>
          </p:cNvPr>
          <p:cNvCxnSpPr>
            <a:cxnSpLocks/>
          </p:cNvCxnSpPr>
          <p:nvPr/>
        </p:nvCxnSpPr>
        <p:spPr>
          <a:xfrm>
            <a:off x="9347200" y="0"/>
            <a:ext cx="1828800" cy="182880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E1879BF-80CB-413D-9BC1-C05963A116D7}"/>
              </a:ext>
            </a:extLst>
          </p:cNvPr>
          <p:cNvCxnSpPr>
            <a:cxnSpLocks/>
          </p:cNvCxnSpPr>
          <p:nvPr/>
        </p:nvCxnSpPr>
        <p:spPr>
          <a:xfrm>
            <a:off x="10169128" y="0"/>
            <a:ext cx="663972" cy="663972"/>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ED354CBC-26FA-4C5C-B91C-AD6F2AE53BC2}"/>
              </a:ext>
            </a:extLst>
          </p:cNvPr>
          <p:cNvCxnSpPr>
            <a:cxnSpLocks/>
          </p:cNvCxnSpPr>
          <p:nvPr/>
        </p:nvCxnSpPr>
        <p:spPr>
          <a:xfrm>
            <a:off x="733426" y="6294597"/>
            <a:ext cx="558345" cy="558345"/>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B6F6E02B-7F30-40ED-9667-2C98864546BE}"/>
              </a:ext>
            </a:extLst>
          </p:cNvPr>
          <p:cNvCxnSpPr>
            <a:cxnSpLocks/>
          </p:cNvCxnSpPr>
          <p:nvPr/>
        </p:nvCxnSpPr>
        <p:spPr>
          <a:xfrm>
            <a:off x="390526" y="5129689"/>
            <a:ext cx="1728311" cy="1728311"/>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9" name="Title 1"/>
          <p:cNvSpPr txBox="1">
            <a:spLocks/>
          </p:cNvSpPr>
          <p:nvPr/>
        </p:nvSpPr>
        <p:spPr>
          <a:xfrm>
            <a:off x="1485902" y="2249080"/>
            <a:ext cx="10725148" cy="1231106"/>
          </a:xfrm>
          <a:prstGeom prst="rect">
            <a:avLst/>
          </a:prstGeom>
        </p:spPr>
        <p:txBody>
          <a:bodyPr wrap="square" lIns="0" tIns="0" rIns="0" bIns="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8000" b="0" i="0" u="none" strike="noStrike" kern="1200" cap="none" spc="0" normalizeH="0" baseline="0" noProof="0" dirty="0">
                <a:ln>
                  <a:noFill/>
                </a:ln>
                <a:solidFill>
                  <a:prstClr val="white"/>
                </a:solidFill>
                <a:effectLst/>
                <a:uLnTx/>
                <a:uFillTx/>
                <a:latin typeface="Casper" panose="02000506000000020004" pitchFamily="2" charset="0"/>
                <a:ea typeface="Segoe UI" panose="020B0502040204020203" pitchFamily="34" charset="0"/>
                <a:cs typeface="Segoe UI" panose="020B0502040204020203" pitchFamily="34" charset="0"/>
              </a:rPr>
              <a:t>THANK YOU</a:t>
            </a:r>
          </a:p>
        </p:txBody>
      </p:sp>
      <p:sp>
        <p:nvSpPr>
          <p:cNvPr id="22" name="Diamond 6">
            <a:extLst>
              <a:ext uri="{FF2B5EF4-FFF2-40B4-BE49-F238E27FC236}">
                <a16:creationId xmlns:a16="http://schemas.microsoft.com/office/drawing/2014/main" id="{AFBA4B1A-59E0-42F9-8062-FE9B4E00A99F}"/>
              </a:ext>
            </a:extLst>
          </p:cNvPr>
          <p:cNvSpPr/>
          <p:nvPr/>
        </p:nvSpPr>
        <p:spPr>
          <a:xfrm>
            <a:off x="2641599" y="1214279"/>
            <a:ext cx="2430463" cy="322580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1612900 w 3225800"/>
              <a:gd name="connsiteY4" fmla="*/ 3225800 h 3225800"/>
              <a:gd name="connsiteX5" fmla="*/ 0 w 3225800"/>
              <a:gd name="connsiteY5"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2430463 w 3225800"/>
              <a:gd name="connsiteY4" fmla="*/ 2413000 h 3225800"/>
              <a:gd name="connsiteX5" fmla="*/ 1612900 w 3225800"/>
              <a:gd name="connsiteY5" fmla="*/ 3225800 h 3225800"/>
              <a:gd name="connsiteX6" fmla="*/ 0 w 3225800"/>
              <a:gd name="connsiteY6" fmla="*/ 1612900 h 3225800"/>
              <a:gd name="connsiteX0" fmla="*/ 3225800 w 3317240"/>
              <a:gd name="connsiteY0" fmla="*/ 1612900 h 3225800"/>
              <a:gd name="connsiteX1" fmla="*/ 2430463 w 3317240"/>
              <a:gd name="connsiteY1" fmla="*/ 2413000 h 3225800"/>
              <a:gd name="connsiteX2" fmla="*/ 1612900 w 3317240"/>
              <a:gd name="connsiteY2" fmla="*/ 3225800 h 3225800"/>
              <a:gd name="connsiteX3" fmla="*/ 0 w 3317240"/>
              <a:gd name="connsiteY3" fmla="*/ 1612900 h 3225800"/>
              <a:gd name="connsiteX4" fmla="*/ 1612900 w 3317240"/>
              <a:gd name="connsiteY4" fmla="*/ 0 h 3225800"/>
              <a:gd name="connsiteX5" fmla="*/ 2430463 w 3317240"/>
              <a:gd name="connsiteY5" fmla="*/ 817563 h 3225800"/>
              <a:gd name="connsiteX6" fmla="*/ 3317240 w 3317240"/>
              <a:gd name="connsiteY6" fmla="*/ 1704340 h 3225800"/>
              <a:gd name="connsiteX0" fmla="*/ 2430463 w 3317240"/>
              <a:gd name="connsiteY0" fmla="*/ 2413000 h 3225800"/>
              <a:gd name="connsiteX1" fmla="*/ 1612900 w 3317240"/>
              <a:gd name="connsiteY1" fmla="*/ 3225800 h 3225800"/>
              <a:gd name="connsiteX2" fmla="*/ 0 w 3317240"/>
              <a:gd name="connsiteY2" fmla="*/ 1612900 h 3225800"/>
              <a:gd name="connsiteX3" fmla="*/ 1612900 w 3317240"/>
              <a:gd name="connsiteY3" fmla="*/ 0 h 3225800"/>
              <a:gd name="connsiteX4" fmla="*/ 2430463 w 3317240"/>
              <a:gd name="connsiteY4" fmla="*/ 817563 h 3225800"/>
              <a:gd name="connsiteX5" fmla="*/ 3317240 w 3317240"/>
              <a:gd name="connsiteY5" fmla="*/ 1704340 h 3225800"/>
              <a:gd name="connsiteX0" fmla="*/ 2430463 w 2430463"/>
              <a:gd name="connsiteY0" fmla="*/ 2413000 h 3225800"/>
              <a:gd name="connsiteX1" fmla="*/ 1612900 w 2430463"/>
              <a:gd name="connsiteY1" fmla="*/ 3225800 h 3225800"/>
              <a:gd name="connsiteX2" fmla="*/ 0 w 2430463"/>
              <a:gd name="connsiteY2" fmla="*/ 1612900 h 3225800"/>
              <a:gd name="connsiteX3" fmla="*/ 1612900 w 2430463"/>
              <a:gd name="connsiteY3" fmla="*/ 0 h 3225800"/>
              <a:gd name="connsiteX4" fmla="*/ 2430463 w 2430463"/>
              <a:gd name="connsiteY4" fmla="*/ 817563 h 322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chemeClr val="bg1"/>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ndParaRPr>
          </a:p>
        </p:txBody>
      </p:sp>
      <p:sp>
        <p:nvSpPr>
          <p:cNvPr id="23" name="Diamond 6">
            <a:extLst>
              <a:ext uri="{FF2B5EF4-FFF2-40B4-BE49-F238E27FC236}">
                <a16:creationId xmlns:a16="http://schemas.microsoft.com/office/drawing/2014/main" id="{4F0CA98B-3337-4AC3-8305-ED6C9C731FFB}"/>
              </a:ext>
            </a:extLst>
          </p:cNvPr>
          <p:cNvSpPr/>
          <p:nvPr/>
        </p:nvSpPr>
        <p:spPr>
          <a:xfrm>
            <a:off x="2898774" y="1214279"/>
            <a:ext cx="2430463" cy="322580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1612900 w 3225800"/>
              <a:gd name="connsiteY4" fmla="*/ 3225800 h 3225800"/>
              <a:gd name="connsiteX5" fmla="*/ 0 w 3225800"/>
              <a:gd name="connsiteY5"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2430463 w 3225800"/>
              <a:gd name="connsiteY4" fmla="*/ 2413000 h 3225800"/>
              <a:gd name="connsiteX5" fmla="*/ 1612900 w 3225800"/>
              <a:gd name="connsiteY5" fmla="*/ 3225800 h 3225800"/>
              <a:gd name="connsiteX6" fmla="*/ 0 w 3225800"/>
              <a:gd name="connsiteY6" fmla="*/ 1612900 h 3225800"/>
              <a:gd name="connsiteX0" fmla="*/ 3225800 w 3317240"/>
              <a:gd name="connsiteY0" fmla="*/ 1612900 h 3225800"/>
              <a:gd name="connsiteX1" fmla="*/ 2430463 w 3317240"/>
              <a:gd name="connsiteY1" fmla="*/ 2413000 h 3225800"/>
              <a:gd name="connsiteX2" fmla="*/ 1612900 w 3317240"/>
              <a:gd name="connsiteY2" fmla="*/ 3225800 h 3225800"/>
              <a:gd name="connsiteX3" fmla="*/ 0 w 3317240"/>
              <a:gd name="connsiteY3" fmla="*/ 1612900 h 3225800"/>
              <a:gd name="connsiteX4" fmla="*/ 1612900 w 3317240"/>
              <a:gd name="connsiteY4" fmla="*/ 0 h 3225800"/>
              <a:gd name="connsiteX5" fmla="*/ 2430463 w 3317240"/>
              <a:gd name="connsiteY5" fmla="*/ 817563 h 3225800"/>
              <a:gd name="connsiteX6" fmla="*/ 3317240 w 3317240"/>
              <a:gd name="connsiteY6" fmla="*/ 1704340 h 3225800"/>
              <a:gd name="connsiteX0" fmla="*/ 2430463 w 3317240"/>
              <a:gd name="connsiteY0" fmla="*/ 2413000 h 3225800"/>
              <a:gd name="connsiteX1" fmla="*/ 1612900 w 3317240"/>
              <a:gd name="connsiteY1" fmla="*/ 3225800 h 3225800"/>
              <a:gd name="connsiteX2" fmla="*/ 0 w 3317240"/>
              <a:gd name="connsiteY2" fmla="*/ 1612900 h 3225800"/>
              <a:gd name="connsiteX3" fmla="*/ 1612900 w 3317240"/>
              <a:gd name="connsiteY3" fmla="*/ 0 h 3225800"/>
              <a:gd name="connsiteX4" fmla="*/ 2430463 w 3317240"/>
              <a:gd name="connsiteY4" fmla="*/ 817563 h 3225800"/>
              <a:gd name="connsiteX5" fmla="*/ 3317240 w 3317240"/>
              <a:gd name="connsiteY5" fmla="*/ 1704340 h 3225800"/>
              <a:gd name="connsiteX0" fmla="*/ 2430463 w 2430463"/>
              <a:gd name="connsiteY0" fmla="*/ 2413000 h 3225800"/>
              <a:gd name="connsiteX1" fmla="*/ 1612900 w 2430463"/>
              <a:gd name="connsiteY1" fmla="*/ 3225800 h 3225800"/>
              <a:gd name="connsiteX2" fmla="*/ 0 w 2430463"/>
              <a:gd name="connsiteY2" fmla="*/ 1612900 h 3225800"/>
              <a:gd name="connsiteX3" fmla="*/ 1612900 w 2430463"/>
              <a:gd name="connsiteY3" fmla="*/ 0 h 3225800"/>
              <a:gd name="connsiteX4" fmla="*/ 2430463 w 2430463"/>
              <a:gd name="connsiteY4" fmla="*/ 817563 h 322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ysClr val="window" lastClr="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ndParaRPr>
          </a:p>
        </p:txBody>
      </p:sp>
      <p:grpSp>
        <p:nvGrpSpPr>
          <p:cNvPr id="29" name="Group 28"/>
          <p:cNvGrpSpPr/>
          <p:nvPr/>
        </p:nvGrpSpPr>
        <p:grpSpPr>
          <a:xfrm>
            <a:off x="237520" y="152400"/>
            <a:ext cx="410563" cy="1612900"/>
            <a:chOff x="83821" y="0"/>
            <a:chExt cx="219636" cy="903079"/>
          </a:xfrm>
        </p:grpSpPr>
        <p:sp>
          <p:nvSpPr>
            <p:cNvPr id="30" name="Rectangle 29"/>
            <p:cNvSpPr/>
            <p:nvPr/>
          </p:nvSpPr>
          <p:spPr>
            <a:xfrm>
              <a:off x="84026" y="0"/>
              <a:ext cx="219431" cy="210952"/>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p:cNvSpPr/>
            <p:nvPr/>
          </p:nvSpPr>
          <p:spPr>
            <a:xfrm>
              <a:off x="84262" y="408599"/>
              <a:ext cx="219194" cy="49448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p:cNvSpPr/>
            <p:nvPr/>
          </p:nvSpPr>
          <p:spPr>
            <a:xfrm>
              <a:off x="83821" y="210952"/>
              <a:ext cx="217937" cy="2209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33" name="Object 32">
              <a:extLst>
                <a:ext uri="{FF2B5EF4-FFF2-40B4-BE49-F238E27FC236}">
                  <a16:creationId xmlns:a16="http://schemas.microsoft.com/office/drawing/2014/main" id="{CAD0D7B8-E462-453C-B296-CA0154FA54AE}"/>
                </a:ext>
              </a:extLst>
            </p:cNvPr>
            <p:cNvGraphicFramePr>
              <a:graphicFrameLocks noChangeAspect="1"/>
            </p:cNvGraphicFramePr>
            <p:nvPr>
              <p:extLst>
                <p:ext uri="{D42A27DB-BD31-4B8C-83A1-F6EECF244321}">
                  <p14:modId xmlns:p14="http://schemas.microsoft.com/office/powerpoint/2010/main" val="4059142145"/>
                </p:ext>
              </p:extLst>
            </p:nvPr>
          </p:nvGraphicFramePr>
          <p:xfrm>
            <a:off x="100420" y="236973"/>
            <a:ext cx="183878" cy="183422"/>
          </p:xfrm>
          <a:graphic>
            <a:graphicData uri="http://schemas.openxmlformats.org/presentationml/2006/ole">
              <mc:AlternateContent xmlns:mc="http://schemas.openxmlformats.org/markup-compatibility/2006">
                <mc:Choice xmlns:v="urn:schemas-microsoft-com:vml" Requires="v">
                  <p:oleObj name="CorelDRAW" r:id="rId2" imgW="2169000" imgH="2169360" progId="">
                    <p:embed/>
                  </p:oleObj>
                </mc:Choice>
                <mc:Fallback>
                  <p:oleObj name="CorelDRAW" r:id="rId2" imgW="2169000" imgH="2169360" progId="">
                    <p:embed/>
                    <p:pic>
                      <p:nvPicPr>
                        <p:cNvPr id="0" name="Picture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420" y="236973"/>
                          <a:ext cx="183878" cy="18342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2" name="Rectangle 1"/>
          <p:cNvSpPr/>
          <p:nvPr/>
        </p:nvSpPr>
        <p:spPr>
          <a:xfrm>
            <a:off x="4114005" y="5394447"/>
            <a:ext cx="3542958" cy="646331"/>
          </a:xfrm>
          <a:prstGeom prst="rect">
            <a:avLst/>
          </a:prstGeom>
        </p:spPr>
        <p:txBody>
          <a:bodyPr wrap="none">
            <a:spAutoFit/>
          </a:bodyPr>
          <a:lstStyle/>
          <a:p>
            <a:r>
              <a:rPr lang="en-US" dirty="0">
                <a:latin typeface="Casper" panose="02000506000000020004" pitchFamily="2" charset="0"/>
                <a:ea typeface="Segoe UI" panose="020B0502040204020203" pitchFamily="34" charset="0"/>
                <a:cs typeface="Segoe UI" panose="020B0502040204020203" pitchFamily="34" charset="0"/>
              </a:rPr>
              <a:t>For queries</a:t>
            </a:r>
          </a:p>
          <a:p>
            <a:r>
              <a:rPr lang="en-US" dirty="0" err="1">
                <a:latin typeface="Casper" panose="02000506000000020004" pitchFamily="2" charset="0"/>
                <a:cs typeface="Segoe UI" panose="020B0502040204020203" pitchFamily="34" charset="0"/>
              </a:rPr>
              <a:t>Email:harmanpreet.uis@cumail.in</a:t>
            </a:r>
            <a:endParaRPr lang="en-US" dirty="0"/>
          </a:p>
        </p:txBody>
      </p:sp>
    </p:spTree>
    <p:extLst>
      <p:ext uri="{BB962C8B-B14F-4D97-AF65-F5344CB8AC3E}">
        <p14:creationId xmlns:p14="http://schemas.microsoft.com/office/powerpoint/2010/main" val="2656501266"/>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ontents Slide Master">
  <a:themeElements>
    <a:clrScheme name="ALLPPT-COLOR-A33">
      <a:dk1>
        <a:sysClr val="windowText" lastClr="000000"/>
      </a:dk1>
      <a:lt1>
        <a:sysClr val="window" lastClr="FFFFFF"/>
      </a:lt1>
      <a:dk2>
        <a:srgbClr val="1F497D"/>
      </a:dk2>
      <a:lt2>
        <a:srgbClr val="EEECE1"/>
      </a:lt2>
      <a:accent1>
        <a:srgbClr val="EF4A4A"/>
      </a:accent1>
      <a:accent2>
        <a:srgbClr val="262626"/>
      </a:accent2>
      <a:accent3>
        <a:srgbClr val="EF4A4A"/>
      </a:accent3>
      <a:accent4>
        <a:srgbClr val="262626"/>
      </a:accent4>
      <a:accent5>
        <a:srgbClr val="EF4A4A"/>
      </a:accent5>
      <a:accent6>
        <a:srgbClr val="262626"/>
      </a:accent6>
      <a:hlink>
        <a:srgbClr val="0000FF"/>
      </a:hlink>
      <a:folHlink>
        <a:srgbClr val="800080"/>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smaple</Template>
  <TotalTime>1007</TotalTime>
  <Words>1015</Words>
  <Application>Microsoft Office PowerPoint</Application>
  <PresentationFormat>Widescreen</PresentationFormat>
  <Paragraphs>129</Paragraphs>
  <Slides>12</Slides>
  <Notes>0</Notes>
  <HiddenSlides>0</HiddenSlides>
  <MMClips>0</MMClips>
  <ScaleCrop>false</ScaleCrop>
  <HeadingPairs>
    <vt:vector size="8" baseType="variant">
      <vt:variant>
        <vt:lpstr>Fonts Used</vt:lpstr>
      </vt:variant>
      <vt:variant>
        <vt:i4>9</vt:i4>
      </vt:variant>
      <vt:variant>
        <vt:lpstr>Theme</vt:lpstr>
      </vt:variant>
      <vt:variant>
        <vt:i4>2</vt:i4>
      </vt:variant>
      <vt:variant>
        <vt:lpstr>Embedded OLE Servers</vt:lpstr>
      </vt:variant>
      <vt:variant>
        <vt:i4>1</vt:i4>
      </vt:variant>
      <vt:variant>
        <vt:lpstr>Slide Titles</vt:lpstr>
      </vt:variant>
      <vt:variant>
        <vt:i4>12</vt:i4>
      </vt:variant>
    </vt:vector>
  </HeadingPairs>
  <TitlesOfParts>
    <vt:vector size="24" baseType="lpstr">
      <vt:lpstr>Arial</vt:lpstr>
      <vt:lpstr>Arial Black</vt:lpstr>
      <vt:lpstr>Calibri</vt:lpstr>
      <vt:lpstr>Calibri Light</vt:lpstr>
      <vt:lpstr>Casper</vt:lpstr>
      <vt:lpstr>Casper Bold</vt:lpstr>
      <vt:lpstr>Raleway ExtraBold</vt:lpstr>
      <vt:lpstr>Times New Roman</vt:lpstr>
      <vt:lpstr>Wingdings</vt:lpstr>
      <vt:lpstr>1_Office Theme</vt:lpstr>
      <vt:lpstr>Contents Slide Master</vt:lpstr>
      <vt:lpstr>CorelDRAW</vt:lpstr>
      <vt:lpstr>PowerPoint Presentation</vt:lpstr>
      <vt:lpstr>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Branding</dc:creator>
  <cp:lastModifiedBy>Indu Gupta</cp:lastModifiedBy>
  <cp:revision>91</cp:revision>
  <dcterms:created xsi:type="dcterms:W3CDTF">2019-01-09T10:33:58Z</dcterms:created>
  <dcterms:modified xsi:type="dcterms:W3CDTF">2023-06-15T15:20:29Z</dcterms:modified>
</cp:coreProperties>
</file>