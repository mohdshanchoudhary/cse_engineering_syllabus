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287" r:id="rId3"/>
    <p:sldId id="288" r:id="rId4"/>
    <p:sldId id="289" r:id="rId5"/>
    <p:sldId id="281" r:id="rId6"/>
    <p:sldId id="290" r:id="rId7"/>
    <p:sldId id="291" r:id="rId8"/>
    <p:sldId id="292" r:id="rId9"/>
    <p:sldId id="293" r:id="rId10"/>
    <p:sldId id="294" r:id="rId11"/>
    <p:sldId id="295" r:id="rId12"/>
    <p:sldId id="296" r:id="rId13"/>
    <p:sldId id="297" r:id="rId14"/>
    <p:sldId id="298" r:id="rId15"/>
    <p:sldId id="299" r:id="rId16"/>
    <p:sldId id="284"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66" d="100"/>
          <a:sy n="66" d="100"/>
        </p:scale>
        <p:origin x="64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e vashisht" userId="7be7df2e172983c4" providerId="LiveId" clId="{9BF11BDB-C712-471F-B42C-1D28BA9C2FBB}"/>
    <pc:docChg chg="undo custSel addSld delSld modSld sldOrd">
      <pc:chgData name="Kartike vashisht" userId="7be7df2e172983c4" providerId="LiveId" clId="{9BF11BDB-C712-471F-B42C-1D28BA9C2FBB}" dt="2020-06-18T13:57:24.124" v="737" actId="14100"/>
      <pc:docMkLst>
        <pc:docMk/>
      </pc:docMkLst>
      <pc:sldChg chg="addSp delSp modSp mod">
        <pc:chgData name="Kartike vashisht" userId="7be7df2e172983c4" providerId="LiveId" clId="{9BF11BDB-C712-471F-B42C-1D28BA9C2FBB}" dt="2020-06-18T13:57:24.124" v="737" actId="14100"/>
        <pc:sldMkLst>
          <pc:docMk/>
          <pc:sldMk cId="4018097345" sldId="265"/>
        </pc:sldMkLst>
        <pc:spChg chg="del">
          <ac:chgData name="Kartike vashisht" userId="7be7df2e172983c4" providerId="LiveId" clId="{9BF11BDB-C712-471F-B42C-1D28BA9C2FBB}" dt="2020-06-18T12:44:45.944" v="70" actId="478"/>
          <ac:spMkLst>
            <pc:docMk/>
            <pc:sldMk cId="4018097345" sldId="265"/>
            <ac:spMk id="2" creationId="{00000000-0000-0000-0000-000000000000}"/>
          </ac:spMkLst>
        </pc:spChg>
        <pc:spChg chg="del mod">
          <ac:chgData name="Kartike vashisht" userId="7be7df2e172983c4" providerId="LiveId" clId="{9BF11BDB-C712-471F-B42C-1D28BA9C2FBB}" dt="2020-06-18T12:44:48.510" v="72" actId="478"/>
          <ac:spMkLst>
            <pc:docMk/>
            <pc:sldMk cId="4018097345" sldId="265"/>
            <ac:spMk id="3" creationId="{00000000-0000-0000-0000-000000000000}"/>
          </ac:spMkLst>
        </pc:spChg>
        <pc:spChg chg="mod">
          <ac:chgData name="Kartike vashisht" userId="7be7df2e172983c4" providerId="LiveId" clId="{9BF11BDB-C712-471F-B42C-1D28BA9C2FBB}" dt="2020-06-18T13:57:24.124" v="737" actId="14100"/>
          <ac:spMkLst>
            <pc:docMk/>
            <pc:sldMk cId="4018097345" sldId="265"/>
            <ac:spMk id="8" creationId="{00000000-0000-0000-0000-000000000000}"/>
          </ac:spMkLst>
        </pc:spChg>
        <pc:spChg chg="add del mod">
          <ac:chgData name="Kartike vashisht" userId="7be7df2e172983c4" providerId="LiveId" clId="{9BF11BDB-C712-471F-B42C-1D28BA9C2FBB}" dt="2020-06-18T12:44:53.560" v="73" actId="478"/>
          <ac:spMkLst>
            <pc:docMk/>
            <pc:sldMk cId="4018097345" sldId="265"/>
            <ac:spMk id="9" creationId="{F8559D58-500A-441F-A0F7-C56CF4309BA2}"/>
          </ac:spMkLst>
        </pc:spChg>
        <pc:spChg chg="del mod">
          <ac:chgData name="Kartike vashisht" userId="7be7df2e172983c4" providerId="LiveId" clId="{9BF11BDB-C712-471F-B42C-1D28BA9C2FBB}" dt="2020-06-18T12:44:44.372" v="69" actId="478"/>
          <ac:spMkLst>
            <pc:docMk/>
            <pc:sldMk cId="4018097345" sldId="265"/>
            <ac:spMk id="15" creationId="{00000000-0000-0000-0000-000000000000}"/>
          </ac:spMkLst>
        </pc:spChg>
        <pc:graphicFrameChg chg="modGraphic">
          <ac:chgData name="Kartike vashisht" userId="7be7df2e172983c4" providerId="LiveId" clId="{9BF11BDB-C712-471F-B42C-1D28BA9C2FBB}" dt="2020-06-18T13:26:09.377" v="575" actId="20577"/>
          <ac:graphicFrameMkLst>
            <pc:docMk/>
            <pc:sldMk cId="4018097345" sldId="265"/>
            <ac:graphicFrameMk id="6" creationId="{00000000-0000-0000-0000-000000000000}"/>
          </ac:graphicFrameMkLst>
        </pc:graphicFrameChg>
        <pc:picChg chg="add mod">
          <ac:chgData name="Kartike vashisht" userId="7be7df2e172983c4" providerId="LiveId" clId="{9BF11BDB-C712-471F-B42C-1D28BA9C2FBB}" dt="2020-06-18T12:45:04.892" v="80" actId="14100"/>
          <ac:picMkLst>
            <pc:docMk/>
            <pc:sldMk cId="4018097345" sldId="265"/>
            <ac:picMk id="4" creationId="{431D20DD-57A7-4B67-BC88-B862999A9AD2}"/>
          </ac:picMkLst>
        </pc:picChg>
        <pc:cxnChg chg="del">
          <ac:chgData name="Kartike vashisht" userId="7be7df2e172983c4" providerId="LiveId" clId="{9BF11BDB-C712-471F-B42C-1D28BA9C2FBB}" dt="2020-06-18T12:44:56.458" v="75" actId="478"/>
          <ac:cxnSpMkLst>
            <pc:docMk/>
            <pc:sldMk cId="4018097345" sldId="265"/>
            <ac:cxnSpMk id="14" creationId="{00000000-0000-0000-0000-000000000000}"/>
          </ac:cxnSpMkLst>
        </pc:cxnChg>
      </pc:sldChg>
      <pc:sldChg chg="delSp modSp mod">
        <pc:chgData name="Kartike vashisht" userId="7be7df2e172983c4" providerId="LiveId" clId="{9BF11BDB-C712-471F-B42C-1D28BA9C2FBB}" dt="2020-06-18T12:51:54.039" v="143" actId="20577"/>
        <pc:sldMkLst>
          <pc:docMk/>
          <pc:sldMk cId="823702376" sldId="280"/>
        </pc:sldMkLst>
        <pc:spChg chg="mod">
          <ac:chgData name="Kartike vashisht" userId="7be7df2e172983c4" providerId="LiveId" clId="{9BF11BDB-C712-471F-B42C-1D28BA9C2FBB}" dt="2020-06-18T12:51:54.039" v="143" actId="20577"/>
          <ac:spMkLst>
            <pc:docMk/>
            <pc:sldMk cId="823702376" sldId="280"/>
            <ac:spMk id="2" creationId="{00000000-0000-0000-0000-000000000000}"/>
          </ac:spMkLst>
        </pc:spChg>
        <pc:spChg chg="mod">
          <ac:chgData name="Kartike vashisht" userId="7be7df2e172983c4" providerId="LiveId" clId="{9BF11BDB-C712-471F-B42C-1D28BA9C2FBB}" dt="2020-06-18T12:51:44.705" v="136" actId="123"/>
          <ac:spMkLst>
            <pc:docMk/>
            <pc:sldMk cId="823702376" sldId="280"/>
            <ac:spMk id="3" creationId="{00000000-0000-0000-0000-000000000000}"/>
          </ac:spMkLst>
        </pc:spChg>
        <pc:spChg chg="del">
          <ac:chgData name="Kartike vashisht" userId="7be7df2e172983c4" providerId="LiveId" clId="{9BF11BDB-C712-471F-B42C-1D28BA9C2FBB}" dt="2020-06-18T12:48:47.227" v="92" actId="478"/>
          <ac:spMkLst>
            <pc:docMk/>
            <pc:sldMk cId="823702376" sldId="280"/>
            <ac:spMk id="6" creationId="{00000000-0000-0000-0000-000000000000}"/>
          </ac:spMkLst>
        </pc:spChg>
      </pc:sldChg>
      <pc:sldChg chg="addSp delSp modSp mod">
        <pc:chgData name="Kartike vashisht" userId="7be7df2e172983c4" providerId="LiveId" clId="{9BF11BDB-C712-471F-B42C-1D28BA9C2FBB}" dt="2020-06-18T12:46:29.247" v="86" actId="14100"/>
        <pc:sldMkLst>
          <pc:docMk/>
          <pc:sldMk cId="693801593" sldId="281"/>
        </pc:sldMkLst>
        <pc:spChg chg="mod">
          <ac:chgData name="Kartike vashisht" userId="7be7df2e172983c4" providerId="LiveId" clId="{9BF11BDB-C712-471F-B42C-1D28BA9C2FBB}" dt="2020-06-18T12:36:06.861" v="63" actId="255"/>
          <ac:spMkLst>
            <pc:docMk/>
            <pc:sldMk cId="693801593" sldId="281"/>
            <ac:spMk id="4" creationId="{00000000-0000-0000-0000-000000000000}"/>
          </ac:spMkLst>
        </pc:spChg>
        <pc:spChg chg="mod">
          <ac:chgData name="Kartike vashisht" userId="7be7df2e172983c4" providerId="LiveId" clId="{9BF11BDB-C712-471F-B42C-1D28BA9C2FBB}" dt="2020-06-18T12:34:07.956" v="33" actId="20577"/>
          <ac:spMkLst>
            <pc:docMk/>
            <pc:sldMk cId="693801593" sldId="281"/>
            <ac:spMk id="8" creationId="{00000000-0000-0000-0000-000000000000}"/>
          </ac:spMkLst>
        </pc:spChg>
        <pc:spChg chg="del mod">
          <ac:chgData name="Kartike vashisht" userId="7be7df2e172983c4" providerId="LiveId" clId="{9BF11BDB-C712-471F-B42C-1D28BA9C2FBB}" dt="2020-06-18T12:36:09.995" v="64" actId="478"/>
          <ac:spMkLst>
            <pc:docMk/>
            <pc:sldMk cId="693801593" sldId="281"/>
            <ac:spMk id="9" creationId="{00000000-0000-0000-0000-000000000000}"/>
          </ac:spMkLst>
        </pc:spChg>
        <pc:picChg chg="add mod">
          <ac:chgData name="Kartike vashisht" userId="7be7df2e172983c4" providerId="LiveId" clId="{9BF11BDB-C712-471F-B42C-1D28BA9C2FBB}" dt="2020-06-18T12:46:29.247" v="86" actId="14100"/>
          <ac:picMkLst>
            <pc:docMk/>
            <pc:sldMk cId="693801593" sldId="281"/>
            <ac:picMk id="6" creationId="{595D98AC-D289-4D29-A1B0-A2FB8A0B2E57}"/>
          </ac:picMkLst>
        </pc:picChg>
      </pc:sldChg>
      <pc:sldChg chg="modSp mod">
        <pc:chgData name="Kartike vashisht" userId="7be7df2e172983c4" providerId="LiveId" clId="{9BF11BDB-C712-471F-B42C-1D28BA9C2FBB}" dt="2020-06-18T12:59:39.755" v="317" actId="12"/>
        <pc:sldMkLst>
          <pc:docMk/>
          <pc:sldMk cId="404884544" sldId="282"/>
        </pc:sldMkLst>
        <pc:spChg chg="mod">
          <ac:chgData name="Kartike vashisht" userId="7be7df2e172983c4" providerId="LiveId" clId="{9BF11BDB-C712-471F-B42C-1D28BA9C2FBB}" dt="2020-06-18T12:57:17.380" v="252" actId="20577"/>
          <ac:spMkLst>
            <pc:docMk/>
            <pc:sldMk cId="404884544" sldId="282"/>
            <ac:spMk id="2" creationId="{00000000-0000-0000-0000-000000000000}"/>
          </ac:spMkLst>
        </pc:spChg>
        <pc:spChg chg="mod">
          <ac:chgData name="Kartike vashisht" userId="7be7df2e172983c4" providerId="LiveId" clId="{9BF11BDB-C712-471F-B42C-1D28BA9C2FBB}" dt="2020-06-18T12:59:39.755" v="317" actId="12"/>
          <ac:spMkLst>
            <pc:docMk/>
            <pc:sldMk cId="404884544" sldId="282"/>
            <ac:spMk id="3" creationId="{00000000-0000-0000-0000-000000000000}"/>
          </ac:spMkLst>
        </pc:spChg>
      </pc:sldChg>
      <pc:sldChg chg="modSp mod ord">
        <pc:chgData name="Kartike vashisht" userId="7be7df2e172983c4" providerId="LiveId" clId="{9BF11BDB-C712-471F-B42C-1D28BA9C2FBB}" dt="2020-06-18T13:20:38.451" v="383"/>
        <pc:sldMkLst>
          <pc:docMk/>
          <pc:sldMk cId="1495971165" sldId="283"/>
        </pc:sldMkLst>
        <pc:spChg chg="mod">
          <ac:chgData name="Kartike vashisht" userId="7be7df2e172983c4" providerId="LiveId" clId="{9BF11BDB-C712-471F-B42C-1D28BA9C2FBB}" dt="2020-06-18T13:19:45.413" v="361" actId="20577"/>
          <ac:spMkLst>
            <pc:docMk/>
            <pc:sldMk cId="1495971165" sldId="283"/>
            <ac:spMk id="2" creationId="{00000000-0000-0000-0000-000000000000}"/>
          </ac:spMkLst>
        </pc:spChg>
        <pc:spChg chg="mod">
          <ac:chgData name="Kartike vashisht" userId="7be7df2e172983c4" providerId="LiveId" clId="{9BF11BDB-C712-471F-B42C-1D28BA9C2FBB}" dt="2020-06-18T13:20:30.401" v="381" actId="20577"/>
          <ac:spMkLst>
            <pc:docMk/>
            <pc:sldMk cId="1495971165" sldId="283"/>
            <ac:spMk id="3" creationId="{00000000-0000-0000-0000-000000000000}"/>
          </ac:spMkLst>
        </pc:spChg>
      </pc:sldChg>
      <pc:sldChg chg="addSp delSp modSp add del mod">
        <pc:chgData name="Kartike vashisht" userId="7be7df2e172983c4" providerId="LiveId" clId="{9BF11BDB-C712-471F-B42C-1D28BA9C2FBB}" dt="2020-06-18T12:54:03.192" v="152" actId="2696"/>
        <pc:sldMkLst>
          <pc:docMk/>
          <pc:sldMk cId="2794425830" sldId="285"/>
        </pc:sldMkLst>
        <pc:spChg chg="mod">
          <ac:chgData name="Kartike vashisht" userId="7be7df2e172983c4" providerId="LiveId" clId="{9BF11BDB-C712-471F-B42C-1D28BA9C2FBB}" dt="2020-06-18T12:53:09.139" v="149" actId="20577"/>
          <ac:spMkLst>
            <pc:docMk/>
            <pc:sldMk cId="2794425830" sldId="285"/>
            <ac:spMk id="2" creationId="{00000000-0000-0000-0000-000000000000}"/>
          </ac:spMkLst>
        </pc:spChg>
        <pc:spChg chg="add del mod">
          <ac:chgData name="Kartike vashisht" userId="7be7df2e172983c4" providerId="LiveId" clId="{9BF11BDB-C712-471F-B42C-1D28BA9C2FBB}" dt="2020-06-18T12:52:26.619" v="148"/>
          <ac:spMkLst>
            <pc:docMk/>
            <pc:sldMk cId="2794425830" sldId="285"/>
            <ac:spMk id="6" creationId="{F4CC7E92-0360-4F2E-BEE1-EC4A7742DC25}"/>
          </ac:spMkLst>
        </pc:spChg>
      </pc:sldChg>
      <pc:sldChg chg="addSp delSp modSp new mod modClrScheme chgLayout">
        <pc:chgData name="Kartike vashisht" userId="7be7df2e172983c4" providerId="LiveId" clId="{9BF11BDB-C712-471F-B42C-1D28BA9C2FBB}" dt="2020-06-18T12:56:30.373" v="191" actId="123"/>
        <pc:sldMkLst>
          <pc:docMk/>
          <pc:sldMk cId="3870470418" sldId="285"/>
        </pc:sldMkLst>
        <pc:spChg chg="del mod ord">
          <ac:chgData name="Kartike vashisht" userId="7be7df2e172983c4" providerId="LiveId" clId="{9BF11BDB-C712-471F-B42C-1D28BA9C2FBB}" dt="2020-06-18T12:54:12.578" v="154" actId="700"/>
          <ac:spMkLst>
            <pc:docMk/>
            <pc:sldMk cId="3870470418" sldId="285"/>
            <ac:spMk id="2" creationId="{FFF36994-D7CB-46A0-859D-9B969900CE4D}"/>
          </ac:spMkLst>
        </pc:spChg>
        <pc:spChg chg="del mod ord">
          <ac:chgData name="Kartike vashisht" userId="7be7df2e172983c4" providerId="LiveId" clId="{9BF11BDB-C712-471F-B42C-1D28BA9C2FBB}" dt="2020-06-18T12:54:12.578" v="154" actId="700"/>
          <ac:spMkLst>
            <pc:docMk/>
            <pc:sldMk cId="3870470418" sldId="285"/>
            <ac:spMk id="3" creationId="{87C90281-B7F7-434E-A32B-588D256CEFB6}"/>
          </ac:spMkLst>
        </pc:spChg>
        <pc:spChg chg="mod ord">
          <ac:chgData name="Kartike vashisht" userId="7be7df2e172983c4" providerId="LiveId" clId="{9BF11BDB-C712-471F-B42C-1D28BA9C2FBB}" dt="2020-06-18T12:54:12.578" v="154" actId="700"/>
          <ac:spMkLst>
            <pc:docMk/>
            <pc:sldMk cId="3870470418" sldId="285"/>
            <ac:spMk id="4" creationId="{7F323CCD-6598-4B0B-B660-4005D226DE7D}"/>
          </ac:spMkLst>
        </pc:spChg>
        <pc:spChg chg="add mod ord">
          <ac:chgData name="Kartike vashisht" userId="7be7df2e172983c4" providerId="LiveId" clId="{9BF11BDB-C712-471F-B42C-1D28BA9C2FBB}" dt="2020-06-18T12:54:27.405" v="167" actId="113"/>
          <ac:spMkLst>
            <pc:docMk/>
            <pc:sldMk cId="3870470418" sldId="285"/>
            <ac:spMk id="5" creationId="{2A68A5F5-C172-41E3-8206-D2E2F80E3E9C}"/>
          </ac:spMkLst>
        </pc:spChg>
        <pc:spChg chg="add mod ord">
          <ac:chgData name="Kartike vashisht" userId="7be7df2e172983c4" providerId="LiveId" clId="{9BF11BDB-C712-471F-B42C-1D28BA9C2FBB}" dt="2020-06-18T12:54:12.578" v="154" actId="700"/>
          <ac:spMkLst>
            <pc:docMk/>
            <pc:sldMk cId="3870470418" sldId="285"/>
            <ac:spMk id="6" creationId="{94A49B05-B640-4AB6-B8EB-C4CAD8DEA5AD}"/>
          </ac:spMkLst>
        </pc:spChg>
        <pc:spChg chg="add mod ord">
          <ac:chgData name="Kartike vashisht" userId="7be7df2e172983c4" providerId="LiveId" clId="{9BF11BDB-C712-471F-B42C-1D28BA9C2FBB}" dt="2020-06-18T12:56:30.373" v="191" actId="123"/>
          <ac:spMkLst>
            <pc:docMk/>
            <pc:sldMk cId="3870470418" sldId="285"/>
            <ac:spMk id="7" creationId="{4B7DA9B1-BF5B-482B-91CC-2127CEC93734}"/>
          </ac:spMkLst>
        </pc:spChg>
        <pc:picChg chg="add mod">
          <ac:chgData name="Kartike vashisht" userId="7be7df2e172983c4" providerId="LiveId" clId="{9BF11BDB-C712-471F-B42C-1D28BA9C2FBB}" dt="2020-06-18T12:55:27.949" v="177" actId="14100"/>
          <ac:picMkLst>
            <pc:docMk/>
            <pc:sldMk cId="3870470418" sldId="285"/>
            <ac:picMk id="8" creationId="{FB67B900-D232-4C0B-9B80-8E2AF09E7061}"/>
          </ac:picMkLst>
        </pc:picChg>
      </pc:sldChg>
      <pc:sldChg chg="addSp modSp new mod">
        <pc:chgData name="Kartike vashisht" userId="7be7df2e172983c4" providerId="LiveId" clId="{9BF11BDB-C712-471F-B42C-1D28BA9C2FBB}" dt="2020-06-18T13:30:06.167" v="680" actId="1076"/>
        <pc:sldMkLst>
          <pc:docMk/>
          <pc:sldMk cId="3123725668" sldId="286"/>
        </pc:sldMkLst>
        <pc:spChg chg="mod">
          <ac:chgData name="Kartike vashisht" userId="7be7df2e172983c4" providerId="LiveId" clId="{9BF11BDB-C712-471F-B42C-1D28BA9C2FBB}" dt="2020-06-18T13:27:30.645" v="610" actId="20577"/>
          <ac:spMkLst>
            <pc:docMk/>
            <pc:sldMk cId="3123725668" sldId="286"/>
            <ac:spMk id="2" creationId="{6C659CAE-CD9E-4DB5-A57E-2BFD6C3EC51B}"/>
          </ac:spMkLst>
        </pc:spChg>
        <pc:spChg chg="mod">
          <ac:chgData name="Kartike vashisht" userId="7be7df2e172983c4" providerId="LiveId" clId="{9BF11BDB-C712-471F-B42C-1D28BA9C2FBB}" dt="2020-06-18T13:29:54.465" v="676" actId="20577"/>
          <ac:spMkLst>
            <pc:docMk/>
            <pc:sldMk cId="3123725668" sldId="286"/>
            <ac:spMk id="3" creationId="{5DE28989-C20F-4378-A0A1-37EB93775290}"/>
          </ac:spMkLst>
        </pc:spChg>
        <pc:picChg chg="add mod">
          <ac:chgData name="Kartike vashisht" userId="7be7df2e172983c4" providerId="LiveId" clId="{9BF11BDB-C712-471F-B42C-1D28BA9C2FBB}" dt="2020-06-18T13:30:06.167" v="680" actId="1076"/>
          <ac:picMkLst>
            <pc:docMk/>
            <pc:sldMk cId="3123725668" sldId="286"/>
            <ac:picMk id="5" creationId="{8948EF5D-985F-4E2B-8D9B-29CC829515F2}"/>
          </ac:picMkLst>
        </pc:picChg>
      </pc:sldChg>
      <pc:sldChg chg="add del">
        <pc:chgData name="Kartike vashisht" userId="7be7df2e172983c4" providerId="LiveId" clId="{9BF11BDB-C712-471F-B42C-1D28BA9C2FBB}" dt="2020-06-18T12:52:19.494" v="146"/>
        <pc:sldMkLst>
          <pc:docMk/>
          <pc:sldMk cId="3490039969" sldId="286"/>
        </pc:sldMkLst>
      </pc:sldChg>
      <pc:sldChg chg="add del">
        <pc:chgData name="Kartike vashisht" userId="7be7df2e172983c4" providerId="LiveId" clId="{9BF11BDB-C712-471F-B42C-1D28BA9C2FBB}" dt="2020-06-18T12:54:01.116" v="151" actId="2696"/>
        <pc:sldMkLst>
          <pc:docMk/>
          <pc:sldMk cId="4028392471" sldId="28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B1F61E-B79E-4921-8CA8-00607D615465}"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US"/>
        </a:p>
      </dgm:t>
    </dgm:pt>
    <dgm:pt modelId="{DF21CF1E-E8F7-48BD-9E2F-0783B4275D4F}">
      <dgm:prSet phldrT="[Text]"/>
      <dgm:spPr/>
      <dgm:t>
        <a:bodyPr/>
        <a:lstStyle/>
        <a:p>
          <a:r>
            <a:rPr lang="en-US" dirty="0"/>
            <a:t>MST(02)</a:t>
          </a:r>
        </a:p>
        <a:p>
          <a:r>
            <a:rPr lang="en-US" dirty="0"/>
            <a:t>20 marks</a:t>
          </a:r>
        </a:p>
      </dgm:t>
    </dgm:pt>
    <dgm:pt modelId="{02672668-E94C-4D3F-B024-3E83EF071008}" type="parTrans" cxnId="{CE872D1B-2201-4155-A282-D98BE8E972C7}">
      <dgm:prSet/>
      <dgm:spPr/>
      <dgm:t>
        <a:bodyPr/>
        <a:lstStyle/>
        <a:p>
          <a:endParaRPr lang="en-US"/>
        </a:p>
      </dgm:t>
    </dgm:pt>
    <dgm:pt modelId="{43870F01-8D0C-493D-87C6-47CDB63CA0C3}" type="sibTrans" cxnId="{CE872D1B-2201-4155-A282-D98BE8E972C7}">
      <dgm:prSet/>
      <dgm:spPr/>
      <dgm:t>
        <a:bodyPr/>
        <a:lstStyle/>
        <a:p>
          <a:endParaRPr lang="en-US"/>
        </a:p>
      </dgm:t>
    </dgm:pt>
    <dgm:pt modelId="{5017CB0E-F067-4C8D-BCC3-1E89F6BF0DB6}">
      <dgm:prSet phldrT="[Text]"/>
      <dgm:spPr/>
      <dgm:t>
        <a:bodyPr/>
        <a:lstStyle/>
        <a:p>
          <a:r>
            <a:rPr lang="en-US" dirty="0"/>
            <a:t>Quiz </a:t>
          </a:r>
        </a:p>
        <a:p>
          <a:r>
            <a:rPr lang="en-US" dirty="0"/>
            <a:t>4 marks</a:t>
          </a:r>
        </a:p>
      </dgm:t>
    </dgm:pt>
    <dgm:pt modelId="{7EA63C5E-7894-4011-8777-E05AB93A5604}" type="parTrans" cxnId="{641E709A-A338-4D2F-966E-DEB104E7D828}">
      <dgm:prSet/>
      <dgm:spPr/>
      <dgm:t>
        <a:bodyPr/>
        <a:lstStyle/>
        <a:p>
          <a:endParaRPr lang="en-US"/>
        </a:p>
      </dgm:t>
    </dgm:pt>
    <dgm:pt modelId="{37F83C70-3700-406D-8C7A-E3B7AE665571}" type="sibTrans" cxnId="{641E709A-A338-4D2F-966E-DEB104E7D828}">
      <dgm:prSet/>
      <dgm:spPr/>
      <dgm:t>
        <a:bodyPr/>
        <a:lstStyle/>
        <a:p>
          <a:endParaRPr lang="en-US"/>
        </a:p>
      </dgm:t>
    </dgm:pt>
    <dgm:pt modelId="{59283DCC-1101-4781-AC16-AC0F39464EAE}">
      <dgm:prSet phldrT="[Text]"/>
      <dgm:spPr/>
      <dgm:t>
        <a:bodyPr/>
        <a:lstStyle/>
        <a:p>
          <a:r>
            <a:rPr lang="en-US" dirty="0"/>
            <a:t>Attendance</a:t>
          </a:r>
        </a:p>
        <a:p>
          <a:r>
            <a:rPr lang="en-US" dirty="0"/>
            <a:t>(&gt;90%)</a:t>
          </a:r>
        </a:p>
        <a:p>
          <a:r>
            <a:rPr lang="en-US" dirty="0"/>
            <a:t>2 marks</a:t>
          </a:r>
        </a:p>
      </dgm:t>
    </dgm:pt>
    <dgm:pt modelId="{8AF003E6-7640-4B86-9B7E-1EE2F34FB260}" type="parTrans" cxnId="{ECBAC60F-6CDF-4972-AEEC-AD2754C3CEF6}">
      <dgm:prSet/>
      <dgm:spPr/>
      <dgm:t>
        <a:bodyPr/>
        <a:lstStyle/>
        <a:p>
          <a:endParaRPr lang="en-US"/>
        </a:p>
      </dgm:t>
    </dgm:pt>
    <dgm:pt modelId="{5A5EC861-6BDC-4E40-8784-85D4598C36F6}" type="sibTrans" cxnId="{ECBAC60F-6CDF-4972-AEEC-AD2754C3CEF6}">
      <dgm:prSet/>
      <dgm:spPr/>
      <dgm:t>
        <a:bodyPr/>
        <a:lstStyle/>
        <a:p>
          <a:endParaRPr lang="en-US"/>
        </a:p>
      </dgm:t>
    </dgm:pt>
    <dgm:pt modelId="{9580402E-56A8-4020-B0A0-91E4A7FEDC15}">
      <dgm:prSet phldrT="[Text]"/>
      <dgm:spPr/>
      <dgm:t>
        <a:bodyPr/>
        <a:lstStyle/>
        <a:p>
          <a:r>
            <a:rPr lang="en-US" dirty="0"/>
            <a:t>Surprise test </a:t>
          </a:r>
        </a:p>
        <a:p>
          <a:r>
            <a:rPr lang="en-US" dirty="0"/>
            <a:t>4 marks</a:t>
          </a:r>
        </a:p>
      </dgm:t>
    </dgm:pt>
    <dgm:pt modelId="{F09904E3-80CF-4644-BAB7-253055CB5E22}" type="parTrans" cxnId="{D1F84F8A-ED12-40FC-A5B7-D11271FC9026}">
      <dgm:prSet/>
      <dgm:spPr/>
      <dgm:t>
        <a:bodyPr/>
        <a:lstStyle/>
        <a:p>
          <a:endParaRPr lang="en-US"/>
        </a:p>
      </dgm:t>
    </dgm:pt>
    <dgm:pt modelId="{B6E7DF34-812C-4586-B586-6E90541E11FE}" type="sibTrans" cxnId="{D1F84F8A-ED12-40FC-A5B7-D11271FC9026}">
      <dgm:prSet/>
      <dgm:spPr/>
      <dgm:t>
        <a:bodyPr/>
        <a:lstStyle/>
        <a:p>
          <a:endParaRPr lang="en-US"/>
        </a:p>
      </dgm:t>
    </dgm:pt>
    <dgm:pt modelId="{CCE52B37-AFF3-4BEC-A5FF-372C919EF95E}">
      <dgm:prSet phldrT="[Text]"/>
      <dgm:spPr/>
      <dgm:t>
        <a:bodyPr/>
        <a:lstStyle/>
        <a:p>
          <a:r>
            <a:rPr lang="en-US" dirty="0"/>
            <a:t>Assignment</a:t>
          </a:r>
        </a:p>
        <a:p>
          <a:r>
            <a:rPr lang="en-US" dirty="0"/>
            <a:t>10 marks</a:t>
          </a:r>
        </a:p>
      </dgm:t>
    </dgm:pt>
    <dgm:pt modelId="{DF7974F8-74F3-4CD9-AF5D-0A97A2BF2554}" type="parTrans" cxnId="{FEEB9898-0349-4CF4-950F-C31AB762AF49}">
      <dgm:prSet/>
      <dgm:spPr/>
      <dgm:t>
        <a:bodyPr/>
        <a:lstStyle/>
        <a:p>
          <a:endParaRPr lang="en-US"/>
        </a:p>
      </dgm:t>
    </dgm:pt>
    <dgm:pt modelId="{F659EAE0-421D-45B5-950B-62BA1296084F}" type="sibTrans" cxnId="{FEEB9898-0349-4CF4-950F-C31AB762AF49}">
      <dgm:prSet/>
      <dgm:spPr/>
      <dgm:t>
        <a:bodyPr/>
        <a:lstStyle/>
        <a:p>
          <a:endParaRPr lang="en-US"/>
        </a:p>
      </dgm:t>
    </dgm:pt>
    <dgm:pt modelId="{CE51EAD9-06C0-4DBC-9F94-7804EE0417E8}" type="pres">
      <dgm:prSet presAssocID="{71B1F61E-B79E-4921-8CA8-00607D615465}" presName="cycle" presStyleCnt="0">
        <dgm:presLayoutVars>
          <dgm:dir/>
          <dgm:resizeHandles val="exact"/>
        </dgm:presLayoutVars>
      </dgm:prSet>
      <dgm:spPr/>
    </dgm:pt>
    <dgm:pt modelId="{6C392781-824D-4A9A-B53B-15B182F41E67}" type="pres">
      <dgm:prSet presAssocID="{DF21CF1E-E8F7-48BD-9E2F-0783B4275D4F}" presName="node" presStyleLbl="node1" presStyleIdx="0" presStyleCnt="5">
        <dgm:presLayoutVars>
          <dgm:bulletEnabled val="1"/>
        </dgm:presLayoutVars>
      </dgm:prSet>
      <dgm:spPr/>
    </dgm:pt>
    <dgm:pt modelId="{48F10FB2-D4AF-42A1-AE30-73A7B03AADA8}" type="pres">
      <dgm:prSet presAssocID="{DF21CF1E-E8F7-48BD-9E2F-0783B4275D4F}" presName="spNode" presStyleCnt="0"/>
      <dgm:spPr/>
    </dgm:pt>
    <dgm:pt modelId="{009CE4DD-9E5F-40D8-8D55-613C90442619}" type="pres">
      <dgm:prSet presAssocID="{43870F01-8D0C-493D-87C6-47CDB63CA0C3}" presName="sibTrans" presStyleLbl="sibTrans1D1" presStyleIdx="0" presStyleCnt="5"/>
      <dgm:spPr/>
    </dgm:pt>
    <dgm:pt modelId="{DF99696A-FB56-42C5-9885-47F68FD8ECED}" type="pres">
      <dgm:prSet presAssocID="{5017CB0E-F067-4C8D-BCC3-1E89F6BF0DB6}" presName="node" presStyleLbl="node1" presStyleIdx="1" presStyleCnt="5">
        <dgm:presLayoutVars>
          <dgm:bulletEnabled val="1"/>
        </dgm:presLayoutVars>
      </dgm:prSet>
      <dgm:spPr/>
    </dgm:pt>
    <dgm:pt modelId="{4F295E57-2AF9-4A24-9516-6EFC944D88FD}" type="pres">
      <dgm:prSet presAssocID="{5017CB0E-F067-4C8D-BCC3-1E89F6BF0DB6}" presName="spNode" presStyleCnt="0"/>
      <dgm:spPr/>
    </dgm:pt>
    <dgm:pt modelId="{51AFB399-6216-4CAB-9D37-2E01C124612C}" type="pres">
      <dgm:prSet presAssocID="{37F83C70-3700-406D-8C7A-E3B7AE665571}" presName="sibTrans" presStyleLbl="sibTrans1D1" presStyleIdx="1" presStyleCnt="5"/>
      <dgm:spPr/>
    </dgm:pt>
    <dgm:pt modelId="{AF082927-7D7E-4C80-8E73-A1D76ECCACBF}" type="pres">
      <dgm:prSet presAssocID="{59283DCC-1101-4781-AC16-AC0F39464EAE}" presName="node" presStyleLbl="node1" presStyleIdx="2" presStyleCnt="5">
        <dgm:presLayoutVars>
          <dgm:bulletEnabled val="1"/>
        </dgm:presLayoutVars>
      </dgm:prSet>
      <dgm:spPr/>
    </dgm:pt>
    <dgm:pt modelId="{10326764-5B4E-4C3C-B979-5EEB026A7243}" type="pres">
      <dgm:prSet presAssocID="{59283DCC-1101-4781-AC16-AC0F39464EAE}" presName="spNode" presStyleCnt="0"/>
      <dgm:spPr/>
    </dgm:pt>
    <dgm:pt modelId="{65C7ADDB-CFF9-401A-9AFF-9B433EF479D6}" type="pres">
      <dgm:prSet presAssocID="{5A5EC861-6BDC-4E40-8784-85D4598C36F6}" presName="sibTrans" presStyleLbl="sibTrans1D1" presStyleIdx="2" presStyleCnt="5"/>
      <dgm:spPr/>
    </dgm:pt>
    <dgm:pt modelId="{6F37B80F-58DB-4292-BA27-F2C34F018F0C}" type="pres">
      <dgm:prSet presAssocID="{9580402E-56A8-4020-B0A0-91E4A7FEDC15}" presName="node" presStyleLbl="node1" presStyleIdx="3" presStyleCnt="5">
        <dgm:presLayoutVars>
          <dgm:bulletEnabled val="1"/>
        </dgm:presLayoutVars>
      </dgm:prSet>
      <dgm:spPr/>
    </dgm:pt>
    <dgm:pt modelId="{EE5F26BD-3784-4EEC-9088-9EFABE0AC40B}" type="pres">
      <dgm:prSet presAssocID="{9580402E-56A8-4020-B0A0-91E4A7FEDC15}" presName="spNode" presStyleCnt="0"/>
      <dgm:spPr/>
    </dgm:pt>
    <dgm:pt modelId="{402CB780-F1AA-4127-AE9A-9B3676B7B749}" type="pres">
      <dgm:prSet presAssocID="{B6E7DF34-812C-4586-B586-6E90541E11FE}" presName="sibTrans" presStyleLbl="sibTrans1D1" presStyleIdx="3" presStyleCnt="5"/>
      <dgm:spPr/>
    </dgm:pt>
    <dgm:pt modelId="{7C862B3C-0B13-460D-81F4-100EE59EF602}" type="pres">
      <dgm:prSet presAssocID="{CCE52B37-AFF3-4BEC-A5FF-372C919EF95E}" presName="node" presStyleLbl="node1" presStyleIdx="4" presStyleCnt="5">
        <dgm:presLayoutVars>
          <dgm:bulletEnabled val="1"/>
        </dgm:presLayoutVars>
      </dgm:prSet>
      <dgm:spPr/>
    </dgm:pt>
    <dgm:pt modelId="{BE0CE7B8-92A5-444B-A3B6-166BB6C7DBA8}" type="pres">
      <dgm:prSet presAssocID="{CCE52B37-AFF3-4BEC-A5FF-372C919EF95E}" presName="spNode" presStyleCnt="0"/>
      <dgm:spPr/>
    </dgm:pt>
    <dgm:pt modelId="{66EF00C0-985C-4E09-9508-C02E90F1DCE9}" type="pres">
      <dgm:prSet presAssocID="{F659EAE0-421D-45B5-950B-62BA1296084F}" presName="sibTrans" presStyleLbl="sibTrans1D1" presStyleIdx="4" presStyleCnt="5"/>
      <dgm:spPr/>
    </dgm:pt>
  </dgm:ptLst>
  <dgm:cxnLst>
    <dgm:cxn modelId="{1A77F003-EE1A-4A71-84E4-376EBE8D200D}" type="presOf" srcId="{F659EAE0-421D-45B5-950B-62BA1296084F}" destId="{66EF00C0-985C-4E09-9508-C02E90F1DCE9}" srcOrd="0" destOrd="0" presId="urn:microsoft.com/office/officeart/2005/8/layout/cycle5"/>
    <dgm:cxn modelId="{ECBAC60F-6CDF-4972-AEEC-AD2754C3CEF6}" srcId="{71B1F61E-B79E-4921-8CA8-00607D615465}" destId="{59283DCC-1101-4781-AC16-AC0F39464EAE}" srcOrd="2" destOrd="0" parTransId="{8AF003E6-7640-4B86-9B7E-1EE2F34FB260}" sibTransId="{5A5EC861-6BDC-4E40-8784-85D4598C36F6}"/>
    <dgm:cxn modelId="{CE872D1B-2201-4155-A282-D98BE8E972C7}" srcId="{71B1F61E-B79E-4921-8CA8-00607D615465}" destId="{DF21CF1E-E8F7-48BD-9E2F-0783B4275D4F}" srcOrd="0" destOrd="0" parTransId="{02672668-E94C-4D3F-B024-3E83EF071008}" sibTransId="{43870F01-8D0C-493D-87C6-47CDB63CA0C3}"/>
    <dgm:cxn modelId="{96ACB93D-628E-4409-8143-930B34162A08}" type="presOf" srcId="{CCE52B37-AFF3-4BEC-A5FF-372C919EF95E}" destId="{7C862B3C-0B13-460D-81F4-100EE59EF602}" srcOrd="0" destOrd="0" presId="urn:microsoft.com/office/officeart/2005/8/layout/cycle5"/>
    <dgm:cxn modelId="{DF474347-3E37-491E-B451-43257141AEBF}" type="presOf" srcId="{71B1F61E-B79E-4921-8CA8-00607D615465}" destId="{CE51EAD9-06C0-4DBC-9F94-7804EE0417E8}" srcOrd="0" destOrd="0" presId="urn:microsoft.com/office/officeart/2005/8/layout/cycle5"/>
    <dgm:cxn modelId="{410D0E7A-D110-4AEC-8971-DC52E9269C7A}" type="presOf" srcId="{DF21CF1E-E8F7-48BD-9E2F-0783B4275D4F}" destId="{6C392781-824D-4A9A-B53B-15B182F41E67}" srcOrd="0" destOrd="0" presId="urn:microsoft.com/office/officeart/2005/8/layout/cycle5"/>
    <dgm:cxn modelId="{B2FBF67A-CEE0-4669-AC0F-789805117E11}" type="presOf" srcId="{B6E7DF34-812C-4586-B586-6E90541E11FE}" destId="{402CB780-F1AA-4127-AE9A-9B3676B7B749}" srcOrd="0" destOrd="0" presId="urn:microsoft.com/office/officeart/2005/8/layout/cycle5"/>
    <dgm:cxn modelId="{1968C080-D01A-40C7-A8FD-CACB9E0D1589}" type="presOf" srcId="{37F83C70-3700-406D-8C7A-E3B7AE665571}" destId="{51AFB399-6216-4CAB-9D37-2E01C124612C}" srcOrd="0" destOrd="0" presId="urn:microsoft.com/office/officeart/2005/8/layout/cycle5"/>
    <dgm:cxn modelId="{D1F84F8A-ED12-40FC-A5B7-D11271FC9026}" srcId="{71B1F61E-B79E-4921-8CA8-00607D615465}" destId="{9580402E-56A8-4020-B0A0-91E4A7FEDC15}" srcOrd="3" destOrd="0" parTransId="{F09904E3-80CF-4644-BAB7-253055CB5E22}" sibTransId="{B6E7DF34-812C-4586-B586-6E90541E11FE}"/>
    <dgm:cxn modelId="{FEEB9898-0349-4CF4-950F-C31AB762AF49}" srcId="{71B1F61E-B79E-4921-8CA8-00607D615465}" destId="{CCE52B37-AFF3-4BEC-A5FF-372C919EF95E}" srcOrd="4" destOrd="0" parTransId="{DF7974F8-74F3-4CD9-AF5D-0A97A2BF2554}" sibTransId="{F659EAE0-421D-45B5-950B-62BA1296084F}"/>
    <dgm:cxn modelId="{641E709A-A338-4D2F-966E-DEB104E7D828}" srcId="{71B1F61E-B79E-4921-8CA8-00607D615465}" destId="{5017CB0E-F067-4C8D-BCC3-1E89F6BF0DB6}" srcOrd="1" destOrd="0" parTransId="{7EA63C5E-7894-4011-8777-E05AB93A5604}" sibTransId="{37F83C70-3700-406D-8C7A-E3B7AE665571}"/>
    <dgm:cxn modelId="{02632EB0-5C26-4CB9-B95C-A856BBA7505A}" type="presOf" srcId="{5A5EC861-6BDC-4E40-8784-85D4598C36F6}" destId="{65C7ADDB-CFF9-401A-9AFF-9B433EF479D6}" srcOrd="0" destOrd="0" presId="urn:microsoft.com/office/officeart/2005/8/layout/cycle5"/>
    <dgm:cxn modelId="{97FCF2B6-197D-4D3D-AD39-3095B8C5C214}" type="presOf" srcId="{59283DCC-1101-4781-AC16-AC0F39464EAE}" destId="{AF082927-7D7E-4C80-8E73-A1D76ECCACBF}" srcOrd="0" destOrd="0" presId="urn:microsoft.com/office/officeart/2005/8/layout/cycle5"/>
    <dgm:cxn modelId="{700BCABE-1ADF-4422-AE57-11B18E597486}" type="presOf" srcId="{5017CB0E-F067-4C8D-BCC3-1E89F6BF0DB6}" destId="{DF99696A-FB56-42C5-9885-47F68FD8ECED}" srcOrd="0" destOrd="0" presId="urn:microsoft.com/office/officeart/2005/8/layout/cycle5"/>
    <dgm:cxn modelId="{A59F8AED-B5C9-4B35-946E-11D388B30107}" type="presOf" srcId="{43870F01-8D0C-493D-87C6-47CDB63CA0C3}" destId="{009CE4DD-9E5F-40D8-8D55-613C90442619}" srcOrd="0" destOrd="0" presId="urn:microsoft.com/office/officeart/2005/8/layout/cycle5"/>
    <dgm:cxn modelId="{9931F6F5-8D55-43BC-A096-047DD0A78D0A}" type="presOf" srcId="{9580402E-56A8-4020-B0A0-91E4A7FEDC15}" destId="{6F37B80F-58DB-4292-BA27-F2C34F018F0C}" srcOrd="0" destOrd="0" presId="urn:microsoft.com/office/officeart/2005/8/layout/cycle5"/>
    <dgm:cxn modelId="{DAB23C59-9365-4501-B59F-1ED143A56EF0}" type="presParOf" srcId="{CE51EAD9-06C0-4DBC-9F94-7804EE0417E8}" destId="{6C392781-824D-4A9A-B53B-15B182F41E67}" srcOrd="0" destOrd="0" presId="urn:microsoft.com/office/officeart/2005/8/layout/cycle5"/>
    <dgm:cxn modelId="{B543B34E-10C7-4652-B0D1-5BCC3043E1DD}" type="presParOf" srcId="{CE51EAD9-06C0-4DBC-9F94-7804EE0417E8}" destId="{48F10FB2-D4AF-42A1-AE30-73A7B03AADA8}" srcOrd="1" destOrd="0" presId="urn:microsoft.com/office/officeart/2005/8/layout/cycle5"/>
    <dgm:cxn modelId="{148D647B-8279-4C44-9B92-92E2B29936DE}" type="presParOf" srcId="{CE51EAD9-06C0-4DBC-9F94-7804EE0417E8}" destId="{009CE4DD-9E5F-40D8-8D55-613C90442619}" srcOrd="2" destOrd="0" presId="urn:microsoft.com/office/officeart/2005/8/layout/cycle5"/>
    <dgm:cxn modelId="{BECB09F3-18B7-4D41-BBC0-EC2D5D0C45AF}" type="presParOf" srcId="{CE51EAD9-06C0-4DBC-9F94-7804EE0417E8}" destId="{DF99696A-FB56-42C5-9885-47F68FD8ECED}" srcOrd="3" destOrd="0" presId="urn:microsoft.com/office/officeart/2005/8/layout/cycle5"/>
    <dgm:cxn modelId="{8268D7A9-7C40-482B-ADC3-B2F3616ED2C1}" type="presParOf" srcId="{CE51EAD9-06C0-4DBC-9F94-7804EE0417E8}" destId="{4F295E57-2AF9-4A24-9516-6EFC944D88FD}" srcOrd="4" destOrd="0" presId="urn:microsoft.com/office/officeart/2005/8/layout/cycle5"/>
    <dgm:cxn modelId="{4C90E8F5-2941-474C-9FE9-2EA4C3023A7A}" type="presParOf" srcId="{CE51EAD9-06C0-4DBC-9F94-7804EE0417E8}" destId="{51AFB399-6216-4CAB-9D37-2E01C124612C}" srcOrd="5" destOrd="0" presId="urn:microsoft.com/office/officeart/2005/8/layout/cycle5"/>
    <dgm:cxn modelId="{D6D424D2-C414-4225-A193-E90A46751CD2}" type="presParOf" srcId="{CE51EAD9-06C0-4DBC-9F94-7804EE0417E8}" destId="{AF082927-7D7E-4C80-8E73-A1D76ECCACBF}" srcOrd="6" destOrd="0" presId="urn:microsoft.com/office/officeart/2005/8/layout/cycle5"/>
    <dgm:cxn modelId="{FA6F5FE7-CA35-416E-AC82-021E8B0441B7}" type="presParOf" srcId="{CE51EAD9-06C0-4DBC-9F94-7804EE0417E8}" destId="{10326764-5B4E-4C3C-B979-5EEB026A7243}" srcOrd="7" destOrd="0" presId="urn:microsoft.com/office/officeart/2005/8/layout/cycle5"/>
    <dgm:cxn modelId="{4F1E31C5-02B7-4EC9-8F66-7989B39746E4}" type="presParOf" srcId="{CE51EAD9-06C0-4DBC-9F94-7804EE0417E8}" destId="{65C7ADDB-CFF9-401A-9AFF-9B433EF479D6}" srcOrd="8" destOrd="0" presId="urn:microsoft.com/office/officeart/2005/8/layout/cycle5"/>
    <dgm:cxn modelId="{FC67E378-DA37-412F-BF5E-E592E055659E}" type="presParOf" srcId="{CE51EAD9-06C0-4DBC-9F94-7804EE0417E8}" destId="{6F37B80F-58DB-4292-BA27-F2C34F018F0C}" srcOrd="9" destOrd="0" presId="urn:microsoft.com/office/officeart/2005/8/layout/cycle5"/>
    <dgm:cxn modelId="{813F9D8C-A2AF-4FA7-A931-0244766E48DB}" type="presParOf" srcId="{CE51EAD9-06C0-4DBC-9F94-7804EE0417E8}" destId="{EE5F26BD-3784-4EEC-9088-9EFABE0AC40B}" srcOrd="10" destOrd="0" presId="urn:microsoft.com/office/officeart/2005/8/layout/cycle5"/>
    <dgm:cxn modelId="{8D5148D3-C08A-45A5-BF0C-869DA79977E2}" type="presParOf" srcId="{CE51EAD9-06C0-4DBC-9F94-7804EE0417E8}" destId="{402CB780-F1AA-4127-AE9A-9B3676B7B749}" srcOrd="11" destOrd="0" presId="urn:microsoft.com/office/officeart/2005/8/layout/cycle5"/>
    <dgm:cxn modelId="{1DD7400A-181D-4A2B-9DE3-AE218751E8FE}" type="presParOf" srcId="{CE51EAD9-06C0-4DBC-9F94-7804EE0417E8}" destId="{7C862B3C-0B13-460D-81F4-100EE59EF602}" srcOrd="12" destOrd="0" presId="urn:microsoft.com/office/officeart/2005/8/layout/cycle5"/>
    <dgm:cxn modelId="{EECBBA5D-6C90-4150-AA65-2D9C692D382D}" type="presParOf" srcId="{CE51EAD9-06C0-4DBC-9F94-7804EE0417E8}" destId="{BE0CE7B8-92A5-444B-A3B6-166BB6C7DBA8}" srcOrd="13" destOrd="0" presId="urn:microsoft.com/office/officeart/2005/8/layout/cycle5"/>
    <dgm:cxn modelId="{3B02E20D-CD0A-4A51-B625-F571D37E3917}" type="presParOf" srcId="{CE51EAD9-06C0-4DBC-9F94-7804EE0417E8}" destId="{66EF00C0-985C-4E09-9508-C02E90F1DCE9}"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92781-824D-4A9A-B53B-15B182F41E67}">
      <dsp:nvSpPr>
        <dsp:cNvPr id="0" name=""/>
        <dsp:cNvSpPr/>
      </dsp:nvSpPr>
      <dsp:spPr>
        <a:xfrm>
          <a:off x="3533766" y="3111"/>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MST(02)</a:t>
          </a:r>
        </a:p>
        <a:p>
          <a:pPr marL="0" lvl="0" indent="0" algn="ctr" defTabSz="622300">
            <a:lnSpc>
              <a:spcPct val="90000"/>
            </a:lnSpc>
            <a:spcBef>
              <a:spcPct val="0"/>
            </a:spcBef>
            <a:spcAft>
              <a:spcPct val="35000"/>
            </a:spcAft>
            <a:buNone/>
          </a:pPr>
          <a:r>
            <a:rPr lang="en-US" sz="1400" kern="1200" dirty="0"/>
            <a:t>20 marks</a:t>
          </a:r>
        </a:p>
      </dsp:txBody>
      <dsp:txXfrm>
        <a:off x="3582645" y="51990"/>
        <a:ext cx="1442682" cy="903528"/>
      </dsp:txXfrm>
    </dsp:sp>
    <dsp:sp modelId="{009CE4DD-9E5F-40D8-8D55-613C90442619}">
      <dsp:nvSpPr>
        <dsp:cNvPr id="0" name=""/>
        <dsp:cNvSpPr/>
      </dsp:nvSpPr>
      <dsp:spPr>
        <a:xfrm>
          <a:off x="2303849" y="503754"/>
          <a:ext cx="4000274" cy="4000274"/>
        </a:xfrm>
        <a:custGeom>
          <a:avLst/>
          <a:gdLst/>
          <a:ahLst/>
          <a:cxnLst/>
          <a:rect l="0" t="0" r="0" b="0"/>
          <a:pathLst>
            <a:path>
              <a:moveTo>
                <a:pt x="2976644" y="254576"/>
              </a:moveTo>
              <a:arcTo wR="2000137" hR="2000137" stAng="17953421"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99696A-FB56-42C5-9885-47F68FD8ECED}">
      <dsp:nvSpPr>
        <dsp:cNvPr id="0" name=""/>
        <dsp:cNvSpPr/>
      </dsp:nvSpPr>
      <dsp:spPr>
        <a:xfrm>
          <a:off x="5436009"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Quiz </a:t>
          </a:r>
        </a:p>
        <a:p>
          <a:pPr marL="0" lvl="0" indent="0" algn="ctr" defTabSz="622300">
            <a:lnSpc>
              <a:spcPct val="90000"/>
            </a:lnSpc>
            <a:spcBef>
              <a:spcPct val="0"/>
            </a:spcBef>
            <a:spcAft>
              <a:spcPct val="35000"/>
            </a:spcAft>
            <a:buNone/>
          </a:pPr>
          <a:r>
            <a:rPr lang="en-US" sz="1400" kern="1200" dirty="0"/>
            <a:t>4 marks</a:t>
          </a:r>
        </a:p>
      </dsp:txBody>
      <dsp:txXfrm>
        <a:off x="5484888" y="1434051"/>
        <a:ext cx="1442682" cy="903528"/>
      </dsp:txXfrm>
    </dsp:sp>
    <dsp:sp modelId="{51AFB399-6216-4CAB-9D37-2E01C124612C}">
      <dsp:nvSpPr>
        <dsp:cNvPr id="0" name=""/>
        <dsp:cNvSpPr/>
      </dsp:nvSpPr>
      <dsp:spPr>
        <a:xfrm>
          <a:off x="2303849" y="503754"/>
          <a:ext cx="4000274" cy="4000274"/>
        </a:xfrm>
        <a:custGeom>
          <a:avLst/>
          <a:gdLst/>
          <a:ahLst/>
          <a:cxnLst/>
          <a:rect l="0" t="0" r="0" b="0"/>
          <a:pathLst>
            <a:path>
              <a:moveTo>
                <a:pt x="3995476" y="2138588"/>
              </a:moveTo>
              <a:arcTo wR="2000137" hR="2000137" stAng="21838155"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F082927-7D7E-4C80-8E73-A1D76ECCACBF}">
      <dsp:nvSpPr>
        <dsp:cNvPr id="0" name=""/>
        <dsp:cNvSpPr/>
      </dsp:nvSpPr>
      <dsp:spPr>
        <a:xfrm>
          <a:off x="4709417"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Attendance</a:t>
          </a:r>
        </a:p>
        <a:p>
          <a:pPr marL="0" lvl="0" indent="0" algn="ctr" defTabSz="622300">
            <a:lnSpc>
              <a:spcPct val="90000"/>
            </a:lnSpc>
            <a:spcBef>
              <a:spcPct val="0"/>
            </a:spcBef>
            <a:spcAft>
              <a:spcPct val="35000"/>
            </a:spcAft>
            <a:buNone/>
          </a:pPr>
          <a:r>
            <a:rPr lang="en-US" sz="1400" kern="1200" dirty="0"/>
            <a:t>(&gt;90%)</a:t>
          </a:r>
        </a:p>
        <a:p>
          <a:pPr marL="0" lvl="0" indent="0" algn="ctr" defTabSz="622300">
            <a:lnSpc>
              <a:spcPct val="90000"/>
            </a:lnSpc>
            <a:spcBef>
              <a:spcPct val="0"/>
            </a:spcBef>
            <a:spcAft>
              <a:spcPct val="35000"/>
            </a:spcAft>
            <a:buNone/>
          </a:pPr>
          <a:r>
            <a:rPr lang="en-US" sz="1400" kern="1200" dirty="0"/>
            <a:t>2 marks</a:t>
          </a:r>
        </a:p>
      </dsp:txBody>
      <dsp:txXfrm>
        <a:off x="4758296" y="3670272"/>
        <a:ext cx="1442682" cy="903528"/>
      </dsp:txXfrm>
    </dsp:sp>
    <dsp:sp modelId="{65C7ADDB-CFF9-401A-9AFF-9B433EF479D6}">
      <dsp:nvSpPr>
        <dsp:cNvPr id="0" name=""/>
        <dsp:cNvSpPr/>
      </dsp:nvSpPr>
      <dsp:spPr>
        <a:xfrm>
          <a:off x="2303849" y="503754"/>
          <a:ext cx="4000274" cy="4000274"/>
        </a:xfrm>
        <a:custGeom>
          <a:avLst/>
          <a:gdLst/>
          <a:ahLst/>
          <a:cxnLst/>
          <a:rect l="0" t="0" r="0" b="0"/>
          <a:pathLst>
            <a:path>
              <a:moveTo>
                <a:pt x="2245604" y="3985154"/>
              </a:moveTo>
              <a:arcTo wR="2000137" hR="2000137" stAng="4977036" swAng="845929"/>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F37B80F-58DB-4292-BA27-F2C34F018F0C}">
      <dsp:nvSpPr>
        <dsp:cNvPr id="0" name=""/>
        <dsp:cNvSpPr/>
      </dsp:nvSpPr>
      <dsp:spPr>
        <a:xfrm>
          <a:off x="2358115"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Surprise test </a:t>
          </a:r>
        </a:p>
        <a:p>
          <a:pPr marL="0" lvl="0" indent="0" algn="ctr" defTabSz="622300">
            <a:lnSpc>
              <a:spcPct val="90000"/>
            </a:lnSpc>
            <a:spcBef>
              <a:spcPct val="0"/>
            </a:spcBef>
            <a:spcAft>
              <a:spcPct val="35000"/>
            </a:spcAft>
            <a:buNone/>
          </a:pPr>
          <a:r>
            <a:rPr lang="en-US" sz="1400" kern="1200" dirty="0"/>
            <a:t>4 marks</a:t>
          </a:r>
        </a:p>
      </dsp:txBody>
      <dsp:txXfrm>
        <a:off x="2406994" y="3670272"/>
        <a:ext cx="1442682" cy="903528"/>
      </dsp:txXfrm>
    </dsp:sp>
    <dsp:sp modelId="{402CB780-F1AA-4127-AE9A-9B3676B7B749}">
      <dsp:nvSpPr>
        <dsp:cNvPr id="0" name=""/>
        <dsp:cNvSpPr/>
      </dsp:nvSpPr>
      <dsp:spPr>
        <a:xfrm>
          <a:off x="2303849" y="503754"/>
          <a:ext cx="4000274" cy="4000274"/>
        </a:xfrm>
        <a:custGeom>
          <a:avLst/>
          <a:gdLst/>
          <a:ahLst/>
          <a:cxnLst/>
          <a:rect l="0" t="0" r="0" b="0"/>
          <a:pathLst>
            <a:path>
              <a:moveTo>
                <a:pt x="212200" y="2896704"/>
              </a:moveTo>
              <a:arcTo wR="2000137" hR="2000137" stAng="9202101"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C862B3C-0B13-460D-81F4-100EE59EF602}">
      <dsp:nvSpPr>
        <dsp:cNvPr id="0" name=""/>
        <dsp:cNvSpPr/>
      </dsp:nvSpPr>
      <dsp:spPr>
        <a:xfrm>
          <a:off x="1631522"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Assignment</a:t>
          </a:r>
        </a:p>
        <a:p>
          <a:pPr marL="0" lvl="0" indent="0" algn="ctr" defTabSz="622300">
            <a:lnSpc>
              <a:spcPct val="90000"/>
            </a:lnSpc>
            <a:spcBef>
              <a:spcPct val="0"/>
            </a:spcBef>
            <a:spcAft>
              <a:spcPct val="35000"/>
            </a:spcAft>
            <a:buNone/>
          </a:pPr>
          <a:r>
            <a:rPr lang="en-US" sz="1400" kern="1200" dirty="0"/>
            <a:t>10 marks</a:t>
          </a:r>
        </a:p>
      </dsp:txBody>
      <dsp:txXfrm>
        <a:off x="1680401" y="1434051"/>
        <a:ext cx="1442682" cy="903528"/>
      </dsp:txXfrm>
    </dsp:sp>
    <dsp:sp modelId="{66EF00C0-985C-4E09-9508-C02E90F1DCE9}">
      <dsp:nvSpPr>
        <dsp:cNvPr id="0" name=""/>
        <dsp:cNvSpPr/>
      </dsp:nvSpPr>
      <dsp:spPr>
        <a:xfrm>
          <a:off x="2303849" y="503754"/>
          <a:ext cx="4000274" cy="4000274"/>
        </a:xfrm>
        <a:custGeom>
          <a:avLst/>
          <a:gdLst/>
          <a:ahLst/>
          <a:cxnLst/>
          <a:rect l="0" t="0" r="0" b="0"/>
          <a:pathLst>
            <a:path>
              <a:moveTo>
                <a:pt x="481118" y="698933"/>
              </a:moveTo>
              <a:arcTo wR="2000137" hR="2000137" stAng="13235017"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177559" y="1085083"/>
            <a:ext cx="9063318" cy="603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 4</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(Non IT Branches) </a:t>
            </a:r>
          </a:p>
          <a:p>
            <a:pPr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itchFamily="18" charset="0"/>
              </a:rPr>
              <a:t>Prepared </a:t>
            </a:r>
            <a:r>
              <a:rPr lang="en-US" sz="2800" dirty="0">
                <a:latin typeface="Times New Roman" panose="02020603050405020304" pitchFamily="18" charset="0"/>
                <a:ea typeface="Calibri" panose="020F0502020204030204" pitchFamily="34" charset="0"/>
                <a:cs typeface="Times New Roman" panose="02020603050405020304" pitchFamily="18" charset="0"/>
              </a:rPr>
              <a:t>by: Anjana Sharma, Assistant Prof. Physics</a:t>
            </a: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52"/>
          <p:cNvSpPr txBox="1">
            <a:spLocks noChangeArrowheads="1"/>
          </p:cNvSpPr>
          <p:nvPr/>
        </p:nvSpPr>
        <p:spPr bwMode="auto">
          <a:xfrm>
            <a:off x="347916" y="6019560"/>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CRYSTAL STRUCTURE &amp; ULTRASONICS</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37230" y="743847"/>
            <a:ext cx="9730854" cy="5139869"/>
          </a:xfrm>
          <a:prstGeom prst="rect">
            <a:avLst/>
          </a:prstGeom>
        </p:spPr>
        <p:txBody>
          <a:bodyPr wrap="square">
            <a:spAutoFit/>
          </a:bodyPr>
          <a:lstStyle/>
          <a:p>
            <a:r>
              <a:rPr lang="en-IN" sz="4400" b="1" dirty="0"/>
              <a:t>COURSE OBJECTIVES</a:t>
            </a:r>
            <a:endParaRPr lang="en-US" sz="4400" dirty="0"/>
          </a:p>
          <a:p>
            <a:r>
              <a:rPr lang="en-IN" sz="4400" dirty="0"/>
              <a:t> </a:t>
            </a:r>
            <a:endParaRPr lang="en-US" sz="4400" dirty="0"/>
          </a:p>
          <a:p>
            <a:pPr marL="285750" lvl="0" indent="-285750" algn="just">
              <a:buFont typeface="Wingdings" pitchFamily="2" charset="2"/>
              <a:buChar char="v"/>
            </a:pPr>
            <a:r>
              <a:rPr lang="en-IN" sz="2400" dirty="0"/>
              <a:t>The course is designed to make the students industry ready to contribute in the growing demand of the industry at local, national and international level.</a:t>
            </a:r>
            <a:endParaRPr lang="en-US" sz="2400" dirty="0"/>
          </a:p>
          <a:p>
            <a:pPr marL="285750" lvl="0" indent="-285750" algn="just">
              <a:buFont typeface="Wingdings" pitchFamily="2" charset="2"/>
              <a:buChar char="v"/>
            </a:pPr>
            <a:r>
              <a:rPr lang="en-IN" sz="2400" dirty="0"/>
              <a:t>It will make the students competent to understand basic concepts and applications of advanced engineering physics and apply its principles in their respective fields at global platform.</a:t>
            </a:r>
            <a:endParaRPr lang="en-US" sz="2400" dirty="0"/>
          </a:p>
          <a:p>
            <a:pPr marL="285750" lvl="0" indent="-285750" algn="just">
              <a:buFont typeface="Wingdings" pitchFamily="2" charset="2"/>
              <a:buChar char="v"/>
            </a:pPr>
            <a:r>
              <a:rPr lang="en-IN" sz="2400" dirty="0"/>
              <a:t>It will enhance the skill level of the students and shall make them preferred choice for getting employment in industry and research labs.</a:t>
            </a:r>
            <a:endParaRPr lang="en-US" sz="2400" dirty="0"/>
          </a:p>
          <a:p>
            <a:pPr marL="285750" lvl="0" indent="-285750" algn="just">
              <a:buFont typeface="Wingdings" pitchFamily="2" charset="2"/>
              <a:buChar char="v"/>
            </a:pPr>
            <a:r>
              <a:rPr lang="en-IN" sz="2400" dirty="0"/>
              <a:t>It will give thorough knowledge of the discipline to enable students to disseminate knowledge in pursuing excellence in academic areas.</a:t>
            </a:r>
            <a:endParaRPr lang="en-US" sz="2400" dirty="0"/>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3</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097520056"/>
              </p:ext>
            </p:extLst>
          </p:nvPr>
        </p:nvGraphicFramePr>
        <p:xfrm>
          <a:off x="196322" y="1952963"/>
          <a:ext cx="5432611" cy="4437866"/>
        </p:xfrm>
        <a:graphic>
          <a:graphicData uri="http://schemas.openxmlformats.org/drawingml/2006/table">
            <a:tbl>
              <a:tblPr firstRow="1" firstCol="1" bandRow="1">
                <a:tableStyleId>{5940675A-B579-460E-94D1-54222C63F5DA}</a:tableStyleId>
              </a:tblPr>
              <a:tblGrid>
                <a:gridCol w="820271">
                  <a:extLst>
                    <a:ext uri="{9D8B030D-6E8A-4147-A177-3AD203B41FA5}">
                      <a16:colId xmlns:a16="http://schemas.microsoft.com/office/drawing/2014/main" val="20000"/>
                    </a:ext>
                  </a:extLst>
                </a:gridCol>
                <a:gridCol w="3621687">
                  <a:extLst>
                    <a:ext uri="{9D8B030D-6E8A-4147-A177-3AD203B41FA5}">
                      <a16:colId xmlns:a16="http://schemas.microsoft.com/office/drawing/2014/main" val="20001"/>
                    </a:ext>
                  </a:extLst>
                </a:gridCol>
                <a:gridCol w="990653">
                  <a:extLst>
                    <a:ext uri="{9D8B030D-6E8A-4147-A177-3AD203B41FA5}">
                      <a16:colId xmlns:a16="http://schemas.microsoft.com/office/drawing/2014/main" val="20002"/>
                    </a:ext>
                  </a:extLst>
                </a:gridCol>
              </a:tblGrid>
              <a:tr h="652250">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34833">
                <a:tc>
                  <a:txBody>
                    <a:bodyPr/>
                    <a:lstStyle/>
                    <a:p>
                      <a:pPr marL="0" marR="0">
                        <a:lnSpc>
                          <a:spcPct val="115000"/>
                        </a:lnSpc>
                        <a:spcBef>
                          <a:spcPts val="0"/>
                        </a:spcBef>
                        <a:spcAft>
                          <a:spcPts val="0"/>
                        </a:spcAft>
                      </a:pPr>
                      <a:r>
                        <a:rPr lang="en-US" sz="1200" b="0" dirty="0">
                          <a:solidFill>
                            <a:schemeClr val="tx1"/>
                          </a:solidFill>
                          <a:effectLst/>
                        </a:rPr>
                        <a:t>CO1</a:t>
                      </a:r>
                      <a:endParaRPr lang="en-US" sz="1100" b="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lvl="0" algn="just"/>
                      <a:r>
                        <a:rPr lang="en-IN" sz="1200" b="0" kern="1200" dirty="0">
                          <a:solidFill>
                            <a:schemeClr val="tx1"/>
                          </a:solidFill>
                          <a:effectLst/>
                          <a:latin typeface="+mn-lt"/>
                          <a:ea typeface="+mn-ea"/>
                          <a:cs typeface="+mn-cs"/>
                        </a:rPr>
                        <a:t>To identify various components of laser and optical fibres and justify their importance and applications in different fields of science and technology</a:t>
                      </a:r>
                      <a:endParaRPr lang="en-US" sz="1200" b="0" kern="1200" dirty="0">
                        <a:solidFill>
                          <a:schemeClr val="tx1"/>
                        </a:solidFill>
                        <a:effectLst/>
                        <a:latin typeface="+mn-lt"/>
                        <a:ea typeface="+mn-ea"/>
                        <a:cs typeface="+mn-cs"/>
                      </a:endParaRPr>
                    </a:p>
                  </a:txBody>
                  <a:tcPr marL="68580" marR="68580" marT="0" marB="0" anchor="ctr"/>
                </a:tc>
                <a:tc>
                  <a:txBody>
                    <a:bodyPr/>
                    <a:lstStyle/>
                    <a:p>
                      <a:pPr marL="0" marR="0">
                        <a:lnSpc>
                          <a:spcPct val="115000"/>
                        </a:lnSpc>
                        <a:spcBef>
                          <a:spcPts val="0"/>
                        </a:spcBef>
                        <a:spcAft>
                          <a:spcPts val="0"/>
                        </a:spcAft>
                      </a:pPr>
                      <a:r>
                        <a:rPr lang="en-US" sz="1200" b="0" dirty="0">
                          <a:solidFill>
                            <a:schemeClr val="tx1"/>
                          </a:solidFill>
                          <a:effectLst/>
                        </a:rPr>
                        <a:t>Understand</a:t>
                      </a:r>
                    </a:p>
                    <a:p>
                      <a:pPr marL="0" marR="0">
                        <a:lnSpc>
                          <a:spcPct val="115000"/>
                        </a:lnSpc>
                        <a:spcBef>
                          <a:spcPts val="0"/>
                        </a:spcBef>
                        <a:spcAft>
                          <a:spcPts val="0"/>
                        </a:spcAft>
                      </a:pPr>
                      <a:r>
                        <a:rPr lang="en-US" sz="1200" b="0" dirty="0">
                          <a:solidFill>
                            <a:schemeClr val="tx1"/>
                          </a:solidFill>
                          <a:effectLst/>
                        </a:rPr>
                        <a:t>Applying</a:t>
                      </a:r>
                      <a:endParaRPr lang="en-US" sz="1100" b="0" dirty="0">
                        <a:solidFill>
                          <a:schemeClr val="tx1"/>
                        </a:solidFill>
                        <a:effectLst/>
                      </a:endParaRPr>
                    </a:p>
                    <a:p>
                      <a:pPr marL="0" marR="0">
                        <a:lnSpc>
                          <a:spcPct val="115000"/>
                        </a:lnSpc>
                        <a:spcBef>
                          <a:spcPts val="0"/>
                        </a:spcBef>
                        <a:spcAft>
                          <a:spcPts val="0"/>
                        </a:spcAft>
                      </a:pPr>
                      <a:r>
                        <a:rPr lang="en-US" sz="1200" b="0" dirty="0">
                          <a:solidFill>
                            <a:schemeClr val="tx1"/>
                          </a:solidFill>
                          <a:effectLst/>
                        </a:rPr>
                        <a:t> </a:t>
                      </a:r>
                      <a:endParaRPr lang="en-US" sz="1100" b="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34833">
                <a:tc>
                  <a:txBody>
                    <a:bodyPr/>
                    <a:lstStyle/>
                    <a:p>
                      <a:pPr marL="0" marR="0">
                        <a:lnSpc>
                          <a:spcPct val="115000"/>
                        </a:lnSpc>
                        <a:spcBef>
                          <a:spcPts val="0"/>
                        </a:spcBef>
                        <a:spcAft>
                          <a:spcPts val="0"/>
                        </a:spcAft>
                      </a:pPr>
                      <a:r>
                        <a:rPr lang="en-US" sz="1200" b="0" dirty="0">
                          <a:solidFill>
                            <a:srgbClr val="FF0000"/>
                          </a:solidFill>
                          <a:effectLst/>
                          <a:latin typeface="+mn-lt"/>
                        </a:rPr>
                        <a:t>CO2</a:t>
                      </a:r>
                      <a:endParaRPr lang="en-US" sz="1200" b="0" dirty="0">
                        <a:solidFill>
                          <a:srgbClr val="FF0000"/>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IN" sz="1200" kern="1200" dirty="0">
                          <a:solidFill>
                            <a:srgbClr val="FF0000"/>
                          </a:solidFill>
                          <a:effectLst/>
                          <a:latin typeface="+mn-lt"/>
                          <a:ea typeface="+mn-ea"/>
                          <a:cs typeface="+mn-cs"/>
                        </a:rPr>
                        <a:t>To explain the concept of oscillations and wave, compare the free, damped and forced oscillations, recognize the conditions of resonance and recommend its uses in various engineering fields and to describe the basic crystal structures, explain various methods for structural determination, list the properties of ultrasound wave and compare methods of its production and justify its properties in various applications.</a:t>
                      </a:r>
                      <a:endParaRPr lang="en-US" sz="1200" kern="1200" dirty="0">
                        <a:solidFill>
                          <a:srgbClr val="FF0000"/>
                        </a:solidFill>
                        <a:effectLst/>
                        <a:latin typeface="+mn-lt"/>
                        <a:ea typeface="+mn-ea"/>
                        <a:cs typeface="+mn-cs"/>
                      </a:endParaRPr>
                    </a:p>
                    <a:p>
                      <a:pPr marL="0" marR="0" algn="just">
                        <a:lnSpc>
                          <a:spcPct val="115000"/>
                        </a:lnSpc>
                        <a:spcBef>
                          <a:spcPts val="0"/>
                        </a:spcBef>
                        <a:spcAft>
                          <a:spcPts val="0"/>
                        </a:spcAft>
                      </a:pPr>
                      <a:r>
                        <a:rPr lang="en-US" sz="1200" b="0" dirty="0">
                          <a:solidFill>
                            <a:srgbClr val="FF0000"/>
                          </a:solidFill>
                          <a:effectLst/>
                          <a:latin typeface="+mn-lt"/>
                          <a:ea typeface="Cambria"/>
                          <a:cs typeface="Times New Roman"/>
                        </a:rPr>
                        <a:t>.</a:t>
                      </a:r>
                    </a:p>
                  </a:txBody>
                  <a:tcPr marL="68580" marR="68580" marT="0" marB="0" anchor="ctr"/>
                </a:tc>
                <a:tc>
                  <a:txBody>
                    <a:bodyPr/>
                    <a:lstStyle/>
                    <a:p>
                      <a:pPr marL="0" marR="0">
                        <a:lnSpc>
                          <a:spcPct val="115000"/>
                        </a:lnSpc>
                        <a:spcBef>
                          <a:spcPts val="0"/>
                        </a:spcBef>
                        <a:spcAft>
                          <a:spcPts val="0"/>
                        </a:spcAft>
                      </a:pPr>
                      <a:r>
                        <a:rPr lang="en-US" sz="1200" b="0" dirty="0">
                          <a:solidFill>
                            <a:srgbClr val="FF0000"/>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rgbClr val="FF0000"/>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rgbClr val="FF0000"/>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434833">
                <a:tc>
                  <a:txBody>
                    <a:bodyPr/>
                    <a:lstStyle/>
                    <a:p>
                      <a:pPr marL="0" marR="0">
                        <a:lnSpc>
                          <a:spcPct val="115000"/>
                        </a:lnSpc>
                        <a:spcBef>
                          <a:spcPts val="0"/>
                        </a:spcBef>
                        <a:spcAft>
                          <a:spcPts val="0"/>
                        </a:spcAft>
                      </a:pPr>
                      <a:r>
                        <a:rPr lang="en-US" sz="1200" b="0" dirty="0">
                          <a:effectLst/>
                          <a:latin typeface="+mn-lt"/>
                        </a:rPr>
                        <a:t>CO3</a:t>
                      </a:r>
                      <a:endParaRPr lang="en-US" sz="1200" b="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IN" sz="1200" kern="1200" dirty="0">
                          <a:solidFill>
                            <a:schemeClr val="tx1"/>
                          </a:solidFill>
                          <a:effectLst/>
                          <a:latin typeface="+mn-lt"/>
                          <a:ea typeface="+mn-ea"/>
                          <a:cs typeface="+mn-cs"/>
                        </a:rPr>
                        <a:t>To explain the magnetic properties of materials and their applications and list the properties of </a:t>
                      </a:r>
                      <a:r>
                        <a:rPr lang="en-IN" sz="1200" kern="1200" dirty="0" err="1">
                          <a:solidFill>
                            <a:schemeClr val="tx1"/>
                          </a:solidFill>
                          <a:effectLst/>
                          <a:latin typeface="+mn-lt"/>
                          <a:ea typeface="+mn-ea"/>
                          <a:cs typeface="+mn-cs"/>
                        </a:rPr>
                        <a:t>nanomaterials</a:t>
                      </a:r>
                      <a:r>
                        <a:rPr lang="en-IN" sz="1200" kern="1200" dirty="0">
                          <a:solidFill>
                            <a:schemeClr val="tx1"/>
                          </a:solidFill>
                          <a:effectLst/>
                          <a:latin typeface="+mn-lt"/>
                          <a:ea typeface="+mn-ea"/>
                          <a:cs typeface="+mn-cs"/>
                        </a:rPr>
                        <a:t>, predict the changes in properties from bulk to </a:t>
                      </a:r>
                      <a:r>
                        <a:rPr lang="en-IN" sz="1200" kern="1200" dirty="0" err="1">
                          <a:solidFill>
                            <a:schemeClr val="tx1"/>
                          </a:solidFill>
                          <a:effectLst/>
                          <a:latin typeface="+mn-lt"/>
                          <a:ea typeface="+mn-ea"/>
                          <a:cs typeface="+mn-cs"/>
                        </a:rPr>
                        <a:t>nanoscale</a:t>
                      </a:r>
                      <a:r>
                        <a:rPr lang="en-IN" sz="1200" kern="1200" dirty="0">
                          <a:solidFill>
                            <a:schemeClr val="tx1"/>
                          </a:solidFill>
                          <a:effectLst/>
                          <a:latin typeface="+mn-lt"/>
                          <a:ea typeface="+mn-ea"/>
                          <a:cs typeface="+mn-cs"/>
                        </a:rPr>
                        <a:t>, compare various methods for their synthesis, identify the areas of its applications</a:t>
                      </a:r>
                      <a:endParaRPr lang="en-US" sz="1200" b="0" dirty="0">
                        <a:effectLst/>
                        <a:latin typeface="+mn-lt"/>
                        <a:ea typeface="Cambria"/>
                        <a:cs typeface="Times New Roman"/>
                      </a:endParaRPr>
                    </a:p>
                  </a:txBody>
                  <a:tcPr marL="68580" marR="68580" marT="0" marB="0" anchor="ctr"/>
                </a:tc>
                <a:tc>
                  <a:txBody>
                    <a:bodyPr/>
                    <a:lstStyle/>
                    <a:p>
                      <a:pPr marL="0" marR="0">
                        <a:lnSpc>
                          <a:spcPct val="115000"/>
                        </a:lnSpc>
                        <a:spcBef>
                          <a:spcPts val="0"/>
                        </a:spcBef>
                        <a:spcAft>
                          <a:spcPts val="0"/>
                        </a:spcAft>
                      </a:pPr>
                      <a:r>
                        <a:rPr lang="en-US" sz="1200" b="0" dirty="0">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effectLst/>
                          <a:latin typeface="+mn-lt"/>
                        </a:rPr>
                        <a:t> </a:t>
                      </a: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
        <p:nvSpPr>
          <p:cNvPr id="8" name="Rectangle 7"/>
          <p:cNvSpPr/>
          <p:nvPr/>
        </p:nvSpPr>
        <p:spPr>
          <a:xfrm>
            <a:off x="196322" y="1060692"/>
            <a:ext cx="4933210" cy="769441"/>
          </a:xfrm>
          <a:prstGeom prst="rect">
            <a:avLst/>
          </a:prstGeom>
        </p:spPr>
        <p:txBody>
          <a:bodyPr wrap="none">
            <a:spAutoFit/>
          </a:bodyPr>
          <a:lstStyle/>
          <a:p>
            <a:r>
              <a:rPr lang="en-IN" sz="4400" b="1" dirty="0"/>
              <a:t>COURSE OUTCOMES</a:t>
            </a:r>
            <a:endParaRPr lang="en-US" sz="4400" dirty="0"/>
          </a:p>
        </p:txBody>
      </p:sp>
      <p:sp>
        <p:nvSpPr>
          <p:cNvPr id="7" name="TextBox 6"/>
          <p:cNvSpPr txBox="1"/>
          <p:nvPr/>
        </p:nvSpPr>
        <p:spPr>
          <a:xfrm>
            <a:off x="6168491" y="6280178"/>
            <a:ext cx="3531476" cy="369332"/>
          </a:xfrm>
          <a:prstGeom prst="rect">
            <a:avLst/>
          </a:prstGeom>
          <a:noFill/>
        </p:spPr>
        <p:txBody>
          <a:bodyPr wrap="square" rtlCol="0">
            <a:spAutoFit/>
          </a:bodyPr>
          <a:lstStyle/>
          <a:p>
            <a:r>
              <a:rPr lang="en-US" dirty="0"/>
              <a:t>Fig. 1 Introduction [1]</a:t>
            </a:r>
          </a:p>
        </p:txBody>
      </p:sp>
      <p:pic>
        <p:nvPicPr>
          <p:cNvPr id="9" name="Picture 8">
            <a:extLst>
              <a:ext uri="{FF2B5EF4-FFF2-40B4-BE49-F238E27FC236}">
                <a16:creationId xmlns:a16="http://schemas.microsoft.com/office/drawing/2014/main" id="{DF24722B-E303-490C-B251-65BA3DB473F5}"/>
              </a:ext>
            </a:extLst>
          </p:cNvPr>
          <p:cNvPicPr>
            <a:picLocks noChangeAspect="1"/>
          </p:cNvPicPr>
          <p:nvPr/>
        </p:nvPicPr>
        <p:blipFill>
          <a:blip r:embed="rId2"/>
          <a:stretch>
            <a:fillRect/>
          </a:stretch>
        </p:blipFill>
        <p:spPr>
          <a:xfrm>
            <a:off x="5983941" y="1492624"/>
            <a:ext cx="5136777" cy="4630524"/>
          </a:xfrm>
          <a:prstGeom prst="rect">
            <a:avLst/>
          </a:prstGeom>
        </p:spPr>
      </p:pic>
    </p:spTree>
    <p:extLst>
      <p:ext uri="{BB962C8B-B14F-4D97-AF65-F5344CB8AC3E}">
        <p14:creationId xmlns:p14="http://schemas.microsoft.com/office/powerpoint/2010/main" val="701735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591213" y="3990766"/>
            <a:ext cx="3932237" cy="2045494"/>
          </a:xfrm>
        </p:spPr>
        <p:txBody>
          <a:bodyPr>
            <a:normAutofit/>
          </a:bodyPr>
          <a:lstStyle/>
          <a:p>
            <a:endParaRPr lang="en-US" sz="3600" dirty="0">
              <a:solidFill>
                <a:schemeClr val="tx1">
                  <a:lumMod val="85000"/>
                  <a:lumOff val="15000"/>
                </a:schemeClr>
              </a:solidFill>
              <a:latin typeface="Casper" panose="02000506000000020004" pitchFamily="2" charset="0"/>
              <a:cs typeface="Arial" panose="020B0604020202020204" pitchFamily="34" charset="0"/>
            </a:endParaRPr>
          </a:p>
          <a:p>
            <a:r>
              <a:rPr lang="en-US" sz="3600" b="1" dirty="0"/>
              <a:t>BY PIEZOELECTRIC METHOD</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449262" y="1734466"/>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mn-lt"/>
                <a:ea typeface="Karla" pitchFamily="2" charset="0"/>
                <a:cs typeface="Karla" pitchFamily="2" charset="0"/>
              </a:rPr>
              <a:t>ULTRASONIC  PRODUCTION</a:t>
            </a:r>
            <a:br>
              <a:rPr lang="en-US" sz="4400" dirty="0">
                <a:latin typeface="+mn-lt"/>
                <a:ea typeface="Karla" pitchFamily="2" charset="0"/>
                <a:cs typeface="Karla" pitchFamily="2" charset="0"/>
              </a:rPr>
            </a:br>
            <a:endParaRPr lang="en-US" sz="4400" dirty="0">
              <a:latin typeface="+mn-lt"/>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95D98AC-D289-4D29-A1B0-A2FB8A0B2E57}"/>
              </a:ext>
            </a:extLst>
          </p:cNvPr>
          <p:cNvPicPr>
            <a:picLocks noChangeAspect="1"/>
          </p:cNvPicPr>
          <p:nvPr/>
        </p:nvPicPr>
        <p:blipFill>
          <a:blip r:embed="rId2"/>
          <a:stretch>
            <a:fillRect/>
          </a:stretch>
        </p:blipFill>
        <p:spPr>
          <a:xfrm>
            <a:off x="5330824" y="838201"/>
            <a:ext cx="5778499" cy="5598110"/>
          </a:xfrm>
          <a:prstGeom prst="rect">
            <a:avLst/>
          </a:prstGeom>
        </p:spPr>
      </p:pic>
      <p:sp>
        <p:nvSpPr>
          <p:cNvPr id="9" name="Rectangle 8"/>
          <p:cNvSpPr/>
          <p:nvPr/>
        </p:nvSpPr>
        <p:spPr>
          <a:xfrm>
            <a:off x="6688470" y="6457831"/>
            <a:ext cx="2211439" cy="369332"/>
          </a:xfrm>
          <a:prstGeom prst="rect">
            <a:avLst/>
          </a:prstGeom>
        </p:spPr>
        <p:txBody>
          <a:bodyPr wrap="square">
            <a:spAutoFit/>
          </a:bodyPr>
          <a:lstStyle/>
          <a:p>
            <a:r>
              <a:rPr lang="en-US" dirty="0"/>
              <a:t>Fig. 2 Introduction [2]</a:t>
            </a:r>
          </a:p>
        </p:txBody>
      </p:sp>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5</a:t>
            </a:fld>
            <a:endParaRPr lang="en-US"/>
          </a:p>
        </p:txBody>
      </p:sp>
      <p:pic>
        <p:nvPicPr>
          <p:cNvPr id="60418" name="Picture 2" descr="C:\Users\admin\Desktop\ultrasonic-5-638.jpg"/>
          <p:cNvPicPr>
            <a:picLocks noChangeAspect="1" noChangeArrowheads="1"/>
          </p:cNvPicPr>
          <p:nvPr/>
        </p:nvPicPr>
        <p:blipFill>
          <a:blip r:embed="rId2"/>
          <a:srcRect/>
          <a:stretch>
            <a:fillRect/>
          </a:stretch>
        </p:blipFill>
        <p:spPr bwMode="auto">
          <a:xfrm>
            <a:off x="849087" y="1332411"/>
            <a:ext cx="9997104" cy="5107578"/>
          </a:xfrm>
          <a:prstGeom prst="rect">
            <a:avLst/>
          </a:prstGeom>
          <a:noFill/>
        </p:spPr>
      </p:pic>
      <p:sp>
        <p:nvSpPr>
          <p:cNvPr id="4" name="Rectangle 3"/>
          <p:cNvSpPr/>
          <p:nvPr/>
        </p:nvSpPr>
        <p:spPr>
          <a:xfrm>
            <a:off x="838200" y="156754"/>
            <a:ext cx="10515600" cy="8882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815737" y="287384"/>
            <a:ext cx="8875763" cy="769441"/>
          </a:xfrm>
          <a:prstGeom prst="rect">
            <a:avLst/>
          </a:prstGeom>
          <a:noFill/>
        </p:spPr>
        <p:txBody>
          <a:bodyPr wrap="square" rtlCol="0">
            <a:spAutoFit/>
          </a:bodyPr>
          <a:lstStyle/>
          <a:p>
            <a:r>
              <a:rPr lang="en-US" sz="4400" dirty="0"/>
              <a:t>PRODUCTION OF ULTRASONIC WAVES</a:t>
            </a:r>
            <a:endParaRPr lang="en-IN"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261257" y="1810226"/>
            <a:ext cx="4898572" cy="2045494"/>
          </a:xfrm>
        </p:spPr>
        <p:txBody>
          <a:bodyPr>
            <a:normAutofit/>
          </a:bodyPr>
          <a:lstStyle/>
          <a:p>
            <a:pPr algn="ctr"/>
            <a:r>
              <a:rPr lang="en-US" sz="4400" dirty="0"/>
              <a:t>PIEZOELECTRIC METHOD</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42" name="Picture 2" descr="C:\Users\admin\Desktop\electronicdesign_com_sites_electronicdesign.com_files_uploads_2015_02_0816_CTE_Yang_F2.png"/>
          <p:cNvPicPr>
            <a:picLocks noChangeAspect="1" noChangeArrowheads="1"/>
          </p:cNvPicPr>
          <p:nvPr/>
        </p:nvPicPr>
        <p:blipFill>
          <a:blip r:embed="rId2"/>
          <a:srcRect/>
          <a:stretch>
            <a:fillRect/>
          </a:stretch>
        </p:blipFill>
        <p:spPr bwMode="auto">
          <a:xfrm>
            <a:off x="5725551" y="886264"/>
            <a:ext cx="5120640" cy="5359791"/>
          </a:xfrm>
          <a:prstGeom prst="rect">
            <a:avLst/>
          </a:prstGeom>
          <a:noFill/>
        </p:spPr>
      </p:pic>
      <p:sp>
        <p:nvSpPr>
          <p:cNvPr id="8" name="Rectangle 7"/>
          <p:cNvSpPr/>
          <p:nvPr/>
        </p:nvSpPr>
        <p:spPr>
          <a:xfrm>
            <a:off x="7433061" y="6431706"/>
            <a:ext cx="2211439" cy="369332"/>
          </a:xfrm>
          <a:prstGeom prst="rect">
            <a:avLst/>
          </a:prstGeom>
        </p:spPr>
        <p:txBody>
          <a:bodyPr wrap="none">
            <a:spAutoFit/>
          </a:bodyPr>
          <a:lstStyle/>
          <a:p>
            <a:r>
              <a:rPr lang="en-US" dirty="0"/>
              <a:t>Fig. 3 Introduction [3]</a:t>
            </a:r>
          </a:p>
        </p:txBody>
      </p:sp>
    </p:spTree>
    <p:extLst>
      <p:ext uri="{BB962C8B-B14F-4D97-AF65-F5344CB8AC3E}">
        <p14:creationId xmlns:p14="http://schemas.microsoft.com/office/powerpoint/2010/main"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2"/>
            <a:ext cx="10515600" cy="962412"/>
          </a:xfrm>
        </p:spPr>
        <p:txBody>
          <a:bodyPr>
            <a:normAutofit fontScale="90000"/>
          </a:bodyPr>
          <a:lstStyle/>
          <a:p>
            <a:pPr algn="ctr"/>
            <a:r>
              <a:rPr lang="en-US" sz="4900" dirty="0">
                <a:latin typeface="+mn-lt"/>
              </a:rPr>
              <a:t>PRINCIPLE:- I</a:t>
            </a:r>
            <a:r>
              <a:rPr lang="en-IN" sz="4900" dirty="0">
                <a:latin typeface="+mn-lt"/>
              </a:rPr>
              <a:t>NVERSE PIEZO ELECTRIC EFFECT</a:t>
            </a:r>
            <a:endParaRPr lang="en-US" sz="4900" dirty="0">
              <a:latin typeface="+mn-lt"/>
            </a:endParaRPr>
          </a:p>
        </p:txBody>
      </p:sp>
      <p:sp>
        <p:nvSpPr>
          <p:cNvPr id="3" name="Content Placeholder 2"/>
          <p:cNvSpPr>
            <a:spLocks noGrp="1"/>
          </p:cNvSpPr>
          <p:nvPr>
            <p:ph idx="1"/>
          </p:nvPr>
        </p:nvSpPr>
        <p:spPr>
          <a:xfrm>
            <a:off x="323557" y="1825625"/>
            <a:ext cx="5739618" cy="4351338"/>
          </a:xfrm>
        </p:spPr>
        <p:txBody>
          <a:bodyPr>
            <a:normAutofit fontScale="92500" lnSpcReduction="10000"/>
          </a:bodyPr>
          <a:lstStyle/>
          <a:p>
            <a:pPr marL="0" indent="0" algn="just">
              <a:lnSpc>
                <a:spcPct val="150000"/>
              </a:lnSpc>
              <a:buNone/>
            </a:pPr>
            <a:r>
              <a:rPr lang="en-US" sz="2400" dirty="0"/>
              <a:t>This depends on the Inverse piezoelectric impact. At the point when a quartz precious stone is subjected to a rotating potential contrast along the electric pivot, the gem is set into versatile vibrations along its mechanical hub. On the off chance that the recurrence of electric motions harmonizes with the normal recurrence of the gem, the vibrations will be of </a:t>
            </a:r>
            <a:r>
              <a:rPr lang="en-IN" sz="2400" dirty="0"/>
              <a:t>huge plentifulness.</a:t>
            </a:r>
            <a:endParaRPr lang="en-US" sz="24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p:cNvSpPr/>
          <p:nvPr/>
        </p:nvSpPr>
        <p:spPr>
          <a:xfrm>
            <a:off x="205154" y="1803400"/>
            <a:ext cx="6040902"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466" name="Picture 2" descr="C:\Users\admin\Desktop\Electromechanical-conversion-via-piezoelectricity-phenomenon.png"/>
          <p:cNvPicPr>
            <a:picLocks noChangeAspect="1" noChangeArrowheads="1"/>
          </p:cNvPicPr>
          <p:nvPr/>
        </p:nvPicPr>
        <p:blipFill>
          <a:blip r:embed="rId2"/>
          <a:srcRect/>
          <a:stretch>
            <a:fillRect/>
          </a:stretch>
        </p:blipFill>
        <p:spPr bwMode="auto">
          <a:xfrm>
            <a:off x="6583680" y="1533378"/>
            <a:ext cx="4994031" cy="4698610"/>
          </a:xfrm>
          <a:prstGeom prst="rect">
            <a:avLst/>
          </a:prstGeom>
          <a:noFill/>
        </p:spPr>
      </p:pic>
    </p:spTree>
    <p:extLst>
      <p:ext uri="{BB962C8B-B14F-4D97-AF65-F5344CB8AC3E}">
        <p14:creationId xmlns:p14="http://schemas.microsoft.com/office/powerpoint/2010/main" val="82370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68A5F5-C172-41E3-8206-D2E2F80E3E9C}"/>
              </a:ext>
            </a:extLst>
          </p:cNvPr>
          <p:cNvSpPr>
            <a:spLocks noGrp="1"/>
          </p:cNvSpPr>
          <p:nvPr>
            <p:ph type="title"/>
          </p:nvPr>
        </p:nvSpPr>
        <p:spPr>
          <a:xfrm>
            <a:off x="2302860" y="0"/>
            <a:ext cx="5939803" cy="1069136"/>
          </a:xfrm>
        </p:spPr>
        <p:txBody>
          <a:bodyPr>
            <a:normAutofit/>
          </a:bodyPr>
          <a:lstStyle/>
          <a:p>
            <a:pPr algn="ctr"/>
            <a:r>
              <a:rPr lang="en-US" sz="4400" dirty="0">
                <a:latin typeface="+mn-lt"/>
              </a:rPr>
              <a:t>CONSTRUCTION</a:t>
            </a:r>
            <a:endParaRPr lang="en-IN" sz="4400" dirty="0">
              <a:latin typeface="+mn-lt"/>
            </a:endParaRPr>
          </a:p>
        </p:txBody>
      </p:sp>
      <p:sp>
        <p:nvSpPr>
          <p:cNvPr id="7" name="Text Placeholder 6">
            <a:extLst>
              <a:ext uri="{FF2B5EF4-FFF2-40B4-BE49-F238E27FC236}">
                <a16:creationId xmlns:a16="http://schemas.microsoft.com/office/drawing/2014/main" id="{4B7DA9B1-BF5B-482B-91CC-2127CEC93734}"/>
              </a:ext>
            </a:extLst>
          </p:cNvPr>
          <p:cNvSpPr>
            <a:spLocks noGrp="1"/>
          </p:cNvSpPr>
          <p:nvPr>
            <p:ph type="body" sz="half" idx="2"/>
          </p:nvPr>
        </p:nvSpPr>
        <p:spPr>
          <a:xfrm>
            <a:off x="182880" y="1139483"/>
            <a:ext cx="5387926" cy="5387926"/>
          </a:xfrm>
        </p:spPr>
        <p:txBody>
          <a:bodyPr>
            <a:noAutofit/>
          </a:bodyPr>
          <a:lstStyle/>
          <a:p>
            <a:pPr algn="just">
              <a:lnSpc>
                <a:spcPct val="200000"/>
              </a:lnSpc>
            </a:pPr>
            <a:r>
              <a:rPr lang="en-US" sz="1800" dirty="0"/>
              <a:t>The circuit outline is appeared in the figure . It is base turned oscillator circuit. A cut of Quartz precious stone is set between the metal plates An and B in order to shape a parallel plate capacitor with the gem as the dielectric. This is coupled to the electronic oscillator through the essential curl L</a:t>
            </a:r>
            <a:r>
              <a:rPr lang="en-US" sz="1800" baseline="-25000" dirty="0"/>
              <a:t>3</a:t>
            </a:r>
            <a:r>
              <a:rPr lang="en-US" sz="1800" dirty="0"/>
              <a:t> of the transformer. Loops L</a:t>
            </a:r>
            <a:r>
              <a:rPr lang="en-US" sz="1800" baseline="-25000" dirty="0"/>
              <a:t>2</a:t>
            </a:r>
            <a:r>
              <a:rPr lang="en-US" sz="1800" dirty="0"/>
              <a:t> and L</a:t>
            </a:r>
            <a:r>
              <a:rPr lang="en-US" sz="1800" baseline="-25000" dirty="0"/>
              <a:t>1</a:t>
            </a:r>
            <a:r>
              <a:rPr lang="en-US" sz="1800" dirty="0"/>
              <a:t> of oscillator circuit are taken for the essential of the transformer. The authority curl L</a:t>
            </a:r>
            <a:r>
              <a:rPr lang="en-US" sz="1800" baseline="-25000" dirty="0"/>
              <a:t>2</a:t>
            </a:r>
            <a:r>
              <a:rPr lang="en-US" sz="1800" dirty="0"/>
              <a:t> is inductively coupled to base loop L</a:t>
            </a:r>
            <a:r>
              <a:rPr lang="en-US" sz="1800" baseline="-25000" dirty="0"/>
              <a:t>1</a:t>
            </a:r>
            <a:r>
              <a:rPr lang="en-US" sz="1800" dirty="0"/>
              <a:t>. The curl L</a:t>
            </a:r>
            <a:r>
              <a:rPr lang="en-US" sz="1800" baseline="-25000" dirty="0"/>
              <a:t>1</a:t>
            </a:r>
            <a:r>
              <a:rPr lang="en-US" sz="1800" dirty="0"/>
              <a:t> and variable capacitor C shape the tank circuit of the oscillator.</a:t>
            </a:r>
            <a:endParaRPr lang="en-IN" sz="1800" dirty="0"/>
          </a:p>
        </p:txBody>
      </p:sp>
      <p:sp>
        <p:nvSpPr>
          <p:cNvPr id="4" name="Slide Number Placeholder 3">
            <a:extLst>
              <a:ext uri="{FF2B5EF4-FFF2-40B4-BE49-F238E27FC236}">
                <a16:creationId xmlns:a16="http://schemas.microsoft.com/office/drawing/2014/main" id="{7F323CCD-6598-4B0B-B660-4005D226DE7D}"/>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8" name="Picture 7">
            <a:extLst>
              <a:ext uri="{FF2B5EF4-FFF2-40B4-BE49-F238E27FC236}">
                <a16:creationId xmlns:a16="http://schemas.microsoft.com/office/drawing/2014/main" id="{FB67B900-D232-4C0B-9B80-8E2AF09E7061}"/>
              </a:ext>
            </a:extLst>
          </p:cNvPr>
          <p:cNvPicPr>
            <a:picLocks noChangeAspect="1"/>
          </p:cNvPicPr>
          <p:nvPr/>
        </p:nvPicPr>
        <p:blipFill>
          <a:blip r:embed="rId2"/>
          <a:stretch>
            <a:fillRect/>
          </a:stretch>
        </p:blipFill>
        <p:spPr>
          <a:xfrm>
            <a:off x="5584875" y="1181687"/>
            <a:ext cx="6077242" cy="4740812"/>
          </a:xfrm>
          <a:prstGeom prst="rect">
            <a:avLst/>
          </a:prstGeom>
        </p:spPr>
      </p:pic>
    </p:spTree>
    <p:extLst>
      <p:ext uri="{BB962C8B-B14F-4D97-AF65-F5344CB8AC3E}">
        <p14:creationId xmlns:p14="http://schemas.microsoft.com/office/powerpoint/2010/main" val="3870470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cs typeface="Arial" panose="020B0604020202020204" pitchFamily="34" charset="0"/>
              </a:rPr>
              <a:t>WORKING</a:t>
            </a:r>
            <a:r>
              <a:rPr lang="en-US" b="1" dirty="0">
                <a:latin typeface="Casper Bold" panose="02000806040000020004" pitchFamily="2" charset="0"/>
                <a:cs typeface="Arial" panose="020B0604020202020204" pitchFamily="34" charset="0"/>
              </a:rPr>
              <a:t> </a:t>
            </a:r>
            <a:r>
              <a:rPr lang="en-US" sz="2800" b="1" dirty="0"/>
              <a:t>  </a:t>
            </a:r>
            <a:endParaRPr lang="en-US" b="1" dirty="0"/>
          </a:p>
        </p:txBody>
      </p:sp>
      <p:sp>
        <p:nvSpPr>
          <p:cNvPr id="3" name="Content Placeholder 2"/>
          <p:cNvSpPr>
            <a:spLocks noGrp="1"/>
          </p:cNvSpPr>
          <p:nvPr>
            <p:ph idx="1"/>
          </p:nvPr>
        </p:nvSpPr>
        <p:spPr/>
        <p:txBody>
          <a:bodyPr>
            <a:normAutofit fontScale="77500" lnSpcReduction="20000"/>
          </a:bodyPr>
          <a:lstStyle/>
          <a:p>
            <a:pPr marL="0" indent="0" algn="just">
              <a:lnSpc>
                <a:spcPct val="200000"/>
              </a:lnSpc>
              <a:buNone/>
            </a:pPr>
            <a:r>
              <a:rPr lang="en-US" dirty="0"/>
              <a:t>At the point when the battery is exchanged on, the oscillator delivers high recurrence motions. An oscillatory </a:t>
            </a:r>
            <a:r>
              <a:rPr lang="en-US" dirty="0" err="1"/>
              <a:t>e.m.f</a:t>
            </a:r>
            <a:r>
              <a:rPr lang="en-US" dirty="0"/>
              <a:t> is prompted in the curl L</a:t>
            </a:r>
            <a:r>
              <a:rPr lang="en-US" baseline="-25000" dirty="0"/>
              <a:t>3</a:t>
            </a:r>
            <a:r>
              <a:rPr lang="en-US" dirty="0"/>
              <a:t> because of transformer activity. So the precious stone is currently under high recurrence substituting voltage. The capacitance of C</a:t>
            </a:r>
            <a:r>
              <a:rPr lang="en-US" baseline="-25000" dirty="0"/>
              <a:t>1</a:t>
            </a:r>
            <a:r>
              <a:rPr lang="en-US" dirty="0"/>
              <a:t> is fluctuated so the recurrence of motions created is in reverberation with the regular recurrence of the precious stone. Presently the precious stone vibrates with bigger plentifulness because of reverberation. In this manner high power ultrasonic waves are </a:t>
            </a:r>
            <a:r>
              <a:rPr lang="en-IN" dirty="0"/>
              <a:t>created.</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9CAE-CD9E-4DB5-A57E-2BFD6C3EC51B}"/>
              </a:ext>
            </a:extLst>
          </p:cNvPr>
          <p:cNvSpPr>
            <a:spLocks noGrp="1"/>
          </p:cNvSpPr>
          <p:nvPr>
            <p:ph type="title"/>
          </p:nvPr>
        </p:nvSpPr>
        <p:spPr>
          <a:xfrm>
            <a:off x="1237956" y="365126"/>
            <a:ext cx="10115843" cy="1055712"/>
          </a:xfrm>
        </p:spPr>
        <p:txBody>
          <a:bodyPr/>
          <a:lstStyle/>
          <a:p>
            <a:pPr algn="ctr"/>
            <a:r>
              <a:rPr lang="en-US" dirty="0">
                <a:latin typeface="+mn-lt"/>
              </a:rPr>
              <a:t>CONDITION FOR RESONANCE IN CIRCUIT</a:t>
            </a:r>
            <a:endParaRPr lang="en-IN" dirty="0">
              <a:latin typeface="+mn-lt"/>
            </a:endParaRPr>
          </a:p>
        </p:txBody>
      </p:sp>
      <p:sp>
        <p:nvSpPr>
          <p:cNvPr id="3" name="Content Placeholder 2">
            <a:extLst>
              <a:ext uri="{FF2B5EF4-FFF2-40B4-BE49-F238E27FC236}">
                <a16:creationId xmlns:a16="http://schemas.microsoft.com/office/drawing/2014/main" id="{5DE28989-C20F-4378-A0A1-37EB93775290}"/>
              </a:ext>
            </a:extLst>
          </p:cNvPr>
          <p:cNvSpPr>
            <a:spLocks noGrp="1"/>
          </p:cNvSpPr>
          <p:nvPr>
            <p:ph idx="1"/>
          </p:nvPr>
        </p:nvSpPr>
        <p:spPr>
          <a:xfrm>
            <a:off x="838200" y="1350498"/>
            <a:ext cx="10515600" cy="5176911"/>
          </a:xfrm>
        </p:spPr>
        <p:txBody>
          <a:bodyPr>
            <a:normAutofit fontScale="25000" lnSpcReduction="20000"/>
          </a:bodyPr>
          <a:lstStyle/>
          <a:p>
            <a:pPr marL="0" indent="0">
              <a:lnSpc>
                <a:spcPct val="120000"/>
              </a:lnSpc>
              <a:buNone/>
            </a:pPr>
            <a:r>
              <a:rPr lang="en-US" sz="8000" dirty="0"/>
              <a:t>The frequency of the vibration is given by</a:t>
            </a:r>
          </a:p>
          <a:p>
            <a:pPr marL="0" indent="0">
              <a:lnSpc>
                <a:spcPct val="120000"/>
              </a:lnSpc>
              <a:buNone/>
            </a:pPr>
            <a:endParaRPr lang="en-US" sz="8000" dirty="0"/>
          </a:p>
          <a:p>
            <a:pPr marL="0" indent="0">
              <a:lnSpc>
                <a:spcPct val="120000"/>
              </a:lnSpc>
              <a:buNone/>
            </a:pPr>
            <a:endParaRPr lang="en-US" sz="8000" dirty="0"/>
          </a:p>
          <a:p>
            <a:pPr marL="0" indent="0">
              <a:lnSpc>
                <a:spcPct val="120000"/>
              </a:lnSpc>
              <a:buNone/>
            </a:pPr>
            <a:endParaRPr lang="en-US" sz="8000" dirty="0"/>
          </a:p>
          <a:p>
            <a:pPr marL="0" indent="0">
              <a:lnSpc>
                <a:spcPct val="120000"/>
              </a:lnSpc>
              <a:buNone/>
            </a:pPr>
            <a:endParaRPr lang="en-US" sz="8000" dirty="0"/>
          </a:p>
          <a:p>
            <a:pPr marL="0" indent="0">
              <a:lnSpc>
                <a:spcPct val="120000"/>
              </a:lnSpc>
              <a:buNone/>
            </a:pPr>
            <a:r>
              <a:rPr lang="en-US" sz="8000" dirty="0"/>
              <a:t>where P </a:t>
            </a:r>
          </a:p>
          <a:p>
            <a:pPr marL="0" indent="0">
              <a:lnSpc>
                <a:spcPct val="120000"/>
              </a:lnSpc>
              <a:buNone/>
            </a:pPr>
            <a:r>
              <a:rPr lang="en-US" sz="8000" dirty="0"/>
              <a:t>= 1,2,3,4 ... etc. for fundamental, first over tone, second over tone etc.,</a:t>
            </a:r>
          </a:p>
          <a:p>
            <a:pPr marL="0" indent="0">
              <a:lnSpc>
                <a:spcPct val="120000"/>
              </a:lnSpc>
              <a:buNone/>
            </a:pPr>
            <a:r>
              <a:rPr lang="en-US" sz="8000" dirty="0"/>
              <a:t>Y = Young’s modulus of the crystal and </a:t>
            </a:r>
          </a:p>
          <a:p>
            <a:pPr marL="0" indent="0">
              <a:lnSpc>
                <a:spcPct val="120000"/>
              </a:lnSpc>
              <a:buNone/>
            </a:pPr>
            <a:r>
              <a:rPr lang="en-US" sz="8000" dirty="0"/>
              <a:t>ρ = density of the crystal.</a:t>
            </a:r>
          </a:p>
          <a:p>
            <a:pPr marL="0" indent="0">
              <a:lnSpc>
                <a:spcPct val="120000"/>
              </a:lnSpc>
              <a:buNone/>
            </a:pPr>
            <a:r>
              <a:rPr lang="en-US" sz="8000" dirty="0"/>
              <a:t>•The variable condenser C</a:t>
            </a:r>
            <a:r>
              <a:rPr lang="en-US" sz="8000" baseline="-25000" dirty="0"/>
              <a:t>1  </a:t>
            </a:r>
            <a:r>
              <a:rPr lang="en-US" sz="8000" dirty="0"/>
              <a:t>is adjusted  such that the frequency of the applied AC voltage is equal  to the natural frequency of the quartz crystal, and thus resonance takes place. </a:t>
            </a:r>
          </a:p>
          <a:p>
            <a:pPr marL="0" indent="0">
              <a:lnSpc>
                <a:spcPct val="120000"/>
              </a:lnSpc>
              <a:buNone/>
            </a:pPr>
            <a:r>
              <a:rPr lang="en-US" sz="8000" dirty="0"/>
              <a:t>•The vibrating crystal produces longitudinal ultrasonic waves of large amplitude.</a:t>
            </a:r>
          </a:p>
          <a:p>
            <a:pPr>
              <a:lnSpc>
                <a:spcPct val="170000"/>
              </a:lnSpc>
            </a:pPr>
            <a:endParaRPr lang="en-IN" sz="3800" dirty="0"/>
          </a:p>
        </p:txBody>
      </p:sp>
      <p:sp>
        <p:nvSpPr>
          <p:cNvPr id="4" name="Slide Number Placeholder 3">
            <a:extLst>
              <a:ext uri="{FF2B5EF4-FFF2-40B4-BE49-F238E27FC236}">
                <a16:creationId xmlns:a16="http://schemas.microsoft.com/office/drawing/2014/main" id="{115C51D4-8E13-4852-9B67-F376A1D83B16}"/>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a:extLst>
              <a:ext uri="{FF2B5EF4-FFF2-40B4-BE49-F238E27FC236}">
                <a16:creationId xmlns:a16="http://schemas.microsoft.com/office/drawing/2014/main" id="{8948EF5D-985F-4E2B-8D9B-29CC829515F2}"/>
              </a:ext>
            </a:extLst>
          </p:cNvPr>
          <p:cNvPicPr>
            <a:picLocks noChangeAspect="1"/>
          </p:cNvPicPr>
          <p:nvPr/>
        </p:nvPicPr>
        <p:blipFill>
          <a:blip r:embed="rId2"/>
          <a:stretch>
            <a:fillRect/>
          </a:stretch>
        </p:blipFill>
        <p:spPr>
          <a:xfrm>
            <a:off x="2734322" y="2117623"/>
            <a:ext cx="8273989" cy="1593243"/>
          </a:xfrm>
          <a:prstGeom prst="rect">
            <a:avLst/>
          </a:prstGeom>
        </p:spPr>
      </p:pic>
    </p:spTree>
    <p:extLst>
      <p:ext uri="{BB962C8B-B14F-4D97-AF65-F5344CB8AC3E}">
        <p14:creationId xmlns:p14="http://schemas.microsoft.com/office/powerpoint/2010/main" val="3123725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mn-lt"/>
                <a:cs typeface="Arial" panose="020B0604020202020204" pitchFamily="34" charset="0"/>
              </a:rPr>
              <a:t>ADVANTAGES AND DISADVANTAGES OF PIEZOELECTRIC METHOD</a:t>
            </a:r>
            <a:endParaRPr lang="en-US" dirty="0">
              <a:latin typeface="+mn-lt"/>
            </a:endParaRPr>
          </a:p>
        </p:txBody>
      </p:sp>
      <p:sp>
        <p:nvSpPr>
          <p:cNvPr id="3" name="Content Placeholder 2"/>
          <p:cNvSpPr>
            <a:spLocks noGrp="1"/>
          </p:cNvSpPr>
          <p:nvPr>
            <p:ph idx="1"/>
          </p:nvPr>
        </p:nvSpPr>
        <p:spPr/>
        <p:txBody>
          <a:bodyPr>
            <a:normAutofit fontScale="92500" lnSpcReduction="20000"/>
          </a:bodyPr>
          <a:lstStyle/>
          <a:p>
            <a:pPr marL="0" indent="0">
              <a:lnSpc>
                <a:spcPct val="150000"/>
              </a:lnSpc>
              <a:buNone/>
            </a:pPr>
            <a:r>
              <a:rPr lang="en-US" sz="2400" b="1" dirty="0"/>
              <a:t>Advantages</a:t>
            </a:r>
          </a:p>
          <a:p>
            <a:pPr>
              <a:lnSpc>
                <a:spcPct val="150000"/>
              </a:lnSpc>
            </a:pPr>
            <a:r>
              <a:rPr lang="en-US" sz="2400" dirty="0"/>
              <a:t>Ultrasonic frequencies as high as 5 x 10</a:t>
            </a:r>
            <a:r>
              <a:rPr lang="en-US" sz="2400" baseline="30000" dirty="0"/>
              <a:t>8</a:t>
            </a:r>
            <a:r>
              <a:rPr lang="en-US" sz="2400" dirty="0"/>
              <a:t>Hz or 500 MHz can be obtained with this arrangement.</a:t>
            </a:r>
          </a:p>
          <a:p>
            <a:pPr>
              <a:lnSpc>
                <a:spcPct val="150000"/>
              </a:lnSpc>
            </a:pPr>
            <a:r>
              <a:rPr lang="en-US" sz="2400" dirty="0"/>
              <a:t>The output of this oscillator is very high.</a:t>
            </a:r>
          </a:p>
          <a:p>
            <a:pPr>
              <a:lnSpc>
                <a:spcPct val="150000"/>
              </a:lnSpc>
            </a:pPr>
            <a:r>
              <a:rPr lang="en-US" sz="2400" dirty="0"/>
              <a:t>It is not affected by temperature and humidity.</a:t>
            </a:r>
          </a:p>
          <a:p>
            <a:pPr marL="0" indent="0">
              <a:lnSpc>
                <a:spcPct val="150000"/>
              </a:lnSpc>
              <a:buNone/>
            </a:pPr>
            <a:r>
              <a:rPr lang="en-US" sz="2400" b="1" dirty="0"/>
              <a:t>Disadvantages</a:t>
            </a:r>
          </a:p>
          <a:p>
            <a:pPr>
              <a:lnSpc>
                <a:spcPct val="150000"/>
              </a:lnSpc>
            </a:pPr>
            <a:r>
              <a:rPr lang="en-US" sz="2400" dirty="0"/>
              <a:t>The cost of piezo electric quartz is very high</a:t>
            </a:r>
          </a:p>
          <a:p>
            <a:pPr>
              <a:lnSpc>
                <a:spcPct val="150000"/>
              </a:lnSpc>
            </a:pPr>
            <a:r>
              <a:rPr lang="en-US" sz="2400" dirty="0"/>
              <a:t>The cutting and shaping of quartz crystal are very complex.</a:t>
            </a:r>
          </a:p>
          <a:p>
            <a:pPr marL="0" indent="0">
              <a:lnSpc>
                <a:spcPct val="150000"/>
              </a:lnSpc>
              <a:buNone/>
            </a:pPr>
            <a:endParaRPr lang="en-US" sz="14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pPr>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12</a:t>
            </a:fld>
            <a:endParaRPr lang="en-US" dirty="0"/>
          </a:p>
        </p:txBody>
      </p:sp>
      <p:sp>
        <p:nvSpPr>
          <p:cNvPr id="8" name="Title 7"/>
          <p:cNvSpPr txBox="1">
            <a:spLocks noGrp="1" noChangeArrowheads="1"/>
          </p:cNvSpPr>
          <p:nvPr>
            <p:ph type="title"/>
          </p:nvPr>
        </p:nvSpPr>
        <p:spPr bwMode="auto">
          <a:xfrm>
            <a:off x="449262" y="2676262"/>
            <a:ext cx="44565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763359" y="607465"/>
            <a:ext cx="4685642" cy="769441"/>
          </a:xfrm>
          <a:prstGeom prst="rect">
            <a:avLst/>
          </a:prstGeom>
        </p:spPr>
        <p:txBody>
          <a:bodyPr wrap="none">
            <a:spAutoFit/>
          </a:bodyPr>
          <a:lstStyle/>
          <a:p>
            <a:r>
              <a:rPr lang="en-US" sz="4400" b="1" dirty="0">
                <a:latin typeface="Casper Bold"/>
              </a:rPr>
              <a:t>            </a:t>
            </a:r>
            <a:r>
              <a:rPr lang="en-US" sz="4400" dirty="0"/>
              <a:t>SUMMARY </a:t>
            </a:r>
          </a:p>
        </p:txBody>
      </p:sp>
      <p:sp>
        <p:nvSpPr>
          <p:cNvPr id="11" name="Rectangle 10"/>
          <p:cNvSpPr/>
          <p:nvPr/>
        </p:nvSpPr>
        <p:spPr>
          <a:xfrm>
            <a:off x="838200" y="360362"/>
            <a:ext cx="10515600" cy="9479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1406769"/>
            <a:ext cx="10530073" cy="4708981"/>
          </a:xfrm>
          <a:prstGeom prst="rect">
            <a:avLst/>
          </a:prstGeom>
        </p:spPr>
        <p:txBody>
          <a:bodyPr wrap="square">
            <a:spAutoFit/>
          </a:bodyPr>
          <a:lstStyle/>
          <a:p>
            <a:pPr marL="457200" indent="-457200" algn="just">
              <a:lnSpc>
                <a:spcPct val="250000"/>
              </a:lnSpc>
              <a:buFont typeface="Wingdings" pitchFamily="2" charset="2"/>
              <a:buChar char="v"/>
            </a:pPr>
            <a:r>
              <a:rPr lang="en-US" sz="2400" dirty="0">
                <a:solidFill>
                  <a:srgbClr val="FF0000"/>
                </a:solidFill>
              </a:rPr>
              <a:t>Introduction to Piezoelectric Method</a:t>
            </a:r>
          </a:p>
          <a:p>
            <a:pPr marL="457200" indent="-457200" algn="just">
              <a:lnSpc>
                <a:spcPct val="250000"/>
              </a:lnSpc>
              <a:buFont typeface="Wingdings" pitchFamily="2" charset="2"/>
              <a:buChar char="v"/>
            </a:pPr>
            <a:r>
              <a:rPr lang="en-US" sz="2400" dirty="0">
                <a:solidFill>
                  <a:srgbClr val="00B0F0"/>
                </a:solidFill>
              </a:rPr>
              <a:t>Working of Piezoelectric Method</a:t>
            </a:r>
          </a:p>
          <a:p>
            <a:pPr marL="342900" indent="-342900" algn="just">
              <a:lnSpc>
                <a:spcPct val="250000"/>
              </a:lnSpc>
              <a:buFont typeface="Wingdings" pitchFamily="2" charset="2"/>
              <a:buChar char="v"/>
            </a:pPr>
            <a:r>
              <a:rPr lang="en-US" sz="2400" dirty="0">
                <a:solidFill>
                  <a:srgbClr val="00B0F0"/>
                </a:solidFill>
              </a:rPr>
              <a:t> </a:t>
            </a:r>
            <a:r>
              <a:rPr lang="en-US" sz="2400" dirty="0">
                <a:solidFill>
                  <a:srgbClr val="FF0000"/>
                </a:solidFill>
              </a:rPr>
              <a:t>Advantages and Disadvantages</a:t>
            </a:r>
          </a:p>
          <a:p>
            <a:pPr marL="342900" indent="-342900" algn="just">
              <a:lnSpc>
                <a:spcPct val="250000"/>
              </a:lnSpc>
              <a:buFont typeface="Wingdings" pitchFamily="2" charset="2"/>
              <a:buChar char="v"/>
            </a:pPr>
            <a:r>
              <a:rPr lang="en-US" sz="2400" dirty="0">
                <a:solidFill>
                  <a:srgbClr val="FF0000"/>
                </a:solidFill>
              </a:rPr>
              <a:t>Application</a:t>
            </a:r>
          </a:p>
          <a:p>
            <a:pPr marL="342900" indent="-342900" algn="just">
              <a:lnSpc>
                <a:spcPct val="250000"/>
              </a:lnSpc>
            </a:pPr>
            <a:endParaRPr lang="en-US" sz="2400" dirty="0">
              <a:solidFill>
                <a:schemeClr val="accent1">
                  <a:lumMod val="75000"/>
                </a:schemeClr>
              </a:solidFill>
            </a:endParaRPr>
          </a:p>
        </p:txBody>
      </p:sp>
    </p:spTree>
    <p:extLst>
      <p:ext uri="{BB962C8B-B14F-4D97-AF65-F5344CB8AC3E}">
        <p14:creationId xmlns:p14="http://schemas.microsoft.com/office/powerpoint/2010/main" val="2081838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13</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29707" y="607465"/>
            <a:ext cx="3203858" cy="769441"/>
          </a:xfrm>
          <a:prstGeom prst="rect">
            <a:avLst/>
          </a:prstGeom>
        </p:spPr>
        <p:txBody>
          <a:bodyPr wrap="square">
            <a:spAutoFit/>
          </a:bodyPr>
          <a:lstStyle/>
          <a:p>
            <a:pPr algn="ctr"/>
            <a:r>
              <a:rPr lang="en-US" sz="4400" dirty="0">
                <a:cs typeface="Times New Roman" pitchFamily="18" charset="0"/>
              </a:rPr>
              <a:t>FAQS</a:t>
            </a:r>
            <a:endParaRPr lang="en-US" sz="4400" dirty="0"/>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838200" y="2054372"/>
            <a:ext cx="10515600" cy="4801314"/>
          </a:xfrm>
          <a:prstGeom prst="rect">
            <a:avLst/>
          </a:prstGeom>
        </p:spPr>
        <p:txBody>
          <a:bodyPr wrap="square">
            <a:spAutoFit/>
          </a:bodyPr>
          <a:lstStyle/>
          <a:p>
            <a:pPr marL="457200" indent="-457200">
              <a:lnSpc>
                <a:spcPct val="200000"/>
              </a:lnSpc>
              <a:buFont typeface="Wingdings" pitchFamily="2" charset="2"/>
              <a:buChar char="v"/>
            </a:pPr>
            <a:r>
              <a:rPr lang="en-US" sz="2400" b="1" dirty="0"/>
              <a:t>What is </a:t>
            </a:r>
            <a:r>
              <a:rPr lang="en-US" sz="2400" b="1" dirty="0" err="1"/>
              <a:t>Magentostriction</a:t>
            </a:r>
            <a:r>
              <a:rPr lang="en-US" sz="2400" b="1" dirty="0"/>
              <a:t> Method?</a:t>
            </a:r>
          </a:p>
          <a:p>
            <a:pPr marL="457200" indent="-457200">
              <a:lnSpc>
                <a:spcPct val="200000"/>
              </a:lnSpc>
              <a:buFont typeface="Wingdings" pitchFamily="2" charset="2"/>
              <a:buChar char="v"/>
            </a:pPr>
            <a:r>
              <a:rPr lang="en-US" sz="2400" b="1" dirty="0"/>
              <a:t>What is X-ray?</a:t>
            </a:r>
          </a:p>
          <a:p>
            <a:pPr marL="457200" indent="-457200">
              <a:lnSpc>
                <a:spcPct val="200000"/>
              </a:lnSpc>
              <a:buFont typeface="Wingdings" pitchFamily="2" charset="2"/>
              <a:buChar char="v"/>
            </a:pPr>
            <a:r>
              <a:rPr lang="en-US" sz="2400" b="1" dirty="0"/>
              <a:t>What are the advantages of Magentostriction method?</a:t>
            </a:r>
          </a:p>
          <a:p>
            <a:pPr marL="457200" indent="-457200">
              <a:lnSpc>
                <a:spcPct val="200000"/>
              </a:lnSpc>
              <a:buFont typeface="Wingdings" pitchFamily="2" charset="2"/>
              <a:buChar char="v"/>
            </a:pPr>
            <a:r>
              <a:rPr lang="en-US" sz="2400" b="1" dirty="0"/>
              <a:t>List disadvantages of </a:t>
            </a:r>
            <a:r>
              <a:rPr lang="en-US" sz="2400" b="1" dirty="0" err="1"/>
              <a:t>Magentostriction</a:t>
            </a:r>
            <a:r>
              <a:rPr lang="en-US" sz="2400" b="1" dirty="0"/>
              <a:t> method</a:t>
            </a:r>
          </a:p>
          <a:p>
            <a:pPr marL="457200" indent="-457200">
              <a:lnSpc>
                <a:spcPct val="200000"/>
              </a:lnSpc>
              <a:buFont typeface="Wingdings" pitchFamily="2" charset="2"/>
              <a:buChar char="v"/>
            </a:pPr>
            <a:r>
              <a:rPr lang="en-US" sz="2400" b="1" dirty="0"/>
              <a:t>What is the significance of Bragg’s law?</a:t>
            </a:r>
          </a:p>
          <a:p>
            <a:pPr marL="457200" indent="-457200">
              <a:lnSpc>
                <a:spcPct val="200000"/>
              </a:lnSpc>
              <a:buFont typeface="Wingdings" pitchFamily="2" charset="2"/>
              <a:buChar char="v"/>
            </a:pPr>
            <a:r>
              <a:rPr lang="en-US" sz="2400" b="1" dirty="0"/>
              <a:t>What is inverse piezoelectric method?</a:t>
            </a:r>
          </a:p>
          <a:p>
            <a:pPr>
              <a:buFont typeface="Wingdings" pitchFamily="2" charset="2"/>
              <a:buChar char="Ø"/>
            </a:pPr>
            <a:endParaRPr lang="en-US" b="1" dirty="0"/>
          </a:p>
        </p:txBody>
      </p:sp>
    </p:spTree>
    <p:extLst>
      <p:ext uri="{BB962C8B-B14F-4D97-AF65-F5344CB8AC3E}">
        <p14:creationId xmlns:p14="http://schemas.microsoft.com/office/powerpoint/2010/main" val="2718409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cs typeface="Arial" panose="020B0604020202020204" pitchFamily="34" charset="0"/>
              </a:rPr>
              <a:t>ASSESSMENT PATTERN </a:t>
            </a:r>
            <a:endParaRPr lang="en-US" dirty="0">
              <a:latin typeface="+mn-lt"/>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extLst>
              <p:ext uri="{D42A27DB-BD31-4B8C-83A1-F6EECF244321}">
                <p14:modId xmlns:p14="http://schemas.microsoft.com/office/powerpoint/2010/main" val="4041050429"/>
              </p:ext>
            </p:extLst>
          </p:nvPr>
        </p:nvGraphicFramePr>
        <p:xfrm>
          <a:off x="1718441" y="1764210"/>
          <a:ext cx="8607973" cy="469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884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mn-lt"/>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p:txBody>
          <a:bodyPr>
            <a:normAutofit/>
          </a:bodyPr>
          <a:lstStyle/>
          <a:p>
            <a:pPr>
              <a:lnSpc>
                <a:spcPct val="200000"/>
              </a:lnSpc>
              <a:buNone/>
            </a:pPr>
            <a:r>
              <a:rPr lang="en-IN" sz="1600" dirty="0"/>
              <a:t>[1] http://www.vidyarthiplus.in/2011/11/engineering-physics-1-ultrasonics-piezo.html</a:t>
            </a:r>
            <a:endParaRPr lang="en-US" sz="1600" dirty="0">
              <a:latin typeface="Casper" panose="02000506000000020004" pitchFamily="2" charset="0"/>
              <a:cs typeface="Arial" panose="020B0604020202020204" pitchFamily="34" charset="0"/>
            </a:endParaRPr>
          </a:p>
          <a:p>
            <a:pPr>
              <a:lnSpc>
                <a:spcPct val="200000"/>
              </a:lnSpc>
              <a:buNone/>
            </a:pPr>
            <a:r>
              <a:rPr lang="en-US" sz="1600" dirty="0"/>
              <a:t>[2]  </a:t>
            </a:r>
            <a:r>
              <a:rPr lang="en-IN" sz="1600" dirty="0"/>
              <a:t>http://www.brainkart.com/article/Piezo-Electric-Crystals---Principle,-Construction,-working,-Advantages-and-Disadvantages_6872/</a:t>
            </a:r>
          </a:p>
          <a:p>
            <a:pPr>
              <a:lnSpc>
                <a:spcPct val="200000"/>
              </a:lnSpc>
              <a:buNone/>
            </a:pPr>
            <a:r>
              <a:rPr lang="en-IN" sz="1600" dirty="0"/>
              <a:t>[3] https://en.wikipedia.org/wiki/Crystal_oscillator</a:t>
            </a:r>
          </a:p>
          <a:p>
            <a:pPr>
              <a:lnSpc>
                <a:spcPct val="200000"/>
              </a:lnSpc>
              <a:buNone/>
            </a:pPr>
            <a:r>
              <a:rPr lang="en-IN" sz="1600" dirty="0"/>
              <a:t>[4] https://www.youtube.com/watch?v=4nbBAG-848c</a:t>
            </a:r>
          </a:p>
          <a:p>
            <a:pPr>
              <a:lnSpc>
                <a:spcPct val="200000"/>
              </a:lnSpc>
              <a:buNone/>
            </a:pPr>
            <a:r>
              <a:rPr lang="en-US" sz="1600" dirty="0">
                <a:cs typeface="Arial" panose="020B0604020202020204" pitchFamily="34" charset="0"/>
              </a:rPr>
              <a:t>[5] </a:t>
            </a:r>
            <a:r>
              <a:rPr lang="en-IN" sz="1600" dirty="0"/>
              <a:t>https://www.thefreedictionary.com/Piezoelectric+oscillator</a:t>
            </a:r>
          </a:p>
          <a:p>
            <a:pPr>
              <a:lnSpc>
                <a:spcPct val="200000"/>
              </a:lnSpc>
              <a:buNone/>
            </a:pPr>
            <a:r>
              <a:rPr lang="en-US" sz="1600" dirty="0">
                <a:cs typeface="Arial" panose="020B0604020202020204" pitchFamily="34" charset="0"/>
              </a:rPr>
              <a:t>[6] </a:t>
            </a:r>
            <a:r>
              <a:rPr lang="en-IN" sz="1600" dirty="0"/>
              <a:t>https://silo.tips/download/production-of-ultrasonic-wave</a:t>
            </a:r>
            <a:endParaRPr lang="en-US" sz="16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2233304"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anjana.e1643@cumail.in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726</TotalTime>
  <Words>982</Words>
  <Application>Microsoft Office PowerPoint</Application>
  <PresentationFormat>Widescreen</PresentationFormat>
  <Paragraphs>126</Paragraphs>
  <Slides>16</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9" baseType="lpstr">
      <vt:lpstr>Arial</vt:lpstr>
      <vt:lpstr>Arial Black</vt:lpstr>
      <vt:lpstr>Calibri</vt:lpstr>
      <vt:lpstr>Calibri Light</vt:lpstr>
      <vt:lpstr>Casper</vt:lpstr>
      <vt:lpstr>Casper Bold</vt:lpstr>
      <vt:lpstr>Karla</vt:lpstr>
      <vt:lpstr>Raleway ExtraBold</vt:lpstr>
      <vt:lpstr>Times New Roman</vt:lpstr>
      <vt:lpstr>Wingdings</vt:lpstr>
      <vt:lpstr>1_Office Theme</vt:lpstr>
      <vt:lpstr>Contents Slide Master</vt:lpstr>
      <vt:lpstr>CorelDRAW</vt:lpstr>
      <vt:lpstr>PowerPoint Presentation</vt:lpstr>
      <vt:lpstr> </vt:lpstr>
      <vt:lpstr>PowerPoint Presentation</vt:lpstr>
      <vt:lpstr>ULTRASONIC  PRODUCTION </vt:lpstr>
      <vt:lpstr>PowerPoint Presentation</vt:lpstr>
      <vt:lpstr>PowerPoint Presentation</vt:lpstr>
      <vt:lpstr>PRINCIPLE:- INVERSE PIEZO ELECTRIC EFFECT</vt:lpstr>
      <vt:lpstr>CONSTRUCTION</vt:lpstr>
      <vt:lpstr>WORKING   </vt:lpstr>
      <vt:lpstr>CONDITION FOR RESONANCE IN CIRCUIT</vt:lpstr>
      <vt:lpstr>ADVANTAGES AND DISADVANTAGES OF PIEZOELECTRIC METHOD</vt:lpstr>
      <vt:lpstr> </vt:lpstr>
      <vt:lpstr>PowerPoint Presentation</vt:lpstr>
      <vt:lpstr>ASSESSMENT PATTERN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65</cp:revision>
  <dcterms:created xsi:type="dcterms:W3CDTF">2019-01-09T10:33:58Z</dcterms:created>
  <dcterms:modified xsi:type="dcterms:W3CDTF">2023-06-15T15:21:23Z</dcterms:modified>
</cp:coreProperties>
</file>