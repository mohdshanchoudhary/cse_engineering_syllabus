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4" r:id="rId1"/>
    <p:sldMasterId id="2147483686" r:id="rId2"/>
  </p:sldMasterIdLst>
  <p:notesMasterIdLst>
    <p:notesMasterId r:id="rId22"/>
  </p:notesMasterIdLst>
  <p:handoutMasterIdLst>
    <p:handoutMasterId r:id="rId23"/>
  </p:handoutMasterIdLst>
  <p:sldIdLst>
    <p:sldId id="277" r:id="rId3"/>
    <p:sldId id="265" r:id="rId4"/>
    <p:sldId id="377" r:id="rId5"/>
    <p:sldId id="259" r:id="rId6"/>
    <p:sldId id="399" r:id="rId7"/>
    <p:sldId id="323" r:id="rId8"/>
    <p:sldId id="280" r:id="rId9"/>
    <p:sldId id="481" r:id="rId10"/>
    <p:sldId id="483" r:id="rId11"/>
    <p:sldId id="476" r:id="rId12"/>
    <p:sldId id="477" r:id="rId13"/>
    <p:sldId id="478" r:id="rId14"/>
    <p:sldId id="480" r:id="rId15"/>
    <p:sldId id="321" r:id="rId16"/>
    <p:sldId id="300" r:id="rId17"/>
    <p:sldId id="284" r:id="rId18"/>
    <p:sldId id="322" r:id="rId19"/>
    <p:sldId id="285" r:id="rId20"/>
    <p:sldId id="27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minder kaur" initials="ak" lastIdx="1" clrIdx="0">
    <p:extLst>
      <p:ext uri="{19B8F6BF-5375-455C-9EA6-DF929625EA0E}">
        <p15:presenceInfo xmlns:p15="http://schemas.microsoft.com/office/powerpoint/2012/main" userId="a22e12bbabfcdae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88766" autoAdjust="0"/>
  </p:normalViewPr>
  <p:slideViewPr>
    <p:cSldViewPr snapToGrid="0">
      <p:cViewPr varScale="1">
        <p:scale>
          <a:sx n="59" d="100"/>
          <a:sy n="59" d="100"/>
        </p:scale>
        <p:origin x="94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1C9E00-C35F-4852-81DC-62A20454CD52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3555F372-BF6E-4D70-B96A-A8F57E387DC4}">
      <dgm:prSet phldrT="[Text]" custT="1"/>
      <dgm:spPr/>
      <dgm:t>
        <a:bodyPr/>
        <a:lstStyle/>
        <a:p>
          <a:pPr algn="l"/>
          <a:r>
            <a:rPr lang="en-IN" sz="2400" b="1" dirty="0">
              <a:latin typeface="Casper" panose="02000506000000020004"/>
            </a:rPr>
            <a:t>UNIT -3</a:t>
          </a:r>
        </a:p>
      </dgm:t>
    </dgm:pt>
    <dgm:pt modelId="{87CF7B05-C9EF-4245-8587-08783C85F0D4}" type="parTrans" cxnId="{A72D103D-5B1D-47E8-AA83-427D561C0341}">
      <dgm:prSet/>
      <dgm:spPr/>
      <dgm:t>
        <a:bodyPr/>
        <a:lstStyle/>
        <a:p>
          <a:endParaRPr lang="en-IN"/>
        </a:p>
      </dgm:t>
    </dgm:pt>
    <dgm:pt modelId="{60E1D986-97C4-48A2-9E05-F970597D8BA9}" type="sibTrans" cxnId="{A72D103D-5B1D-47E8-AA83-427D561C0341}">
      <dgm:prSet/>
      <dgm:spPr/>
      <dgm:t>
        <a:bodyPr/>
        <a:lstStyle/>
        <a:p>
          <a:endParaRPr lang="en-IN"/>
        </a:p>
      </dgm:t>
    </dgm:pt>
    <dgm:pt modelId="{A5AFC7F1-8BB0-41D1-813B-609A60DF9870}">
      <dgm:prSet phldrT="[Text]" custT="1"/>
      <dgm:spPr/>
      <dgm:t>
        <a:bodyPr/>
        <a:lstStyle/>
        <a:p>
          <a:pPr algn="ctr"/>
          <a:r>
            <a:rPr lang="en-IN" sz="2400" b="1" dirty="0">
              <a:latin typeface="Casper" panose="02000506000000020004"/>
            </a:rPr>
            <a:t>QUANTUM MECHANICS</a:t>
          </a:r>
        </a:p>
      </dgm:t>
    </dgm:pt>
    <dgm:pt modelId="{F7C134EE-B2C0-4130-BA90-CDA40B415D71}" type="parTrans" cxnId="{C5BCE058-81D0-409F-8262-237B13CB9B61}">
      <dgm:prSet/>
      <dgm:spPr/>
      <dgm:t>
        <a:bodyPr/>
        <a:lstStyle/>
        <a:p>
          <a:endParaRPr lang="en-IN"/>
        </a:p>
      </dgm:t>
    </dgm:pt>
    <dgm:pt modelId="{FBD71D7E-440B-4C5E-A033-32AEEFCA543C}" type="sibTrans" cxnId="{C5BCE058-81D0-409F-8262-237B13CB9B61}">
      <dgm:prSet/>
      <dgm:spPr/>
      <dgm:t>
        <a:bodyPr/>
        <a:lstStyle/>
        <a:p>
          <a:endParaRPr lang="en-IN"/>
        </a:p>
      </dgm:t>
    </dgm:pt>
    <dgm:pt modelId="{32F0F454-A9E7-47F9-ADF2-020F37E6AB10}">
      <dgm:prSet phldrT="[Text]" custT="1"/>
      <dgm:spPr/>
      <dgm:t>
        <a:bodyPr/>
        <a:lstStyle/>
        <a:p>
          <a:r>
            <a:rPr lang="en-IN" sz="2400" b="1" dirty="0">
              <a:solidFill>
                <a:schemeClr val="bg1"/>
              </a:solidFill>
              <a:latin typeface="Casper" panose="02000506000000020004"/>
            </a:rPr>
            <a:t>TIME DEPENDENT SCHRODINGER EQUATION </a:t>
          </a:r>
        </a:p>
      </dgm:t>
    </dgm:pt>
    <dgm:pt modelId="{B409CC0C-A15A-4786-9FE9-8EBE4D57E1AB}" type="parTrans" cxnId="{9368DE8C-0351-4ACE-964E-3C5D2BE227C0}">
      <dgm:prSet/>
      <dgm:spPr/>
      <dgm:t>
        <a:bodyPr/>
        <a:lstStyle/>
        <a:p>
          <a:endParaRPr lang="en-IN"/>
        </a:p>
      </dgm:t>
    </dgm:pt>
    <dgm:pt modelId="{243E4063-E6E3-4D9A-89F4-C3F0C1DF317A}" type="sibTrans" cxnId="{9368DE8C-0351-4ACE-964E-3C5D2BE227C0}">
      <dgm:prSet/>
      <dgm:spPr/>
      <dgm:t>
        <a:bodyPr/>
        <a:lstStyle/>
        <a:p>
          <a:endParaRPr lang="en-IN"/>
        </a:p>
      </dgm:t>
    </dgm:pt>
    <dgm:pt modelId="{CBBA9C70-17D2-4EFC-B304-8779191443C8}" type="pres">
      <dgm:prSet presAssocID="{8D1C9E00-C35F-4852-81DC-62A20454CD52}" presName="outerComposite" presStyleCnt="0">
        <dgm:presLayoutVars>
          <dgm:chMax val="5"/>
          <dgm:dir/>
          <dgm:resizeHandles val="exact"/>
        </dgm:presLayoutVars>
      </dgm:prSet>
      <dgm:spPr/>
    </dgm:pt>
    <dgm:pt modelId="{A3562FE8-1956-4904-8AC6-59C167BC5837}" type="pres">
      <dgm:prSet presAssocID="{8D1C9E00-C35F-4852-81DC-62A20454CD52}" presName="dummyMaxCanvas" presStyleCnt="0">
        <dgm:presLayoutVars/>
      </dgm:prSet>
      <dgm:spPr/>
    </dgm:pt>
    <dgm:pt modelId="{6F0B5599-AB67-4D7B-810B-7A3D73FBC18E}" type="pres">
      <dgm:prSet presAssocID="{8D1C9E00-C35F-4852-81DC-62A20454CD52}" presName="ThreeNodes_1" presStyleLbl="node1" presStyleIdx="0" presStyleCnt="3" custScaleY="97577">
        <dgm:presLayoutVars>
          <dgm:bulletEnabled val="1"/>
        </dgm:presLayoutVars>
      </dgm:prSet>
      <dgm:spPr/>
    </dgm:pt>
    <dgm:pt modelId="{1391C7A5-C46A-46EF-B914-27DF644706EC}" type="pres">
      <dgm:prSet presAssocID="{8D1C9E00-C35F-4852-81DC-62A20454CD52}" presName="ThreeNodes_2" presStyleLbl="node1" presStyleIdx="1" presStyleCnt="3">
        <dgm:presLayoutVars>
          <dgm:bulletEnabled val="1"/>
        </dgm:presLayoutVars>
      </dgm:prSet>
      <dgm:spPr/>
    </dgm:pt>
    <dgm:pt modelId="{DF9F8172-1EEF-4814-96D1-8216E1DFE46F}" type="pres">
      <dgm:prSet presAssocID="{8D1C9E00-C35F-4852-81DC-62A20454CD52}" presName="ThreeNodes_3" presStyleLbl="node1" presStyleIdx="2" presStyleCnt="3">
        <dgm:presLayoutVars>
          <dgm:bulletEnabled val="1"/>
        </dgm:presLayoutVars>
      </dgm:prSet>
      <dgm:spPr/>
    </dgm:pt>
    <dgm:pt modelId="{E01B2225-1D38-4B75-AC30-F8B8E757FD86}" type="pres">
      <dgm:prSet presAssocID="{8D1C9E00-C35F-4852-81DC-62A20454CD52}" presName="ThreeConn_1-2" presStyleLbl="fgAccFollowNode1" presStyleIdx="0" presStyleCnt="2">
        <dgm:presLayoutVars>
          <dgm:bulletEnabled val="1"/>
        </dgm:presLayoutVars>
      </dgm:prSet>
      <dgm:spPr/>
    </dgm:pt>
    <dgm:pt modelId="{CE1FCC98-BB05-4596-8BA6-108808B2BF9E}" type="pres">
      <dgm:prSet presAssocID="{8D1C9E00-C35F-4852-81DC-62A20454CD52}" presName="ThreeConn_2-3" presStyleLbl="fgAccFollowNode1" presStyleIdx="1" presStyleCnt="2">
        <dgm:presLayoutVars>
          <dgm:bulletEnabled val="1"/>
        </dgm:presLayoutVars>
      </dgm:prSet>
      <dgm:spPr/>
    </dgm:pt>
    <dgm:pt modelId="{1EBCA9A3-CABD-4CF9-9888-3F4F1A072B0A}" type="pres">
      <dgm:prSet presAssocID="{8D1C9E00-C35F-4852-81DC-62A20454CD52}" presName="ThreeNodes_1_text" presStyleLbl="node1" presStyleIdx="2" presStyleCnt="3">
        <dgm:presLayoutVars>
          <dgm:bulletEnabled val="1"/>
        </dgm:presLayoutVars>
      </dgm:prSet>
      <dgm:spPr/>
    </dgm:pt>
    <dgm:pt modelId="{0CF87D2F-3834-4D7D-A636-8BEC604B80C3}" type="pres">
      <dgm:prSet presAssocID="{8D1C9E00-C35F-4852-81DC-62A20454CD52}" presName="ThreeNodes_2_text" presStyleLbl="node1" presStyleIdx="2" presStyleCnt="3">
        <dgm:presLayoutVars>
          <dgm:bulletEnabled val="1"/>
        </dgm:presLayoutVars>
      </dgm:prSet>
      <dgm:spPr/>
    </dgm:pt>
    <dgm:pt modelId="{78686C5B-42CA-4CAB-8AC3-DAAA18BE2550}" type="pres">
      <dgm:prSet presAssocID="{8D1C9E00-C35F-4852-81DC-62A20454CD5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EFE4530-DFBE-4826-BA03-B5C3D49E817E}" type="presOf" srcId="{60E1D986-97C4-48A2-9E05-F970597D8BA9}" destId="{E01B2225-1D38-4B75-AC30-F8B8E757FD86}" srcOrd="0" destOrd="0" presId="urn:microsoft.com/office/officeart/2005/8/layout/vProcess5"/>
    <dgm:cxn modelId="{A72D103D-5B1D-47E8-AA83-427D561C0341}" srcId="{8D1C9E00-C35F-4852-81DC-62A20454CD52}" destId="{3555F372-BF6E-4D70-B96A-A8F57E387DC4}" srcOrd="0" destOrd="0" parTransId="{87CF7B05-C9EF-4245-8587-08783C85F0D4}" sibTransId="{60E1D986-97C4-48A2-9E05-F970597D8BA9}"/>
    <dgm:cxn modelId="{E0690F60-FC06-4F38-9B39-68A9FDC01A37}" type="presOf" srcId="{FBD71D7E-440B-4C5E-A033-32AEEFCA543C}" destId="{CE1FCC98-BB05-4596-8BA6-108808B2BF9E}" srcOrd="0" destOrd="0" presId="urn:microsoft.com/office/officeart/2005/8/layout/vProcess5"/>
    <dgm:cxn modelId="{80590B62-9BB2-4668-A964-9A9843404260}" type="presOf" srcId="{3555F372-BF6E-4D70-B96A-A8F57E387DC4}" destId="{6F0B5599-AB67-4D7B-810B-7A3D73FBC18E}" srcOrd="0" destOrd="0" presId="urn:microsoft.com/office/officeart/2005/8/layout/vProcess5"/>
    <dgm:cxn modelId="{8948D16A-390A-4B35-AB7E-5227692E1039}" type="presOf" srcId="{A5AFC7F1-8BB0-41D1-813B-609A60DF9870}" destId="{0CF87D2F-3834-4D7D-A636-8BEC604B80C3}" srcOrd="1" destOrd="0" presId="urn:microsoft.com/office/officeart/2005/8/layout/vProcess5"/>
    <dgm:cxn modelId="{C5BCE058-81D0-409F-8262-237B13CB9B61}" srcId="{8D1C9E00-C35F-4852-81DC-62A20454CD52}" destId="{A5AFC7F1-8BB0-41D1-813B-609A60DF9870}" srcOrd="1" destOrd="0" parTransId="{F7C134EE-B2C0-4130-BA90-CDA40B415D71}" sibTransId="{FBD71D7E-440B-4C5E-A033-32AEEFCA543C}"/>
    <dgm:cxn modelId="{00156680-DD5D-4115-BB33-B5BB40703751}" type="presOf" srcId="{A5AFC7F1-8BB0-41D1-813B-609A60DF9870}" destId="{1391C7A5-C46A-46EF-B914-27DF644706EC}" srcOrd="0" destOrd="0" presId="urn:microsoft.com/office/officeart/2005/8/layout/vProcess5"/>
    <dgm:cxn modelId="{9368DE8C-0351-4ACE-964E-3C5D2BE227C0}" srcId="{8D1C9E00-C35F-4852-81DC-62A20454CD52}" destId="{32F0F454-A9E7-47F9-ADF2-020F37E6AB10}" srcOrd="2" destOrd="0" parTransId="{B409CC0C-A15A-4786-9FE9-8EBE4D57E1AB}" sibTransId="{243E4063-E6E3-4D9A-89F4-C3F0C1DF317A}"/>
    <dgm:cxn modelId="{975A738F-DDC4-4EBB-BD27-2C08D86ADE8B}" type="presOf" srcId="{3555F372-BF6E-4D70-B96A-A8F57E387DC4}" destId="{1EBCA9A3-CABD-4CF9-9888-3F4F1A072B0A}" srcOrd="1" destOrd="0" presId="urn:microsoft.com/office/officeart/2005/8/layout/vProcess5"/>
    <dgm:cxn modelId="{6D27758F-C5E3-41EE-9B94-47246F6B5075}" type="presOf" srcId="{8D1C9E00-C35F-4852-81DC-62A20454CD52}" destId="{CBBA9C70-17D2-4EFC-B304-8779191443C8}" srcOrd="0" destOrd="0" presId="urn:microsoft.com/office/officeart/2005/8/layout/vProcess5"/>
    <dgm:cxn modelId="{FFAA63EC-AFBB-4A44-8764-ECE64292B7CD}" type="presOf" srcId="{32F0F454-A9E7-47F9-ADF2-020F37E6AB10}" destId="{DF9F8172-1EEF-4814-96D1-8216E1DFE46F}" srcOrd="0" destOrd="0" presId="urn:microsoft.com/office/officeart/2005/8/layout/vProcess5"/>
    <dgm:cxn modelId="{180A55F7-AF82-4A67-BBDE-AE222C167AF4}" type="presOf" srcId="{32F0F454-A9E7-47F9-ADF2-020F37E6AB10}" destId="{78686C5B-42CA-4CAB-8AC3-DAAA18BE2550}" srcOrd="1" destOrd="0" presId="urn:microsoft.com/office/officeart/2005/8/layout/vProcess5"/>
    <dgm:cxn modelId="{322FC717-B10D-4814-AE37-BD62EF6ACD2F}" type="presParOf" srcId="{CBBA9C70-17D2-4EFC-B304-8779191443C8}" destId="{A3562FE8-1956-4904-8AC6-59C167BC5837}" srcOrd="0" destOrd="0" presId="urn:microsoft.com/office/officeart/2005/8/layout/vProcess5"/>
    <dgm:cxn modelId="{309272FF-CA42-4829-A557-150AE4854BDC}" type="presParOf" srcId="{CBBA9C70-17D2-4EFC-B304-8779191443C8}" destId="{6F0B5599-AB67-4D7B-810B-7A3D73FBC18E}" srcOrd="1" destOrd="0" presId="urn:microsoft.com/office/officeart/2005/8/layout/vProcess5"/>
    <dgm:cxn modelId="{F40A3C29-8B85-46A4-A236-B9FA460B0CC4}" type="presParOf" srcId="{CBBA9C70-17D2-4EFC-B304-8779191443C8}" destId="{1391C7A5-C46A-46EF-B914-27DF644706EC}" srcOrd="2" destOrd="0" presId="urn:microsoft.com/office/officeart/2005/8/layout/vProcess5"/>
    <dgm:cxn modelId="{553A314B-734E-45A7-AA34-DF9EE4519373}" type="presParOf" srcId="{CBBA9C70-17D2-4EFC-B304-8779191443C8}" destId="{DF9F8172-1EEF-4814-96D1-8216E1DFE46F}" srcOrd="3" destOrd="0" presId="urn:microsoft.com/office/officeart/2005/8/layout/vProcess5"/>
    <dgm:cxn modelId="{D0B00776-35E5-4F5C-B301-E39E383374D9}" type="presParOf" srcId="{CBBA9C70-17D2-4EFC-B304-8779191443C8}" destId="{E01B2225-1D38-4B75-AC30-F8B8E757FD86}" srcOrd="4" destOrd="0" presId="urn:microsoft.com/office/officeart/2005/8/layout/vProcess5"/>
    <dgm:cxn modelId="{8910FDF8-A658-4BDB-81D1-0531376B258A}" type="presParOf" srcId="{CBBA9C70-17D2-4EFC-B304-8779191443C8}" destId="{CE1FCC98-BB05-4596-8BA6-108808B2BF9E}" srcOrd="5" destOrd="0" presId="urn:microsoft.com/office/officeart/2005/8/layout/vProcess5"/>
    <dgm:cxn modelId="{9AB79A12-90AD-4E2B-A057-D7A592B304D1}" type="presParOf" srcId="{CBBA9C70-17D2-4EFC-B304-8779191443C8}" destId="{1EBCA9A3-CABD-4CF9-9888-3F4F1A072B0A}" srcOrd="6" destOrd="0" presId="urn:microsoft.com/office/officeart/2005/8/layout/vProcess5"/>
    <dgm:cxn modelId="{1B38ED3A-5905-4133-B740-37512D5BEBC8}" type="presParOf" srcId="{CBBA9C70-17D2-4EFC-B304-8779191443C8}" destId="{0CF87D2F-3834-4D7D-A636-8BEC604B80C3}" srcOrd="7" destOrd="0" presId="urn:microsoft.com/office/officeart/2005/8/layout/vProcess5"/>
    <dgm:cxn modelId="{FA48B947-79E5-462C-92E1-D340D8C3E7E1}" type="presParOf" srcId="{CBBA9C70-17D2-4EFC-B304-8779191443C8}" destId="{78686C5B-42CA-4CAB-8AC3-DAAA18BE2550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C72F73-CEA5-484E-9538-F229B01F8F6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IN"/>
        </a:p>
      </dgm:t>
    </dgm:pt>
    <dgm:pt modelId="{15AE8805-CFA6-4EAA-AFFC-69AEA5293A74}">
      <dgm:prSet custT="1"/>
      <dgm:spPr/>
      <dgm:t>
        <a:bodyPr/>
        <a:lstStyle/>
        <a:p>
          <a:r>
            <a:rPr lang="en-IN" sz="2400" dirty="0">
              <a:latin typeface="Casper"/>
            </a:rPr>
            <a:t>Introduction</a:t>
          </a:r>
        </a:p>
      </dgm:t>
    </dgm:pt>
    <dgm:pt modelId="{2DC097B1-B792-48AD-82EA-B84E42A26A3C}" type="parTrans" cxnId="{38165BF3-F80D-4145-88FC-59FAD3AE7B33}">
      <dgm:prSet/>
      <dgm:spPr/>
      <dgm:t>
        <a:bodyPr/>
        <a:lstStyle/>
        <a:p>
          <a:endParaRPr lang="en-IN"/>
        </a:p>
      </dgm:t>
    </dgm:pt>
    <dgm:pt modelId="{D5F4A7B8-2A58-44E1-856C-A8ABE4ED8426}" type="sibTrans" cxnId="{38165BF3-F80D-4145-88FC-59FAD3AE7B33}">
      <dgm:prSet/>
      <dgm:spPr/>
      <dgm:t>
        <a:bodyPr/>
        <a:lstStyle/>
        <a:p>
          <a:endParaRPr lang="en-IN"/>
        </a:p>
      </dgm:t>
    </dgm:pt>
    <dgm:pt modelId="{E532611C-9176-4F61-BA31-061233CB38EC}">
      <dgm:prSet custT="1"/>
      <dgm:spPr/>
      <dgm:t>
        <a:bodyPr/>
        <a:lstStyle/>
        <a:p>
          <a:r>
            <a:rPr lang="en-IN" sz="2400">
              <a:latin typeface="Casper"/>
            </a:rPr>
            <a:t>Benefits </a:t>
          </a:r>
        </a:p>
      </dgm:t>
    </dgm:pt>
    <dgm:pt modelId="{68F13519-81B3-4333-9578-DDE9177594EF}" type="parTrans" cxnId="{3E84A375-4BE5-4CDE-8C50-D7605310F046}">
      <dgm:prSet/>
      <dgm:spPr/>
      <dgm:t>
        <a:bodyPr/>
        <a:lstStyle/>
        <a:p>
          <a:endParaRPr lang="en-IN"/>
        </a:p>
      </dgm:t>
    </dgm:pt>
    <dgm:pt modelId="{74024602-D507-4104-B9FE-B1F139178BFB}" type="sibTrans" cxnId="{3E84A375-4BE5-4CDE-8C50-D7605310F046}">
      <dgm:prSet/>
      <dgm:spPr/>
      <dgm:t>
        <a:bodyPr/>
        <a:lstStyle/>
        <a:p>
          <a:endParaRPr lang="en-IN"/>
        </a:p>
      </dgm:t>
    </dgm:pt>
    <dgm:pt modelId="{C29FE6B7-8DA1-45C4-A50A-E5021C6E33F5}">
      <dgm:prSet custT="1"/>
      <dgm:spPr/>
      <dgm:t>
        <a:bodyPr/>
        <a:lstStyle/>
        <a:p>
          <a:r>
            <a:rPr lang="en-IN" sz="2400" dirty="0">
              <a:latin typeface="Casper"/>
            </a:rPr>
            <a:t>History</a:t>
          </a:r>
        </a:p>
      </dgm:t>
    </dgm:pt>
    <dgm:pt modelId="{6006E7A1-4225-4B7F-9ABE-14EF514C381B}" type="parTrans" cxnId="{9903BF5C-661B-40D3-B0A8-9AAC4819295F}">
      <dgm:prSet/>
      <dgm:spPr/>
      <dgm:t>
        <a:bodyPr/>
        <a:lstStyle/>
        <a:p>
          <a:endParaRPr lang="en-IN"/>
        </a:p>
      </dgm:t>
    </dgm:pt>
    <dgm:pt modelId="{22050089-53ED-49BA-BC53-7B499D247C77}" type="sibTrans" cxnId="{9903BF5C-661B-40D3-B0A8-9AAC4819295F}">
      <dgm:prSet/>
      <dgm:spPr/>
      <dgm:t>
        <a:bodyPr/>
        <a:lstStyle/>
        <a:p>
          <a:endParaRPr lang="en-IN"/>
        </a:p>
      </dgm:t>
    </dgm:pt>
    <dgm:pt modelId="{7C86E9DA-BBDC-4619-8021-640A6556F23B}">
      <dgm:prSet custT="1"/>
      <dgm:spPr/>
      <dgm:t>
        <a:bodyPr/>
        <a:lstStyle/>
        <a:p>
          <a:r>
            <a:rPr lang="en-IN" sz="2400" dirty="0">
              <a:latin typeface="Casper"/>
            </a:rPr>
            <a:t>Applications </a:t>
          </a:r>
        </a:p>
      </dgm:t>
    </dgm:pt>
    <dgm:pt modelId="{74984154-918F-4743-8360-CD926AFF44C0}" type="parTrans" cxnId="{FA59001C-E3E5-4AD4-BA62-17F7CB3FD4E6}">
      <dgm:prSet/>
      <dgm:spPr/>
      <dgm:t>
        <a:bodyPr/>
        <a:lstStyle/>
        <a:p>
          <a:endParaRPr lang="en-IN"/>
        </a:p>
      </dgm:t>
    </dgm:pt>
    <dgm:pt modelId="{3E508767-C588-4914-92CB-FE861B6A0CFE}" type="sibTrans" cxnId="{FA59001C-E3E5-4AD4-BA62-17F7CB3FD4E6}">
      <dgm:prSet/>
      <dgm:spPr/>
      <dgm:t>
        <a:bodyPr/>
        <a:lstStyle/>
        <a:p>
          <a:endParaRPr lang="en-IN"/>
        </a:p>
      </dgm:t>
    </dgm:pt>
    <dgm:pt modelId="{593164C5-2058-409D-9FF0-91F6D4728639}" type="pres">
      <dgm:prSet presAssocID="{A5C72F73-CEA5-484E-9538-F229B01F8F68}" presName="linear" presStyleCnt="0">
        <dgm:presLayoutVars>
          <dgm:animLvl val="lvl"/>
          <dgm:resizeHandles val="exact"/>
        </dgm:presLayoutVars>
      </dgm:prSet>
      <dgm:spPr/>
    </dgm:pt>
    <dgm:pt modelId="{7E551E23-589A-45F0-8426-E97134164F2F}" type="pres">
      <dgm:prSet presAssocID="{15AE8805-CFA6-4EAA-AFFC-69AEA5293A7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FB39C6B-BA72-4449-BCA3-0B8C032DA865}" type="pres">
      <dgm:prSet presAssocID="{D5F4A7B8-2A58-44E1-856C-A8ABE4ED8426}" presName="spacer" presStyleCnt="0"/>
      <dgm:spPr/>
    </dgm:pt>
    <dgm:pt modelId="{01DFC22C-8489-49B1-BD2B-6C72CE4B61D9}" type="pres">
      <dgm:prSet presAssocID="{E532611C-9176-4F61-BA31-061233CB38E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8D4BCC5-78E7-4EDC-B27D-9D27CF9E524D}" type="pres">
      <dgm:prSet presAssocID="{74024602-D507-4104-B9FE-B1F139178BFB}" presName="spacer" presStyleCnt="0"/>
      <dgm:spPr/>
    </dgm:pt>
    <dgm:pt modelId="{DD164C9D-BBF7-4ABF-8BE5-764FCA480DA3}" type="pres">
      <dgm:prSet presAssocID="{C29FE6B7-8DA1-45C4-A50A-E5021C6E33F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12DA3A4-7A8B-4C25-A0F2-8801414B02E0}" type="pres">
      <dgm:prSet presAssocID="{22050089-53ED-49BA-BC53-7B499D247C77}" presName="spacer" presStyleCnt="0"/>
      <dgm:spPr/>
    </dgm:pt>
    <dgm:pt modelId="{983EF70A-DB3E-4FBF-B0AD-328D1B8FF913}" type="pres">
      <dgm:prSet presAssocID="{7C86E9DA-BBDC-4619-8021-640A6556F23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A59001C-E3E5-4AD4-BA62-17F7CB3FD4E6}" srcId="{A5C72F73-CEA5-484E-9538-F229B01F8F68}" destId="{7C86E9DA-BBDC-4619-8021-640A6556F23B}" srcOrd="3" destOrd="0" parTransId="{74984154-918F-4743-8360-CD926AFF44C0}" sibTransId="{3E508767-C588-4914-92CB-FE861B6A0CFE}"/>
    <dgm:cxn modelId="{27A5DB1D-36C4-4F36-90C9-94694BA276AF}" type="presOf" srcId="{7C86E9DA-BBDC-4619-8021-640A6556F23B}" destId="{983EF70A-DB3E-4FBF-B0AD-328D1B8FF913}" srcOrd="0" destOrd="0" presId="urn:microsoft.com/office/officeart/2005/8/layout/vList2"/>
    <dgm:cxn modelId="{9903BF5C-661B-40D3-B0A8-9AAC4819295F}" srcId="{A5C72F73-CEA5-484E-9538-F229B01F8F68}" destId="{C29FE6B7-8DA1-45C4-A50A-E5021C6E33F5}" srcOrd="2" destOrd="0" parTransId="{6006E7A1-4225-4B7F-9ABE-14EF514C381B}" sibTransId="{22050089-53ED-49BA-BC53-7B499D247C77}"/>
    <dgm:cxn modelId="{876F0144-DEE9-4F33-9F04-8EE81F1CA1DE}" type="presOf" srcId="{A5C72F73-CEA5-484E-9538-F229B01F8F68}" destId="{593164C5-2058-409D-9FF0-91F6D4728639}" srcOrd="0" destOrd="0" presId="urn:microsoft.com/office/officeart/2005/8/layout/vList2"/>
    <dgm:cxn modelId="{3E84A375-4BE5-4CDE-8C50-D7605310F046}" srcId="{A5C72F73-CEA5-484E-9538-F229B01F8F68}" destId="{E532611C-9176-4F61-BA31-061233CB38EC}" srcOrd="1" destOrd="0" parTransId="{68F13519-81B3-4333-9578-DDE9177594EF}" sibTransId="{74024602-D507-4104-B9FE-B1F139178BFB}"/>
    <dgm:cxn modelId="{998B5D8E-CCB0-4202-90B4-57D4C33E3499}" type="presOf" srcId="{15AE8805-CFA6-4EAA-AFFC-69AEA5293A74}" destId="{7E551E23-589A-45F0-8426-E97134164F2F}" srcOrd="0" destOrd="0" presId="urn:microsoft.com/office/officeart/2005/8/layout/vList2"/>
    <dgm:cxn modelId="{D8BC2EA9-CEC7-40A4-8CEC-37CCB8E70AFB}" type="presOf" srcId="{E532611C-9176-4F61-BA31-061233CB38EC}" destId="{01DFC22C-8489-49B1-BD2B-6C72CE4B61D9}" srcOrd="0" destOrd="0" presId="urn:microsoft.com/office/officeart/2005/8/layout/vList2"/>
    <dgm:cxn modelId="{5D21F0E7-8BB0-4EEA-AB63-6BDCC8490FB0}" type="presOf" srcId="{C29FE6B7-8DA1-45C4-A50A-E5021C6E33F5}" destId="{DD164C9D-BBF7-4ABF-8BE5-764FCA480DA3}" srcOrd="0" destOrd="0" presId="urn:microsoft.com/office/officeart/2005/8/layout/vList2"/>
    <dgm:cxn modelId="{38165BF3-F80D-4145-88FC-59FAD3AE7B33}" srcId="{A5C72F73-CEA5-484E-9538-F229B01F8F68}" destId="{15AE8805-CFA6-4EAA-AFFC-69AEA5293A74}" srcOrd="0" destOrd="0" parTransId="{2DC097B1-B792-48AD-82EA-B84E42A26A3C}" sibTransId="{D5F4A7B8-2A58-44E1-856C-A8ABE4ED8426}"/>
    <dgm:cxn modelId="{71DA365E-3BAE-4297-BDE6-67B410DF2F84}" type="presParOf" srcId="{593164C5-2058-409D-9FF0-91F6D4728639}" destId="{7E551E23-589A-45F0-8426-E97134164F2F}" srcOrd="0" destOrd="0" presId="urn:microsoft.com/office/officeart/2005/8/layout/vList2"/>
    <dgm:cxn modelId="{2817682A-0E41-4028-85A3-5C62250886B6}" type="presParOf" srcId="{593164C5-2058-409D-9FF0-91F6D4728639}" destId="{EFB39C6B-BA72-4449-BCA3-0B8C032DA865}" srcOrd="1" destOrd="0" presId="urn:microsoft.com/office/officeart/2005/8/layout/vList2"/>
    <dgm:cxn modelId="{C420C48C-BF0A-4670-A5C0-379EB142A204}" type="presParOf" srcId="{593164C5-2058-409D-9FF0-91F6D4728639}" destId="{01DFC22C-8489-49B1-BD2B-6C72CE4B61D9}" srcOrd="2" destOrd="0" presId="urn:microsoft.com/office/officeart/2005/8/layout/vList2"/>
    <dgm:cxn modelId="{5905BC37-3329-4F64-95C9-C2F70C1763C6}" type="presParOf" srcId="{593164C5-2058-409D-9FF0-91F6D4728639}" destId="{48D4BCC5-78E7-4EDC-B27D-9D27CF9E524D}" srcOrd="3" destOrd="0" presId="urn:microsoft.com/office/officeart/2005/8/layout/vList2"/>
    <dgm:cxn modelId="{8B83FA0E-80E2-4717-BE6C-EF280F021F8D}" type="presParOf" srcId="{593164C5-2058-409D-9FF0-91F6D4728639}" destId="{DD164C9D-BBF7-4ABF-8BE5-764FCA480DA3}" srcOrd="4" destOrd="0" presId="urn:microsoft.com/office/officeart/2005/8/layout/vList2"/>
    <dgm:cxn modelId="{D03B4772-412B-49EB-B280-6F49747563C5}" type="presParOf" srcId="{593164C5-2058-409D-9FF0-91F6D4728639}" destId="{812DA3A4-7A8B-4C25-A0F2-8801414B02E0}" srcOrd="5" destOrd="0" presId="urn:microsoft.com/office/officeart/2005/8/layout/vList2"/>
    <dgm:cxn modelId="{458AA811-B154-45BE-BDE0-2EA111D04B35}" type="presParOf" srcId="{593164C5-2058-409D-9FF0-91F6D4728639}" destId="{983EF70A-DB3E-4FBF-B0AD-328D1B8FF91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4B1B3E-83FA-4658-BAF7-A1C28950C6E7}" type="doc">
      <dgm:prSet loTypeId="urn:microsoft.com/office/officeart/2005/8/layout/hList1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BE1042C7-8FD8-46C3-97B2-C8F6ECCAA577}">
      <dgm:prSet phldrT="[Text]" custT="1"/>
      <dgm:spPr/>
      <dgm:t>
        <a:bodyPr/>
        <a:lstStyle/>
        <a:p>
          <a:pPr algn="ctr"/>
          <a:r>
            <a:rPr lang="en-IN" sz="2400" dirty="0">
              <a:latin typeface="Casper" panose="02000506000000020004"/>
              <a:cs typeface="Times New Roman" panose="02020603050405020304" pitchFamily="18" charset="0"/>
            </a:rPr>
            <a:t>1</a:t>
          </a:r>
        </a:p>
      </dgm:t>
    </dgm:pt>
    <dgm:pt modelId="{621BB3EB-6CE1-4596-9775-D8E49C0230C2}" type="parTrans" cxnId="{4C6E36C8-BEEE-4A8F-98F1-8AA1658291ED}">
      <dgm:prSet/>
      <dgm:spPr/>
      <dgm:t>
        <a:bodyPr/>
        <a:lstStyle/>
        <a:p>
          <a:endParaRPr lang="en-IN"/>
        </a:p>
      </dgm:t>
    </dgm:pt>
    <dgm:pt modelId="{45BE4B48-3412-410B-B8EF-6D39A131AE80}" type="sibTrans" cxnId="{4C6E36C8-BEEE-4A8F-98F1-8AA1658291ED}">
      <dgm:prSet/>
      <dgm:spPr/>
      <dgm:t>
        <a:bodyPr/>
        <a:lstStyle/>
        <a:p>
          <a:endParaRPr lang="en-IN"/>
        </a:p>
      </dgm:t>
    </dgm:pt>
    <dgm:pt modelId="{AC6663AF-9A88-490D-853C-8120C7DBDE78}">
      <dgm:prSet phldrT="[Text]" custT="1"/>
      <dgm:spPr/>
      <dgm:t>
        <a:bodyPr/>
        <a:lstStyle/>
        <a:p>
          <a:pPr algn="ctr"/>
          <a:r>
            <a:rPr lang="en-IN" sz="2400" dirty="0">
              <a:latin typeface="Casper" panose="02000506000000020004"/>
              <a:cs typeface="Times New Roman" panose="02020603050405020304" pitchFamily="18" charset="0"/>
            </a:rPr>
            <a:t>Students will learn about wave function.</a:t>
          </a:r>
        </a:p>
      </dgm:t>
    </dgm:pt>
    <dgm:pt modelId="{420872E8-8AA2-45F6-A8E2-8BF205EB0960}" type="parTrans" cxnId="{E0ABA179-2A02-4FE6-A4AB-B4F2CCB8D5D1}">
      <dgm:prSet/>
      <dgm:spPr/>
      <dgm:t>
        <a:bodyPr/>
        <a:lstStyle/>
        <a:p>
          <a:endParaRPr lang="en-IN"/>
        </a:p>
      </dgm:t>
    </dgm:pt>
    <dgm:pt modelId="{34B7117A-1B4E-466B-8D17-59D987A33713}" type="sibTrans" cxnId="{E0ABA179-2A02-4FE6-A4AB-B4F2CCB8D5D1}">
      <dgm:prSet/>
      <dgm:spPr/>
      <dgm:t>
        <a:bodyPr/>
        <a:lstStyle/>
        <a:p>
          <a:endParaRPr lang="en-IN"/>
        </a:p>
      </dgm:t>
    </dgm:pt>
    <dgm:pt modelId="{59623D32-4D69-42DD-85CD-027389341071}">
      <dgm:prSet phldrT="[Text]" custT="1"/>
      <dgm:spPr/>
      <dgm:t>
        <a:bodyPr/>
        <a:lstStyle/>
        <a:p>
          <a:pPr algn="ctr"/>
          <a:r>
            <a:rPr lang="en-IN" sz="2400">
              <a:latin typeface="Casper" panose="02000506000000020004"/>
              <a:cs typeface="Times New Roman" panose="02020603050405020304" pitchFamily="18" charset="0"/>
            </a:rPr>
            <a:t>2</a:t>
          </a:r>
        </a:p>
      </dgm:t>
    </dgm:pt>
    <dgm:pt modelId="{8C3CF477-F4C0-4176-95A0-1CEE433BD66D}" type="parTrans" cxnId="{FCA0DE3E-9DA7-403C-87B9-DD0CA0DE16FA}">
      <dgm:prSet/>
      <dgm:spPr/>
      <dgm:t>
        <a:bodyPr/>
        <a:lstStyle/>
        <a:p>
          <a:endParaRPr lang="en-IN"/>
        </a:p>
      </dgm:t>
    </dgm:pt>
    <dgm:pt modelId="{FF05F8A0-05D5-4BC8-84AE-11F0CDB44B6A}" type="sibTrans" cxnId="{FCA0DE3E-9DA7-403C-87B9-DD0CA0DE16FA}">
      <dgm:prSet/>
      <dgm:spPr/>
      <dgm:t>
        <a:bodyPr/>
        <a:lstStyle/>
        <a:p>
          <a:endParaRPr lang="en-IN"/>
        </a:p>
      </dgm:t>
    </dgm:pt>
    <dgm:pt modelId="{581DF355-82C3-44BD-A2B0-78187E54CCC7}">
      <dgm:prSet phldrT="[Text]" custT="1"/>
      <dgm:spPr/>
      <dgm:t>
        <a:bodyPr/>
        <a:lstStyle/>
        <a:p>
          <a:pPr algn="ctr"/>
          <a:r>
            <a:rPr lang="en-IN" sz="2400" dirty="0">
              <a:latin typeface="Casper" panose="02000506000000020004"/>
              <a:cs typeface="Times New Roman" panose="02020603050405020304" pitchFamily="18" charset="0"/>
            </a:rPr>
            <a:t>Students will learn about different quantum variables.</a:t>
          </a:r>
        </a:p>
      </dgm:t>
    </dgm:pt>
    <dgm:pt modelId="{2CA17078-8E69-4AD4-8CE4-9B3F8BB306DB}" type="parTrans" cxnId="{62E3F93D-8EE6-4623-B0F5-2E51672FA22E}">
      <dgm:prSet/>
      <dgm:spPr/>
      <dgm:t>
        <a:bodyPr/>
        <a:lstStyle/>
        <a:p>
          <a:endParaRPr lang="en-IN"/>
        </a:p>
      </dgm:t>
    </dgm:pt>
    <dgm:pt modelId="{601EF65E-15BB-4934-8E1E-6DEFFE1702FB}" type="sibTrans" cxnId="{62E3F93D-8EE6-4623-B0F5-2E51672FA22E}">
      <dgm:prSet/>
      <dgm:spPr/>
      <dgm:t>
        <a:bodyPr/>
        <a:lstStyle/>
        <a:p>
          <a:endParaRPr lang="en-IN"/>
        </a:p>
      </dgm:t>
    </dgm:pt>
    <dgm:pt modelId="{FA2EB051-0881-42DF-B19F-D522950734B2}">
      <dgm:prSet phldrT="[Text]" custT="1"/>
      <dgm:spPr/>
      <dgm:t>
        <a:bodyPr/>
        <a:lstStyle/>
        <a:p>
          <a:pPr algn="ctr"/>
          <a:r>
            <a:rPr lang="en-IN" sz="2400" dirty="0">
              <a:latin typeface="Casper" panose="02000506000000020004"/>
              <a:cs typeface="Times New Roman" panose="02020603050405020304" pitchFamily="18" charset="0"/>
            </a:rPr>
            <a:t>3</a:t>
          </a:r>
        </a:p>
      </dgm:t>
    </dgm:pt>
    <dgm:pt modelId="{603BF450-F4E0-4CEF-9C21-27FDD0CCE880}" type="parTrans" cxnId="{DC4706BC-D4DE-4DC7-BEC1-DBC559A79182}">
      <dgm:prSet/>
      <dgm:spPr/>
      <dgm:t>
        <a:bodyPr/>
        <a:lstStyle/>
        <a:p>
          <a:endParaRPr lang="en-IN"/>
        </a:p>
      </dgm:t>
    </dgm:pt>
    <dgm:pt modelId="{E496903B-959A-4D15-8074-58AFAB6AE879}" type="sibTrans" cxnId="{DC4706BC-D4DE-4DC7-BEC1-DBC559A79182}">
      <dgm:prSet/>
      <dgm:spPr/>
      <dgm:t>
        <a:bodyPr/>
        <a:lstStyle/>
        <a:p>
          <a:endParaRPr lang="en-IN"/>
        </a:p>
      </dgm:t>
    </dgm:pt>
    <dgm:pt modelId="{A4751C2F-50DC-42B3-BE3C-66635C62DF5B}">
      <dgm:prSet phldrT="[Text]" custT="1"/>
      <dgm:spPr/>
      <dgm:t>
        <a:bodyPr/>
        <a:lstStyle/>
        <a:p>
          <a:pPr algn="ctr"/>
          <a:r>
            <a:rPr lang="en-IN" sz="2400" dirty="0">
              <a:latin typeface="Casper" panose="02000506000000020004"/>
              <a:cs typeface="Times New Roman" panose="02020603050405020304" pitchFamily="18" charset="0"/>
            </a:rPr>
            <a:t>Derive time dependent equation.</a:t>
          </a:r>
        </a:p>
      </dgm:t>
    </dgm:pt>
    <dgm:pt modelId="{98A445DD-232D-43B4-996A-9AAE775AAE53}" type="parTrans" cxnId="{395ADFA3-0915-481A-A479-89176F966CC5}">
      <dgm:prSet/>
      <dgm:spPr/>
      <dgm:t>
        <a:bodyPr/>
        <a:lstStyle/>
        <a:p>
          <a:endParaRPr lang="en-IN"/>
        </a:p>
      </dgm:t>
    </dgm:pt>
    <dgm:pt modelId="{61FD9762-81CA-459F-A72F-FE38E106590B}" type="sibTrans" cxnId="{395ADFA3-0915-481A-A479-89176F966CC5}">
      <dgm:prSet/>
      <dgm:spPr/>
      <dgm:t>
        <a:bodyPr/>
        <a:lstStyle/>
        <a:p>
          <a:endParaRPr lang="en-IN"/>
        </a:p>
      </dgm:t>
    </dgm:pt>
    <dgm:pt modelId="{CD122889-8A8D-4BB0-B01E-B98ED66A22D1}" type="pres">
      <dgm:prSet presAssocID="{244B1B3E-83FA-4658-BAF7-A1C28950C6E7}" presName="Name0" presStyleCnt="0">
        <dgm:presLayoutVars>
          <dgm:dir/>
          <dgm:animLvl val="lvl"/>
          <dgm:resizeHandles val="exact"/>
        </dgm:presLayoutVars>
      </dgm:prSet>
      <dgm:spPr/>
    </dgm:pt>
    <dgm:pt modelId="{BC7B5AF7-D169-48C7-A14D-1E9FBD84314E}" type="pres">
      <dgm:prSet presAssocID="{BE1042C7-8FD8-46C3-97B2-C8F6ECCAA577}" presName="composite" presStyleCnt="0"/>
      <dgm:spPr/>
    </dgm:pt>
    <dgm:pt modelId="{823804D2-D44E-44EA-9FF5-99F97DCCD10A}" type="pres">
      <dgm:prSet presAssocID="{BE1042C7-8FD8-46C3-97B2-C8F6ECCAA57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D2EE0C5-FA31-483E-B76D-6DC608645EA8}" type="pres">
      <dgm:prSet presAssocID="{BE1042C7-8FD8-46C3-97B2-C8F6ECCAA577}" presName="desTx" presStyleLbl="alignAccFollowNode1" presStyleIdx="0" presStyleCnt="3">
        <dgm:presLayoutVars>
          <dgm:bulletEnabled val="1"/>
        </dgm:presLayoutVars>
      </dgm:prSet>
      <dgm:spPr/>
    </dgm:pt>
    <dgm:pt modelId="{855F9A90-9408-4E6B-A063-BA943B6B5E63}" type="pres">
      <dgm:prSet presAssocID="{45BE4B48-3412-410B-B8EF-6D39A131AE80}" presName="space" presStyleCnt="0"/>
      <dgm:spPr/>
    </dgm:pt>
    <dgm:pt modelId="{FDB0CFBF-8008-4E01-BBDE-DAFE38134065}" type="pres">
      <dgm:prSet presAssocID="{59623D32-4D69-42DD-85CD-027389341071}" presName="composite" presStyleCnt="0"/>
      <dgm:spPr/>
    </dgm:pt>
    <dgm:pt modelId="{C9DA09FE-968E-4451-896D-DECC9E9C2589}" type="pres">
      <dgm:prSet presAssocID="{59623D32-4D69-42DD-85CD-027389341071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18E9830-D2CB-43E8-AB8E-05B2ABB8544E}" type="pres">
      <dgm:prSet presAssocID="{59623D32-4D69-42DD-85CD-027389341071}" presName="desTx" presStyleLbl="alignAccFollowNode1" presStyleIdx="1" presStyleCnt="3">
        <dgm:presLayoutVars>
          <dgm:bulletEnabled val="1"/>
        </dgm:presLayoutVars>
      </dgm:prSet>
      <dgm:spPr/>
    </dgm:pt>
    <dgm:pt modelId="{1413BF33-3CB5-487E-8D9C-3B128FA3A8CB}" type="pres">
      <dgm:prSet presAssocID="{FF05F8A0-05D5-4BC8-84AE-11F0CDB44B6A}" presName="space" presStyleCnt="0"/>
      <dgm:spPr/>
    </dgm:pt>
    <dgm:pt modelId="{49466710-EFDB-44BB-AF41-77A08201716E}" type="pres">
      <dgm:prSet presAssocID="{FA2EB051-0881-42DF-B19F-D522950734B2}" presName="composite" presStyleCnt="0"/>
      <dgm:spPr/>
    </dgm:pt>
    <dgm:pt modelId="{AC12C961-00F2-45E6-B9B9-7B8C991E8799}" type="pres">
      <dgm:prSet presAssocID="{FA2EB051-0881-42DF-B19F-D522950734B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7DE4BD6-AAFE-4A2D-A02B-0CA2C8D040F6}" type="pres">
      <dgm:prSet presAssocID="{FA2EB051-0881-42DF-B19F-D522950734B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2EECFD32-26AB-472F-9003-49E970320073}" type="presOf" srcId="{A4751C2F-50DC-42B3-BE3C-66635C62DF5B}" destId="{67DE4BD6-AAFE-4A2D-A02B-0CA2C8D040F6}" srcOrd="0" destOrd="0" presId="urn:microsoft.com/office/officeart/2005/8/layout/hList1"/>
    <dgm:cxn modelId="{8CCE0A33-9E9D-4E94-9FE9-24A56A02ADF7}" type="presOf" srcId="{581DF355-82C3-44BD-A2B0-78187E54CCC7}" destId="{F18E9830-D2CB-43E8-AB8E-05B2ABB8544E}" srcOrd="0" destOrd="0" presId="urn:microsoft.com/office/officeart/2005/8/layout/hList1"/>
    <dgm:cxn modelId="{39FFB936-7BB6-44BD-892D-D77E39C98D99}" type="presOf" srcId="{BE1042C7-8FD8-46C3-97B2-C8F6ECCAA577}" destId="{823804D2-D44E-44EA-9FF5-99F97DCCD10A}" srcOrd="0" destOrd="0" presId="urn:microsoft.com/office/officeart/2005/8/layout/hList1"/>
    <dgm:cxn modelId="{62E3F93D-8EE6-4623-B0F5-2E51672FA22E}" srcId="{59623D32-4D69-42DD-85CD-027389341071}" destId="{581DF355-82C3-44BD-A2B0-78187E54CCC7}" srcOrd="0" destOrd="0" parTransId="{2CA17078-8E69-4AD4-8CE4-9B3F8BB306DB}" sibTransId="{601EF65E-15BB-4934-8E1E-6DEFFE1702FB}"/>
    <dgm:cxn modelId="{FCA0DE3E-9DA7-403C-87B9-DD0CA0DE16FA}" srcId="{244B1B3E-83FA-4658-BAF7-A1C28950C6E7}" destId="{59623D32-4D69-42DD-85CD-027389341071}" srcOrd="1" destOrd="0" parTransId="{8C3CF477-F4C0-4176-95A0-1CEE433BD66D}" sibTransId="{FF05F8A0-05D5-4BC8-84AE-11F0CDB44B6A}"/>
    <dgm:cxn modelId="{E0D94A5F-D235-4A27-9436-6243B9CDC53C}" type="presOf" srcId="{244B1B3E-83FA-4658-BAF7-A1C28950C6E7}" destId="{CD122889-8A8D-4BB0-B01E-B98ED66A22D1}" srcOrd="0" destOrd="0" presId="urn:microsoft.com/office/officeart/2005/8/layout/hList1"/>
    <dgm:cxn modelId="{E0ABA179-2A02-4FE6-A4AB-B4F2CCB8D5D1}" srcId="{BE1042C7-8FD8-46C3-97B2-C8F6ECCAA577}" destId="{AC6663AF-9A88-490D-853C-8120C7DBDE78}" srcOrd="0" destOrd="0" parTransId="{420872E8-8AA2-45F6-A8E2-8BF205EB0960}" sibTransId="{34B7117A-1B4E-466B-8D17-59D987A33713}"/>
    <dgm:cxn modelId="{6F646E87-6752-4F31-9C64-A5227D04454B}" type="presOf" srcId="{AC6663AF-9A88-490D-853C-8120C7DBDE78}" destId="{BD2EE0C5-FA31-483E-B76D-6DC608645EA8}" srcOrd="0" destOrd="0" presId="urn:microsoft.com/office/officeart/2005/8/layout/hList1"/>
    <dgm:cxn modelId="{395ADFA3-0915-481A-A479-89176F966CC5}" srcId="{FA2EB051-0881-42DF-B19F-D522950734B2}" destId="{A4751C2F-50DC-42B3-BE3C-66635C62DF5B}" srcOrd="0" destOrd="0" parTransId="{98A445DD-232D-43B4-996A-9AAE775AAE53}" sibTransId="{61FD9762-81CA-459F-A72F-FE38E106590B}"/>
    <dgm:cxn modelId="{DC4706BC-D4DE-4DC7-BEC1-DBC559A79182}" srcId="{244B1B3E-83FA-4658-BAF7-A1C28950C6E7}" destId="{FA2EB051-0881-42DF-B19F-D522950734B2}" srcOrd="2" destOrd="0" parTransId="{603BF450-F4E0-4CEF-9C21-27FDD0CCE880}" sibTransId="{E496903B-959A-4D15-8074-58AFAB6AE879}"/>
    <dgm:cxn modelId="{4C6E36C8-BEEE-4A8F-98F1-8AA1658291ED}" srcId="{244B1B3E-83FA-4658-BAF7-A1C28950C6E7}" destId="{BE1042C7-8FD8-46C3-97B2-C8F6ECCAA577}" srcOrd="0" destOrd="0" parTransId="{621BB3EB-6CE1-4596-9775-D8E49C0230C2}" sibTransId="{45BE4B48-3412-410B-B8EF-6D39A131AE80}"/>
    <dgm:cxn modelId="{317A8FCD-3B3E-40F4-A3D5-4110421A775C}" type="presOf" srcId="{59623D32-4D69-42DD-85CD-027389341071}" destId="{C9DA09FE-968E-4451-896D-DECC9E9C2589}" srcOrd="0" destOrd="0" presId="urn:microsoft.com/office/officeart/2005/8/layout/hList1"/>
    <dgm:cxn modelId="{C1D2F2F1-402B-4DEF-815C-31E5640FB23C}" type="presOf" srcId="{FA2EB051-0881-42DF-B19F-D522950734B2}" destId="{AC12C961-00F2-45E6-B9B9-7B8C991E8799}" srcOrd="0" destOrd="0" presId="urn:microsoft.com/office/officeart/2005/8/layout/hList1"/>
    <dgm:cxn modelId="{44EC55BC-83AF-46C1-91DE-CEFE10A8BA41}" type="presParOf" srcId="{CD122889-8A8D-4BB0-B01E-B98ED66A22D1}" destId="{BC7B5AF7-D169-48C7-A14D-1E9FBD84314E}" srcOrd="0" destOrd="0" presId="urn:microsoft.com/office/officeart/2005/8/layout/hList1"/>
    <dgm:cxn modelId="{1716C085-2511-4521-80C9-9371EACFB37B}" type="presParOf" srcId="{BC7B5AF7-D169-48C7-A14D-1E9FBD84314E}" destId="{823804D2-D44E-44EA-9FF5-99F97DCCD10A}" srcOrd="0" destOrd="0" presId="urn:microsoft.com/office/officeart/2005/8/layout/hList1"/>
    <dgm:cxn modelId="{A7BFC1A6-A3DE-4154-8BF0-CBC1C0E4410F}" type="presParOf" srcId="{BC7B5AF7-D169-48C7-A14D-1E9FBD84314E}" destId="{BD2EE0C5-FA31-483E-B76D-6DC608645EA8}" srcOrd="1" destOrd="0" presId="urn:microsoft.com/office/officeart/2005/8/layout/hList1"/>
    <dgm:cxn modelId="{820E9E05-BE33-4DD0-8AB5-D3A6FF267E29}" type="presParOf" srcId="{CD122889-8A8D-4BB0-B01E-B98ED66A22D1}" destId="{855F9A90-9408-4E6B-A063-BA943B6B5E63}" srcOrd="1" destOrd="0" presId="urn:microsoft.com/office/officeart/2005/8/layout/hList1"/>
    <dgm:cxn modelId="{164F2345-BE36-4FBD-A254-5EF6031AA25F}" type="presParOf" srcId="{CD122889-8A8D-4BB0-B01E-B98ED66A22D1}" destId="{FDB0CFBF-8008-4E01-BBDE-DAFE38134065}" srcOrd="2" destOrd="0" presId="urn:microsoft.com/office/officeart/2005/8/layout/hList1"/>
    <dgm:cxn modelId="{864951CA-E36E-40D6-84B9-0865D671F083}" type="presParOf" srcId="{FDB0CFBF-8008-4E01-BBDE-DAFE38134065}" destId="{C9DA09FE-968E-4451-896D-DECC9E9C2589}" srcOrd="0" destOrd="0" presId="urn:microsoft.com/office/officeart/2005/8/layout/hList1"/>
    <dgm:cxn modelId="{16550E85-2CF7-4F1E-B867-62E1F7627439}" type="presParOf" srcId="{FDB0CFBF-8008-4E01-BBDE-DAFE38134065}" destId="{F18E9830-D2CB-43E8-AB8E-05B2ABB8544E}" srcOrd="1" destOrd="0" presId="urn:microsoft.com/office/officeart/2005/8/layout/hList1"/>
    <dgm:cxn modelId="{20F24F72-8814-4258-8F9C-B5CAAA48F33B}" type="presParOf" srcId="{CD122889-8A8D-4BB0-B01E-B98ED66A22D1}" destId="{1413BF33-3CB5-487E-8D9C-3B128FA3A8CB}" srcOrd="3" destOrd="0" presId="urn:microsoft.com/office/officeart/2005/8/layout/hList1"/>
    <dgm:cxn modelId="{7450CC3D-D7B6-4E0C-904B-3D1ABC1DB2BE}" type="presParOf" srcId="{CD122889-8A8D-4BB0-B01E-B98ED66A22D1}" destId="{49466710-EFDB-44BB-AF41-77A08201716E}" srcOrd="4" destOrd="0" presId="urn:microsoft.com/office/officeart/2005/8/layout/hList1"/>
    <dgm:cxn modelId="{FBBCF618-8C39-4503-8F43-775A470E764B}" type="presParOf" srcId="{49466710-EFDB-44BB-AF41-77A08201716E}" destId="{AC12C961-00F2-45E6-B9B9-7B8C991E8799}" srcOrd="0" destOrd="0" presId="urn:microsoft.com/office/officeart/2005/8/layout/hList1"/>
    <dgm:cxn modelId="{A56900D1-1D1B-43B9-AE8B-B2CD8A51FD84}" type="presParOf" srcId="{49466710-EFDB-44BB-AF41-77A08201716E}" destId="{67DE4BD6-AAFE-4A2D-A02B-0CA2C8D040F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3720F04-4F70-4D64-A29D-B342FC1719D9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78C2C310-6D00-42F5-BD96-86F886AF2859}">
      <dgm:prSet custT="1"/>
      <dgm:spPr/>
      <dgm:t>
        <a:bodyPr/>
        <a:lstStyle/>
        <a:p>
          <a:r>
            <a:rPr lang="en-IN" sz="2400" dirty="0">
              <a:latin typeface="Casper"/>
            </a:rPr>
            <a:t>Photon-momentum</a:t>
          </a:r>
        </a:p>
      </dgm:t>
    </dgm:pt>
    <dgm:pt modelId="{4A8149D1-3236-4850-A0D4-7F0DC0A74381}" type="parTrans" cxnId="{624FBA61-2E1E-4E96-AE3D-B7A559C08B9F}">
      <dgm:prSet/>
      <dgm:spPr/>
      <dgm:t>
        <a:bodyPr/>
        <a:lstStyle/>
        <a:p>
          <a:endParaRPr lang="en-IN"/>
        </a:p>
      </dgm:t>
    </dgm:pt>
    <dgm:pt modelId="{D41B046A-39EB-471A-9419-32CA90055E30}" type="sibTrans" cxnId="{624FBA61-2E1E-4E96-AE3D-B7A559C08B9F}">
      <dgm:prSet/>
      <dgm:spPr/>
      <dgm:t>
        <a:bodyPr/>
        <a:lstStyle/>
        <a:p>
          <a:endParaRPr lang="en-IN"/>
        </a:p>
      </dgm:t>
    </dgm:pt>
    <dgm:pt modelId="{6AE72F79-9B2C-418C-8931-47980205E39C}">
      <dgm:prSet custT="1"/>
      <dgm:spPr/>
      <dgm:t>
        <a:bodyPr/>
        <a:lstStyle/>
        <a:p>
          <a:r>
            <a:rPr lang="en-IN" sz="2400" dirty="0">
              <a:latin typeface="Casper"/>
            </a:rPr>
            <a:t>Schrodinger’s cat</a:t>
          </a:r>
        </a:p>
      </dgm:t>
    </dgm:pt>
    <dgm:pt modelId="{0F3B83AF-7673-416C-B661-F79AB5A3B7D5}" type="parTrans" cxnId="{5A90B24E-B05A-40A3-A347-EE71804EFA80}">
      <dgm:prSet/>
      <dgm:spPr/>
      <dgm:t>
        <a:bodyPr/>
        <a:lstStyle/>
        <a:p>
          <a:endParaRPr lang="en-IN"/>
        </a:p>
      </dgm:t>
    </dgm:pt>
    <dgm:pt modelId="{BA3463F2-F25B-4788-8224-D4929A4446CF}" type="sibTrans" cxnId="{5A90B24E-B05A-40A3-A347-EE71804EFA80}">
      <dgm:prSet/>
      <dgm:spPr/>
      <dgm:t>
        <a:bodyPr/>
        <a:lstStyle/>
        <a:p>
          <a:endParaRPr lang="en-IN"/>
        </a:p>
      </dgm:t>
    </dgm:pt>
    <dgm:pt modelId="{527E673E-A0A5-45D0-BC3C-DE0DEE525BF2}">
      <dgm:prSet custT="1"/>
      <dgm:spPr/>
      <dgm:t>
        <a:bodyPr/>
        <a:lstStyle/>
        <a:p>
          <a:r>
            <a:rPr lang="en-IN" sz="2400" dirty="0">
              <a:latin typeface="Casper"/>
            </a:rPr>
            <a:t>Introduction</a:t>
          </a:r>
        </a:p>
      </dgm:t>
    </dgm:pt>
    <dgm:pt modelId="{8E777649-E85C-43E8-AEC8-111E2B125ABB}" type="parTrans" cxnId="{83B6BB86-23F9-4587-BE73-B11CF78F5524}">
      <dgm:prSet/>
      <dgm:spPr/>
      <dgm:t>
        <a:bodyPr/>
        <a:lstStyle/>
        <a:p>
          <a:endParaRPr lang="en-IN"/>
        </a:p>
      </dgm:t>
    </dgm:pt>
    <dgm:pt modelId="{859CB368-A51B-4E26-A560-C7DD193A30A5}" type="sibTrans" cxnId="{83B6BB86-23F9-4587-BE73-B11CF78F5524}">
      <dgm:prSet/>
      <dgm:spPr/>
      <dgm:t>
        <a:bodyPr/>
        <a:lstStyle/>
        <a:p>
          <a:endParaRPr lang="en-IN"/>
        </a:p>
      </dgm:t>
    </dgm:pt>
    <dgm:pt modelId="{7A8B024F-0346-4ACE-9B6F-5B8CB6DDA88A}">
      <dgm:prSet custT="1"/>
      <dgm:spPr/>
      <dgm:t>
        <a:bodyPr/>
        <a:lstStyle/>
        <a:p>
          <a:r>
            <a:rPr lang="en-IN" sz="2400" dirty="0">
              <a:latin typeface="Casper"/>
            </a:rPr>
            <a:t>Time-dependent Schrodinger’s equation</a:t>
          </a:r>
        </a:p>
      </dgm:t>
    </dgm:pt>
    <dgm:pt modelId="{BCF82992-D156-4C23-8A4A-7D1C2D0EDBC3}" type="parTrans" cxnId="{0203C5AA-05AD-44AB-AB81-3A812D582A32}">
      <dgm:prSet/>
      <dgm:spPr/>
      <dgm:t>
        <a:bodyPr/>
        <a:lstStyle/>
        <a:p>
          <a:endParaRPr lang="en-IN"/>
        </a:p>
      </dgm:t>
    </dgm:pt>
    <dgm:pt modelId="{221AB210-79DC-4A6E-B590-0F0D123DD2D9}" type="sibTrans" cxnId="{0203C5AA-05AD-44AB-AB81-3A812D582A32}">
      <dgm:prSet/>
      <dgm:spPr/>
      <dgm:t>
        <a:bodyPr/>
        <a:lstStyle/>
        <a:p>
          <a:endParaRPr lang="en-IN"/>
        </a:p>
      </dgm:t>
    </dgm:pt>
    <dgm:pt modelId="{6CC9197F-0EDE-47AC-846F-54406B624218}" type="pres">
      <dgm:prSet presAssocID="{43720F04-4F70-4D64-A29D-B342FC1719D9}" presName="linear" presStyleCnt="0">
        <dgm:presLayoutVars>
          <dgm:animLvl val="lvl"/>
          <dgm:resizeHandles val="exact"/>
        </dgm:presLayoutVars>
      </dgm:prSet>
      <dgm:spPr/>
    </dgm:pt>
    <dgm:pt modelId="{FA068D47-9128-40CC-9FDB-255F7888DD74}" type="pres">
      <dgm:prSet presAssocID="{78C2C310-6D00-42F5-BD96-86F886AF28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C92B666-ED60-4876-A196-98F67D7F1F86}" type="pres">
      <dgm:prSet presAssocID="{D41B046A-39EB-471A-9419-32CA90055E30}" presName="spacer" presStyleCnt="0"/>
      <dgm:spPr/>
    </dgm:pt>
    <dgm:pt modelId="{95EE82A3-9D85-4348-BDCF-41A34F9FDCD9}" type="pres">
      <dgm:prSet presAssocID="{6AE72F79-9B2C-418C-8931-47980205E39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3F56188-1496-4285-9BA9-D6EE1B76986A}" type="pres">
      <dgm:prSet presAssocID="{BA3463F2-F25B-4788-8224-D4929A4446CF}" presName="spacer" presStyleCnt="0"/>
      <dgm:spPr/>
    </dgm:pt>
    <dgm:pt modelId="{39DC17CC-CDC2-40D3-BAA9-46197E8D6CA7}" type="pres">
      <dgm:prSet presAssocID="{527E673E-A0A5-45D0-BC3C-DE0DEE525BF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B2FDEF7-4347-4983-A98E-B9EC1F568272}" type="pres">
      <dgm:prSet presAssocID="{859CB368-A51B-4E26-A560-C7DD193A30A5}" presName="spacer" presStyleCnt="0"/>
      <dgm:spPr/>
    </dgm:pt>
    <dgm:pt modelId="{5E7B9258-0235-467B-9DD2-CD31809899CD}" type="pres">
      <dgm:prSet presAssocID="{7A8B024F-0346-4ACE-9B6F-5B8CB6DDA88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FB5FE05-F88A-4F29-A5FF-A77905A1E555}" type="presOf" srcId="{7A8B024F-0346-4ACE-9B6F-5B8CB6DDA88A}" destId="{5E7B9258-0235-467B-9DD2-CD31809899CD}" srcOrd="0" destOrd="0" presId="urn:microsoft.com/office/officeart/2005/8/layout/vList2"/>
    <dgm:cxn modelId="{624FBA61-2E1E-4E96-AE3D-B7A559C08B9F}" srcId="{43720F04-4F70-4D64-A29D-B342FC1719D9}" destId="{78C2C310-6D00-42F5-BD96-86F886AF2859}" srcOrd="0" destOrd="0" parTransId="{4A8149D1-3236-4850-A0D4-7F0DC0A74381}" sibTransId="{D41B046A-39EB-471A-9419-32CA90055E30}"/>
    <dgm:cxn modelId="{641B5464-44DF-4FF9-A6F2-D72DC0659D5E}" type="presOf" srcId="{43720F04-4F70-4D64-A29D-B342FC1719D9}" destId="{6CC9197F-0EDE-47AC-846F-54406B624218}" srcOrd="0" destOrd="0" presId="urn:microsoft.com/office/officeart/2005/8/layout/vList2"/>
    <dgm:cxn modelId="{5A90B24E-B05A-40A3-A347-EE71804EFA80}" srcId="{43720F04-4F70-4D64-A29D-B342FC1719D9}" destId="{6AE72F79-9B2C-418C-8931-47980205E39C}" srcOrd="1" destOrd="0" parTransId="{0F3B83AF-7673-416C-B661-F79AB5A3B7D5}" sibTransId="{BA3463F2-F25B-4788-8224-D4929A4446CF}"/>
    <dgm:cxn modelId="{83B6BB86-23F9-4587-BE73-B11CF78F5524}" srcId="{43720F04-4F70-4D64-A29D-B342FC1719D9}" destId="{527E673E-A0A5-45D0-BC3C-DE0DEE525BF2}" srcOrd="2" destOrd="0" parTransId="{8E777649-E85C-43E8-AEC8-111E2B125ABB}" sibTransId="{859CB368-A51B-4E26-A560-C7DD193A30A5}"/>
    <dgm:cxn modelId="{5FF27F8E-77C7-4CCE-AB7A-2E2C7B1C287B}" type="presOf" srcId="{78C2C310-6D00-42F5-BD96-86F886AF2859}" destId="{FA068D47-9128-40CC-9FDB-255F7888DD74}" srcOrd="0" destOrd="0" presId="urn:microsoft.com/office/officeart/2005/8/layout/vList2"/>
    <dgm:cxn modelId="{EBBF3E9C-5262-483E-80B9-B7CC0F9ADE24}" type="presOf" srcId="{527E673E-A0A5-45D0-BC3C-DE0DEE525BF2}" destId="{39DC17CC-CDC2-40D3-BAA9-46197E8D6CA7}" srcOrd="0" destOrd="0" presId="urn:microsoft.com/office/officeart/2005/8/layout/vList2"/>
    <dgm:cxn modelId="{0225C2A0-C9DB-4A86-A14C-8E91E0F59C73}" type="presOf" srcId="{6AE72F79-9B2C-418C-8931-47980205E39C}" destId="{95EE82A3-9D85-4348-BDCF-41A34F9FDCD9}" srcOrd="0" destOrd="0" presId="urn:microsoft.com/office/officeart/2005/8/layout/vList2"/>
    <dgm:cxn modelId="{0203C5AA-05AD-44AB-AB81-3A812D582A32}" srcId="{43720F04-4F70-4D64-A29D-B342FC1719D9}" destId="{7A8B024F-0346-4ACE-9B6F-5B8CB6DDA88A}" srcOrd="3" destOrd="0" parTransId="{BCF82992-D156-4C23-8A4A-7D1C2D0EDBC3}" sibTransId="{221AB210-79DC-4A6E-B590-0F0D123DD2D9}"/>
    <dgm:cxn modelId="{1A644FC0-8FDE-4A1A-8E66-F52F2CD17617}" type="presParOf" srcId="{6CC9197F-0EDE-47AC-846F-54406B624218}" destId="{FA068D47-9128-40CC-9FDB-255F7888DD74}" srcOrd="0" destOrd="0" presId="urn:microsoft.com/office/officeart/2005/8/layout/vList2"/>
    <dgm:cxn modelId="{4B6AB386-1488-4E03-BFCB-5C534E63BBF4}" type="presParOf" srcId="{6CC9197F-0EDE-47AC-846F-54406B624218}" destId="{6C92B666-ED60-4876-A196-98F67D7F1F86}" srcOrd="1" destOrd="0" presId="urn:microsoft.com/office/officeart/2005/8/layout/vList2"/>
    <dgm:cxn modelId="{50063B9A-E013-4265-ABD3-8BCD1068D31C}" type="presParOf" srcId="{6CC9197F-0EDE-47AC-846F-54406B624218}" destId="{95EE82A3-9D85-4348-BDCF-41A34F9FDCD9}" srcOrd="2" destOrd="0" presId="urn:microsoft.com/office/officeart/2005/8/layout/vList2"/>
    <dgm:cxn modelId="{734E7FCE-064C-47BA-9995-FD4F3A0E77C7}" type="presParOf" srcId="{6CC9197F-0EDE-47AC-846F-54406B624218}" destId="{C3F56188-1496-4285-9BA9-D6EE1B76986A}" srcOrd="3" destOrd="0" presId="urn:microsoft.com/office/officeart/2005/8/layout/vList2"/>
    <dgm:cxn modelId="{B6A6519A-77B7-4500-BE70-1774D0E4D33C}" type="presParOf" srcId="{6CC9197F-0EDE-47AC-846F-54406B624218}" destId="{39DC17CC-CDC2-40D3-BAA9-46197E8D6CA7}" srcOrd="4" destOrd="0" presId="urn:microsoft.com/office/officeart/2005/8/layout/vList2"/>
    <dgm:cxn modelId="{AC979EFC-4538-46AD-829D-E7CC587E43B4}" type="presParOf" srcId="{6CC9197F-0EDE-47AC-846F-54406B624218}" destId="{8B2FDEF7-4347-4983-A98E-B9EC1F568272}" srcOrd="5" destOrd="0" presId="urn:microsoft.com/office/officeart/2005/8/layout/vList2"/>
    <dgm:cxn modelId="{6E7ADE33-2870-47D8-9FB2-D59ED8E1CF68}" type="presParOf" srcId="{6CC9197F-0EDE-47AC-846F-54406B624218}" destId="{5E7B9258-0235-467B-9DD2-CD31809899C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0B5599-AB67-4D7B-810B-7A3D73FBC18E}">
      <dsp:nvSpPr>
        <dsp:cNvPr id="0" name=""/>
        <dsp:cNvSpPr/>
      </dsp:nvSpPr>
      <dsp:spPr>
        <a:xfrm>
          <a:off x="0" y="18232"/>
          <a:ext cx="6908800" cy="14684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latin typeface="Casper" panose="02000506000000020004"/>
            </a:rPr>
            <a:t>UNIT -3</a:t>
          </a:r>
        </a:p>
      </dsp:txBody>
      <dsp:txXfrm>
        <a:off x="43010" y="61242"/>
        <a:ext cx="5286976" cy="1382466"/>
      </dsp:txXfrm>
    </dsp:sp>
    <dsp:sp modelId="{1391C7A5-C46A-46EF-B914-27DF644706EC}">
      <dsp:nvSpPr>
        <dsp:cNvPr id="0" name=""/>
        <dsp:cNvSpPr/>
      </dsp:nvSpPr>
      <dsp:spPr>
        <a:xfrm>
          <a:off x="609599" y="1755777"/>
          <a:ext cx="6908800" cy="1504951"/>
        </a:xfrm>
        <a:prstGeom prst="roundRect">
          <a:avLst>
            <a:gd name="adj" fmla="val 1000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latin typeface="Casper" panose="02000506000000020004"/>
            </a:rPr>
            <a:t>QUANTUM MECHANICS</a:t>
          </a:r>
        </a:p>
      </dsp:txBody>
      <dsp:txXfrm>
        <a:off x="653678" y="1799856"/>
        <a:ext cx="5232823" cy="1416793"/>
      </dsp:txXfrm>
    </dsp:sp>
    <dsp:sp modelId="{DF9F8172-1EEF-4814-96D1-8216E1DFE46F}">
      <dsp:nvSpPr>
        <dsp:cNvPr id="0" name=""/>
        <dsp:cNvSpPr/>
      </dsp:nvSpPr>
      <dsp:spPr>
        <a:xfrm>
          <a:off x="1219199" y="3511554"/>
          <a:ext cx="6908800" cy="1504951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solidFill>
                <a:schemeClr val="bg1"/>
              </a:solidFill>
              <a:latin typeface="Casper" panose="02000506000000020004"/>
            </a:rPr>
            <a:t>TIME DEPENDENT SCHRODINGER EQUATION </a:t>
          </a:r>
        </a:p>
      </dsp:txBody>
      <dsp:txXfrm>
        <a:off x="1263278" y="3555633"/>
        <a:ext cx="5232823" cy="1416793"/>
      </dsp:txXfrm>
    </dsp:sp>
    <dsp:sp modelId="{E01B2225-1D38-4B75-AC30-F8B8E757FD86}">
      <dsp:nvSpPr>
        <dsp:cNvPr id="0" name=""/>
        <dsp:cNvSpPr/>
      </dsp:nvSpPr>
      <dsp:spPr>
        <a:xfrm>
          <a:off x="5930581" y="1141255"/>
          <a:ext cx="978218" cy="97821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>
        <a:off x="6150680" y="1141255"/>
        <a:ext cx="538020" cy="736109"/>
      </dsp:txXfrm>
    </dsp:sp>
    <dsp:sp modelId="{CE1FCC98-BB05-4596-8BA6-108808B2BF9E}">
      <dsp:nvSpPr>
        <dsp:cNvPr id="0" name=""/>
        <dsp:cNvSpPr/>
      </dsp:nvSpPr>
      <dsp:spPr>
        <a:xfrm>
          <a:off x="6540181" y="2886999"/>
          <a:ext cx="978218" cy="97821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>
        <a:off x="6760280" y="2886999"/>
        <a:ext cx="538020" cy="7361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551E23-589A-45F0-8426-E97134164F2F}">
      <dsp:nvSpPr>
        <dsp:cNvPr id="0" name=""/>
        <dsp:cNvSpPr/>
      </dsp:nvSpPr>
      <dsp:spPr>
        <a:xfrm>
          <a:off x="0" y="4149"/>
          <a:ext cx="10515600" cy="9734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Casper"/>
            </a:rPr>
            <a:t>Introduction</a:t>
          </a:r>
        </a:p>
      </dsp:txBody>
      <dsp:txXfrm>
        <a:off x="47519" y="51668"/>
        <a:ext cx="10420562" cy="878402"/>
      </dsp:txXfrm>
    </dsp:sp>
    <dsp:sp modelId="{01DFC22C-8489-49B1-BD2B-6C72CE4B61D9}">
      <dsp:nvSpPr>
        <dsp:cNvPr id="0" name=""/>
        <dsp:cNvSpPr/>
      </dsp:nvSpPr>
      <dsp:spPr>
        <a:xfrm>
          <a:off x="0" y="1127349"/>
          <a:ext cx="10515600" cy="9734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>
              <a:latin typeface="Casper"/>
            </a:rPr>
            <a:t>Benefits </a:t>
          </a:r>
        </a:p>
      </dsp:txBody>
      <dsp:txXfrm>
        <a:off x="47519" y="1174868"/>
        <a:ext cx="10420562" cy="878402"/>
      </dsp:txXfrm>
    </dsp:sp>
    <dsp:sp modelId="{DD164C9D-BBF7-4ABF-8BE5-764FCA480DA3}">
      <dsp:nvSpPr>
        <dsp:cNvPr id="0" name=""/>
        <dsp:cNvSpPr/>
      </dsp:nvSpPr>
      <dsp:spPr>
        <a:xfrm>
          <a:off x="0" y="2250549"/>
          <a:ext cx="10515600" cy="9734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Casper"/>
            </a:rPr>
            <a:t>History</a:t>
          </a:r>
        </a:p>
      </dsp:txBody>
      <dsp:txXfrm>
        <a:off x="47519" y="2298068"/>
        <a:ext cx="10420562" cy="878402"/>
      </dsp:txXfrm>
    </dsp:sp>
    <dsp:sp modelId="{983EF70A-DB3E-4FBF-B0AD-328D1B8FF913}">
      <dsp:nvSpPr>
        <dsp:cNvPr id="0" name=""/>
        <dsp:cNvSpPr/>
      </dsp:nvSpPr>
      <dsp:spPr>
        <a:xfrm>
          <a:off x="0" y="3373749"/>
          <a:ext cx="10515600" cy="9734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Casper"/>
            </a:rPr>
            <a:t>Applications </a:t>
          </a:r>
        </a:p>
      </dsp:txBody>
      <dsp:txXfrm>
        <a:off x="47519" y="3421268"/>
        <a:ext cx="10420562" cy="8784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3804D2-D44E-44EA-9FF5-99F97DCCD10A}">
      <dsp:nvSpPr>
        <dsp:cNvPr id="0" name=""/>
        <dsp:cNvSpPr/>
      </dsp:nvSpPr>
      <dsp:spPr>
        <a:xfrm>
          <a:off x="2773" y="16078"/>
          <a:ext cx="2704623" cy="108184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Casper" panose="02000506000000020004"/>
              <a:cs typeface="Times New Roman" panose="02020603050405020304" pitchFamily="18" charset="0"/>
            </a:rPr>
            <a:t>1</a:t>
          </a:r>
        </a:p>
      </dsp:txBody>
      <dsp:txXfrm>
        <a:off x="2773" y="16078"/>
        <a:ext cx="2704623" cy="1081849"/>
      </dsp:txXfrm>
    </dsp:sp>
    <dsp:sp modelId="{BD2EE0C5-FA31-483E-B76D-6DC608645EA8}">
      <dsp:nvSpPr>
        <dsp:cNvPr id="0" name=""/>
        <dsp:cNvSpPr/>
      </dsp:nvSpPr>
      <dsp:spPr>
        <a:xfrm>
          <a:off x="2773" y="1097927"/>
          <a:ext cx="2704623" cy="281088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ctr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Casper" panose="02000506000000020004"/>
              <a:cs typeface="Times New Roman" panose="02020603050405020304" pitchFamily="18" charset="0"/>
            </a:rPr>
            <a:t>Students will learn about wave function.</a:t>
          </a:r>
        </a:p>
      </dsp:txBody>
      <dsp:txXfrm>
        <a:off x="2773" y="1097927"/>
        <a:ext cx="2704623" cy="2810880"/>
      </dsp:txXfrm>
    </dsp:sp>
    <dsp:sp modelId="{C9DA09FE-968E-4451-896D-DECC9E9C2589}">
      <dsp:nvSpPr>
        <dsp:cNvPr id="0" name=""/>
        <dsp:cNvSpPr/>
      </dsp:nvSpPr>
      <dsp:spPr>
        <a:xfrm>
          <a:off x="3086045" y="16078"/>
          <a:ext cx="2704623" cy="108184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>
              <a:latin typeface="Casper" panose="02000506000000020004"/>
              <a:cs typeface="Times New Roman" panose="02020603050405020304" pitchFamily="18" charset="0"/>
            </a:rPr>
            <a:t>2</a:t>
          </a:r>
        </a:p>
      </dsp:txBody>
      <dsp:txXfrm>
        <a:off x="3086045" y="16078"/>
        <a:ext cx="2704623" cy="1081849"/>
      </dsp:txXfrm>
    </dsp:sp>
    <dsp:sp modelId="{F18E9830-D2CB-43E8-AB8E-05B2ABB8544E}">
      <dsp:nvSpPr>
        <dsp:cNvPr id="0" name=""/>
        <dsp:cNvSpPr/>
      </dsp:nvSpPr>
      <dsp:spPr>
        <a:xfrm>
          <a:off x="3086045" y="1097927"/>
          <a:ext cx="2704623" cy="281088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ctr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Casper" panose="02000506000000020004"/>
              <a:cs typeface="Times New Roman" panose="02020603050405020304" pitchFamily="18" charset="0"/>
            </a:rPr>
            <a:t>Students will learn about different quantum variables.</a:t>
          </a:r>
        </a:p>
      </dsp:txBody>
      <dsp:txXfrm>
        <a:off x="3086045" y="1097927"/>
        <a:ext cx="2704623" cy="2810880"/>
      </dsp:txXfrm>
    </dsp:sp>
    <dsp:sp modelId="{AC12C961-00F2-45E6-B9B9-7B8C991E8799}">
      <dsp:nvSpPr>
        <dsp:cNvPr id="0" name=""/>
        <dsp:cNvSpPr/>
      </dsp:nvSpPr>
      <dsp:spPr>
        <a:xfrm>
          <a:off x="6169316" y="16078"/>
          <a:ext cx="2704623" cy="108184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Casper" panose="02000506000000020004"/>
              <a:cs typeface="Times New Roman" panose="02020603050405020304" pitchFamily="18" charset="0"/>
            </a:rPr>
            <a:t>3</a:t>
          </a:r>
        </a:p>
      </dsp:txBody>
      <dsp:txXfrm>
        <a:off x="6169316" y="16078"/>
        <a:ext cx="2704623" cy="1081849"/>
      </dsp:txXfrm>
    </dsp:sp>
    <dsp:sp modelId="{67DE4BD6-AAFE-4A2D-A02B-0CA2C8D040F6}">
      <dsp:nvSpPr>
        <dsp:cNvPr id="0" name=""/>
        <dsp:cNvSpPr/>
      </dsp:nvSpPr>
      <dsp:spPr>
        <a:xfrm>
          <a:off x="6169316" y="1097927"/>
          <a:ext cx="2704623" cy="281088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ctr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Casper" panose="02000506000000020004"/>
              <a:cs typeface="Times New Roman" panose="02020603050405020304" pitchFamily="18" charset="0"/>
            </a:rPr>
            <a:t>Derive time dependent equation.</a:t>
          </a:r>
        </a:p>
      </dsp:txBody>
      <dsp:txXfrm>
        <a:off x="6169316" y="1097927"/>
        <a:ext cx="2704623" cy="28108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068D47-9128-40CC-9FDB-255F7888DD74}">
      <dsp:nvSpPr>
        <dsp:cNvPr id="0" name=""/>
        <dsp:cNvSpPr/>
      </dsp:nvSpPr>
      <dsp:spPr>
        <a:xfrm>
          <a:off x="0" y="4149"/>
          <a:ext cx="10515600" cy="9734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Casper"/>
            </a:rPr>
            <a:t>Photon-momentum</a:t>
          </a:r>
        </a:p>
      </dsp:txBody>
      <dsp:txXfrm>
        <a:off x="47519" y="51668"/>
        <a:ext cx="10420562" cy="878402"/>
      </dsp:txXfrm>
    </dsp:sp>
    <dsp:sp modelId="{95EE82A3-9D85-4348-BDCF-41A34F9FDCD9}">
      <dsp:nvSpPr>
        <dsp:cNvPr id="0" name=""/>
        <dsp:cNvSpPr/>
      </dsp:nvSpPr>
      <dsp:spPr>
        <a:xfrm>
          <a:off x="0" y="1127349"/>
          <a:ext cx="10515600" cy="9734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Casper"/>
            </a:rPr>
            <a:t>Schrodinger’s cat</a:t>
          </a:r>
        </a:p>
      </dsp:txBody>
      <dsp:txXfrm>
        <a:off x="47519" y="1174868"/>
        <a:ext cx="10420562" cy="878402"/>
      </dsp:txXfrm>
    </dsp:sp>
    <dsp:sp modelId="{39DC17CC-CDC2-40D3-BAA9-46197E8D6CA7}">
      <dsp:nvSpPr>
        <dsp:cNvPr id="0" name=""/>
        <dsp:cNvSpPr/>
      </dsp:nvSpPr>
      <dsp:spPr>
        <a:xfrm>
          <a:off x="0" y="2250549"/>
          <a:ext cx="10515600" cy="9734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Casper"/>
            </a:rPr>
            <a:t>Introduction</a:t>
          </a:r>
        </a:p>
      </dsp:txBody>
      <dsp:txXfrm>
        <a:off x="47519" y="2298068"/>
        <a:ext cx="10420562" cy="878402"/>
      </dsp:txXfrm>
    </dsp:sp>
    <dsp:sp modelId="{5E7B9258-0235-467B-9DD2-CD31809899CD}">
      <dsp:nvSpPr>
        <dsp:cNvPr id="0" name=""/>
        <dsp:cNvSpPr/>
      </dsp:nvSpPr>
      <dsp:spPr>
        <a:xfrm>
          <a:off x="0" y="3373749"/>
          <a:ext cx="10515600" cy="9734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Casper"/>
            </a:rPr>
            <a:t>Time-dependent Schrodinger’s equation</a:t>
          </a:r>
        </a:p>
      </dsp:txBody>
      <dsp:txXfrm>
        <a:off x="47519" y="3421268"/>
        <a:ext cx="10420562" cy="8784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y6RspNw80E" TargetMode="External"/><Relationship Id="rId2" Type="http://schemas.openxmlformats.org/officeDocument/2006/relationships/hyperlink" Target="https://www.youtube.com/watch?v=QeUMFo8sODk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vergil.chemistry.gatech.edu/notes/quantrev/node9.html" TargetMode="External"/><Relationship Id="rId2" Type="http://schemas.openxmlformats.org/officeDocument/2006/relationships/hyperlink" Target="http://physics.mq.edu.au/~jcresser/Phys201/LectureNotes/SchrodingerEqn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ritannica.com/science/quantum-mechanics-physics/Time-dependent-Schrodinger-equation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1" y="4718027"/>
            <a:ext cx="1219200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7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335292" y="5741723"/>
            <a:ext cx="4912783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 3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QUANTUM MECHANICS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778182" y="793628"/>
            <a:ext cx="8306633" cy="6915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:UIE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DEPARTMENT: ALL ACADEMIC UNITS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(All Sections)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and Code: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Physics 23SPH-141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</a:t>
            </a:r>
            <a:r>
              <a:rPr lang="en-US" sz="28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by: Ms. </a:t>
            </a:r>
            <a:r>
              <a:rPr lang="en-US" sz="2800" dirty="0" err="1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Arminder</a:t>
            </a:r>
            <a:endParaRPr lang="en-US" sz="2800" dirty="0">
              <a:latin typeface="Times New Roman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59166" y="6356350"/>
            <a:ext cx="223234" cy="365125"/>
          </a:xfrm>
          <a:ln>
            <a:solidFill>
              <a:schemeClr val="accent1"/>
            </a:solidFill>
          </a:ln>
        </p:spPr>
        <p:txBody>
          <a:bodyPr/>
          <a:lstStyle/>
          <a:p>
            <a:fld id="{BDCDBBEF-AA6C-4BA6-85B2-A17D7F280E38}" type="slidenum">
              <a:rPr lang="en-US" smtClean="0"/>
              <a:t>2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6EF3AC-12D8-4376-826F-0CDE220D0DD9}"/>
              </a:ext>
            </a:extLst>
          </p:cNvPr>
          <p:cNvSpPr txBox="1"/>
          <p:nvPr/>
        </p:nvSpPr>
        <p:spPr>
          <a:xfrm>
            <a:off x="1519707" y="200819"/>
            <a:ext cx="10062693" cy="769441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Casper Bold"/>
              </a:rPr>
              <a:t>COURSE 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9E0D1A-55C5-463F-89FE-BD77E41FFD1A}"/>
              </a:ext>
            </a:extLst>
          </p:cNvPr>
          <p:cNvSpPr/>
          <p:nvPr/>
        </p:nvSpPr>
        <p:spPr>
          <a:xfrm>
            <a:off x="1210092" y="1837121"/>
            <a:ext cx="10241791" cy="42142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The course is designed to make the students industry ready to contribute in the growing demand of the industry at local, national and international level.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It will make the students competent to understand basic concepts and applications of advanced engineering physics and apply its principles in their respective fields at global platform.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It will enhance the skill level of the students and shall make them preferred choice for getting employment in industry and research labs.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It will give thorough knowledge of the discipline to enable students to disseminate knowledge in pursuing excellence in academic areas.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endParaRPr lang="en-IN" sz="2400" dirty="0">
              <a:effectLst/>
              <a:latin typeface="Casper" panose="02000506000000020004"/>
              <a:ea typeface="Times New Roman" panose="02020603050405020304" pitchFamily="18" charset="0"/>
            </a:endParaRPr>
          </a:p>
          <a:p>
            <a:pPr marR="38100" lvl="0" algn="just">
              <a:lnSpc>
                <a:spcPct val="93000"/>
              </a:lnSpc>
              <a:spcAft>
                <a:spcPts val="0"/>
              </a:spcAft>
              <a:tabLst>
                <a:tab pos="330200" algn="l"/>
              </a:tabLst>
            </a:pPr>
            <a:endParaRPr lang="en-IN" sz="2400" dirty="0">
              <a:effectLst/>
              <a:latin typeface="Casper" panose="02000506000000020004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096394" y="256020"/>
            <a:ext cx="850791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Casper" panose="02000506000000020004"/>
                <a:cs typeface="Times New Roman" pitchFamily="18" charset="0"/>
              </a:rPr>
              <a:t>COURSE OUTCOME</a:t>
            </a:r>
            <a:endParaRPr lang="en-US" sz="4400" b="1" dirty="0">
              <a:latin typeface="Casper" panose="02000506000000020004"/>
            </a:endParaRPr>
          </a:p>
          <a:p>
            <a:r>
              <a:rPr lang="en-US" sz="2400" b="1" dirty="0">
                <a:latin typeface="Casper" panose="02000506000000020004"/>
              </a:rPr>
              <a:t>       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95992" y="75716"/>
            <a:ext cx="1115616" cy="461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488068"/>
              </p:ext>
            </p:extLst>
          </p:nvPr>
        </p:nvGraphicFramePr>
        <p:xfrm>
          <a:off x="177421" y="2096487"/>
          <a:ext cx="5477164" cy="463739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43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1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9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CO Number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Title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completion of this course, the students are expected to learn</a:t>
                      </a:r>
                      <a:endParaRPr lang="en-US" sz="12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Level 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Quote the basic fundamental concepts of lasers, optical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crystallography, ultrasonic oscillations, semiconductor physics, quantum mechanics and nanotechnology.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Remember, Understand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6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Demonstrate the working of various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components, semiconductor devices; explain the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behaviour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of crystalline solids,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-scale systems.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Solve problems by applying principles related to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semiconductors, oscillations,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nanoscience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Applying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Compare various lasers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semiconducting devices, crystalline materials, structures at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nanoscale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on the basis of their properties for industrial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6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Develop various systems using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nanomaterials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for futuristic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</a:rPr>
                        <a:t>Design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6" descr="Image result for quantum physic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323" y="1992205"/>
            <a:ext cx="5164477" cy="4408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6253443" y="6495532"/>
            <a:ext cx="32069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asper"/>
              </a:rPr>
              <a:t>Figure 1 Quantum Theory [1]</a:t>
            </a:r>
          </a:p>
        </p:txBody>
      </p:sp>
    </p:spTree>
    <p:extLst>
      <p:ext uri="{BB962C8B-B14F-4D97-AF65-F5344CB8AC3E}">
        <p14:creationId xmlns:p14="http://schemas.microsoft.com/office/powerpoint/2010/main" val="2446018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AC7EE2D-EA09-47AE-8E42-93B7EFA7BE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3986919"/>
              </p:ext>
            </p:extLst>
          </p:nvPr>
        </p:nvGraphicFramePr>
        <p:xfrm>
          <a:off x="2250059" y="1310186"/>
          <a:ext cx="8128000" cy="5016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DD4BA6F-458C-471C-8C28-91ED72EAB6B6}"/>
              </a:ext>
            </a:extLst>
          </p:cNvPr>
          <p:cNvSpPr txBox="1"/>
          <p:nvPr/>
        </p:nvSpPr>
        <p:spPr>
          <a:xfrm>
            <a:off x="1416676" y="259122"/>
            <a:ext cx="10045521" cy="76944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Casper Bold" panose="02000806040000020004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261593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4C284-BDD5-4A66-9C2A-E358AD6D4C5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"/>
              </a:rPr>
              <a:t>CONTENT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F47E311-C9CE-4D4A-B67C-8535566A39A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12548-F6D4-4E31-864E-40E497752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88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16B0E-1F9E-4AB3-A8DB-9B8EC1A15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890" y="365125"/>
            <a:ext cx="10070910" cy="1095185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" panose="02000506000000020004"/>
              </a:rPr>
              <a:t>LECTURE OBJECTIVE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A666C-B06C-4C5F-A5D3-460C93A56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172C58D-3668-4734-81CF-787DC9A610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029924"/>
              </p:ext>
            </p:extLst>
          </p:nvPr>
        </p:nvGraphicFramePr>
        <p:xfrm>
          <a:off x="1645920" y="1828800"/>
          <a:ext cx="8876714" cy="3924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1185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4776" y="304091"/>
            <a:ext cx="9989024" cy="977120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 CONTENT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93E4609-49EF-46D7-B0B0-5484D1D96F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8277191"/>
              </p:ext>
            </p:extLst>
          </p:nvPr>
        </p:nvGraphicFramePr>
        <p:xfrm>
          <a:off x="838200" y="16431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38F8C-EABA-45ED-8AB0-2DC5725D8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584E6C8-C747-4BF5-AA61-FDE2771A17DC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38200" y="210142"/>
            <a:ext cx="10515600" cy="132556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b="1" dirty="0">
                <a:latin typeface="Casper"/>
              </a:rPr>
              <a:t>PHOTON MOMENTUM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1AB1C7-7965-475C-8E11-6117BB2B8F04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2286908" cy="940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400" dirty="0">
                <a:latin typeface="Casper"/>
              </a:rPr>
              <a:t>IN FREE SPACE:</a:t>
            </a:r>
          </a:p>
          <a:p>
            <a:pPr eaLnBrk="1" hangingPunct="1"/>
            <a:endParaRPr lang="en-US" altLang="en-US" dirty="0"/>
          </a:p>
        </p:txBody>
      </p:sp>
      <p:pic>
        <p:nvPicPr>
          <p:cNvPr id="7" name="Picture 1" descr="latex-image-1.pdf">
            <a:extLst>
              <a:ext uri="{FF2B5EF4-FFF2-40B4-BE49-F238E27FC236}">
                <a16:creationId xmlns:a16="http://schemas.microsoft.com/office/drawing/2014/main" id="{B9AEA361-1442-42EF-AA42-8F336491F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713" y="2322513"/>
            <a:ext cx="57531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DD758052-980E-4678-9308-8A813F61B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925" y="4046376"/>
            <a:ext cx="31536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400" dirty="0">
                <a:latin typeface="Casper"/>
              </a:rPr>
              <a:t>IN OPTICAL MATERIALS</a:t>
            </a:r>
            <a:r>
              <a:rPr lang="en-US" altLang="en-US" dirty="0"/>
              <a:t>:</a:t>
            </a:r>
          </a:p>
        </p:txBody>
      </p:sp>
      <p:pic>
        <p:nvPicPr>
          <p:cNvPr id="9" name="Picture 2" descr="latex-image-1.pdf">
            <a:extLst>
              <a:ext uri="{FF2B5EF4-FFF2-40B4-BE49-F238E27FC236}">
                <a16:creationId xmlns:a16="http://schemas.microsoft.com/office/drawing/2014/main" id="{6CC80054-9CC5-454D-8D27-1A4C41793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876800"/>
            <a:ext cx="68961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6173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2232-DC3D-46DF-A18D-9610697A579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FF0000"/>
            </a:solidFill>
          </a:ln>
        </p:spPr>
        <p:txBody>
          <a:bodyPr/>
          <a:lstStyle/>
          <a:p>
            <a:r>
              <a:rPr lang="en-IN" b="1" dirty="0">
                <a:latin typeface="Casper"/>
              </a:rPr>
              <a:t>SCHRODINGER EQUATION-INTRODUCTION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AA5F9-1870-4B13-BC01-5574A3041EBA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Casper"/>
              </a:rPr>
              <a:t>Schrödinger Equation is a mathematical expression which describes the change of a physical quantity over time in which the quantum effects like wave-particle duality are significant. The Schrödinger Equation has two forms the time-dependent Schrödinger Equation and the time-independent Schrödinger Equation. 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98048-6653-4E14-91D6-8AC2EA846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152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7E082-AE82-408A-9514-A1B00F1EC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8854"/>
            <a:ext cx="10515600" cy="1325563"/>
          </a:xfrm>
          <a:ln>
            <a:solidFill>
              <a:srgbClr val="FF0000"/>
            </a:solidFill>
          </a:ln>
        </p:spPr>
        <p:txBody>
          <a:bodyPr>
            <a:normAutofit fontScale="90000"/>
          </a:bodyPr>
          <a:lstStyle/>
          <a:p>
            <a:br>
              <a:rPr lang="en-IN" b="1" dirty="0">
                <a:latin typeface="Casper"/>
              </a:rPr>
            </a:br>
            <a:r>
              <a:rPr lang="en-IN" b="1" dirty="0">
                <a:latin typeface="Casper"/>
              </a:rPr>
              <a:t>TIME DEPENDENT SCHRODINGER EQUATION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FB351-B0B8-472F-83A7-A0D1D08ACB0D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Casper"/>
              </a:rPr>
              <a:t>It was observed that the wave function of a particle of fixed energy E could most naturally be written as a linear combination of wave functions of the form</a:t>
            </a:r>
          </a:p>
          <a:p>
            <a:pPr marL="0" indent="0" algn="ctr">
              <a:buNone/>
            </a:pPr>
            <a:r>
              <a:rPr lang="en-IN" sz="2400" dirty="0">
                <a:latin typeface="Casper"/>
              </a:rPr>
              <a:t>Ψ(</a:t>
            </a:r>
            <a:r>
              <a:rPr lang="en-IN" sz="2400" dirty="0" err="1">
                <a:latin typeface="Casper"/>
              </a:rPr>
              <a:t>x,t</a:t>
            </a:r>
            <a:r>
              <a:rPr lang="en-IN" sz="2400" dirty="0">
                <a:latin typeface="Casper"/>
              </a:rPr>
              <a:t>) = </a:t>
            </a:r>
            <a:r>
              <a:rPr lang="en-IN" sz="2400" dirty="0" err="1">
                <a:latin typeface="Casper"/>
              </a:rPr>
              <a:t>Ae</a:t>
            </a:r>
            <a:r>
              <a:rPr lang="en-IN" sz="2400" baseline="30000" dirty="0" err="1">
                <a:latin typeface="Casper"/>
              </a:rPr>
              <a:t>i</a:t>
            </a:r>
            <a:r>
              <a:rPr lang="en-IN" sz="2400" baseline="30000" dirty="0">
                <a:latin typeface="Casper"/>
              </a:rPr>
              <a:t>(</a:t>
            </a:r>
            <a:r>
              <a:rPr lang="en-IN" sz="2400" baseline="30000" dirty="0" err="1">
                <a:latin typeface="Casper"/>
              </a:rPr>
              <a:t>kx−ωt</a:t>
            </a:r>
            <a:r>
              <a:rPr lang="en-IN" sz="2400" baseline="30000" dirty="0">
                <a:latin typeface="Casper"/>
              </a:rPr>
              <a:t>)</a:t>
            </a:r>
            <a:endParaRPr lang="en-IN" sz="2400" dirty="0">
              <a:latin typeface="Casper"/>
            </a:endParaRPr>
          </a:p>
          <a:p>
            <a:pPr marL="0" indent="0">
              <a:buNone/>
            </a:pPr>
            <a:r>
              <a:rPr lang="en-IN" sz="2400" dirty="0">
                <a:latin typeface="Casper"/>
              </a:rPr>
              <a:t>representing a wave travelling in the positive x direction, and a corresponding wave travelling in the opposite direction, so giving rise to a standing wave.</a:t>
            </a:r>
          </a:p>
          <a:p>
            <a:pPr marL="0" indent="0">
              <a:buNone/>
            </a:pPr>
            <a:r>
              <a:rPr lang="en-IN" sz="2400" dirty="0">
                <a:latin typeface="Casper"/>
              </a:rPr>
              <a:t>for a free particle of momentum p = </a:t>
            </a:r>
            <a:r>
              <a:rPr lang="en-IN" sz="2400" dirty="0" err="1">
                <a:latin typeface="Casper"/>
              </a:rPr>
              <a:t>ℏk</a:t>
            </a:r>
            <a:r>
              <a:rPr lang="en-IN" sz="2400" dirty="0">
                <a:latin typeface="Casper"/>
              </a:rPr>
              <a:t> and energy E = </a:t>
            </a:r>
            <a:r>
              <a:rPr lang="en-IN" sz="2400" dirty="0" err="1">
                <a:latin typeface="Casper"/>
              </a:rPr>
              <a:t>ℏω</a:t>
            </a:r>
            <a:r>
              <a:rPr lang="en-IN" sz="2400" dirty="0">
                <a:latin typeface="Casper"/>
              </a:rPr>
              <a:t>. With this in mind, we can then note that </a:t>
            </a:r>
          </a:p>
          <a:p>
            <a:pPr marL="0" indent="0" algn="ctr">
              <a:buNone/>
            </a:pPr>
            <a:r>
              <a:rPr lang="en-IN" sz="2400" dirty="0">
                <a:latin typeface="Casper"/>
              </a:rPr>
              <a:t>∂</a:t>
            </a:r>
            <a:r>
              <a:rPr lang="en-IN" sz="2400" baseline="30000" dirty="0">
                <a:latin typeface="Casper"/>
              </a:rPr>
              <a:t>2</a:t>
            </a:r>
            <a:r>
              <a:rPr lang="en-IN" sz="2400" dirty="0">
                <a:latin typeface="Casper"/>
              </a:rPr>
              <a:t>Ψ /∂x</a:t>
            </a:r>
            <a:r>
              <a:rPr lang="en-IN" sz="2400" baseline="30000" dirty="0">
                <a:latin typeface="Casper"/>
              </a:rPr>
              <a:t>2</a:t>
            </a:r>
            <a:r>
              <a:rPr lang="en-IN" sz="2400" dirty="0">
                <a:latin typeface="Casper"/>
              </a:rPr>
              <a:t> = −k</a:t>
            </a:r>
            <a:r>
              <a:rPr lang="en-IN" sz="2400" baseline="30000" dirty="0">
                <a:latin typeface="Casper"/>
              </a:rPr>
              <a:t>2</a:t>
            </a:r>
            <a:r>
              <a:rPr lang="en-IN" sz="2400" dirty="0">
                <a:latin typeface="Casper"/>
              </a:rPr>
              <a:t>Ψ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1212D-E661-4A53-BFA4-32D63A4AD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865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F3855-6C75-47F9-AD21-42534EA734C8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sz="2400" dirty="0">
                <a:latin typeface="Casper"/>
              </a:rPr>
              <a:t>which can be written, using E = p</a:t>
            </a:r>
            <a:r>
              <a:rPr lang="en-IN" sz="2400" baseline="30000" dirty="0">
                <a:latin typeface="Casper"/>
              </a:rPr>
              <a:t>2</a:t>
            </a:r>
            <a:r>
              <a:rPr lang="en-IN" sz="2400" dirty="0">
                <a:latin typeface="Casper"/>
              </a:rPr>
              <a:t>/2m = ℏ</a:t>
            </a:r>
            <a:r>
              <a:rPr lang="en-IN" sz="2400" baseline="30000" dirty="0">
                <a:latin typeface="Casper"/>
              </a:rPr>
              <a:t>2</a:t>
            </a:r>
            <a:r>
              <a:rPr lang="en-IN" sz="2400" dirty="0">
                <a:latin typeface="Casper"/>
              </a:rPr>
              <a:t>k</a:t>
            </a:r>
            <a:r>
              <a:rPr lang="en-IN" sz="2400" baseline="30000" dirty="0">
                <a:latin typeface="Casper"/>
              </a:rPr>
              <a:t>2</a:t>
            </a:r>
            <a:r>
              <a:rPr lang="en-IN" sz="2400" dirty="0">
                <a:latin typeface="Casper"/>
              </a:rPr>
              <a:t>/2m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IN" sz="2400" dirty="0">
                <a:latin typeface="Casper"/>
              </a:rPr>
              <a:t>-ℏ</a:t>
            </a:r>
            <a:r>
              <a:rPr lang="en-IN" sz="2400" baseline="30000" dirty="0">
                <a:latin typeface="Casper"/>
              </a:rPr>
              <a:t>2</a:t>
            </a:r>
            <a:r>
              <a:rPr lang="en-IN" sz="2400" dirty="0">
                <a:latin typeface="Casper"/>
              </a:rPr>
              <a:t> /2m ∂</a:t>
            </a:r>
            <a:r>
              <a:rPr lang="en-IN" sz="2400" baseline="30000" dirty="0">
                <a:latin typeface="Casper"/>
              </a:rPr>
              <a:t>2</a:t>
            </a:r>
            <a:r>
              <a:rPr lang="en-IN" sz="2400" dirty="0">
                <a:latin typeface="Casper"/>
              </a:rPr>
              <a:t>Ψ /∂x</a:t>
            </a:r>
            <a:r>
              <a:rPr lang="en-IN" sz="2400" baseline="30000" dirty="0">
                <a:latin typeface="Casper"/>
              </a:rPr>
              <a:t>2</a:t>
            </a:r>
            <a:r>
              <a:rPr lang="en-IN" sz="2400" dirty="0">
                <a:latin typeface="Casper"/>
              </a:rPr>
              <a:t> = p</a:t>
            </a:r>
            <a:r>
              <a:rPr lang="en-IN" sz="2400" baseline="30000" dirty="0">
                <a:latin typeface="Casper"/>
              </a:rPr>
              <a:t>2</a:t>
            </a:r>
            <a:r>
              <a:rPr lang="en-IN" sz="2400" dirty="0">
                <a:latin typeface="Casper"/>
              </a:rPr>
              <a:t>/ 2m Ψ………. (1)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IN" sz="2400" dirty="0">
                <a:latin typeface="Casper"/>
              </a:rPr>
              <a:t>Similarly, ∂Ψ/ ∂t = −</a:t>
            </a:r>
            <a:r>
              <a:rPr lang="en-IN" sz="2400" dirty="0" err="1">
                <a:latin typeface="Casper"/>
              </a:rPr>
              <a:t>iωΨ</a:t>
            </a:r>
            <a:endParaRPr lang="en-IN" sz="2400" dirty="0">
              <a:latin typeface="Casper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IN" sz="2400" dirty="0">
                <a:latin typeface="Casper"/>
              </a:rPr>
              <a:t>which can be written, using E = </a:t>
            </a:r>
            <a:r>
              <a:rPr lang="en-IN" sz="2400" dirty="0" err="1">
                <a:latin typeface="Casper"/>
              </a:rPr>
              <a:t>ℏω</a:t>
            </a:r>
            <a:endParaRPr lang="en-IN" sz="2400" dirty="0">
              <a:latin typeface="Casper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IN" sz="2400" dirty="0" err="1">
                <a:latin typeface="Casper"/>
              </a:rPr>
              <a:t>iℏ</a:t>
            </a:r>
            <a:r>
              <a:rPr lang="en-IN" sz="2400" dirty="0">
                <a:latin typeface="Casper"/>
              </a:rPr>
              <a:t> ∂Ψ/ ∂t =   = EΨ………..(2)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C0FBF-5EE5-477C-8746-AFE034E5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EDBF3F4-00A7-4E7B-B1EF-8F7CD38EE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8854"/>
            <a:ext cx="10515600" cy="1325563"/>
          </a:xfrm>
          <a:ln>
            <a:solidFill>
              <a:srgbClr val="FF0000"/>
            </a:solidFill>
          </a:ln>
        </p:spPr>
        <p:txBody>
          <a:bodyPr>
            <a:normAutofit fontScale="90000"/>
          </a:bodyPr>
          <a:lstStyle/>
          <a:p>
            <a:br>
              <a:rPr lang="en-IN" b="1" dirty="0">
                <a:latin typeface="Casper"/>
              </a:rPr>
            </a:br>
            <a:r>
              <a:rPr lang="en-IN" b="1" dirty="0">
                <a:latin typeface="Casper"/>
              </a:rPr>
              <a:t>TIME DEPENDENT SCHRODINGER EQUATION</a:t>
            </a:r>
            <a:br>
              <a:rPr lang="en-IN" dirty="0">
                <a:latin typeface="Casper"/>
              </a:rPr>
            </a:br>
            <a:endParaRPr lang="en-IN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636783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9A8F3-BDAC-434B-894E-1F642CA70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AE8F60-C6CB-49B6-9E63-5F7AEB067E6B}"/>
              </a:ext>
            </a:extLst>
          </p:cNvPr>
          <p:cNvSpPr/>
          <p:nvPr/>
        </p:nvSpPr>
        <p:spPr>
          <a:xfrm>
            <a:off x="838200" y="1761976"/>
            <a:ext cx="10690274" cy="31128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sz="2400" dirty="0">
                <a:latin typeface="Casper"/>
                <a:ea typeface="Calibri" panose="020F0502020204030204" pitchFamily="34" charset="0"/>
                <a:cs typeface="Times New Roman" panose="02020603050405020304" pitchFamily="18" charset="0"/>
              </a:rPr>
              <a:t>We now generalize this to the situation in which there is both a kinetic energy and a potential energy present, then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sz="2400" dirty="0">
                <a:latin typeface="Casper"/>
                <a:ea typeface="Calibri" panose="020F0502020204030204" pitchFamily="34" charset="0"/>
                <a:cs typeface="Times New Roman" panose="02020603050405020304" pitchFamily="18" charset="0"/>
              </a:rPr>
              <a:t>E = p</a:t>
            </a:r>
            <a:r>
              <a:rPr lang="en-IN" sz="2400" baseline="30000" dirty="0">
                <a:latin typeface="Casper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sz="2400" dirty="0">
                <a:latin typeface="Casper"/>
                <a:ea typeface="Calibri" panose="020F0502020204030204" pitchFamily="34" charset="0"/>
                <a:cs typeface="Times New Roman" panose="02020603050405020304" pitchFamily="18" charset="0"/>
              </a:rPr>
              <a:t>/2m + V (x)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sz="2400" dirty="0">
                <a:latin typeface="Casper"/>
                <a:ea typeface="Calibri" panose="020F0502020204030204" pitchFamily="34" charset="0"/>
                <a:cs typeface="Times New Roman" panose="02020603050405020304" pitchFamily="18" charset="0"/>
              </a:rPr>
              <a:t>so that EΨ = p</a:t>
            </a:r>
            <a:r>
              <a:rPr lang="en-IN" sz="2400" baseline="30000" dirty="0">
                <a:latin typeface="Casper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sz="2400" dirty="0">
                <a:latin typeface="Casper"/>
                <a:ea typeface="Calibri" panose="020F0502020204030204" pitchFamily="34" charset="0"/>
                <a:cs typeface="Times New Roman" panose="02020603050405020304" pitchFamily="18" charset="0"/>
              </a:rPr>
              <a:t>/ 2m Ψ + V (x)Ψ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endParaRPr lang="en-IN" sz="2400" dirty="0">
              <a:effectLst/>
              <a:latin typeface="Casper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2497FC3-26B0-4103-B8CD-2594B181F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8854"/>
            <a:ext cx="10515600" cy="1325563"/>
          </a:xfrm>
          <a:ln>
            <a:solidFill>
              <a:srgbClr val="FF0000"/>
            </a:solidFill>
          </a:ln>
        </p:spPr>
        <p:txBody>
          <a:bodyPr>
            <a:normAutofit fontScale="90000"/>
          </a:bodyPr>
          <a:lstStyle/>
          <a:p>
            <a:br>
              <a:rPr lang="en-IN" b="1" dirty="0">
                <a:latin typeface="Casper"/>
              </a:rPr>
            </a:br>
            <a:r>
              <a:rPr lang="en-IN" b="1" dirty="0">
                <a:latin typeface="Casper"/>
              </a:rPr>
              <a:t>TIME DEPENDENT SCHRODINGER EQUATION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7423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A8FF8-809F-4DCC-930A-E9937AA8D73A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sz="2400" dirty="0">
                <a:latin typeface="Casper"/>
              </a:rPr>
              <a:t>where Ψ is now the wave function of a particle moving in the presence of a potential V (x). But if we assume that the results and still apply in this case then we have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IN" sz="2400" dirty="0">
                <a:latin typeface="Casper"/>
              </a:rPr>
              <a:t>− ℏ</a:t>
            </a:r>
            <a:r>
              <a:rPr lang="en-IN" sz="2400" baseline="30000" dirty="0">
                <a:latin typeface="Casper"/>
              </a:rPr>
              <a:t>2</a:t>
            </a:r>
            <a:r>
              <a:rPr lang="en-IN" sz="2400" dirty="0">
                <a:latin typeface="Casper"/>
              </a:rPr>
              <a:t>/ 2m ∂</a:t>
            </a:r>
            <a:r>
              <a:rPr lang="en-IN" sz="2400" baseline="30000" dirty="0">
                <a:latin typeface="Casper"/>
              </a:rPr>
              <a:t>2</a:t>
            </a:r>
            <a:r>
              <a:rPr lang="en-IN" sz="2400" dirty="0">
                <a:latin typeface="Casper"/>
              </a:rPr>
              <a:t>ψ/ ∂x</a:t>
            </a:r>
            <a:r>
              <a:rPr lang="en-IN" sz="2400" baseline="30000" dirty="0">
                <a:latin typeface="Casper"/>
              </a:rPr>
              <a:t>2</a:t>
            </a:r>
            <a:r>
              <a:rPr lang="en-IN" sz="2400" dirty="0">
                <a:latin typeface="Casper"/>
              </a:rPr>
              <a:t> + V (x)Ψ = </a:t>
            </a:r>
            <a:r>
              <a:rPr lang="en-IN" sz="2400" dirty="0" err="1">
                <a:latin typeface="Casper"/>
              </a:rPr>
              <a:t>iℏ</a:t>
            </a:r>
            <a:r>
              <a:rPr lang="en-IN" sz="2400" dirty="0">
                <a:latin typeface="Casper"/>
              </a:rPr>
              <a:t> ∂ψ/ ∂t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IN" sz="2400" dirty="0">
                <a:latin typeface="Casper"/>
              </a:rPr>
              <a:t>TIME-DEPENDENT SCHRODINGER EQUATION</a:t>
            </a:r>
          </a:p>
          <a:p>
            <a:pPr algn="ctr"/>
            <a:endParaRPr lang="en-IN" dirty="0">
              <a:latin typeface="Casper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7BB55-F299-425D-9509-DEB06A231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13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9F6489-ACD4-4F59-BEE0-A1B026257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874"/>
            <a:ext cx="10515600" cy="1325563"/>
          </a:xfrm>
          <a:ln>
            <a:solidFill>
              <a:srgbClr val="FF0000"/>
            </a:solidFill>
          </a:ln>
        </p:spPr>
        <p:txBody>
          <a:bodyPr>
            <a:normAutofit fontScale="90000"/>
          </a:bodyPr>
          <a:lstStyle/>
          <a:p>
            <a:br>
              <a:rPr lang="en-IN" b="1" dirty="0">
                <a:latin typeface="Casper"/>
              </a:rPr>
            </a:br>
            <a:r>
              <a:rPr lang="en-IN" b="1" dirty="0">
                <a:latin typeface="Casper"/>
              </a:rPr>
              <a:t>TIME DEPENDENT SCHRODINGER EQUATION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5380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3652F-2E37-441C-A7C1-E69485527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184" y="210142"/>
            <a:ext cx="10043615" cy="1013299"/>
          </a:xfrm>
          <a:solidFill>
            <a:schemeClr val="bg1"/>
          </a:solidFill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 Bold"/>
              </a:rPr>
              <a:t>SUMMARY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689A2-2691-4591-AC85-2ED96D0C6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5839"/>
            <a:ext cx="10515600" cy="2931317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lvl="0" indent="0" algn="ctr">
              <a:lnSpc>
                <a:spcPct val="150000"/>
              </a:lnSpc>
              <a:buNone/>
            </a:pPr>
            <a:r>
              <a:rPr lang="en-IN" sz="2400" dirty="0">
                <a:latin typeface="Casper"/>
              </a:rPr>
              <a:t>Wave function can be written as </a:t>
            </a:r>
          </a:p>
          <a:p>
            <a:pPr marL="0" lvl="0" indent="0" algn="ctr">
              <a:lnSpc>
                <a:spcPct val="150000"/>
              </a:lnSpc>
              <a:buNone/>
            </a:pPr>
            <a:r>
              <a:rPr lang="en-IN" sz="2400" dirty="0">
                <a:latin typeface="Casper"/>
              </a:rPr>
              <a:t>Ψ(</a:t>
            </a:r>
            <a:r>
              <a:rPr lang="en-IN" sz="2400" dirty="0" err="1">
                <a:latin typeface="Casper"/>
              </a:rPr>
              <a:t>x,t</a:t>
            </a:r>
            <a:r>
              <a:rPr lang="en-IN" sz="2400" dirty="0">
                <a:latin typeface="Casper"/>
              </a:rPr>
              <a:t>) = </a:t>
            </a:r>
            <a:r>
              <a:rPr lang="en-IN" sz="2400" dirty="0" err="1">
                <a:latin typeface="Casper"/>
              </a:rPr>
              <a:t>Ae</a:t>
            </a:r>
            <a:r>
              <a:rPr lang="en-IN" sz="2400" baseline="30000" dirty="0" err="1">
                <a:latin typeface="Casper"/>
              </a:rPr>
              <a:t>i</a:t>
            </a:r>
            <a:r>
              <a:rPr lang="en-IN" sz="2400" baseline="30000" dirty="0">
                <a:latin typeface="Casper"/>
              </a:rPr>
              <a:t>(</a:t>
            </a:r>
            <a:r>
              <a:rPr lang="en-IN" sz="2400" baseline="30000" dirty="0" err="1">
                <a:latin typeface="Casper"/>
              </a:rPr>
              <a:t>kx−ωt</a:t>
            </a:r>
            <a:r>
              <a:rPr lang="en-IN" sz="2400" baseline="30000" dirty="0">
                <a:latin typeface="Casper"/>
              </a:rPr>
              <a:t>)</a:t>
            </a:r>
            <a:endParaRPr lang="en-IN" sz="2400" dirty="0">
              <a:latin typeface="Casper"/>
            </a:endParaRPr>
          </a:p>
          <a:p>
            <a:pPr marL="0" lvl="0" indent="0" algn="ctr">
              <a:lnSpc>
                <a:spcPct val="150000"/>
              </a:lnSpc>
              <a:buNone/>
            </a:pPr>
            <a:r>
              <a:rPr lang="en-IN" sz="2400" dirty="0">
                <a:latin typeface="Casper"/>
              </a:rPr>
              <a:t>Time dependent wave equation is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IN" sz="2400" dirty="0">
                <a:latin typeface="Casper"/>
              </a:rPr>
              <a:t>-ℏ</a:t>
            </a:r>
            <a:r>
              <a:rPr lang="en-IN" sz="2400" baseline="30000" dirty="0">
                <a:latin typeface="Casper"/>
              </a:rPr>
              <a:t>2</a:t>
            </a:r>
            <a:r>
              <a:rPr lang="en-IN" sz="2400" dirty="0">
                <a:latin typeface="Casper"/>
              </a:rPr>
              <a:t>/ 2m ∂</a:t>
            </a:r>
            <a:r>
              <a:rPr lang="en-IN" sz="2400" baseline="30000" dirty="0">
                <a:latin typeface="Casper"/>
              </a:rPr>
              <a:t>2</a:t>
            </a:r>
            <a:r>
              <a:rPr lang="en-IN" sz="2400" dirty="0">
                <a:latin typeface="Casper"/>
              </a:rPr>
              <a:t>ψ/ ∂x</a:t>
            </a:r>
            <a:r>
              <a:rPr lang="en-IN" sz="2400" baseline="30000" dirty="0">
                <a:latin typeface="Casper"/>
              </a:rPr>
              <a:t>2</a:t>
            </a:r>
            <a:r>
              <a:rPr lang="en-IN" sz="2400" dirty="0">
                <a:latin typeface="Casper"/>
              </a:rPr>
              <a:t> + V (x)Ψ = </a:t>
            </a:r>
            <a:r>
              <a:rPr lang="en-IN" sz="2400" dirty="0" err="1">
                <a:latin typeface="Casper"/>
              </a:rPr>
              <a:t>iℏ</a:t>
            </a:r>
            <a:r>
              <a:rPr lang="en-IN" sz="2400" dirty="0">
                <a:latin typeface="Casper"/>
              </a:rPr>
              <a:t> ∂ψ/ ∂t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C5110-2117-444B-B483-C03F3375A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667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97D8E-8C48-4057-BB98-FF57A21F5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480" y="365126"/>
            <a:ext cx="10016319" cy="958708"/>
          </a:xfrm>
          <a:ln>
            <a:solidFill>
              <a:srgbClr val="C00000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	</a:t>
            </a:r>
            <a:r>
              <a:rPr lang="en-IN" b="1" dirty="0">
                <a:latin typeface="Casper Bold" panose="02000806040000020004"/>
              </a:rPr>
              <a:t>FREQUENTLY ASKED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F128C-CEF3-4F3A-9DD2-A021EC8C0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000428"/>
          </a:xfrm>
          <a:ln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en-IN" sz="2400" dirty="0">
                <a:latin typeface="Casper"/>
              </a:rPr>
              <a:t>Give energy and momentum operator.</a:t>
            </a:r>
          </a:p>
          <a:p>
            <a:pPr lvl="0"/>
            <a:r>
              <a:rPr lang="en-IN" sz="2400" dirty="0">
                <a:latin typeface="Casper"/>
              </a:rPr>
              <a:t>Derive time independent energy operator.</a:t>
            </a:r>
          </a:p>
          <a:p>
            <a:pPr marL="514350" indent="-514350">
              <a:buFont typeface="+mj-lt"/>
              <a:buAutoNum type="arabicPeriod"/>
            </a:pPr>
            <a:endParaRPr lang="en-IN" sz="2400" dirty="0">
              <a:latin typeface="Casper"/>
            </a:endParaRPr>
          </a:p>
          <a:p>
            <a:pPr marL="0" indent="0">
              <a:buNone/>
            </a:pPr>
            <a:endParaRPr lang="en-IN" sz="2400" dirty="0">
              <a:latin typeface="Casper"/>
            </a:endParaRPr>
          </a:p>
          <a:p>
            <a:pPr marL="514350" indent="-514350">
              <a:buFont typeface="+mj-lt"/>
              <a:buAutoNum type="arabicPeriod"/>
            </a:pPr>
            <a:endParaRPr lang="en-IN" dirty="0">
              <a:latin typeface="Casper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ECA2E-87EA-4CA3-8F71-C3B203EC9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86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2196" y="360362"/>
            <a:ext cx="9811603" cy="1045358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REFERENCE-BOOKS</a:t>
            </a:r>
            <a:r>
              <a:rPr lang="en-US" sz="2800" b="1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b="1" dirty="0"/>
              <a:t> 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728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endParaRPr lang="en-IN" sz="1600" dirty="0"/>
          </a:p>
          <a:p>
            <a:pPr lvl="0"/>
            <a:r>
              <a:rPr lang="en-IN" sz="2400" dirty="0"/>
              <a:t>Concepts of Modern Physics, (Fifth Edition) A </a:t>
            </a:r>
            <a:r>
              <a:rPr lang="en-IN" sz="2400" dirty="0" err="1"/>
              <a:t>Beiser</a:t>
            </a:r>
            <a:r>
              <a:rPr lang="en-IN" sz="2400" dirty="0"/>
              <a:t>, McGraw Hill International.</a:t>
            </a:r>
          </a:p>
          <a:p>
            <a:pPr lvl="0"/>
            <a:r>
              <a:rPr lang="en-IN" sz="2400" b="1" dirty="0"/>
              <a:t>T2</a:t>
            </a:r>
            <a:r>
              <a:rPr lang="en-IN" sz="2400" dirty="0"/>
              <a:t>. Fundamentals of Physics, David Halliday, Robert Resnick and </a:t>
            </a:r>
            <a:r>
              <a:rPr lang="en-IN" sz="2400" dirty="0" err="1"/>
              <a:t>Jearl</a:t>
            </a:r>
            <a:r>
              <a:rPr lang="en-IN" sz="2400" dirty="0"/>
              <a:t> Walker, </a:t>
            </a:r>
            <a:r>
              <a:rPr lang="en-IN" sz="2400" dirty="0" err="1"/>
              <a:t>Wileyplus</a:t>
            </a:r>
            <a:r>
              <a:rPr lang="en-IN" sz="2400" dirty="0"/>
              <a:t>.</a:t>
            </a:r>
            <a:endParaRPr lang="en-IN" dirty="0"/>
          </a:p>
          <a:p>
            <a:endParaRPr lang="en-US" sz="16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27E1B-FA72-46A2-BDE3-AD692BA7B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5366"/>
            <a:ext cx="10515600" cy="4351338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400" u="sng" dirty="0">
                <a:latin typeface="Casper"/>
                <a:hlinkClick r:id="rId2"/>
              </a:rPr>
              <a:t>https://www.youtube.com/watch?v=QeUMFo8sODk</a:t>
            </a:r>
            <a:endParaRPr lang="en-IN" sz="2400" dirty="0">
              <a:latin typeface="Casper"/>
            </a:endParaRPr>
          </a:p>
          <a:p>
            <a:pPr>
              <a:lnSpc>
                <a:spcPct val="150000"/>
              </a:lnSpc>
            </a:pPr>
            <a:r>
              <a:rPr lang="en-IN" sz="2400" u="sng" dirty="0">
                <a:latin typeface="Casper"/>
                <a:hlinkClick r:id="rId3"/>
              </a:rPr>
              <a:t>https://www.youtube.com/watch?v=Iy6RspNw80E</a:t>
            </a:r>
            <a:endParaRPr lang="en-IN" sz="2400" dirty="0">
              <a:latin typeface="Casper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57D08-C8DF-492D-B091-92F7A107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11A6BF-63EE-4BCE-8A53-0B0D2D5CC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196" y="360362"/>
            <a:ext cx="9811603" cy="1045358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REFERENCE</a:t>
            </a:r>
            <a:r>
              <a:rPr lang="en-US" sz="2800" b="1" dirty="0">
                <a:latin typeface="Casper Bold" panose="02000806040000020004" pitchFamily="2" charset="0"/>
                <a:cs typeface="Arial" panose="020B0604020202020204" pitchFamily="34" charset="0"/>
              </a:rPr>
              <a:t> -</a:t>
            </a:r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VIDEOS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24115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E0C7-352C-473F-9256-1F1E018B2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73671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u="sng" dirty="0">
                <a:latin typeface="Casper"/>
                <a:hlinkClick r:id="rId2"/>
              </a:rPr>
              <a:t>http://physics.mq.edu.au/~jcresser/Phys201/LectureNotes/SchrodingerEqn.pdf</a:t>
            </a:r>
            <a:endParaRPr lang="en-IN" sz="2400" dirty="0">
              <a:latin typeface="Casper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u="sng" dirty="0">
                <a:latin typeface="Casper"/>
                <a:hlinkClick r:id="rId3"/>
              </a:rPr>
              <a:t>http://vergil.chemistry.gatech.edu/notes/quantrev/node9.html</a:t>
            </a:r>
            <a:endParaRPr lang="en-IN" sz="2400" dirty="0">
              <a:latin typeface="Casper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u="sng" dirty="0">
                <a:latin typeface="Casper"/>
                <a:hlinkClick r:id="rId4"/>
              </a:rPr>
              <a:t>https://www.britannica.com/science/quantum-mechanics-physics/Time-dependent-Schrodinger-equation</a:t>
            </a:r>
            <a:endParaRPr lang="en-IN" sz="2400" dirty="0">
              <a:latin typeface="Casper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E05B9-2025-41E4-A18B-080BEAAFE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18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1EFFB61-AD56-4A45-8303-70CEBA364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196" y="360362"/>
            <a:ext cx="9811603" cy="1045358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REFERENCE-WEBSITE</a:t>
            </a:r>
            <a:r>
              <a:rPr lang="en-US" sz="2800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111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lum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32913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dirty="0">
                <a:latin typeface="Casper" panose="02000506000000020004" pitchFamily="2" charset="0"/>
                <a:cs typeface="Segoe UI" panose="020B0502040204020203" pitchFamily="34" charset="0"/>
              </a:rPr>
              <a:t>Email: arminder.uis@cumail.in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3182</TotalTime>
  <Words>893</Words>
  <Application>Microsoft Office PowerPoint</Application>
  <PresentationFormat>Widescreen</PresentationFormat>
  <Paragraphs>128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Arial</vt:lpstr>
      <vt:lpstr>Arial Black</vt:lpstr>
      <vt:lpstr>Calibri</vt:lpstr>
      <vt:lpstr>Calibri Light</vt:lpstr>
      <vt:lpstr>Casper</vt:lpstr>
      <vt:lpstr>Casper Bold</vt:lpstr>
      <vt:lpstr>Raleway ExtraBold</vt:lpstr>
      <vt:lpstr>Times New Roman</vt:lpstr>
      <vt:lpstr>Trebuchet MS</vt:lpstr>
      <vt:lpstr>Wingdings</vt:lpstr>
      <vt:lpstr>1_Office Theme</vt:lpstr>
      <vt:lpstr>Contents Slide Master</vt:lpstr>
      <vt:lpstr>CorelDRAW</vt:lpstr>
      <vt:lpstr>PowerPoint Presentation</vt:lpstr>
      <vt:lpstr>PowerPoint Presentation</vt:lpstr>
      <vt:lpstr>PowerPoint Presentation</vt:lpstr>
      <vt:lpstr>PowerPoint Presentation</vt:lpstr>
      <vt:lpstr>CONTENT </vt:lpstr>
      <vt:lpstr>LECTURE OBJECTIVE</vt:lpstr>
      <vt:lpstr> CONTENT</vt:lpstr>
      <vt:lpstr>PHOTON MOMENTUM</vt:lpstr>
      <vt:lpstr>SCHRODINGER EQUATION-INTRODUCTION</vt:lpstr>
      <vt:lpstr> TIME DEPENDENT SCHRODINGER EQUATION </vt:lpstr>
      <vt:lpstr> TIME DEPENDENT SCHRODINGER EQUATION </vt:lpstr>
      <vt:lpstr> TIME DEPENDENT SCHRODINGER EQUATION </vt:lpstr>
      <vt:lpstr> TIME DEPENDENT SCHRODINGER EQUATION </vt:lpstr>
      <vt:lpstr>SUMMARY </vt:lpstr>
      <vt:lpstr> FREQUENTLY ASKED QUESTIONS</vt:lpstr>
      <vt:lpstr>REFERENCE-BOOKS   </vt:lpstr>
      <vt:lpstr>REFERENCE -VIDEOS</vt:lpstr>
      <vt:lpstr>REFERENCE-WEBSITE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Indu Gupta</cp:lastModifiedBy>
  <cp:revision>115</cp:revision>
  <dcterms:created xsi:type="dcterms:W3CDTF">2019-01-09T10:33:58Z</dcterms:created>
  <dcterms:modified xsi:type="dcterms:W3CDTF">2023-06-15T15:54:16Z</dcterms:modified>
</cp:coreProperties>
</file>