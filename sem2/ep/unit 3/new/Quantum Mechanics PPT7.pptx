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4" r:id="rId1"/>
    <p:sldMasterId id="2147483686" r:id="rId2"/>
  </p:sldMasterIdLst>
  <p:notesMasterIdLst>
    <p:notesMasterId r:id="rId21"/>
  </p:notesMasterIdLst>
  <p:handoutMasterIdLst>
    <p:handoutMasterId r:id="rId22"/>
  </p:handoutMasterIdLst>
  <p:sldIdLst>
    <p:sldId id="277" r:id="rId3"/>
    <p:sldId id="484" r:id="rId4"/>
    <p:sldId id="377" r:id="rId5"/>
    <p:sldId id="259" r:id="rId6"/>
    <p:sldId id="323" r:id="rId7"/>
    <p:sldId id="280" r:id="rId8"/>
    <p:sldId id="481" r:id="rId9"/>
    <p:sldId id="482" r:id="rId10"/>
    <p:sldId id="483" r:id="rId11"/>
    <p:sldId id="476" r:id="rId12"/>
    <p:sldId id="477" r:id="rId13"/>
    <p:sldId id="478" r:id="rId14"/>
    <p:sldId id="321" r:id="rId15"/>
    <p:sldId id="300" r:id="rId16"/>
    <p:sldId id="284" r:id="rId17"/>
    <p:sldId id="322" r:id="rId18"/>
    <p:sldId id="285" r:id="rId19"/>
    <p:sldId id="2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rminder kaur" initials="ak" lastIdx="1" clrIdx="0">
    <p:extLst>
      <p:ext uri="{19B8F6BF-5375-455C-9EA6-DF929625EA0E}">
        <p15:presenceInfo xmlns:p15="http://schemas.microsoft.com/office/powerpoint/2012/main" userId="a22e12bbabfcdae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5" autoAdjust="0"/>
    <p:restoredTop sz="92449" autoAdjust="0"/>
  </p:normalViewPr>
  <p:slideViewPr>
    <p:cSldViewPr snapToGrid="0">
      <p:cViewPr varScale="1">
        <p:scale>
          <a:sx n="61" d="100"/>
          <a:sy n="61" d="100"/>
        </p:scale>
        <p:origin x="864"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1C9E00-C35F-4852-81DC-62A20454CD52}"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IN"/>
        </a:p>
      </dgm:t>
    </dgm:pt>
    <dgm:pt modelId="{3555F372-BF6E-4D70-B96A-A8F57E387DC4}">
      <dgm:prSet phldrT="[Text]" custT="1"/>
      <dgm:spPr/>
      <dgm:t>
        <a:bodyPr/>
        <a:lstStyle/>
        <a:p>
          <a:pPr algn="l"/>
          <a:r>
            <a:rPr lang="en-IN" sz="2400" b="1" dirty="0">
              <a:latin typeface="Casper" panose="02000506000000020004"/>
            </a:rPr>
            <a:t>UNIT -3</a:t>
          </a:r>
        </a:p>
      </dgm:t>
    </dgm:pt>
    <dgm:pt modelId="{87CF7B05-C9EF-4245-8587-08783C85F0D4}" type="parTrans" cxnId="{A72D103D-5B1D-47E8-AA83-427D561C0341}">
      <dgm:prSet/>
      <dgm:spPr/>
      <dgm:t>
        <a:bodyPr/>
        <a:lstStyle/>
        <a:p>
          <a:endParaRPr lang="en-IN"/>
        </a:p>
      </dgm:t>
    </dgm:pt>
    <dgm:pt modelId="{60E1D986-97C4-48A2-9E05-F970597D8BA9}" type="sibTrans" cxnId="{A72D103D-5B1D-47E8-AA83-427D561C0341}">
      <dgm:prSet/>
      <dgm:spPr/>
      <dgm:t>
        <a:bodyPr/>
        <a:lstStyle/>
        <a:p>
          <a:endParaRPr lang="en-IN"/>
        </a:p>
      </dgm:t>
    </dgm:pt>
    <dgm:pt modelId="{A5AFC7F1-8BB0-41D1-813B-609A60DF9870}">
      <dgm:prSet phldrT="[Text]" custT="1"/>
      <dgm:spPr/>
      <dgm:t>
        <a:bodyPr/>
        <a:lstStyle/>
        <a:p>
          <a:pPr algn="ctr"/>
          <a:r>
            <a:rPr lang="en-IN" sz="2400" b="1" dirty="0">
              <a:latin typeface="Casper" panose="02000506000000020004"/>
            </a:rPr>
            <a:t>QUANTUM MECHANICS</a:t>
          </a:r>
        </a:p>
      </dgm:t>
    </dgm:pt>
    <dgm:pt modelId="{F7C134EE-B2C0-4130-BA90-CDA40B415D71}" type="parTrans" cxnId="{C5BCE058-81D0-409F-8262-237B13CB9B61}">
      <dgm:prSet/>
      <dgm:spPr/>
      <dgm:t>
        <a:bodyPr/>
        <a:lstStyle/>
        <a:p>
          <a:endParaRPr lang="en-IN"/>
        </a:p>
      </dgm:t>
    </dgm:pt>
    <dgm:pt modelId="{FBD71D7E-440B-4C5E-A033-32AEEFCA543C}" type="sibTrans" cxnId="{C5BCE058-81D0-409F-8262-237B13CB9B61}">
      <dgm:prSet/>
      <dgm:spPr/>
      <dgm:t>
        <a:bodyPr/>
        <a:lstStyle/>
        <a:p>
          <a:endParaRPr lang="en-IN"/>
        </a:p>
      </dgm:t>
    </dgm:pt>
    <dgm:pt modelId="{32F0F454-A9E7-47F9-ADF2-020F37E6AB10}">
      <dgm:prSet phldrT="[Text]" custT="1"/>
      <dgm:spPr/>
      <dgm:t>
        <a:bodyPr/>
        <a:lstStyle/>
        <a:p>
          <a:r>
            <a:rPr lang="en-IN" sz="2400" b="1" dirty="0">
              <a:solidFill>
                <a:schemeClr val="bg1"/>
              </a:solidFill>
              <a:latin typeface="Casper" panose="02000506000000020004"/>
            </a:rPr>
            <a:t> TIME INDEPENDENT SCHRODINGER EQUATION </a:t>
          </a:r>
        </a:p>
      </dgm:t>
    </dgm:pt>
    <dgm:pt modelId="{B409CC0C-A15A-4786-9FE9-8EBE4D57E1AB}" type="parTrans" cxnId="{9368DE8C-0351-4ACE-964E-3C5D2BE227C0}">
      <dgm:prSet/>
      <dgm:spPr/>
      <dgm:t>
        <a:bodyPr/>
        <a:lstStyle/>
        <a:p>
          <a:endParaRPr lang="en-IN"/>
        </a:p>
      </dgm:t>
    </dgm:pt>
    <dgm:pt modelId="{243E4063-E6E3-4D9A-89F4-C3F0C1DF317A}" type="sibTrans" cxnId="{9368DE8C-0351-4ACE-964E-3C5D2BE227C0}">
      <dgm:prSet/>
      <dgm:spPr/>
      <dgm:t>
        <a:bodyPr/>
        <a:lstStyle/>
        <a:p>
          <a:endParaRPr lang="en-IN"/>
        </a:p>
      </dgm:t>
    </dgm:pt>
    <dgm:pt modelId="{CBBA9C70-17D2-4EFC-B304-8779191443C8}" type="pres">
      <dgm:prSet presAssocID="{8D1C9E00-C35F-4852-81DC-62A20454CD52}" presName="outerComposite" presStyleCnt="0">
        <dgm:presLayoutVars>
          <dgm:chMax val="5"/>
          <dgm:dir/>
          <dgm:resizeHandles val="exact"/>
        </dgm:presLayoutVars>
      </dgm:prSet>
      <dgm:spPr/>
    </dgm:pt>
    <dgm:pt modelId="{A3562FE8-1956-4904-8AC6-59C167BC5837}" type="pres">
      <dgm:prSet presAssocID="{8D1C9E00-C35F-4852-81DC-62A20454CD52}" presName="dummyMaxCanvas" presStyleCnt="0">
        <dgm:presLayoutVars/>
      </dgm:prSet>
      <dgm:spPr/>
    </dgm:pt>
    <dgm:pt modelId="{6F0B5599-AB67-4D7B-810B-7A3D73FBC18E}" type="pres">
      <dgm:prSet presAssocID="{8D1C9E00-C35F-4852-81DC-62A20454CD52}" presName="ThreeNodes_1" presStyleLbl="node1" presStyleIdx="0" presStyleCnt="3" custScaleY="97577">
        <dgm:presLayoutVars>
          <dgm:bulletEnabled val="1"/>
        </dgm:presLayoutVars>
      </dgm:prSet>
      <dgm:spPr/>
    </dgm:pt>
    <dgm:pt modelId="{1391C7A5-C46A-46EF-B914-27DF644706EC}" type="pres">
      <dgm:prSet presAssocID="{8D1C9E00-C35F-4852-81DC-62A20454CD52}" presName="ThreeNodes_2" presStyleLbl="node1" presStyleIdx="1" presStyleCnt="3">
        <dgm:presLayoutVars>
          <dgm:bulletEnabled val="1"/>
        </dgm:presLayoutVars>
      </dgm:prSet>
      <dgm:spPr/>
    </dgm:pt>
    <dgm:pt modelId="{DF9F8172-1EEF-4814-96D1-8216E1DFE46F}" type="pres">
      <dgm:prSet presAssocID="{8D1C9E00-C35F-4852-81DC-62A20454CD52}" presName="ThreeNodes_3" presStyleLbl="node1" presStyleIdx="2" presStyleCnt="3">
        <dgm:presLayoutVars>
          <dgm:bulletEnabled val="1"/>
        </dgm:presLayoutVars>
      </dgm:prSet>
      <dgm:spPr/>
    </dgm:pt>
    <dgm:pt modelId="{E01B2225-1D38-4B75-AC30-F8B8E757FD86}" type="pres">
      <dgm:prSet presAssocID="{8D1C9E00-C35F-4852-81DC-62A20454CD52}" presName="ThreeConn_1-2" presStyleLbl="fgAccFollowNode1" presStyleIdx="0" presStyleCnt="2">
        <dgm:presLayoutVars>
          <dgm:bulletEnabled val="1"/>
        </dgm:presLayoutVars>
      </dgm:prSet>
      <dgm:spPr/>
    </dgm:pt>
    <dgm:pt modelId="{CE1FCC98-BB05-4596-8BA6-108808B2BF9E}" type="pres">
      <dgm:prSet presAssocID="{8D1C9E00-C35F-4852-81DC-62A20454CD52}" presName="ThreeConn_2-3" presStyleLbl="fgAccFollowNode1" presStyleIdx="1" presStyleCnt="2">
        <dgm:presLayoutVars>
          <dgm:bulletEnabled val="1"/>
        </dgm:presLayoutVars>
      </dgm:prSet>
      <dgm:spPr/>
    </dgm:pt>
    <dgm:pt modelId="{1EBCA9A3-CABD-4CF9-9888-3F4F1A072B0A}" type="pres">
      <dgm:prSet presAssocID="{8D1C9E00-C35F-4852-81DC-62A20454CD52}" presName="ThreeNodes_1_text" presStyleLbl="node1" presStyleIdx="2" presStyleCnt="3">
        <dgm:presLayoutVars>
          <dgm:bulletEnabled val="1"/>
        </dgm:presLayoutVars>
      </dgm:prSet>
      <dgm:spPr/>
    </dgm:pt>
    <dgm:pt modelId="{0CF87D2F-3834-4D7D-A636-8BEC604B80C3}" type="pres">
      <dgm:prSet presAssocID="{8D1C9E00-C35F-4852-81DC-62A20454CD52}" presName="ThreeNodes_2_text" presStyleLbl="node1" presStyleIdx="2" presStyleCnt="3">
        <dgm:presLayoutVars>
          <dgm:bulletEnabled val="1"/>
        </dgm:presLayoutVars>
      </dgm:prSet>
      <dgm:spPr/>
    </dgm:pt>
    <dgm:pt modelId="{78686C5B-42CA-4CAB-8AC3-DAAA18BE2550}" type="pres">
      <dgm:prSet presAssocID="{8D1C9E00-C35F-4852-81DC-62A20454CD52}" presName="ThreeNodes_3_text" presStyleLbl="node1" presStyleIdx="2" presStyleCnt="3">
        <dgm:presLayoutVars>
          <dgm:bulletEnabled val="1"/>
        </dgm:presLayoutVars>
      </dgm:prSet>
      <dgm:spPr/>
    </dgm:pt>
  </dgm:ptLst>
  <dgm:cxnLst>
    <dgm:cxn modelId="{5EFE4530-DFBE-4826-BA03-B5C3D49E817E}" type="presOf" srcId="{60E1D986-97C4-48A2-9E05-F970597D8BA9}" destId="{E01B2225-1D38-4B75-AC30-F8B8E757FD86}" srcOrd="0" destOrd="0" presId="urn:microsoft.com/office/officeart/2005/8/layout/vProcess5"/>
    <dgm:cxn modelId="{A72D103D-5B1D-47E8-AA83-427D561C0341}" srcId="{8D1C9E00-C35F-4852-81DC-62A20454CD52}" destId="{3555F372-BF6E-4D70-B96A-A8F57E387DC4}" srcOrd="0" destOrd="0" parTransId="{87CF7B05-C9EF-4245-8587-08783C85F0D4}" sibTransId="{60E1D986-97C4-48A2-9E05-F970597D8BA9}"/>
    <dgm:cxn modelId="{E0690F60-FC06-4F38-9B39-68A9FDC01A37}" type="presOf" srcId="{FBD71D7E-440B-4C5E-A033-32AEEFCA543C}" destId="{CE1FCC98-BB05-4596-8BA6-108808B2BF9E}" srcOrd="0" destOrd="0" presId="urn:microsoft.com/office/officeart/2005/8/layout/vProcess5"/>
    <dgm:cxn modelId="{80590B62-9BB2-4668-A964-9A9843404260}" type="presOf" srcId="{3555F372-BF6E-4D70-B96A-A8F57E387DC4}" destId="{6F0B5599-AB67-4D7B-810B-7A3D73FBC18E}" srcOrd="0" destOrd="0" presId="urn:microsoft.com/office/officeart/2005/8/layout/vProcess5"/>
    <dgm:cxn modelId="{8948D16A-390A-4B35-AB7E-5227692E1039}" type="presOf" srcId="{A5AFC7F1-8BB0-41D1-813B-609A60DF9870}" destId="{0CF87D2F-3834-4D7D-A636-8BEC604B80C3}" srcOrd="1" destOrd="0" presId="urn:microsoft.com/office/officeart/2005/8/layout/vProcess5"/>
    <dgm:cxn modelId="{C5BCE058-81D0-409F-8262-237B13CB9B61}" srcId="{8D1C9E00-C35F-4852-81DC-62A20454CD52}" destId="{A5AFC7F1-8BB0-41D1-813B-609A60DF9870}" srcOrd="1" destOrd="0" parTransId="{F7C134EE-B2C0-4130-BA90-CDA40B415D71}" sibTransId="{FBD71D7E-440B-4C5E-A033-32AEEFCA543C}"/>
    <dgm:cxn modelId="{00156680-DD5D-4115-BB33-B5BB40703751}" type="presOf" srcId="{A5AFC7F1-8BB0-41D1-813B-609A60DF9870}" destId="{1391C7A5-C46A-46EF-B914-27DF644706EC}" srcOrd="0" destOrd="0" presId="urn:microsoft.com/office/officeart/2005/8/layout/vProcess5"/>
    <dgm:cxn modelId="{9368DE8C-0351-4ACE-964E-3C5D2BE227C0}" srcId="{8D1C9E00-C35F-4852-81DC-62A20454CD52}" destId="{32F0F454-A9E7-47F9-ADF2-020F37E6AB10}" srcOrd="2" destOrd="0" parTransId="{B409CC0C-A15A-4786-9FE9-8EBE4D57E1AB}" sibTransId="{243E4063-E6E3-4D9A-89F4-C3F0C1DF317A}"/>
    <dgm:cxn modelId="{975A738F-DDC4-4EBB-BD27-2C08D86ADE8B}" type="presOf" srcId="{3555F372-BF6E-4D70-B96A-A8F57E387DC4}" destId="{1EBCA9A3-CABD-4CF9-9888-3F4F1A072B0A}" srcOrd="1" destOrd="0" presId="urn:microsoft.com/office/officeart/2005/8/layout/vProcess5"/>
    <dgm:cxn modelId="{6D27758F-C5E3-41EE-9B94-47246F6B5075}" type="presOf" srcId="{8D1C9E00-C35F-4852-81DC-62A20454CD52}" destId="{CBBA9C70-17D2-4EFC-B304-8779191443C8}" srcOrd="0" destOrd="0" presId="urn:microsoft.com/office/officeart/2005/8/layout/vProcess5"/>
    <dgm:cxn modelId="{FFAA63EC-AFBB-4A44-8764-ECE64292B7CD}" type="presOf" srcId="{32F0F454-A9E7-47F9-ADF2-020F37E6AB10}" destId="{DF9F8172-1EEF-4814-96D1-8216E1DFE46F}" srcOrd="0" destOrd="0" presId="urn:microsoft.com/office/officeart/2005/8/layout/vProcess5"/>
    <dgm:cxn modelId="{180A55F7-AF82-4A67-BBDE-AE222C167AF4}" type="presOf" srcId="{32F0F454-A9E7-47F9-ADF2-020F37E6AB10}" destId="{78686C5B-42CA-4CAB-8AC3-DAAA18BE2550}" srcOrd="1" destOrd="0" presId="urn:microsoft.com/office/officeart/2005/8/layout/vProcess5"/>
    <dgm:cxn modelId="{322FC717-B10D-4814-AE37-BD62EF6ACD2F}" type="presParOf" srcId="{CBBA9C70-17D2-4EFC-B304-8779191443C8}" destId="{A3562FE8-1956-4904-8AC6-59C167BC5837}" srcOrd="0" destOrd="0" presId="urn:microsoft.com/office/officeart/2005/8/layout/vProcess5"/>
    <dgm:cxn modelId="{309272FF-CA42-4829-A557-150AE4854BDC}" type="presParOf" srcId="{CBBA9C70-17D2-4EFC-B304-8779191443C8}" destId="{6F0B5599-AB67-4D7B-810B-7A3D73FBC18E}" srcOrd="1" destOrd="0" presId="urn:microsoft.com/office/officeart/2005/8/layout/vProcess5"/>
    <dgm:cxn modelId="{F40A3C29-8B85-46A4-A236-B9FA460B0CC4}" type="presParOf" srcId="{CBBA9C70-17D2-4EFC-B304-8779191443C8}" destId="{1391C7A5-C46A-46EF-B914-27DF644706EC}" srcOrd="2" destOrd="0" presId="urn:microsoft.com/office/officeart/2005/8/layout/vProcess5"/>
    <dgm:cxn modelId="{553A314B-734E-45A7-AA34-DF9EE4519373}" type="presParOf" srcId="{CBBA9C70-17D2-4EFC-B304-8779191443C8}" destId="{DF9F8172-1EEF-4814-96D1-8216E1DFE46F}" srcOrd="3" destOrd="0" presId="urn:microsoft.com/office/officeart/2005/8/layout/vProcess5"/>
    <dgm:cxn modelId="{D0B00776-35E5-4F5C-B301-E39E383374D9}" type="presParOf" srcId="{CBBA9C70-17D2-4EFC-B304-8779191443C8}" destId="{E01B2225-1D38-4B75-AC30-F8B8E757FD86}" srcOrd="4" destOrd="0" presId="urn:microsoft.com/office/officeart/2005/8/layout/vProcess5"/>
    <dgm:cxn modelId="{8910FDF8-A658-4BDB-81D1-0531376B258A}" type="presParOf" srcId="{CBBA9C70-17D2-4EFC-B304-8779191443C8}" destId="{CE1FCC98-BB05-4596-8BA6-108808B2BF9E}" srcOrd="5" destOrd="0" presId="urn:microsoft.com/office/officeart/2005/8/layout/vProcess5"/>
    <dgm:cxn modelId="{9AB79A12-90AD-4E2B-A057-D7A592B304D1}" type="presParOf" srcId="{CBBA9C70-17D2-4EFC-B304-8779191443C8}" destId="{1EBCA9A3-CABD-4CF9-9888-3F4F1A072B0A}" srcOrd="6" destOrd="0" presId="urn:microsoft.com/office/officeart/2005/8/layout/vProcess5"/>
    <dgm:cxn modelId="{1B38ED3A-5905-4133-B740-37512D5BEBC8}" type="presParOf" srcId="{CBBA9C70-17D2-4EFC-B304-8779191443C8}" destId="{0CF87D2F-3834-4D7D-A636-8BEC604B80C3}" srcOrd="7" destOrd="0" presId="urn:microsoft.com/office/officeart/2005/8/layout/vProcess5"/>
    <dgm:cxn modelId="{FA48B947-79E5-462C-92E1-D340D8C3E7E1}" type="presParOf" srcId="{CBBA9C70-17D2-4EFC-B304-8779191443C8}" destId="{78686C5B-42CA-4CAB-8AC3-DAAA18BE2550}"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44B1B3E-83FA-4658-BAF7-A1C28950C6E7}" type="doc">
      <dgm:prSet loTypeId="urn:microsoft.com/office/officeart/2005/8/layout/hList1" loCatId="list" qsTypeId="urn:microsoft.com/office/officeart/2005/8/quickstyle/simple3" qsCatId="simple" csTypeId="urn:microsoft.com/office/officeart/2005/8/colors/colorful1" csCatId="colorful" phldr="1"/>
      <dgm:spPr/>
      <dgm:t>
        <a:bodyPr/>
        <a:lstStyle/>
        <a:p>
          <a:endParaRPr lang="en-IN"/>
        </a:p>
      </dgm:t>
    </dgm:pt>
    <dgm:pt modelId="{BE1042C7-8FD8-46C3-97B2-C8F6ECCAA577}">
      <dgm:prSet phldrT="[Text]" custT="1"/>
      <dgm:spPr/>
      <dgm:t>
        <a:bodyPr/>
        <a:lstStyle/>
        <a:p>
          <a:r>
            <a:rPr lang="en-IN" sz="1200">
              <a:latin typeface="Times New Roman" panose="02020603050405020304" pitchFamily="18" charset="0"/>
              <a:cs typeface="Times New Roman" panose="02020603050405020304" pitchFamily="18" charset="0"/>
            </a:rPr>
            <a:t>1</a:t>
          </a:r>
        </a:p>
      </dgm:t>
    </dgm:pt>
    <dgm:pt modelId="{621BB3EB-6CE1-4596-9775-D8E49C0230C2}" type="parTrans" cxnId="{4C6E36C8-BEEE-4A8F-98F1-8AA1658291ED}">
      <dgm:prSet/>
      <dgm:spPr/>
      <dgm:t>
        <a:bodyPr/>
        <a:lstStyle/>
        <a:p>
          <a:endParaRPr lang="en-IN"/>
        </a:p>
      </dgm:t>
    </dgm:pt>
    <dgm:pt modelId="{45BE4B48-3412-410B-B8EF-6D39A131AE80}" type="sibTrans" cxnId="{4C6E36C8-BEEE-4A8F-98F1-8AA1658291ED}">
      <dgm:prSet/>
      <dgm:spPr/>
      <dgm:t>
        <a:bodyPr/>
        <a:lstStyle/>
        <a:p>
          <a:endParaRPr lang="en-IN"/>
        </a:p>
      </dgm:t>
    </dgm:pt>
    <dgm:pt modelId="{AC6663AF-9A88-490D-853C-8120C7DBDE78}">
      <dgm:prSet phldrT="[Text]" custT="1"/>
      <dgm:spPr/>
      <dgm:t>
        <a:bodyPr/>
        <a:lstStyle/>
        <a:p>
          <a:r>
            <a:rPr lang="en-IN" sz="2400" dirty="0">
              <a:latin typeface="Casper" panose="02000506000000020004"/>
              <a:cs typeface="Times New Roman" panose="02020603050405020304" pitchFamily="18" charset="0"/>
            </a:rPr>
            <a:t>Students will learn about wave function.</a:t>
          </a:r>
        </a:p>
      </dgm:t>
    </dgm:pt>
    <dgm:pt modelId="{420872E8-8AA2-45F6-A8E2-8BF205EB0960}" type="parTrans" cxnId="{E0ABA179-2A02-4FE6-A4AB-B4F2CCB8D5D1}">
      <dgm:prSet/>
      <dgm:spPr/>
      <dgm:t>
        <a:bodyPr/>
        <a:lstStyle/>
        <a:p>
          <a:endParaRPr lang="en-IN"/>
        </a:p>
      </dgm:t>
    </dgm:pt>
    <dgm:pt modelId="{34B7117A-1B4E-466B-8D17-59D987A33713}" type="sibTrans" cxnId="{E0ABA179-2A02-4FE6-A4AB-B4F2CCB8D5D1}">
      <dgm:prSet/>
      <dgm:spPr/>
      <dgm:t>
        <a:bodyPr/>
        <a:lstStyle/>
        <a:p>
          <a:endParaRPr lang="en-IN"/>
        </a:p>
      </dgm:t>
    </dgm:pt>
    <dgm:pt modelId="{59623D32-4D69-42DD-85CD-027389341071}">
      <dgm:prSet phldrT="[Text]" custT="1"/>
      <dgm:spPr/>
      <dgm:t>
        <a:bodyPr/>
        <a:lstStyle/>
        <a:p>
          <a:r>
            <a:rPr lang="en-IN" sz="1600">
              <a:latin typeface="Times New Roman" panose="02020603050405020304" pitchFamily="18" charset="0"/>
              <a:cs typeface="Times New Roman" panose="02020603050405020304" pitchFamily="18" charset="0"/>
            </a:rPr>
            <a:t>2</a:t>
          </a:r>
        </a:p>
      </dgm:t>
    </dgm:pt>
    <dgm:pt modelId="{8C3CF477-F4C0-4176-95A0-1CEE433BD66D}" type="parTrans" cxnId="{FCA0DE3E-9DA7-403C-87B9-DD0CA0DE16FA}">
      <dgm:prSet/>
      <dgm:spPr/>
      <dgm:t>
        <a:bodyPr/>
        <a:lstStyle/>
        <a:p>
          <a:endParaRPr lang="en-IN"/>
        </a:p>
      </dgm:t>
    </dgm:pt>
    <dgm:pt modelId="{FF05F8A0-05D5-4BC8-84AE-11F0CDB44B6A}" type="sibTrans" cxnId="{FCA0DE3E-9DA7-403C-87B9-DD0CA0DE16FA}">
      <dgm:prSet/>
      <dgm:spPr/>
      <dgm:t>
        <a:bodyPr/>
        <a:lstStyle/>
        <a:p>
          <a:endParaRPr lang="en-IN"/>
        </a:p>
      </dgm:t>
    </dgm:pt>
    <dgm:pt modelId="{581DF355-82C3-44BD-A2B0-78187E54CCC7}">
      <dgm:prSet phldrT="[Text]" custT="1"/>
      <dgm:spPr/>
      <dgm:t>
        <a:bodyPr/>
        <a:lstStyle/>
        <a:p>
          <a:r>
            <a:rPr lang="en-IN" sz="2400" kern="1200" dirty="0">
              <a:solidFill>
                <a:prstClr val="black">
                  <a:hueOff val="0"/>
                  <a:satOff val="0"/>
                  <a:lumOff val="0"/>
                  <a:alphaOff val="0"/>
                </a:prstClr>
              </a:solidFill>
              <a:latin typeface="Casper" panose="02000506000000020004"/>
              <a:ea typeface="+mn-ea"/>
              <a:cs typeface="Times New Roman" panose="02020603050405020304" pitchFamily="18" charset="0"/>
            </a:rPr>
            <a:t>Students will learn about different quantum variables</a:t>
          </a:r>
          <a:r>
            <a:rPr lang="en-IN" sz="1600" kern="1200" dirty="0">
              <a:latin typeface="Times New Roman" panose="02020603050405020304" pitchFamily="18" charset="0"/>
              <a:cs typeface="Times New Roman" panose="02020603050405020304" pitchFamily="18" charset="0"/>
            </a:rPr>
            <a:t>.</a:t>
          </a:r>
        </a:p>
      </dgm:t>
    </dgm:pt>
    <dgm:pt modelId="{2CA17078-8E69-4AD4-8CE4-9B3F8BB306DB}" type="parTrans" cxnId="{62E3F93D-8EE6-4623-B0F5-2E51672FA22E}">
      <dgm:prSet/>
      <dgm:spPr/>
      <dgm:t>
        <a:bodyPr/>
        <a:lstStyle/>
        <a:p>
          <a:endParaRPr lang="en-IN"/>
        </a:p>
      </dgm:t>
    </dgm:pt>
    <dgm:pt modelId="{601EF65E-15BB-4934-8E1E-6DEFFE1702FB}" type="sibTrans" cxnId="{62E3F93D-8EE6-4623-B0F5-2E51672FA22E}">
      <dgm:prSet/>
      <dgm:spPr/>
      <dgm:t>
        <a:bodyPr/>
        <a:lstStyle/>
        <a:p>
          <a:endParaRPr lang="en-IN"/>
        </a:p>
      </dgm:t>
    </dgm:pt>
    <dgm:pt modelId="{FA2EB051-0881-42DF-B19F-D522950734B2}">
      <dgm:prSet phldrT="[Text]" custT="1"/>
      <dgm:spPr/>
      <dgm:t>
        <a:bodyPr/>
        <a:lstStyle/>
        <a:p>
          <a:r>
            <a:rPr lang="en-IN" sz="1600">
              <a:latin typeface="Times New Roman" panose="02020603050405020304" pitchFamily="18" charset="0"/>
              <a:cs typeface="Times New Roman" panose="02020603050405020304" pitchFamily="18" charset="0"/>
            </a:rPr>
            <a:t>3</a:t>
          </a:r>
        </a:p>
      </dgm:t>
    </dgm:pt>
    <dgm:pt modelId="{603BF450-F4E0-4CEF-9C21-27FDD0CCE880}" type="parTrans" cxnId="{DC4706BC-D4DE-4DC7-BEC1-DBC559A79182}">
      <dgm:prSet/>
      <dgm:spPr/>
      <dgm:t>
        <a:bodyPr/>
        <a:lstStyle/>
        <a:p>
          <a:endParaRPr lang="en-IN"/>
        </a:p>
      </dgm:t>
    </dgm:pt>
    <dgm:pt modelId="{E496903B-959A-4D15-8074-58AFAB6AE879}" type="sibTrans" cxnId="{DC4706BC-D4DE-4DC7-BEC1-DBC559A79182}">
      <dgm:prSet/>
      <dgm:spPr/>
      <dgm:t>
        <a:bodyPr/>
        <a:lstStyle/>
        <a:p>
          <a:endParaRPr lang="en-IN"/>
        </a:p>
      </dgm:t>
    </dgm:pt>
    <dgm:pt modelId="{A4751C2F-50DC-42B3-BE3C-66635C62DF5B}">
      <dgm:prSet phldrT="[Text]" custT="1"/>
      <dgm:spPr/>
      <dgm:t>
        <a:bodyPr/>
        <a:lstStyle/>
        <a:p>
          <a:r>
            <a:rPr lang="en-IN" sz="2400" kern="1200" dirty="0">
              <a:solidFill>
                <a:prstClr val="black">
                  <a:hueOff val="0"/>
                  <a:satOff val="0"/>
                  <a:lumOff val="0"/>
                  <a:alphaOff val="0"/>
                </a:prstClr>
              </a:solidFill>
              <a:latin typeface="Casper" panose="02000506000000020004"/>
              <a:ea typeface="+mn-ea"/>
              <a:cs typeface="Times New Roman" panose="02020603050405020304" pitchFamily="18" charset="0"/>
            </a:rPr>
            <a:t>Derive time independent equation.</a:t>
          </a:r>
        </a:p>
      </dgm:t>
    </dgm:pt>
    <dgm:pt modelId="{98A445DD-232D-43B4-996A-9AAE775AAE53}" type="parTrans" cxnId="{395ADFA3-0915-481A-A479-89176F966CC5}">
      <dgm:prSet/>
      <dgm:spPr/>
      <dgm:t>
        <a:bodyPr/>
        <a:lstStyle/>
        <a:p>
          <a:endParaRPr lang="en-IN"/>
        </a:p>
      </dgm:t>
    </dgm:pt>
    <dgm:pt modelId="{61FD9762-81CA-459F-A72F-FE38E106590B}" type="sibTrans" cxnId="{395ADFA3-0915-481A-A479-89176F966CC5}">
      <dgm:prSet/>
      <dgm:spPr/>
      <dgm:t>
        <a:bodyPr/>
        <a:lstStyle/>
        <a:p>
          <a:endParaRPr lang="en-IN"/>
        </a:p>
      </dgm:t>
    </dgm:pt>
    <dgm:pt modelId="{CD122889-8A8D-4BB0-B01E-B98ED66A22D1}" type="pres">
      <dgm:prSet presAssocID="{244B1B3E-83FA-4658-BAF7-A1C28950C6E7}" presName="Name0" presStyleCnt="0">
        <dgm:presLayoutVars>
          <dgm:dir/>
          <dgm:animLvl val="lvl"/>
          <dgm:resizeHandles val="exact"/>
        </dgm:presLayoutVars>
      </dgm:prSet>
      <dgm:spPr/>
    </dgm:pt>
    <dgm:pt modelId="{BC7B5AF7-D169-48C7-A14D-1E9FBD84314E}" type="pres">
      <dgm:prSet presAssocID="{BE1042C7-8FD8-46C3-97B2-C8F6ECCAA577}" presName="composite" presStyleCnt="0"/>
      <dgm:spPr/>
    </dgm:pt>
    <dgm:pt modelId="{823804D2-D44E-44EA-9FF5-99F97DCCD10A}" type="pres">
      <dgm:prSet presAssocID="{BE1042C7-8FD8-46C3-97B2-C8F6ECCAA577}" presName="parTx" presStyleLbl="alignNode1" presStyleIdx="0" presStyleCnt="3">
        <dgm:presLayoutVars>
          <dgm:chMax val="0"/>
          <dgm:chPref val="0"/>
          <dgm:bulletEnabled val="1"/>
        </dgm:presLayoutVars>
      </dgm:prSet>
      <dgm:spPr/>
    </dgm:pt>
    <dgm:pt modelId="{BD2EE0C5-FA31-483E-B76D-6DC608645EA8}" type="pres">
      <dgm:prSet presAssocID="{BE1042C7-8FD8-46C3-97B2-C8F6ECCAA577}" presName="desTx" presStyleLbl="alignAccFollowNode1" presStyleIdx="0" presStyleCnt="3" custLinFactNeighborX="-103">
        <dgm:presLayoutVars>
          <dgm:bulletEnabled val="1"/>
        </dgm:presLayoutVars>
      </dgm:prSet>
      <dgm:spPr/>
    </dgm:pt>
    <dgm:pt modelId="{855F9A90-9408-4E6B-A063-BA943B6B5E63}" type="pres">
      <dgm:prSet presAssocID="{45BE4B48-3412-410B-B8EF-6D39A131AE80}" presName="space" presStyleCnt="0"/>
      <dgm:spPr/>
    </dgm:pt>
    <dgm:pt modelId="{FDB0CFBF-8008-4E01-BBDE-DAFE38134065}" type="pres">
      <dgm:prSet presAssocID="{59623D32-4D69-42DD-85CD-027389341071}" presName="composite" presStyleCnt="0"/>
      <dgm:spPr/>
    </dgm:pt>
    <dgm:pt modelId="{C9DA09FE-968E-4451-896D-DECC9E9C2589}" type="pres">
      <dgm:prSet presAssocID="{59623D32-4D69-42DD-85CD-027389341071}" presName="parTx" presStyleLbl="alignNode1" presStyleIdx="1" presStyleCnt="3">
        <dgm:presLayoutVars>
          <dgm:chMax val="0"/>
          <dgm:chPref val="0"/>
          <dgm:bulletEnabled val="1"/>
        </dgm:presLayoutVars>
      </dgm:prSet>
      <dgm:spPr/>
    </dgm:pt>
    <dgm:pt modelId="{F18E9830-D2CB-43E8-AB8E-05B2ABB8544E}" type="pres">
      <dgm:prSet presAssocID="{59623D32-4D69-42DD-85CD-027389341071}" presName="desTx" presStyleLbl="alignAccFollowNode1" presStyleIdx="1" presStyleCnt="3">
        <dgm:presLayoutVars>
          <dgm:bulletEnabled val="1"/>
        </dgm:presLayoutVars>
      </dgm:prSet>
      <dgm:spPr/>
    </dgm:pt>
    <dgm:pt modelId="{1413BF33-3CB5-487E-8D9C-3B128FA3A8CB}" type="pres">
      <dgm:prSet presAssocID="{FF05F8A0-05D5-4BC8-84AE-11F0CDB44B6A}" presName="space" presStyleCnt="0"/>
      <dgm:spPr/>
    </dgm:pt>
    <dgm:pt modelId="{49466710-EFDB-44BB-AF41-77A08201716E}" type="pres">
      <dgm:prSet presAssocID="{FA2EB051-0881-42DF-B19F-D522950734B2}" presName="composite" presStyleCnt="0"/>
      <dgm:spPr/>
    </dgm:pt>
    <dgm:pt modelId="{AC12C961-00F2-45E6-B9B9-7B8C991E8799}" type="pres">
      <dgm:prSet presAssocID="{FA2EB051-0881-42DF-B19F-D522950734B2}" presName="parTx" presStyleLbl="alignNode1" presStyleIdx="2" presStyleCnt="3">
        <dgm:presLayoutVars>
          <dgm:chMax val="0"/>
          <dgm:chPref val="0"/>
          <dgm:bulletEnabled val="1"/>
        </dgm:presLayoutVars>
      </dgm:prSet>
      <dgm:spPr/>
    </dgm:pt>
    <dgm:pt modelId="{67DE4BD6-AAFE-4A2D-A02B-0CA2C8D040F6}" type="pres">
      <dgm:prSet presAssocID="{FA2EB051-0881-42DF-B19F-D522950734B2}" presName="desTx" presStyleLbl="alignAccFollowNode1" presStyleIdx="2" presStyleCnt="3">
        <dgm:presLayoutVars>
          <dgm:bulletEnabled val="1"/>
        </dgm:presLayoutVars>
      </dgm:prSet>
      <dgm:spPr/>
    </dgm:pt>
  </dgm:ptLst>
  <dgm:cxnLst>
    <dgm:cxn modelId="{2EECFD32-26AB-472F-9003-49E970320073}" type="presOf" srcId="{A4751C2F-50DC-42B3-BE3C-66635C62DF5B}" destId="{67DE4BD6-AAFE-4A2D-A02B-0CA2C8D040F6}" srcOrd="0" destOrd="0" presId="urn:microsoft.com/office/officeart/2005/8/layout/hList1"/>
    <dgm:cxn modelId="{8CCE0A33-9E9D-4E94-9FE9-24A56A02ADF7}" type="presOf" srcId="{581DF355-82C3-44BD-A2B0-78187E54CCC7}" destId="{F18E9830-D2CB-43E8-AB8E-05B2ABB8544E}" srcOrd="0" destOrd="0" presId="urn:microsoft.com/office/officeart/2005/8/layout/hList1"/>
    <dgm:cxn modelId="{39FFB936-7BB6-44BD-892D-D77E39C98D99}" type="presOf" srcId="{BE1042C7-8FD8-46C3-97B2-C8F6ECCAA577}" destId="{823804D2-D44E-44EA-9FF5-99F97DCCD10A}" srcOrd="0" destOrd="0" presId="urn:microsoft.com/office/officeart/2005/8/layout/hList1"/>
    <dgm:cxn modelId="{62E3F93D-8EE6-4623-B0F5-2E51672FA22E}" srcId="{59623D32-4D69-42DD-85CD-027389341071}" destId="{581DF355-82C3-44BD-A2B0-78187E54CCC7}" srcOrd="0" destOrd="0" parTransId="{2CA17078-8E69-4AD4-8CE4-9B3F8BB306DB}" sibTransId="{601EF65E-15BB-4934-8E1E-6DEFFE1702FB}"/>
    <dgm:cxn modelId="{FCA0DE3E-9DA7-403C-87B9-DD0CA0DE16FA}" srcId="{244B1B3E-83FA-4658-BAF7-A1C28950C6E7}" destId="{59623D32-4D69-42DD-85CD-027389341071}" srcOrd="1" destOrd="0" parTransId="{8C3CF477-F4C0-4176-95A0-1CEE433BD66D}" sibTransId="{FF05F8A0-05D5-4BC8-84AE-11F0CDB44B6A}"/>
    <dgm:cxn modelId="{E0D94A5F-D235-4A27-9436-6243B9CDC53C}" type="presOf" srcId="{244B1B3E-83FA-4658-BAF7-A1C28950C6E7}" destId="{CD122889-8A8D-4BB0-B01E-B98ED66A22D1}" srcOrd="0" destOrd="0" presId="urn:microsoft.com/office/officeart/2005/8/layout/hList1"/>
    <dgm:cxn modelId="{E0ABA179-2A02-4FE6-A4AB-B4F2CCB8D5D1}" srcId="{BE1042C7-8FD8-46C3-97B2-C8F6ECCAA577}" destId="{AC6663AF-9A88-490D-853C-8120C7DBDE78}" srcOrd="0" destOrd="0" parTransId="{420872E8-8AA2-45F6-A8E2-8BF205EB0960}" sibTransId="{34B7117A-1B4E-466B-8D17-59D987A33713}"/>
    <dgm:cxn modelId="{6F646E87-6752-4F31-9C64-A5227D04454B}" type="presOf" srcId="{AC6663AF-9A88-490D-853C-8120C7DBDE78}" destId="{BD2EE0C5-FA31-483E-B76D-6DC608645EA8}" srcOrd="0" destOrd="0" presId="urn:microsoft.com/office/officeart/2005/8/layout/hList1"/>
    <dgm:cxn modelId="{395ADFA3-0915-481A-A479-89176F966CC5}" srcId="{FA2EB051-0881-42DF-B19F-D522950734B2}" destId="{A4751C2F-50DC-42B3-BE3C-66635C62DF5B}" srcOrd="0" destOrd="0" parTransId="{98A445DD-232D-43B4-996A-9AAE775AAE53}" sibTransId="{61FD9762-81CA-459F-A72F-FE38E106590B}"/>
    <dgm:cxn modelId="{DC4706BC-D4DE-4DC7-BEC1-DBC559A79182}" srcId="{244B1B3E-83FA-4658-BAF7-A1C28950C6E7}" destId="{FA2EB051-0881-42DF-B19F-D522950734B2}" srcOrd="2" destOrd="0" parTransId="{603BF450-F4E0-4CEF-9C21-27FDD0CCE880}" sibTransId="{E496903B-959A-4D15-8074-58AFAB6AE879}"/>
    <dgm:cxn modelId="{4C6E36C8-BEEE-4A8F-98F1-8AA1658291ED}" srcId="{244B1B3E-83FA-4658-BAF7-A1C28950C6E7}" destId="{BE1042C7-8FD8-46C3-97B2-C8F6ECCAA577}" srcOrd="0" destOrd="0" parTransId="{621BB3EB-6CE1-4596-9775-D8E49C0230C2}" sibTransId="{45BE4B48-3412-410B-B8EF-6D39A131AE80}"/>
    <dgm:cxn modelId="{317A8FCD-3B3E-40F4-A3D5-4110421A775C}" type="presOf" srcId="{59623D32-4D69-42DD-85CD-027389341071}" destId="{C9DA09FE-968E-4451-896D-DECC9E9C2589}" srcOrd="0" destOrd="0" presId="urn:microsoft.com/office/officeart/2005/8/layout/hList1"/>
    <dgm:cxn modelId="{C1D2F2F1-402B-4DEF-815C-31E5640FB23C}" type="presOf" srcId="{FA2EB051-0881-42DF-B19F-D522950734B2}" destId="{AC12C961-00F2-45E6-B9B9-7B8C991E8799}" srcOrd="0" destOrd="0" presId="urn:microsoft.com/office/officeart/2005/8/layout/hList1"/>
    <dgm:cxn modelId="{44EC55BC-83AF-46C1-91DE-CEFE10A8BA41}" type="presParOf" srcId="{CD122889-8A8D-4BB0-B01E-B98ED66A22D1}" destId="{BC7B5AF7-D169-48C7-A14D-1E9FBD84314E}" srcOrd="0" destOrd="0" presId="urn:microsoft.com/office/officeart/2005/8/layout/hList1"/>
    <dgm:cxn modelId="{1716C085-2511-4521-80C9-9371EACFB37B}" type="presParOf" srcId="{BC7B5AF7-D169-48C7-A14D-1E9FBD84314E}" destId="{823804D2-D44E-44EA-9FF5-99F97DCCD10A}" srcOrd="0" destOrd="0" presId="urn:microsoft.com/office/officeart/2005/8/layout/hList1"/>
    <dgm:cxn modelId="{A7BFC1A6-A3DE-4154-8BF0-CBC1C0E4410F}" type="presParOf" srcId="{BC7B5AF7-D169-48C7-A14D-1E9FBD84314E}" destId="{BD2EE0C5-FA31-483E-B76D-6DC608645EA8}" srcOrd="1" destOrd="0" presId="urn:microsoft.com/office/officeart/2005/8/layout/hList1"/>
    <dgm:cxn modelId="{820E9E05-BE33-4DD0-8AB5-D3A6FF267E29}" type="presParOf" srcId="{CD122889-8A8D-4BB0-B01E-B98ED66A22D1}" destId="{855F9A90-9408-4E6B-A063-BA943B6B5E63}" srcOrd="1" destOrd="0" presId="urn:microsoft.com/office/officeart/2005/8/layout/hList1"/>
    <dgm:cxn modelId="{164F2345-BE36-4FBD-A254-5EF6031AA25F}" type="presParOf" srcId="{CD122889-8A8D-4BB0-B01E-B98ED66A22D1}" destId="{FDB0CFBF-8008-4E01-BBDE-DAFE38134065}" srcOrd="2" destOrd="0" presId="urn:microsoft.com/office/officeart/2005/8/layout/hList1"/>
    <dgm:cxn modelId="{864951CA-E36E-40D6-84B9-0865D671F083}" type="presParOf" srcId="{FDB0CFBF-8008-4E01-BBDE-DAFE38134065}" destId="{C9DA09FE-968E-4451-896D-DECC9E9C2589}" srcOrd="0" destOrd="0" presId="urn:microsoft.com/office/officeart/2005/8/layout/hList1"/>
    <dgm:cxn modelId="{16550E85-2CF7-4F1E-B867-62E1F7627439}" type="presParOf" srcId="{FDB0CFBF-8008-4E01-BBDE-DAFE38134065}" destId="{F18E9830-D2CB-43E8-AB8E-05B2ABB8544E}" srcOrd="1" destOrd="0" presId="urn:microsoft.com/office/officeart/2005/8/layout/hList1"/>
    <dgm:cxn modelId="{20F24F72-8814-4258-8F9C-B5CAAA48F33B}" type="presParOf" srcId="{CD122889-8A8D-4BB0-B01E-B98ED66A22D1}" destId="{1413BF33-3CB5-487E-8D9C-3B128FA3A8CB}" srcOrd="3" destOrd="0" presId="urn:microsoft.com/office/officeart/2005/8/layout/hList1"/>
    <dgm:cxn modelId="{7450CC3D-D7B6-4E0C-904B-3D1ABC1DB2BE}" type="presParOf" srcId="{CD122889-8A8D-4BB0-B01E-B98ED66A22D1}" destId="{49466710-EFDB-44BB-AF41-77A08201716E}" srcOrd="4" destOrd="0" presId="urn:microsoft.com/office/officeart/2005/8/layout/hList1"/>
    <dgm:cxn modelId="{FBBCF618-8C39-4503-8F43-775A470E764B}" type="presParOf" srcId="{49466710-EFDB-44BB-AF41-77A08201716E}" destId="{AC12C961-00F2-45E6-B9B9-7B8C991E8799}" srcOrd="0" destOrd="0" presId="urn:microsoft.com/office/officeart/2005/8/layout/hList1"/>
    <dgm:cxn modelId="{A56900D1-1D1B-43B9-AE8B-B2CD8A51FD84}" type="presParOf" srcId="{49466710-EFDB-44BB-AF41-77A08201716E}" destId="{67DE4BD6-AAFE-4A2D-A02B-0CA2C8D040F6}"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3720F04-4F70-4D64-A29D-B342FC1719D9}"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n-IN"/>
        </a:p>
      </dgm:t>
    </dgm:pt>
    <dgm:pt modelId="{78C2C310-6D00-42F5-BD96-86F886AF2859}">
      <dgm:prSet custT="1"/>
      <dgm:spPr/>
      <dgm:t>
        <a:bodyPr/>
        <a:lstStyle/>
        <a:p>
          <a:r>
            <a:rPr lang="en-IN" sz="2400" dirty="0">
              <a:latin typeface="Casper"/>
            </a:rPr>
            <a:t>Photon-momentum</a:t>
          </a:r>
        </a:p>
      </dgm:t>
    </dgm:pt>
    <dgm:pt modelId="{4A8149D1-3236-4850-A0D4-7F0DC0A74381}" type="parTrans" cxnId="{624FBA61-2E1E-4E96-AE3D-B7A559C08B9F}">
      <dgm:prSet/>
      <dgm:spPr/>
      <dgm:t>
        <a:bodyPr/>
        <a:lstStyle/>
        <a:p>
          <a:endParaRPr lang="en-IN"/>
        </a:p>
      </dgm:t>
    </dgm:pt>
    <dgm:pt modelId="{D41B046A-39EB-471A-9419-32CA90055E30}" type="sibTrans" cxnId="{624FBA61-2E1E-4E96-AE3D-B7A559C08B9F}">
      <dgm:prSet/>
      <dgm:spPr/>
      <dgm:t>
        <a:bodyPr/>
        <a:lstStyle/>
        <a:p>
          <a:endParaRPr lang="en-IN"/>
        </a:p>
      </dgm:t>
    </dgm:pt>
    <dgm:pt modelId="{6AE72F79-9B2C-418C-8931-47980205E39C}">
      <dgm:prSet custT="1"/>
      <dgm:spPr/>
      <dgm:t>
        <a:bodyPr/>
        <a:lstStyle/>
        <a:p>
          <a:r>
            <a:rPr lang="en-IN" sz="2400" dirty="0">
              <a:latin typeface="Casper"/>
            </a:rPr>
            <a:t>Schrodinger’s cat</a:t>
          </a:r>
        </a:p>
      </dgm:t>
    </dgm:pt>
    <dgm:pt modelId="{0F3B83AF-7673-416C-B661-F79AB5A3B7D5}" type="parTrans" cxnId="{5A90B24E-B05A-40A3-A347-EE71804EFA80}">
      <dgm:prSet/>
      <dgm:spPr/>
      <dgm:t>
        <a:bodyPr/>
        <a:lstStyle/>
        <a:p>
          <a:endParaRPr lang="en-IN"/>
        </a:p>
      </dgm:t>
    </dgm:pt>
    <dgm:pt modelId="{BA3463F2-F25B-4788-8224-D4929A4446CF}" type="sibTrans" cxnId="{5A90B24E-B05A-40A3-A347-EE71804EFA80}">
      <dgm:prSet/>
      <dgm:spPr/>
      <dgm:t>
        <a:bodyPr/>
        <a:lstStyle/>
        <a:p>
          <a:endParaRPr lang="en-IN"/>
        </a:p>
      </dgm:t>
    </dgm:pt>
    <dgm:pt modelId="{527E673E-A0A5-45D0-BC3C-DE0DEE525BF2}">
      <dgm:prSet custT="1"/>
      <dgm:spPr/>
      <dgm:t>
        <a:bodyPr/>
        <a:lstStyle/>
        <a:p>
          <a:r>
            <a:rPr lang="en-IN" sz="2400" dirty="0">
              <a:latin typeface="Casper"/>
            </a:rPr>
            <a:t>Introduction</a:t>
          </a:r>
        </a:p>
      </dgm:t>
    </dgm:pt>
    <dgm:pt modelId="{8E777649-E85C-43E8-AEC8-111E2B125ABB}" type="parTrans" cxnId="{83B6BB86-23F9-4587-BE73-B11CF78F5524}">
      <dgm:prSet/>
      <dgm:spPr/>
      <dgm:t>
        <a:bodyPr/>
        <a:lstStyle/>
        <a:p>
          <a:endParaRPr lang="en-IN"/>
        </a:p>
      </dgm:t>
    </dgm:pt>
    <dgm:pt modelId="{859CB368-A51B-4E26-A560-C7DD193A30A5}" type="sibTrans" cxnId="{83B6BB86-23F9-4587-BE73-B11CF78F5524}">
      <dgm:prSet/>
      <dgm:spPr/>
      <dgm:t>
        <a:bodyPr/>
        <a:lstStyle/>
        <a:p>
          <a:endParaRPr lang="en-IN"/>
        </a:p>
      </dgm:t>
    </dgm:pt>
    <dgm:pt modelId="{7A8B024F-0346-4ACE-9B6F-5B8CB6DDA88A}">
      <dgm:prSet custT="1"/>
      <dgm:spPr/>
      <dgm:t>
        <a:bodyPr/>
        <a:lstStyle/>
        <a:p>
          <a:r>
            <a:rPr lang="en-IN" sz="2400" dirty="0">
              <a:latin typeface="Casper"/>
            </a:rPr>
            <a:t>Time-independent Schrodinger’s equation</a:t>
          </a:r>
        </a:p>
      </dgm:t>
    </dgm:pt>
    <dgm:pt modelId="{BCF82992-D156-4C23-8A4A-7D1C2D0EDBC3}" type="parTrans" cxnId="{0203C5AA-05AD-44AB-AB81-3A812D582A32}">
      <dgm:prSet/>
      <dgm:spPr/>
      <dgm:t>
        <a:bodyPr/>
        <a:lstStyle/>
        <a:p>
          <a:endParaRPr lang="en-IN"/>
        </a:p>
      </dgm:t>
    </dgm:pt>
    <dgm:pt modelId="{221AB210-79DC-4A6E-B590-0F0D123DD2D9}" type="sibTrans" cxnId="{0203C5AA-05AD-44AB-AB81-3A812D582A32}">
      <dgm:prSet/>
      <dgm:spPr/>
      <dgm:t>
        <a:bodyPr/>
        <a:lstStyle/>
        <a:p>
          <a:endParaRPr lang="en-IN"/>
        </a:p>
      </dgm:t>
    </dgm:pt>
    <dgm:pt modelId="{6CC9197F-0EDE-47AC-846F-54406B624218}" type="pres">
      <dgm:prSet presAssocID="{43720F04-4F70-4D64-A29D-B342FC1719D9}" presName="linear" presStyleCnt="0">
        <dgm:presLayoutVars>
          <dgm:animLvl val="lvl"/>
          <dgm:resizeHandles val="exact"/>
        </dgm:presLayoutVars>
      </dgm:prSet>
      <dgm:spPr/>
    </dgm:pt>
    <dgm:pt modelId="{FA068D47-9128-40CC-9FDB-255F7888DD74}" type="pres">
      <dgm:prSet presAssocID="{78C2C310-6D00-42F5-BD96-86F886AF2859}" presName="parentText" presStyleLbl="node1" presStyleIdx="0" presStyleCnt="4">
        <dgm:presLayoutVars>
          <dgm:chMax val="0"/>
          <dgm:bulletEnabled val="1"/>
        </dgm:presLayoutVars>
      </dgm:prSet>
      <dgm:spPr/>
    </dgm:pt>
    <dgm:pt modelId="{6C92B666-ED60-4876-A196-98F67D7F1F86}" type="pres">
      <dgm:prSet presAssocID="{D41B046A-39EB-471A-9419-32CA90055E30}" presName="spacer" presStyleCnt="0"/>
      <dgm:spPr/>
    </dgm:pt>
    <dgm:pt modelId="{95EE82A3-9D85-4348-BDCF-41A34F9FDCD9}" type="pres">
      <dgm:prSet presAssocID="{6AE72F79-9B2C-418C-8931-47980205E39C}" presName="parentText" presStyleLbl="node1" presStyleIdx="1" presStyleCnt="4">
        <dgm:presLayoutVars>
          <dgm:chMax val="0"/>
          <dgm:bulletEnabled val="1"/>
        </dgm:presLayoutVars>
      </dgm:prSet>
      <dgm:spPr/>
    </dgm:pt>
    <dgm:pt modelId="{C3F56188-1496-4285-9BA9-D6EE1B76986A}" type="pres">
      <dgm:prSet presAssocID="{BA3463F2-F25B-4788-8224-D4929A4446CF}" presName="spacer" presStyleCnt="0"/>
      <dgm:spPr/>
    </dgm:pt>
    <dgm:pt modelId="{39DC17CC-CDC2-40D3-BAA9-46197E8D6CA7}" type="pres">
      <dgm:prSet presAssocID="{527E673E-A0A5-45D0-BC3C-DE0DEE525BF2}" presName="parentText" presStyleLbl="node1" presStyleIdx="2" presStyleCnt="4">
        <dgm:presLayoutVars>
          <dgm:chMax val="0"/>
          <dgm:bulletEnabled val="1"/>
        </dgm:presLayoutVars>
      </dgm:prSet>
      <dgm:spPr/>
    </dgm:pt>
    <dgm:pt modelId="{8B2FDEF7-4347-4983-A98E-B9EC1F568272}" type="pres">
      <dgm:prSet presAssocID="{859CB368-A51B-4E26-A560-C7DD193A30A5}" presName="spacer" presStyleCnt="0"/>
      <dgm:spPr/>
    </dgm:pt>
    <dgm:pt modelId="{5E7B9258-0235-467B-9DD2-CD31809899CD}" type="pres">
      <dgm:prSet presAssocID="{7A8B024F-0346-4ACE-9B6F-5B8CB6DDA88A}" presName="parentText" presStyleLbl="node1" presStyleIdx="3" presStyleCnt="4">
        <dgm:presLayoutVars>
          <dgm:chMax val="0"/>
          <dgm:bulletEnabled val="1"/>
        </dgm:presLayoutVars>
      </dgm:prSet>
      <dgm:spPr/>
    </dgm:pt>
  </dgm:ptLst>
  <dgm:cxnLst>
    <dgm:cxn modelId="{FFB5FE05-F88A-4F29-A5FF-A77905A1E555}" type="presOf" srcId="{7A8B024F-0346-4ACE-9B6F-5B8CB6DDA88A}" destId="{5E7B9258-0235-467B-9DD2-CD31809899CD}" srcOrd="0" destOrd="0" presId="urn:microsoft.com/office/officeart/2005/8/layout/vList2"/>
    <dgm:cxn modelId="{624FBA61-2E1E-4E96-AE3D-B7A559C08B9F}" srcId="{43720F04-4F70-4D64-A29D-B342FC1719D9}" destId="{78C2C310-6D00-42F5-BD96-86F886AF2859}" srcOrd="0" destOrd="0" parTransId="{4A8149D1-3236-4850-A0D4-7F0DC0A74381}" sibTransId="{D41B046A-39EB-471A-9419-32CA90055E30}"/>
    <dgm:cxn modelId="{641B5464-44DF-4FF9-A6F2-D72DC0659D5E}" type="presOf" srcId="{43720F04-4F70-4D64-A29D-B342FC1719D9}" destId="{6CC9197F-0EDE-47AC-846F-54406B624218}" srcOrd="0" destOrd="0" presId="urn:microsoft.com/office/officeart/2005/8/layout/vList2"/>
    <dgm:cxn modelId="{5A90B24E-B05A-40A3-A347-EE71804EFA80}" srcId="{43720F04-4F70-4D64-A29D-B342FC1719D9}" destId="{6AE72F79-9B2C-418C-8931-47980205E39C}" srcOrd="1" destOrd="0" parTransId="{0F3B83AF-7673-416C-B661-F79AB5A3B7D5}" sibTransId="{BA3463F2-F25B-4788-8224-D4929A4446CF}"/>
    <dgm:cxn modelId="{83B6BB86-23F9-4587-BE73-B11CF78F5524}" srcId="{43720F04-4F70-4D64-A29D-B342FC1719D9}" destId="{527E673E-A0A5-45D0-BC3C-DE0DEE525BF2}" srcOrd="2" destOrd="0" parTransId="{8E777649-E85C-43E8-AEC8-111E2B125ABB}" sibTransId="{859CB368-A51B-4E26-A560-C7DD193A30A5}"/>
    <dgm:cxn modelId="{5FF27F8E-77C7-4CCE-AB7A-2E2C7B1C287B}" type="presOf" srcId="{78C2C310-6D00-42F5-BD96-86F886AF2859}" destId="{FA068D47-9128-40CC-9FDB-255F7888DD74}" srcOrd="0" destOrd="0" presId="urn:microsoft.com/office/officeart/2005/8/layout/vList2"/>
    <dgm:cxn modelId="{EBBF3E9C-5262-483E-80B9-B7CC0F9ADE24}" type="presOf" srcId="{527E673E-A0A5-45D0-BC3C-DE0DEE525BF2}" destId="{39DC17CC-CDC2-40D3-BAA9-46197E8D6CA7}" srcOrd="0" destOrd="0" presId="urn:microsoft.com/office/officeart/2005/8/layout/vList2"/>
    <dgm:cxn modelId="{0225C2A0-C9DB-4A86-A14C-8E91E0F59C73}" type="presOf" srcId="{6AE72F79-9B2C-418C-8931-47980205E39C}" destId="{95EE82A3-9D85-4348-BDCF-41A34F9FDCD9}" srcOrd="0" destOrd="0" presId="urn:microsoft.com/office/officeart/2005/8/layout/vList2"/>
    <dgm:cxn modelId="{0203C5AA-05AD-44AB-AB81-3A812D582A32}" srcId="{43720F04-4F70-4D64-A29D-B342FC1719D9}" destId="{7A8B024F-0346-4ACE-9B6F-5B8CB6DDA88A}" srcOrd="3" destOrd="0" parTransId="{BCF82992-D156-4C23-8A4A-7D1C2D0EDBC3}" sibTransId="{221AB210-79DC-4A6E-B590-0F0D123DD2D9}"/>
    <dgm:cxn modelId="{1A644FC0-8FDE-4A1A-8E66-F52F2CD17617}" type="presParOf" srcId="{6CC9197F-0EDE-47AC-846F-54406B624218}" destId="{FA068D47-9128-40CC-9FDB-255F7888DD74}" srcOrd="0" destOrd="0" presId="urn:microsoft.com/office/officeart/2005/8/layout/vList2"/>
    <dgm:cxn modelId="{4B6AB386-1488-4E03-BFCB-5C534E63BBF4}" type="presParOf" srcId="{6CC9197F-0EDE-47AC-846F-54406B624218}" destId="{6C92B666-ED60-4876-A196-98F67D7F1F86}" srcOrd="1" destOrd="0" presId="urn:microsoft.com/office/officeart/2005/8/layout/vList2"/>
    <dgm:cxn modelId="{50063B9A-E013-4265-ABD3-8BCD1068D31C}" type="presParOf" srcId="{6CC9197F-0EDE-47AC-846F-54406B624218}" destId="{95EE82A3-9D85-4348-BDCF-41A34F9FDCD9}" srcOrd="2" destOrd="0" presId="urn:microsoft.com/office/officeart/2005/8/layout/vList2"/>
    <dgm:cxn modelId="{734E7FCE-064C-47BA-9995-FD4F3A0E77C7}" type="presParOf" srcId="{6CC9197F-0EDE-47AC-846F-54406B624218}" destId="{C3F56188-1496-4285-9BA9-D6EE1B76986A}" srcOrd="3" destOrd="0" presId="urn:microsoft.com/office/officeart/2005/8/layout/vList2"/>
    <dgm:cxn modelId="{B6A6519A-77B7-4500-BE70-1774D0E4D33C}" type="presParOf" srcId="{6CC9197F-0EDE-47AC-846F-54406B624218}" destId="{39DC17CC-CDC2-40D3-BAA9-46197E8D6CA7}" srcOrd="4" destOrd="0" presId="urn:microsoft.com/office/officeart/2005/8/layout/vList2"/>
    <dgm:cxn modelId="{AC979EFC-4538-46AD-829D-E7CC587E43B4}" type="presParOf" srcId="{6CC9197F-0EDE-47AC-846F-54406B624218}" destId="{8B2FDEF7-4347-4983-A98E-B9EC1F568272}" srcOrd="5" destOrd="0" presId="urn:microsoft.com/office/officeart/2005/8/layout/vList2"/>
    <dgm:cxn modelId="{6E7ADE33-2870-47D8-9FB2-D59ED8E1CF68}" type="presParOf" srcId="{6CC9197F-0EDE-47AC-846F-54406B624218}" destId="{5E7B9258-0235-467B-9DD2-CD31809899CD}"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0B5599-AB67-4D7B-810B-7A3D73FBC18E}">
      <dsp:nvSpPr>
        <dsp:cNvPr id="0" name=""/>
        <dsp:cNvSpPr/>
      </dsp:nvSpPr>
      <dsp:spPr>
        <a:xfrm>
          <a:off x="0" y="18232"/>
          <a:ext cx="6908800" cy="1468486"/>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1" kern="1200" dirty="0">
              <a:latin typeface="Casper" panose="02000506000000020004"/>
            </a:rPr>
            <a:t>UNIT -3</a:t>
          </a:r>
        </a:p>
      </dsp:txBody>
      <dsp:txXfrm>
        <a:off x="43010" y="61242"/>
        <a:ext cx="5286976" cy="1382466"/>
      </dsp:txXfrm>
    </dsp:sp>
    <dsp:sp modelId="{1391C7A5-C46A-46EF-B914-27DF644706EC}">
      <dsp:nvSpPr>
        <dsp:cNvPr id="0" name=""/>
        <dsp:cNvSpPr/>
      </dsp:nvSpPr>
      <dsp:spPr>
        <a:xfrm>
          <a:off x="609599" y="1755777"/>
          <a:ext cx="6908800" cy="1504951"/>
        </a:xfrm>
        <a:prstGeom prst="roundRect">
          <a:avLst>
            <a:gd name="adj" fmla="val 10000"/>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b="1" kern="1200" dirty="0">
              <a:latin typeface="Casper" panose="02000506000000020004"/>
            </a:rPr>
            <a:t>QUANTUM MECHANICS</a:t>
          </a:r>
        </a:p>
      </dsp:txBody>
      <dsp:txXfrm>
        <a:off x="653678" y="1799856"/>
        <a:ext cx="5232823" cy="1416793"/>
      </dsp:txXfrm>
    </dsp:sp>
    <dsp:sp modelId="{DF9F8172-1EEF-4814-96D1-8216E1DFE46F}">
      <dsp:nvSpPr>
        <dsp:cNvPr id="0" name=""/>
        <dsp:cNvSpPr/>
      </dsp:nvSpPr>
      <dsp:spPr>
        <a:xfrm>
          <a:off x="1219199" y="3511554"/>
          <a:ext cx="6908800" cy="1504951"/>
        </a:xfrm>
        <a:prstGeom prst="roundRect">
          <a:avLst>
            <a:gd name="adj" fmla="val 10000"/>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1" kern="1200" dirty="0">
              <a:solidFill>
                <a:schemeClr val="bg1"/>
              </a:solidFill>
              <a:latin typeface="Casper" panose="02000506000000020004"/>
            </a:rPr>
            <a:t> TIME INDEPENDENT SCHRODINGER EQUATION </a:t>
          </a:r>
        </a:p>
      </dsp:txBody>
      <dsp:txXfrm>
        <a:off x="1263278" y="3555633"/>
        <a:ext cx="5232823" cy="1416793"/>
      </dsp:txXfrm>
    </dsp:sp>
    <dsp:sp modelId="{E01B2225-1D38-4B75-AC30-F8B8E757FD86}">
      <dsp:nvSpPr>
        <dsp:cNvPr id="0" name=""/>
        <dsp:cNvSpPr/>
      </dsp:nvSpPr>
      <dsp:spPr>
        <a:xfrm>
          <a:off x="5930581" y="1141255"/>
          <a:ext cx="978218" cy="978218"/>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IN" sz="3600" kern="1200"/>
        </a:p>
      </dsp:txBody>
      <dsp:txXfrm>
        <a:off x="6150680" y="1141255"/>
        <a:ext cx="538020" cy="736109"/>
      </dsp:txXfrm>
    </dsp:sp>
    <dsp:sp modelId="{CE1FCC98-BB05-4596-8BA6-108808B2BF9E}">
      <dsp:nvSpPr>
        <dsp:cNvPr id="0" name=""/>
        <dsp:cNvSpPr/>
      </dsp:nvSpPr>
      <dsp:spPr>
        <a:xfrm>
          <a:off x="6540181" y="2886999"/>
          <a:ext cx="978218" cy="978218"/>
        </a:xfrm>
        <a:prstGeom prst="downArrow">
          <a:avLst>
            <a:gd name="adj1" fmla="val 55000"/>
            <a:gd name="adj2" fmla="val 45000"/>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IN" sz="3600" kern="1200"/>
        </a:p>
      </dsp:txBody>
      <dsp:txXfrm>
        <a:off x="6760280" y="2886999"/>
        <a:ext cx="538020" cy="7361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3804D2-D44E-44EA-9FF5-99F97DCCD10A}">
      <dsp:nvSpPr>
        <dsp:cNvPr id="0" name=""/>
        <dsp:cNvSpPr/>
      </dsp:nvSpPr>
      <dsp:spPr>
        <a:xfrm>
          <a:off x="3147" y="2434"/>
          <a:ext cx="3068480" cy="1227392"/>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n-IN" sz="1200" kern="1200">
              <a:latin typeface="Times New Roman" panose="02020603050405020304" pitchFamily="18" charset="0"/>
              <a:cs typeface="Times New Roman" panose="02020603050405020304" pitchFamily="18" charset="0"/>
            </a:rPr>
            <a:t>1</a:t>
          </a:r>
        </a:p>
      </dsp:txBody>
      <dsp:txXfrm>
        <a:off x="3147" y="2434"/>
        <a:ext cx="3068480" cy="1227392"/>
      </dsp:txXfrm>
    </dsp:sp>
    <dsp:sp modelId="{BD2EE0C5-FA31-483E-B76D-6DC608645EA8}">
      <dsp:nvSpPr>
        <dsp:cNvPr id="0" name=""/>
        <dsp:cNvSpPr/>
      </dsp:nvSpPr>
      <dsp:spPr>
        <a:xfrm>
          <a:off x="0" y="1229827"/>
          <a:ext cx="3068480" cy="2635200"/>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IN" sz="2400" kern="1200" dirty="0">
              <a:latin typeface="Casper" panose="02000506000000020004"/>
              <a:cs typeface="Times New Roman" panose="02020603050405020304" pitchFamily="18" charset="0"/>
            </a:rPr>
            <a:t>Students will learn about wave function.</a:t>
          </a:r>
        </a:p>
      </dsp:txBody>
      <dsp:txXfrm>
        <a:off x="0" y="1229827"/>
        <a:ext cx="3068480" cy="2635200"/>
      </dsp:txXfrm>
    </dsp:sp>
    <dsp:sp modelId="{C9DA09FE-968E-4451-896D-DECC9E9C2589}">
      <dsp:nvSpPr>
        <dsp:cNvPr id="0" name=""/>
        <dsp:cNvSpPr/>
      </dsp:nvSpPr>
      <dsp:spPr>
        <a:xfrm>
          <a:off x="3501214" y="2434"/>
          <a:ext cx="3068480" cy="1227392"/>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IN" sz="1600" kern="1200">
              <a:latin typeface="Times New Roman" panose="02020603050405020304" pitchFamily="18" charset="0"/>
              <a:cs typeface="Times New Roman" panose="02020603050405020304" pitchFamily="18" charset="0"/>
            </a:rPr>
            <a:t>2</a:t>
          </a:r>
        </a:p>
      </dsp:txBody>
      <dsp:txXfrm>
        <a:off x="3501214" y="2434"/>
        <a:ext cx="3068480" cy="1227392"/>
      </dsp:txXfrm>
    </dsp:sp>
    <dsp:sp modelId="{F18E9830-D2CB-43E8-AB8E-05B2ABB8544E}">
      <dsp:nvSpPr>
        <dsp:cNvPr id="0" name=""/>
        <dsp:cNvSpPr/>
      </dsp:nvSpPr>
      <dsp:spPr>
        <a:xfrm>
          <a:off x="3501214" y="1229827"/>
          <a:ext cx="3068480" cy="2635200"/>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IN" sz="2400" kern="1200" dirty="0">
              <a:solidFill>
                <a:prstClr val="black">
                  <a:hueOff val="0"/>
                  <a:satOff val="0"/>
                  <a:lumOff val="0"/>
                  <a:alphaOff val="0"/>
                </a:prstClr>
              </a:solidFill>
              <a:latin typeface="Casper" panose="02000506000000020004"/>
              <a:ea typeface="+mn-ea"/>
              <a:cs typeface="Times New Roman" panose="02020603050405020304" pitchFamily="18" charset="0"/>
            </a:rPr>
            <a:t>Students will learn about different quantum variables</a:t>
          </a:r>
          <a:r>
            <a:rPr lang="en-IN" sz="1600" kern="1200" dirty="0">
              <a:latin typeface="Times New Roman" panose="02020603050405020304" pitchFamily="18" charset="0"/>
              <a:cs typeface="Times New Roman" panose="02020603050405020304" pitchFamily="18" charset="0"/>
            </a:rPr>
            <a:t>.</a:t>
          </a:r>
        </a:p>
      </dsp:txBody>
      <dsp:txXfrm>
        <a:off x="3501214" y="1229827"/>
        <a:ext cx="3068480" cy="2635200"/>
      </dsp:txXfrm>
    </dsp:sp>
    <dsp:sp modelId="{AC12C961-00F2-45E6-B9B9-7B8C991E8799}">
      <dsp:nvSpPr>
        <dsp:cNvPr id="0" name=""/>
        <dsp:cNvSpPr/>
      </dsp:nvSpPr>
      <dsp:spPr>
        <a:xfrm>
          <a:off x="6999282" y="2434"/>
          <a:ext cx="3068480" cy="1227392"/>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IN" sz="1600" kern="1200">
              <a:latin typeface="Times New Roman" panose="02020603050405020304" pitchFamily="18" charset="0"/>
              <a:cs typeface="Times New Roman" panose="02020603050405020304" pitchFamily="18" charset="0"/>
            </a:rPr>
            <a:t>3</a:t>
          </a:r>
        </a:p>
      </dsp:txBody>
      <dsp:txXfrm>
        <a:off x="6999282" y="2434"/>
        <a:ext cx="3068480" cy="1227392"/>
      </dsp:txXfrm>
    </dsp:sp>
    <dsp:sp modelId="{67DE4BD6-AAFE-4A2D-A02B-0CA2C8D040F6}">
      <dsp:nvSpPr>
        <dsp:cNvPr id="0" name=""/>
        <dsp:cNvSpPr/>
      </dsp:nvSpPr>
      <dsp:spPr>
        <a:xfrm>
          <a:off x="6999282" y="1229827"/>
          <a:ext cx="3068480" cy="2635200"/>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IN" sz="2400" kern="1200" dirty="0">
              <a:solidFill>
                <a:prstClr val="black">
                  <a:hueOff val="0"/>
                  <a:satOff val="0"/>
                  <a:lumOff val="0"/>
                  <a:alphaOff val="0"/>
                </a:prstClr>
              </a:solidFill>
              <a:latin typeface="Casper" panose="02000506000000020004"/>
              <a:ea typeface="+mn-ea"/>
              <a:cs typeface="Times New Roman" panose="02020603050405020304" pitchFamily="18" charset="0"/>
            </a:rPr>
            <a:t>Derive time independent equation.</a:t>
          </a:r>
        </a:p>
      </dsp:txBody>
      <dsp:txXfrm>
        <a:off x="6999282" y="1229827"/>
        <a:ext cx="3068480" cy="26352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068D47-9128-40CC-9FDB-255F7888DD74}">
      <dsp:nvSpPr>
        <dsp:cNvPr id="0" name=""/>
        <dsp:cNvSpPr/>
      </dsp:nvSpPr>
      <dsp:spPr>
        <a:xfrm>
          <a:off x="0" y="4149"/>
          <a:ext cx="10515600" cy="9734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dirty="0">
              <a:latin typeface="Casper"/>
            </a:rPr>
            <a:t>Photon-momentum</a:t>
          </a:r>
        </a:p>
      </dsp:txBody>
      <dsp:txXfrm>
        <a:off x="47519" y="51668"/>
        <a:ext cx="10420562" cy="878402"/>
      </dsp:txXfrm>
    </dsp:sp>
    <dsp:sp modelId="{95EE82A3-9D85-4348-BDCF-41A34F9FDCD9}">
      <dsp:nvSpPr>
        <dsp:cNvPr id="0" name=""/>
        <dsp:cNvSpPr/>
      </dsp:nvSpPr>
      <dsp:spPr>
        <a:xfrm>
          <a:off x="0" y="1127349"/>
          <a:ext cx="10515600" cy="9734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dirty="0">
              <a:latin typeface="Casper"/>
            </a:rPr>
            <a:t>Schrodinger’s cat</a:t>
          </a:r>
        </a:p>
      </dsp:txBody>
      <dsp:txXfrm>
        <a:off x="47519" y="1174868"/>
        <a:ext cx="10420562" cy="878402"/>
      </dsp:txXfrm>
    </dsp:sp>
    <dsp:sp modelId="{39DC17CC-CDC2-40D3-BAA9-46197E8D6CA7}">
      <dsp:nvSpPr>
        <dsp:cNvPr id="0" name=""/>
        <dsp:cNvSpPr/>
      </dsp:nvSpPr>
      <dsp:spPr>
        <a:xfrm>
          <a:off x="0" y="2250549"/>
          <a:ext cx="10515600" cy="9734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dirty="0">
              <a:latin typeface="Casper"/>
            </a:rPr>
            <a:t>Introduction</a:t>
          </a:r>
        </a:p>
      </dsp:txBody>
      <dsp:txXfrm>
        <a:off x="47519" y="2298068"/>
        <a:ext cx="10420562" cy="878402"/>
      </dsp:txXfrm>
    </dsp:sp>
    <dsp:sp modelId="{5E7B9258-0235-467B-9DD2-CD31809899CD}">
      <dsp:nvSpPr>
        <dsp:cNvPr id="0" name=""/>
        <dsp:cNvSpPr/>
      </dsp:nvSpPr>
      <dsp:spPr>
        <a:xfrm>
          <a:off x="0" y="3373749"/>
          <a:ext cx="10515600" cy="9734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dirty="0">
              <a:latin typeface="Casper"/>
            </a:rPr>
            <a:t>Time-independent Schrodinger’s equation</a:t>
          </a:r>
        </a:p>
      </dsp:txBody>
      <dsp:txXfrm>
        <a:off x="47519" y="3421268"/>
        <a:ext cx="10420562" cy="878402"/>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t>6/15/2023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t>6/15/2023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lB9cFdOoLaQ" TargetMode="External"/><Relationship Id="rId2" Type="http://schemas.openxmlformats.org/officeDocument/2006/relationships/hyperlink" Target="https://www.youtube.com/watch?v=Dt_VKsSggAo"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nanohub.org/resources/4935/download/tiswe_part1.pdf" TargetMode="External"/><Relationship Id="rId2" Type="http://schemas.openxmlformats.org/officeDocument/2006/relationships/hyperlink" Target="http://physics.mq.edu.au/~jcresser/Phys201/LectureNotes/SchrodingerEqn.pdf" TargetMode="External"/><Relationship Id="rId1" Type="http://schemas.openxmlformats.org/officeDocument/2006/relationships/slideLayout" Target="../slideLayouts/slideLayout2.xml"/><Relationship Id="rId4" Type="http://schemas.openxmlformats.org/officeDocument/2006/relationships/hyperlink" Target="http://lejpt.academicdirect.org/A26/031_048.pdf"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1" y="4718027"/>
            <a:ext cx="1219200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3">
                        <a:lum bright="77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4">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335292" y="5741723"/>
            <a:ext cx="4912783" cy="172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UNIT 3</a:t>
            </a:r>
          </a:p>
          <a:p>
            <a:pPr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QUANTUM MECHANICS</a:t>
            </a:r>
          </a:p>
          <a:p>
            <a:pPr lvl="0" algn="ctr" defTabSz="622300">
              <a:lnSpc>
                <a:spcPct val="90000"/>
              </a:lnSpc>
              <a:spcBef>
                <a:spcPct val="0"/>
              </a:spcBef>
              <a:spcAft>
                <a:spcPct val="35000"/>
              </a:spcAft>
            </a:pPr>
            <a:endParaRPr lang="en-US" sz="24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
        <p:nvSpPr>
          <p:cNvPr id="26" name="TextBox 25"/>
          <p:cNvSpPr txBox="1">
            <a:spLocks noChangeArrowheads="1"/>
          </p:cNvSpPr>
          <p:nvPr/>
        </p:nvSpPr>
        <p:spPr bwMode="auto">
          <a:xfrm>
            <a:off x="3039035" y="796524"/>
            <a:ext cx="8165543" cy="6915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600" b="1" dirty="0">
                <a:latin typeface="Arial Black" panose="020B0A04020102020204" pitchFamily="34" charset="0"/>
                <a:ea typeface="Karla" pitchFamily="2" charset="0"/>
                <a:cs typeface="Karla" pitchFamily="2" charset="0"/>
              </a:rPr>
              <a:t>INSTITUTE :UIE</a:t>
            </a:r>
          </a:p>
          <a:p>
            <a:pPr lvl="0" algn="ctr" defTabSz="622300">
              <a:lnSpc>
                <a:spcPct val="90000"/>
              </a:lnSpc>
              <a:spcBef>
                <a:spcPct val="0"/>
              </a:spcBef>
              <a:spcAft>
                <a:spcPct val="35000"/>
              </a:spcAft>
            </a:pPr>
            <a:r>
              <a:rPr lang="en-US" sz="3600" b="1" dirty="0">
                <a:latin typeface="Arial Black" panose="020B0A04020102020204" pitchFamily="34" charset="0"/>
                <a:ea typeface="Karla" pitchFamily="2" charset="0"/>
                <a:cs typeface="Karla" pitchFamily="2" charset="0"/>
              </a:rPr>
              <a:t>DEPARTMENT: ALL ACADEMIC UNITS</a:t>
            </a:r>
          </a:p>
          <a:p>
            <a:pPr lvl="0" algn="ctr" defTabSz="622300">
              <a:lnSpc>
                <a:spcPct val="90000"/>
              </a:lnSpc>
              <a:spcBef>
                <a:spcPct val="0"/>
              </a:spcBef>
              <a:spcAft>
                <a:spcPct val="35000"/>
              </a:spcAft>
            </a:pPr>
            <a:r>
              <a:rPr lang="en-US" sz="3200" dirty="0">
                <a:latin typeface="Times New Roman" pitchFamily="18" charset="0"/>
                <a:ea typeface="Calibri" panose="020F0502020204030204" pitchFamily="34" charset="0"/>
                <a:cs typeface="Times New Roman" panose="02020603050405020304" pitchFamily="18" charset="0"/>
              </a:rPr>
              <a:t>Bachelor of Engineering (All Sections)</a:t>
            </a:r>
          </a:p>
          <a:p>
            <a:pPr lvl="0" algn="ctr" defTabSz="622300">
              <a:lnSpc>
                <a:spcPct val="90000"/>
              </a:lnSpc>
              <a:spcBef>
                <a:spcPct val="0"/>
              </a:spcBef>
              <a:spcAft>
                <a:spcPct val="35000"/>
              </a:spcAft>
            </a:pPr>
            <a:r>
              <a:rPr lang="en-US" sz="3200" dirty="0">
                <a:latin typeface="Times New Roman" pitchFamily="18" charset="0"/>
                <a:ea typeface="Calibri" panose="020F0502020204030204" pitchFamily="34" charset="0"/>
                <a:cs typeface="Times New Roman" panose="02020603050405020304" pitchFamily="18" charset="0"/>
              </a:rPr>
              <a:t>Subject Name and Code:</a:t>
            </a:r>
          </a:p>
          <a:p>
            <a:pPr lvl="0" algn="ctr" defTabSz="622300">
              <a:lnSpc>
                <a:spcPct val="90000"/>
              </a:lnSpc>
              <a:spcBef>
                <a:spcPct val="0"/>
              </a:spcBef>
              <a:spcAft>
                <a:spcPct val="35000"/>
              </a:spcAft>
            </a:pPr>
            <a:r>
              <a:rPr lang="en-US" sz="3200">
                <a:latin typeface="Times New Roman" pitchFamily="18" charset="0"/>
                <a:ea typeface="Calibri" panose="020F0502020204030204" pitchFamily="34" charset="0"/>
                <a:cs typeface="Times New Roman" panose="02020603050405020304" pitchFamily="18" charset="0"/>
              </a:rPr>
              <a:t>Engineering Physics 23SPH-141</a:t>
            </a:r>
          </a:p>
          <a:p>
            <a:pPr lvl="0" algn="ctr" defTabSz="622300">
              <a:lnSpc>
                <a:spcPct val="90000"/>
              </a:lnSpc>
              <a:spcBef>
                <a:spcPct val="0"/>
              </a:spcBef>
              <a:spcAft>
                <a:spcPct val="35000"/>
              </a:spcAft>
            </a:pPr>
            <a:r>
              <a:rPr lang="en-US" sz="2800">
                <a:latin typeface="Times New Roman" pitchFamily="18" charset="0"/>
                <a:ea typeface="Calibri" panose="020F0502020204030204" pitchFamily="34" charset="0"/>
                <a:cs typeface="Times New Roman" panose="02020603050405020304" pitchFamily="18" charset="0"/>
              </a:rPr>
              <a:t>Prepared </a:t>
            </a:r>
            <a:r>
              <a:rPr lang="en-US" sz="2800" dirty="0">
                <a:latin typeface="Times New Roman" pitchFamily="18" charset="0"/>
                <a:ea typeface="Calibri" panose="020F0502020204030204" pitchFamily="34" charset="0"/>
                <a:cs typeface="Times New Roman" panose="02020603050405020304" pitchFamily="18" charset="0"/>
              </a:rPr>
              <a:t>by: Ms. </a:t>
            </a:r>
            <a:r>
              <a:rPr lang="en-US" sz="2800" dirty="0" err="1">
                <a:latin typeface="Times New Roman" pitchFamily="18" charset="0"/>
                <a:ea typeface="Calibri" panose="020F0502020204030204" pitchFamily="34" charset="0"/>
                <a:cs typeface="Times New Roman" panose="02020603050405020304" pitchFamily="18" charset="0"/>
              </a:rPr>
              <a:t>Arminder</a:t>
            </a:r>
            <a:endParaRPr lang="en-US" sz="2800" dirty="0">
              <a:latin typeface="Times New Roman"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11359166" y="6356350"/>
            <a:ext cx="223234" cy="365125"/>
          </a:xfrm>
          <a:ln>
            <a:solidFill>
              <a:schemeClr val="accent1"/>
            </a:solidFill>
          </a:ln>
        </p:spPr>
        <p:txBody>
          <a:bodyPr/>
          <a:lstStyle/>
          <a:p>
            <a:fld id="{BDCDBBEF-AA6C-4BA6-85B2-A17D7F280E38}" type="slidenum">
              <a:rPr lang="en-US" smtClean="0"/>
              <a:t>2</a:t>
            </a:fld>
            <a:endParaRPr lang="en-US" dirty="0"/>
          </a:p>
        </p:txBody>
      </p:sp>
      <p:sp>
        <p:nvSpPr>
          <p:cNvPr id="10" name="Oval 9"/>
          <p:cNvSpPr/>
          <p:nvPr/>
        </p:nvSpPr>
        <p:spPr>
          <a:xfrm>
            <a:off x="11217276" y="6324600"/>
            <a:ext cx="444500" cy="422275"/>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96EF3AC-12D8-4376-826F-0CDE220D0DD9}"/>
              </a:ext>
            </a:extLst>
          </p:cNvPr>
          <p:cNvSpPr txBox="1"/>
          <p:nvPr/>
        </p:nvSpPr>
        <p:spPr>
          <a:xfrm>
            <a:off x="1519707" y="200819"/>
            <a:ext cx="10062693" cy="769441"/>
          </a:xfrm>
          <a:prstGeom prst="rect">
            <a:avLst/>
          </a:prstGeom>
          <a:solidFill>
            <a:schemeClr val="bg1"/>
          </a:solidFill>
          <a:ln>
            <a:solidFill>
              <a:srgbClr val="C00000"/>
            </a:solidFill>
          </a:ln>
        </p:spPr>
        <p:txBody>
          <a:bodyPr wrap="square" rtlCol="0">
            <a:spAutoFit/>
          </a:bodyPr>
          <a:lstStyle/>
          <a:p>
            <a:pPr algn="ctr"/>
            <a:r>
              <a:rPr lang="en-IN" sz="4400" b="1" dirty="0">
                <a:latin typeface="Casper Bold"/>
              </a:rPr>
              <a:t>COURSE OBJECTIVES</a:t>
            </a:r>
          </a:p>
        </p:txBody>
      </p:sp>
      <p:sp>
        <p:nvSpPr>
          <p:cNvPr id="7" name="Rectangle 6">
            <a:extLst>
              <a:ext uri="{FF2B5EF4-FFF2-40B4-BE49-F238E27FC236}">
                <a16:creationId xmlns:a16="http://schemas.microsoft.com/office/drawing/2014/main" id="{9E9E0D1A-55C5-463F-89FE-BD77E41FFD1A}"/>
              </a:ext>
            </a:extLst>
          </p:cNvPr>
          <p:cNvSpPr/>
          <p:nvPr/>
        </p:nvSpPr>
        <p:spPr>
          <a:xfrm>
            <a:off x="1210092" y="1837121"/>
            <a:ext cx="10241791" cy="4214231"/>
          </a:xfrm>
          <a:prstGeom prst="rect">
            <a:avLst/>
          </a:prstGeom>
          <a:ln>
            <a:solidFill>
              <a:schemeClr val="accent1"/>
            </a:solidFill>
          </a:ln>
        </p:spPr>
        <p:txBody>
          <a:bodyPr wrap="square">
            <a:spAutoFit/>
          </a:bodyPr>
          <a:lstStyle/>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The course is designed to make the students industry ready to contribute in the growing demand of the industry at local, national and international level.</a:t>
            </a:r>
          </a:p>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It will make the students competent to understand basic concepts and applications of advanced engineering physics and apply its principles in their respective fields at global platform.</a:t>
            </a:r>
          </a:p>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It will enhance the skill level of the students and shall make them preferred choice for getting employment in industry and research labs.</a:t>
            </a:r>
          </a:p>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It will give thorough knowledge of the discipline to enable students to disseminate knowledge in pursuing excellence in academic areas.</a:t>
            </a:r>
          </a:p>
          <a:p>
            <a:pPr marL="342900" marR="38100" lvl="0" indent="-342900" algn="just">
              <a:lnSpc>
                <a:spcPct val="93000"/>
              </a:lnSpc>
              <a:spcAft>
                <a:spcPts val="0"/>
              </a:spcAft>
              <a:buFont typeface="+mj-lt"/>
              <a:buAutoNum type="arabicPeriod"/>
              <a:tabLst>
                <a:tab pos="330200" algn="l"/>
              </a:tabLst>
            </a:pPr>
            <a:endParaRPr lang="en-IN" sz="2400" dirty="0">
              <a:effectLst/>
              <a:latin typeface="Casper" panose="02000506000000020004"/>
              <a:ea typeface="Times New Roman" panose="02020603050405020304" pitchFamily="18" charset="0"/>
            </a:endParaRPr>
          </a:p>
          <a:p>
            <a:pPr marR="38100" lvl="0" algn="just">
              <a:lnSpc>
                <a:spcPct val="93000"/>
              </a:lnSpc>
              <a:spcAft>
                <a:spcPts val="0"/>
              </a:spcAft>
              <a:tabLst>
                <a:tab pos="330200" algn="l"/>
              </a:tabLst>
            </a:pPr>
            <a:endParaRPr lang="en-IN" sz="2400" dirty="0">
              <a:effectLst/>
              <a:latin typeface="Casper" panose="02000506000000020004"/>
              <a:ea typeface="Times New Roman" panose="02020603050405020304" pitchFamily="18" charset="0"/>
            </a:endParaRPr>
          </a:p>
        </p:txBody>
      </p:sp>
    </p:spTree>
    <p:extLst>
      <p:ext uri="{BB962C8B-B14F-4D97-AF65-F5344CB8AC3E}">
        <p14:creationId xmlns:p14="http://schemas.microsoft.com/office/powerpoint/2010/main" val="2028711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DCDBBEF-AA6C-4BA6-85B2-A17D7F280E38}" type="slidenum">
              <a:rPr lang="en-US" smtClean="0"/>
              <a:pPr/>
              <a:t>3</a:t>
            </a:fld>
            <a:endParaRPr lang="en-US"/>
          </a:p>
        </p:txBody>
      </p:sp>
      <p:sp>
        <p:nvSpPr>
          <p:cNvPr id="8" name="Rectangle 7"/>
          <p:cNvSpPr/>
          <p:nvPr/>
        </p:nvSpPr>
        <p:spPr>
          <a:xfrm>
            <a:off x="2096394" y="256020"/>
            <a:ext cx="8507916" cy="1138773"/>
          </a:xfrm>
          <a:prstGeom prst="rect">
            <a:avLst/>
          </a:prstGeom>
        </p:spPr>
        <p:txBody>
          <a:bodyPr wrap="square">
            <a:spAutoFit/>
          </a:bodyPr>
          <a:lstStyle/>
          <a:p>
            <a:pPr algn="ctr"/>
            <a:r>
              <a:rPr lang="en-US" sz="4400" b="1" dirty="0">
                <a:latin typeface="Casper" panose="02000506000000020004"/>
                <a:cs typeface="Times New Roman" pitchFamily="18" charset="0"/>
              </a:rPr>
              <a:t>COURSE OUTCOME</a:t>
            </a:r>
            <a:endParaRPr lang="en-US" sz="4400" b="1" dirty="0">
              <a:latin typeface="Casper" panose="02000506000000020004"/>
            </a:endParaRPr>
          </a:p>
          <a:p>
            <a:r>
              <a:rPr lang="en-US" sz="2400" b="1" dirty="0">
                <a:latin typeface="Casper" panose="02000506000000020004"/>
              </a:rPr>
              <a:t>       </a:t>
            </a:r>
          </a:p>
        </p:txBody>
      </p:sp>
      <p:pic>
        <p:nvPicPr>
          <p:cNvPr id="9" name="Picture 2"/>
          <p:cNvPicPr>
            <a:picLocks noChangeAspect="1" noChangeArrowheads="1"/>
          </p:cNvPicPr>
          <p:nvPr/>
        </p:nvPicPr>
        <p:blipFill>
          <a:blip r:embed="rId2"/>
          <a:srcRect/>
          <a:stretch>
            <a:fillRect/>
          </a:stretch>
        </p:blipFill>
        <p:spPr bwMode="auto">
          <a:xfrm>
            <a:off x="10795992" y="75716"/>
            <a:ext cx="1115616" cy="461141"/>
          </a:xfrm>
          <a:prstGeom prst="rect">
            <a:avLst/>
          </a:prstGeom>
          <a:noFill/>
          <a:ln w="9525">
            <a:noFill/>
            <a:miter lim="800000"/>
            <a:headEnd/>
            <a:tailEnd/>
          </a:ln>
          <a:effectLst/>
        </p:spPr>
      </p:pic>
      <p:graphicFrame>
        <p:nvGraphicFramePr>
          <p:cNvPr id="6" name="Table 5"/>
          <p:cNvGraphicFramePr>
            <a:graphicFrameLocks noGrp="1"/>
          </p:cNvGraphicFramePr>
          <p:nvPr>
            <p:extLst>
              <p:ext uri="{D42A27DB-BD31-4B8C-83A1-F6EECF244321}">
                <p14:modId xmlns:p14="http://schemas.microsoft.com/office/powerpoint/2010/main" val="3641509582"/>
              </p:ext>
            </p:extLst>
          </p:nvPr>
        </p:nvGraphicFramePr>
        <p:xfrm>
          <a:off x="177421" y="2096487"/>
          <a:ext cx="5477164" cy="4637392"/>
        </p:xfrm>
        <a:graphic>
          <a:graphicData uri="http://schemas.openxmlformats.org/drawingml/2006/table">
            <a:tbl>
              <a:tblPr firstRow="1" firstCol="1" bandRow="1">
                <a:tableStyleId>{5940675A-B579-460E-94D1-54222C63F5DA}</a:tableStyleId>
              </a:tblPr>
              <a:tblGrid>
                <a:gridCol w="843045">
                  <a:extLst>
                    <a:ext uri="{9D8B030D-6E8A-4147-A177-3AD203B41FA5}">
                      <a16:colId xmlns:a16="http://schemas.microsoft.com/office/drawing/2014/main" val="20000"/>
                    </a:ext>
                  </a:extLst>
                </a:gridCol>
                <a:gridCol w="3661864">
                  <a:extLst>
                    <a:ext uri="{9D8B030D-6E8A-4147-A177-3AD203B41FA5}">
                      <a16:colId xmlns:a16="http://schemas.microsoft.com/office/drawing/2014/main" val="20001"/>
                    </a:ext>
                  </a:extLst>
                </a:gridCol>
                <a:gridCol w="972255">
                  <a:extLst>
                    <a:ext uri="{9D8B030D-6E8A-4147-A177-3AD203B41FA5}">
                      <a16:colId xmlns:a16="http://schemas.microsoft.com/office/drawing/2014/main" val="20002"/>
                    </a:ext>
                  </a:extLst>
                </a:gridCol>
              </a:tblGrid>
              <a:tr h="709941">
                <a:tc>
                  <a:txBody>
                    <a:bodyPr/>
                    <a:lstStyle/>
                    <a:p>
                      <a:pPr marL="0" marR="0">
                        <a:lnSpc>
                          <a:spcPct val="115000"/>
                        </a:lnSpc>
                        <a:spcBef>
                          <a:spcPts val="0"/>
                        </a:spcBef>
                        <a:spcAft>
                          <a:spcPts val="0"/>
                        </a:spcAft>
                      </a:pPr>
                      <a:r>
                        <a:rPr lang="en-US" sz="1200" b="0" dirty="0">
                          <a:effectLst/>
                        </a:rPr>
                        <a:t>CO Number</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Title </a:t>
                      </a:r>
                    </a:p>
                    <a:p>
                      <a:pPr marL="0" marR="0">
                        <a:lnSpc>
                          <a:spcPct val="115000"/>
                        </a:lnSpc>
                        <a:spcBef>
                          <a:spcPts val="0"/>
                        </a:spcBef>
                        <a:spcAft>
                          <a:spcPts val="0"/>
                        </a:spcAft>
                      </a:pPr>
                      <a:r>
                        <a:rPr lang="en-IN" sz="1200" kern="1200" dirty="0">
                          <a:solidFill>
                            <a:schemeClr val="tx1"/>
                          </a:solidFill>
                          <a:effectLst/>
                          <a:latin typeface="+mn-lt"/>
                          <a:ea typeface="+mn-ea"/>
                          <a:cs typeface="+mn-cs"/>
                        </a:rPr>
                        <a:t>On completion of this course, the students are expected to learn</a:t>
                      </a:r>
                      <a:endParaRPr lang="en-US"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Level </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579638">
                <a:tc>
                  <a:txBody>
                    <a:bodyPr/>
                    <a:lstStyle/>
                    <a:p>
                      <a:pPr marL="0" marR="0">
                        <a:lnSpc>
                          <a:spcPct val="115000"/>
                        </a:lnSpc>
                        <a:spcBef>
                          <a:spcPts val="0"/>
                        </a:spcBef>
                        <a:spcAft>
                          <a:spcPts val="0"/>
                        </a:spcAft>
                      </a:pPr>
                      <a:r>
                        <a:rPr lang="en-US" sz="1200" b="1" dirty="0">
                          <a:solidFill>
                            <a:schemeClr val="tx1"/>
                          </a:solidFill>
                          <a:effectLst/>
                          <a:latin typeface="+mn-lt"/>
                          <a:ea typeface="Times New Roman" panose="02020603050405020304" pitchFamily="18" charset="0"/>
                          <a:cs typeface="Times New Roman" panose="02020603050405020304" pitchFamily="18" charset="0"/>
                        </a:rPr>
                        <a:t>CO1</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Quote the basic fundamental concepts of lasers, optical </a:t>
                      </a:r>
                      <a:r>
                        <a:rPr lang="en-US" sz="1100" dirty="0" err="1">
                          <a:effectLst/>
                          <a:latin typeface="Calibri"/>
                          <a:ea typeface="Calibri"/>
                          <a:cs typeface="Calibri"/>
                        </a:rPr>
                        <a:t>fibres</a:t>
                      </a:r>
                      <a:r>
                        <a:rPr lang="en-US" sz="1100" dirty="0">
                          <a:effectLst/>
                          <a:latin typeface="Calibri"/>
                          <a:ea typeface="Calibri"/>
                          <a:cs typeface="Calibri"/>
                        </a:rPr>
                        <a:t>, crystallography, ultrasonic oscillations, semiconductor physics, quantum mechanics and nanotechnology.</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b="0" dirty="0">
                          <a:solidFill>
                            <a:schemeClr val="tx1"/>
                          </a:solidFill>
                          <a:effectLst/>
                          <a:latin typeface="+mn-lt"/>
                        </a:rPr>
                        <a:t>Remember, Understand</a:t>
                      </a:r>
                    </a:p>
                    <a:p>
                      <a:pPr marL="0" marR="0">
                        <a:lnSpc>
                          <a:spcPct val="115000"/>
                        </a:lnSpc>
                        <a:spcBef>
                          <a:spcPts val="0"/>
                        </a:spcBef>
                        <a:spcAft>
                          <a:spcPts val="0"/>
                        </a:spcAft>
                      </a:pPr>
                      <a:r>
                        <a:rPr lang="en-US" sz="1200" b="0" dirty="0">
                          <a:solidFill>
                            <a:schemeClr val="tx1"/>
                          </a:solidFill>
                          <a:effectLst/>
                          <a:latin typeface="+mn-lt"/>
                        </a:rPr>
                        <a:t> </a:t>
                      </a: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776699">
                <a:tc>
                  <a:txBody>
                    <a:bodyPr/>
                    <a:lstStyle/>
                    <a:p>
                      <a:pPr marL="0" marR="0">
                        <a:lnSpc>
                          <a:spcPct val="115000"/>
                        </a:lnSpc>
                        <a:spcBef>
                          <a:spcPts val="0"/>
                        </a:spcBef>
                        <a:spcAft>
                          <a:spcPts val="0"/>
                        </a:spcAft>
                      </a:pPr>
                      <a:r>
                        <a:rPr lang="en-US" sz="1200" b="1" dirty="0">
                          <a:solidFill>
                            <a:schemeClr val="tx1"/>
                          </a:solidFill>
                          <a:effectLst/>
                          <a:latin typeface="+mn-lt"/>
                          <a:ea typeface="Times New Roman" panose="02020603050405020304" pitchFamily="18" charset="0"/>
                          <a:cs typeface="Times New Roman" panose="02020603050405020304" pitchFamily="18" charset="0"/>
                        </a:rPr>
                        <a:t>CO2</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Demonstrate the working of various lasers, </a:t>
                      </a:r>
                      <a:r>
                        <a:rPr lang="en-US" sz="1100" dirty="0" err="1">
                          <a:effectLst/>
                          <a:latin typeface="Calibri"/>
                          <a:ea typeface="Calibri"/>
                          <a:cs typeface="Calibri"/>
                        </a:rPr>
                        <a:t>fibre</a:t>
                      </a:r>
                      <a:r>
                        <a:rPr lang="en-US" sz="1100" dirty="0">
                          <a:effectLst/>
                          <a:latin typeface="Calibri"/>
                          <a:ea typeface="Calibri"/>
                          <a:cs typeface="Calibri"/>
                        </a:rPr>
                        <a:t> components, semiconductor devices; explain the </a:t>
                      </a:r>
                      <a:r>
                        <a:rPr lang="en-US" sz="1100" dirty="0" err="1">
                          <a:effectLst/>
                          <a:latin typeface="Calibri"/>
                          <a:ea typeface="Calibri"/>
                          <a:cs typeface="Calibri"/>
                        </a:rPr>
                        <a:t>behaviour</a:t>
                      </a:r>
                      <a:r>
                        <a:rPr lang="en-US" sz="1100" dirty="0">
                          <a:effectLst/>
                          <a:latin typeface="Calibri"/>
                          <a:ea typeface="Calibri"/>
                          <a:cs typeface="Calibri"/>
                        </a:rPr>
                        <a:t> of crystalline solids, quantum and </a:t>
                      </a:r>
                      <a:r>
                        <a:rPr lang="en-US" sz="1100" dirty="0" err="1">
                          <a:effectLst/>
                          <a:latin typeface="Calibri"/>
                          <a:ea typeface="Calibri"/>
                          <a:cs typeface="Calibri"/>
                        </a:rPr>
                        <a:t>nano</a:t>
                      </a:r>
                      <a:r>
                        <a:rPr lang="en-US" sz="1100" dirty="0">
                          <a:effectLst/>
                          <a:latin typeface="Calibri"/>
                          <a:ea typeface="Calibri"/>
                          <a:cs typeface="Calibri"/>
                        </a:rPr>
                        <a:t>-scale systems.</a:t>
                      </a:r>
                      <a:endParaRPr lang="en-US" sz="1100" dirty="0">
                        <a:effectLst/>
                        <a:latin typeface="Calibri"/>
                        <a:ea typeface="Calibri"/>
                        <a:cs typeface="Times New Roman"/>
                      </a:endParaRPr>
                    </a:p>
                  </a:txBody>
                  <a:tcPr marL="68580" marR="68580" marT="0" marB="0"/>
                </a:tc>
                <a:tc>
                  <a:txBody>
                    <a:bodyPr/>
                    <a:lstStyle/>
                    <a:p>
                      <a:pPr marL="0" marR="0" algn="l">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Understand</a:t>
                      </a:r>
                    </a:p>
                  </a:txBody>
                  <a:tcPr marL="68580" marR="68580" marT="0" marB="0"/>
                </a:tc>
                <a:extLst>
                  <a:ext uri="{0D108BD9-81ED-4DB2-BD59-A6C34878D82A}">
                    <a16:rowId xmlns:a16="http://schemas.microsoft.com/office/drawing/2014/main" val="10004"/>
                  </a:ext>
                </a:extLst>
              </a:tr>
              <a:tr h="579638">
                <a:tc>
                  <a:txBody>
                    <a:bodyPr/>
                    <a:lstStyle/>
                    <a:p>
                      <a:pPr marL="0" marR="0">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CO3</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Solve problems by applying principles related to lasers, </a:t>
                      </a:r>
                      <a:r>
                        <a:rPr lang="en-US" sz="1100" dirty="0" err="1">
                          <a:effectLst/>
                          <a:latin typeface="Calibri"/>
                          <a:ea typeface="Calibri"/>
                          <a:cs typeface="Calibri"/>
                        </a:rPr>
                        <a:t>fibres</a:t>
                      </a:r>
                      <a:r>
                        <a:rPr lang="en-US" sz="1100" dirty="0">
                          <a:effectLst/>
                          <a:latin typeface="Calibri"/>
                          <a:ea typeface="Calibri"/>
                          <a:cs typeface="Calibri"/>
                        </a:rPr>
                        <a:t>, semiconductors, oscillations, quantum and </a:t>
                      </a:r>
                      <a:r>
                        <a:rPr lang="en-US" sz="1100" dirty="0" err="1">
                          <a:effectLst/>
                          <a:latin typeface="Calibri"/>
                          <a:ea typeface="Calibri"/>
                          <a:cs typeface="Calibri"/>
                        </a:rPr>
                        <a:t>nanoscience</a:t>
                      </a:r>
                      <a:r>
                        <a:rPr lang="en-US" sz="1100" dirty="0">
                          <a:effectLst/>
                          <a:latin typeface="Calibri"/>
                          <a:ea typeface="Calibri"/>
                          <a:cs typeface="Calibri"/>
                        </a:rPr>
                        <a:t>.</a:t>
                      </a:r>
                      <a:endParaRPr lang="en-US" sz="1100" dirty="0">
                        <a:effectLst/>
                        <a:latin typeface="Calibri"/>
                        <a:ea typeface="Calibri"/>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rPr>
                        <a:t>Applying </a:t>
                      </a:r>
                    </a:p>
                    <a:p>
                      <a:pPr marL="0" marR="0" indent="0" algn="l" defTabSz="914400" rtl="0" eaLnBrk="1" fontAlgn="auto" latinLnBrk="0" hangingPunct="1">
                        <a:lnSpc>
                          <a:spcPct val="115000"/>
                        </a:lnSpc>
                        <a:spcBef>
                          <a:spcPts val="0"/>
                        </a:spcBef>
                        <a:spcAft>
                          <a:spcPts val="0"/>
                        </a:spcAft>
                        <a:buClrTx/>
                        <a:buSzTx/>
                        <a:buFontTx/>
                        <a:buNone/>
                        <a:tabLst/>
                        <a:defRPr/>
                      </a:pP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579638">
                <a:tc>
                  <a:txBody>
                    <a:bodyPr/>
                    <a:lstStyle/>
                    <a:p>
                      <a:pPr marL="0" marR="0">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CO4</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Compare various lasers and </a:t>
                      </a:r>
                      <a:r>
                        <a:rPr lang="en-US" sz="1100" dirty="0" err="1">
                          <a:effectLst/>
                          <a:latin typeface="Calibri"/>
                          <a:ea typeface="Calibri"/>
                          <a:cs typeface="Calibri"/>
                        </a:rPr>
                        <a:t>fibres</a:t>
                      </a:r>
                      <a:r>
                        <a:rPr lang="en-US" sz="1100" dirty="0">
                          <a:effectLst/>
                          <a:latin typeface="Calibri"/>
                          <a:ea typeface="Calibri"/>
                          <a:cs typeface="Calibri"/>
                        </a:rPr>
                        <a:t>, semiconducting devices, crystalline materials, structures at quantum and </a:t>
                      </a:r>
                      <a:r>
                        <a:rPr lang="en-US" sz="1100" dirty="0" err="1">
                          <a:effectLst/>
                          <a:latin typeface="Calibri"/>
                          <a:ea typeface="Calibri"/>
                          <a:cs typeface="Calibri"/>
                        </a:rPr>
                        <a:t>nanoscale</a:t>
                      </a:r>
                      <a:r>
                        <a:rPr lang="en-US" sz="1100" dirty="0">
                          <a:effectLst/>
                          <a:latin typeface="Calibri"/>
                          <a:ea typeface="Calibri"/>
                          <a:cs typeface="Calibri"/>
                        </a:rPr>
                        <a:t> on the basis of their properties for industrial applications.</a:t>
                      </a:r>
                      <a:endParaRPr lang="en-US" sz="1100" dirty="0">
                        <a:effectLst/>
                        <a:latin typeface="Calibri"/>
                        <a:ea typeface="Calibri"/>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ea typeface="Times New Roman" panose="02020603050405020304" pitchFamily="18" charset="0"/>
                          <a:cs typeface="Times New Roman" panose="02020603050405020304" pitchFamily="18" charset="0"/>
                        </a:rPr>
                        <a:t>Analyze</a:t>
                      </a:r>
                    </a:p>
                  </a:txBody>
                  <a:tcPr marL="68580" marR="68580" marT="0" marB="0"/>
                </a:tc>
                <a:extLst>
                  <a:ext uri="{0D108BD9-81ED-4DB2-BD59-A6C34878D82A}">
                    <a16:rowId xmlns:a16="http://schemas.microsoft.com/office/drawing/2014/main" val="10002"/>
                  </a:ext>
                </a:extLst>
              </a:tr>
              <a:tr h="887612">
                <a:tc>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CO5</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Develop various systems using lasers, </a:t>
                      </a:r>
                      <a:r>
                        <a:rPr lang="en-US" sz="1100" dirty="0" err="1">
                          <a:effectLst/>
                          <a:latin typeface="Calibri"/>
                          <a:ea typeface="Calibri"/>
                          <a:cs typeface="Calibri"/>
                        </a:rPr>
                        <a:t>fibres</a:t>
                      </a:r>
                      <a:r>
                        <a:rPr lang="en-US" sz="1100" dirty="0">
                          <a:effectLst/>
                          <a:latin typeface="Calibri"/>
                          <a:ea typeface="Calibri"/>
                          <a:cs typeface="Calibri"/>
                        </a:rPr>
                        <a:t>, semiconductors and </a:t>
                      </a:r>
                      <a:r>
                        <a:rPr lang="en-US" sz="1100" dirty="0" err="1">
                          <a:effectLst/>
                          <a:latin typeface="Calibri"/>
                          <a:ea typeface="Calibri"/>
                          <a:cs typeface="Calibri"/>
                        </a:rPr>
                        <a:t>nanomaterials</a:t>
                      </a:r>
                      <a:r>
                        <a:rPr lang="en-US" sz="1100" dirty="0">
                          <a:effectLst/>
                          <a:latin typeface="Calibri"/>
                          <a:ea typeface="Calibri"/>
                          <a:cs typeface="Calibri"/>
                        </a:rPr>
                        <a:t> for futuristic applications.</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b="0" dirty="0">
                          <a:effectLst/>
                          <a:latin typeface="+mn-lt"/>
                        </a:rPr>
                        <a:t>Design</a:t>
                      </a:r>
                      <a:r>
                        <a:rPr lang="en-US" sz="1200" b="0" dirty="0">
                          <a:solidFill>
                            <a:schemeClr val="tx1"/>
                          </a:solidFill>
                          <a:effectLst/>
                          <a:latin typeface="+mn-lt"/>
                        </a:rPr>
                        <a:t> </a:t>
                      </a:r>
                    </a:p>
                    <a:p>
                      <a:pPr marL="0" marR="0" indent="0" algn="l" defTabSz="914400" rtl="0" eaLnBrk="1" fontAlgn="auto" latinLnBrk="0" hangingPunct="1">
                        <a:lnSpc>
                          <a:spcPct val="115000"/>
                        </a:lnSpc>
                        <a:spcBef>
                          <a:spcPts val="0"/>
                        </a:spcBef>
                        <a:spcAft>
                          <a:spcPts val="0"/>
                        </a:spcAft>
                        <a:buClrTx/>
                        <a:buSzTx/>
                        <a:buFontTx/>
                        <a:buNone/>
                        <a:tabLst/>
                        <a:defRPr/>
                      </a:pP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bl>
          </a:graphicData>
        </a:graphic>
      </p:graphicFrame>
      <p:pic>
        <p:nvPicPr>
          <p:cNvPr id="7" name="Picture 6" descr="Image result for quantum physic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9323" y="1992205"/>
            <a:ext cx="5164477" cy="4408595"/>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6253443" y="6495532"/>
            <a:ext cx="3206967" cy="369332"/>
          </a:xfrm>
          <a:prstGeom prst="rect">
            <a:avLst/>
          </a:prstGeom>
        </p:spPr>
        <p:txBody>
          <a:bodyPr wrap="none">
            <a:spAutoFit/>
          </a:bodyPr>
          <a:lstStyle/>
          <a:p>
            <a:pPr algn="ctr"/>
            <a:r>
              <a:rPr lang="en-US" dirty="0">
                <a:latin typeface="Casper"/>
              </a:rPr>
              <a:t>Figure 1 Quantum Theory [1]</a:t>
            </a:r>
          </a:p>
        </p:txBody>
      </p:sp>
    </p:spTree>
    <p:extLst>
      <p:ext uri="{BB962C8B-B14F-4D97-AF65-F5344CB8AC3E}">
        <p14:creationId xmlns:p14="http://schemas.microsoft.com/office/powerpoint/2010/main" val="2446018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8AC7EE2D-EA09-47AE-8E42-93B7EFA7BE8D}"/>
              </a:ext>
            </a:extLst>
          </p:cNvPr>
          <p:cNvGraphicFramePr/>
          <p:nvPr>
            <p:extLst>
              <p:ext uri="{D42A27DB-BD31-4B8C-83A1-F6EECF244321}">
                <p14:modId xmlns:p14="http://schemas.microsoft.com/office/powerpoint/2010/main" val="4165542451"/>
              </p:ext>
            </p:extLst>
          </p:nvPr>
        </p:nvGraphicFramePr>
        <p:xfrm>
          <a:off x="2250059" y="1310186"/>
          <a:ext cx="8128000" cy="50165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9">
            <a:extLst>
              <a:ext uri="{FF2B5EF4-FFF2-40B4-BE49-F238E27FC236}">
                <a16:creationId xmlns:a16="http://schemas.microsoft.com/office/drawing/2014/main" id="{4DD4BA6F-458C-471C-8C28-91ED72EAB6B6}"/>
              </a:ext>
            </a:extLst>
          </p:cNvPr>
          <p:cNvSpPr txBox="1"/>
          <p:nvPr/>
        </p:nvSpPr>
        <p:spPr>
          <a:xfrm>
            <a:off x="1416676" y="259122"/>
            <a:ext cx="10045521" cy="769441"/>
          </a:xfrm>
          <a:prstGeom prst="rect">
            <a:avLst/>
          </a:prstGeom>
          <a:noFill/>
          <a:ln>
            <a:solidFill>
              <a:srgbClr val="C00000"/>
            </a:solidFill>
          </a:ln>
        </p:spPr>
        <p:txBody>
          <a:bodyPr wrap="square" rtlCol="0">
            <a:spAutoFit/>
          </a:bodyPr>
          <a:lstStyle/>
          <a:p>
            <a:pPr algn="ctr"/>
            <a:r>
              <a:rPr lang="en-IN" sz="4400" b="1" dirty="0">
                <a:latin typeface="Casper Bold" panose="02000806040000020004"/>
              </a:rPr>
              <a:t>INTRODUCTION</a:t>
            </a:r>
          </a:p>
        </p:txBody>
      </p:sp>
    </p:spTree>
    <p:extLst>
      <p:ext uri="{BB962C8B-B14F-4D97-AF65-F5344CB8AC3E}">
        <p14:creationId xmlns:p14="http://schemas.microsoft.com/office/powerpoint/2010/main" val="2261593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16B0E-1F9E-4AB3-A8DB-9B8EC1A15F10}"/>
              </a:ext>
            </a:extLst>
          </p:cNvPr>
          <p:cNvSpPr>
            <a:spLocks noGrp="1"/>
          </p:cNvSpPr>
          <p:nvPr>
            <p:ph type="title"/>
          </p:nvPr>
        </p:nvSpPr>
        <p:spPr>
          <a:xfrm>
            <a:off x="1282890" y="365125"/>
            <a:ext cx="10070910" cy="1095185"/>
          </a:xfrm>
          <a:ln>
            <a:solidFill>
              <a:srgbClr val="C00000"/>
            </a:solidFill>
          </a:ln>
        </p:spPr>
        <p:txBody>
          <a:bodyPr/>
          <a:lstStyle/>
          <a:p>
            <a:pPr algn="ctr"/>
            <a:r>
              <a:rPr lang="en-IN" b="1" dirty="0">
                <a:latin typeface="Casper" panose="02000506000000020004"/>
              </a:rPr>
              <a:t>LECTURE OBJECTIVE</a:t>
            </a:r>
          </a:p>
        </p:txBody>
      </p:sp>
      <p:sp>
        <p:nvSpPr>
          <p:cNvPr id="4" name="Slide Number Placeholder 3">
            <a:extLst>
              <a:ext uri="{FF2B5EF4-FFF2-40B4-BE49-F238E27FC236}">
                <a16:creationId xmlns:a16="http://schemas.microsoft.com/office/drawing/2014/main" id="{DB4A666C-B06C-4C5F-A5D3-460C93A567BF}"/>
              </a:ext>
            </a:extLst>
          </p:cNvPr>
          <p:cNvSpPr>
            <a:spLocks noGrp="1"/>
          </p:cNvSpPr>
          <p:nvPr>
            <p:ph type="sldNum" sz="quarter" idx="12"/>
          </p:nvPr>
        </p:nvSpPr>
        <p:spPr/>
        <p:txBody>
          <a:bodyPr/>
          <a:lstStyle/>
          <a:p>
            <a:fld id="{BDCDBBEF-AA6C-4BA6-85B2-A17D7F280E38}" type="slidenum">
              <a:rPr lang="en-US" smtClean="0"/>
              <a:t>5</a:t>
            </a:fld>
            <a:endParaRPr lang="en-US"/>
          </a:p>
        </p:txBody>
      </p:sp>
      <p:graphicFrame>
        <p:nvGraphicFramePr>
          <p:cNvPr id="5" name="Diagram 4">
            <a:extLst>
              <a:ext uri="{FF2B5EF4-FFF2-40B4-BE49-F238E27FC236}">
                <a16:creationId xmlns:a16="http://schemas.microsoft.com/office/drawing/2014/main" id="{6AD668E6-34F6-4470-8A68-39B869EA940A}"/>
              </a:ext>
            </a:extLst>
          </p:cNvPr>
          <p:cNvGraphicFramePr/>
          <p:nvPr>
            <p:extLst>
              <p:ext uri="{D42A27DB-BD31-4B8C-83A1-F6EECF244321}">
                <p14:modId xmlns:p14="http://schemas.microsoft.com/office/powerpoint/2010/main" val="1063865268"/>
              </p:ext>
            </p:extLst>
          </p:nvPr>
        </p:nvGraphicFramePr>
        <p:xfrm>
          <a:off x="1282890" y="1828800"/>
          <a:ext cx="10070910" cy="38674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61185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4776" y="304091"/>
            <a:ext cx="9989024" cy="977120"/>
          </a:xfrm>
          <a:ln>
            <a:solidFill>
              <a:srgbClr val="C00000"/>
            </a:solidFill>
          </a:ln>
        </p:spPr>
        <p:txBody>
          <a:bodyPr>
            <a:normAutofit/>
          </a:bodyPr>
          <a:lstStyle/>
          <a:p>
            <a:pPr algn="ctr"/>
            <a:r>
              <a:rPr lang="en-US" b="1" dirty="0">
                <a:latin typeface="Casper Bold" panose="02000806040000020004" pitchFamily="2" charset="0"/>
                <a:cs typeface="Arial" panose="020B0604020202020204" pitchFamily="34" charset="0"/>
              </a:rPr>
              <a:t> CONTENT</a:t>
            </a:r>
            <a:endParaRPr lang="en-US" b="1" dirty="0"/>
          </a:p>
        </p:txBody>
      </p:sp>
      <p:sp>
        <p:nvSpPr>
          <p:cNvPr id="4" name="Slide Number Placeholder 3"/>
          <p:cNvSpPr>
            <a:spLocks noGrp="1"/>
          </p:cNvSpPr>
          <p:nvPr>
            <p:ph type="sldNum" sz="quarter" idx="12"/>
          </p:nvPr>
        </p:nvSpPr>
        <p:spPr/>
        <p:txBody>
          <a:bodyPr/>
          <a:lstStyle/>
          <a:p>
            <a:fld id="{BDCDBBEF-AA6C-4BA6-85B2-A17D7F280E38}" type="slidenum">
              <a:rPr lang="en-US" smtClean="0"/>
              <a:t>6</a:t>
            </a:fld>
            <a:endParaRPr lang="en-US"/>
          </a:p>
        </p:txBody>
      </p:sp>
      <p:graphicFrame>
        <p:nvGraphicFramePr>
          <p:cNvPr id="6" name="Content Placeholder 5">
            <a:extLst>
              <a:ext uri="{FF2B5EF4-FFF2-40B4-BE49-F238E27FC236}">
                <a16:creationId xmlns:a16="http://schemas.microsoft.com/office/drawing/2014/main" id="{D93E4609-49EF-46D7-B0B0-5484D1D96FF3}"/>
              </a:ext>
            </a:extLst>
          </p:cNvPr>
          <p:cNvGraphicFramePr>
            <a:graphicFrameLocks noGrp="1"/>
          </p:cNvGraphicFramePr>
          <p:nvPr>
            <p:ph idx="1"/>
            <p:extLst>
              <p:ext uri="{D42A27DB-BD31-4B8C-83A1-F6EECF244321}">
                <p14:modId xmlns:p14="http://schemas.microsoft.com/office/powerpoint/2010/main" val="3031984939"/>
              </p:ext>
            </p:extLst>
          </p:nvPr>
        </p:nvGraphicFramePr>
        <p:xfrm>
          <a:off x="838200" y="16431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23702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1538F8C-EABA-45ED-8AB0-2DC5725D863C}"/>
              </a:ext>
            </a:extLst>
          </p:cNvPr>
          <p:cNvSpPr>
            <a:spLocks noGrp="1"/>
          </p:cNvSpPr>
          <p:nvPr>
            <p:ph type="sldNum" sz="quarter" idx="12"/>
          </p:nvPr>
        </p:nvSpPr>
        <p:spPr/>
        <p:txBody>
          <a:bodyPr/>
          <a:lstStyle/>
          <a:p>
            <a:fld id="{BDCDBBEF-AA6C-4BA6-85B2-A17D7F280E38}" type="slidenum">
              <a:rPr lang="en-US" smtClean="0"/>
              <a:t>7</a:t>
            </a:fld>
            <a:endParaRPr lang="en-US"/>
          </a:p>
        </p:txBody>
      </p:sp>
      <p:sp>
        <p:nvSpPr>
          <p:cNvPr id="5" name="Rectangle 2">
            <a:extLst>
              <a:ext uri="{FF2B5EF4-FFF2-40B4-BE49-F238E27FC236}">
                <a16:creationId xmlns:a16="http://schemas.microsoft.com/office/drawing/2014/main" id="{2584E6C8-C747-4BF5-AA61-FDE2771A17DC}"/>
              </a:ext>
            </a:extLst>
          </p:cNvPr>
          <p:cNvSpPr txBox="1">
            <a:spLocks noGrp="1" noChangeArrowheads="1"/>
          </p:cNvSpPr>
          <p:nvPr>
            <p:ph type="title"/>
          </p:nvPr>
        </p:nvSpPr>
        <p:spPr bwMode="auto">
          <a:xfrm>
            <a:off x="838200" y="210142"/>
            <a:ext cx="10515600" cy="132556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ormAutofit/>
          </a:bodyPr>
          <a:lstStyle>
            <a:lvl1pPr eaLnBrk="0" hangingPunct="0">
              <a:defRPr>
                <a:solidFill>
                  <a:schemeClr val="tx1"/>
                </a:solidFill>
                <a:latin typeface="Trebuchet MS" panose="020B0603020202020204" pitchFamily="34" charset="0"/>
                <a:ea typeface="ＭＳ Ｐゴシック" panose="020B0600070205080204" pitchFamily="34" charset="-128"/>
              </a:defRPr>
            </a:lvl1pPr>
            <a:lvl2pPr marL="742950" indent="-285750" eaLnBrk="0" hangingPunct="0">
              <a:defRPr>
                <a:solidFill>
                  <a:schemeClr val="tx1"/>
                </a:solidFill>
                <a:latin typeface="Trebuchet MS" panose="020B0603020202020204" pitchFamily="34" charset="0"/>
                <a:ea typeface="ＭＳ Ｐゴシック" panose="020B0600070205080204" pitchFamily="34" charset="-128"/>
              </a:defRPr>
            </a:lvl2pPr>
            <a:lvl3pPr marL="1143000" indent="-228600" eaLnBrk="0" hangingPunct="0">
              <a:defRPr>
                <a:solidFill>
                  <a:schemeClr val="tx1"/>
                </a:solidFill>
                <a:latin typeface="Trebuchet MS" panose="020B0603020202020204" pitchFamily="34" charset="0"/>
                <a:ea typeface="ＭＳ Ｐゴシック" panose="020B0600070205080204" pitchFamily="34" charset="-128"/>
              </a:defRPr>
            </a:lvl3pPr>
            <a:lvl4pPr marL="1600200" indent="-228600" eaLnBrk="0" hangingPunct="0">
              <a:defRPr>
                <a:solidFill>
                  <a:schemeClr val="tx1"/>
                </a:solidFill>
                <a:latin typeface="Trebuchet MS" panose="020B0603020202020204" pitchFamily="34" charset="0"/>
                <a:ea typeface="ＭＳ Ｐゴシック" panose="020B0600070205080204" pitchFamily="34" charset="-128"/>
              </a:defRPr>
            </a:lvl4pPr>
            <a:lvl5pPr marL="2057400" indent="-228600" eaLnBrk="0" hangingPunct="0">
              <a:defRPr>
                <a:solidFill>
                  <a:schemeClr val="tx1"/>
                </a:solidFill>
                <a:latin typeface="Trebuchet MS" panose="020B0603020202020204" pitchFamily="34" charset="0"/>
                <a:ea typeface="ＭＳ Ｐゴシック" panose="020B0600070205080204" pitchFamily="34" charset="-128"/>
              </a:defRPr>
            </a:lvl5pPr>
            <a:lvl6pPr marL="2514600" indent="-228600" algn="ctr" eaLnBrk="0" fontAlgn="base" hangingPunct="0">
              <a:spcBef>
                <a:spcPct val="0"/>
              </a:spcBef>
              <a:spcAft>
                <a:spcPct val="0"/>
              </a:spcAft>
              <a:defRPr>
                <a:solidFill>
                  <a:schemeClr val="tx1"/>
                </a:solidFill>
                <a:latin typeface="Trebuchet MS" panose="020B0603020202020204" pitchFamily="34" charset="0"/>
                <a:ea typeface="ＭＳ Ｐゴシック" panose="020B0600070205080204" pitchFamily="34" charset="-128"/>
              </a:defRPr>
            </a:lvl6pPr>
            <a:lvl7pPr marL="2971800" indent="-228600" algn="ctr" eaLnBrk="0" fontAlgn="base" hangingPunct="0">
              <a:spcBef>
                <a:spcPct val="0"/>
              </a:spcBef>
              <a:spcAft>
                <a:spcPct val="0"/>
              </a:spcAft>
              <a:defRPr>
                <a:solidFill>
                  <a:schemeClr val="tx1"/>
                </a:solidFill>
                <a:latin typeface="Trebuchet MS" panose="020B0603020202020204" pitchFamily="34" charset="0"/>
                <a:ea typeface="ＭＳ Ｐゴシック" panose="020B0600070205080204" pitchFamily="34" charset="-128"/>
              </a:defRPr>
            </a:lvl7pPr>
            <a:lvl8pPr marL="3429000" indent="-228600" algn="ctr" eaLnBrk="0" fontAlgn="base" hangingPunct="0">
              <a:spcBef>
                <a:spcPct val="0"/>
              </a:spcBef>
              <a:spcAft>
                <a:spcPct val="0"/>
              </a:spcAft>
              <a:defRPr>
                <a:solidFill>
                  <a:schemeClr val="tx1"/>
                </a:solidFill>
                <a:latin typeface="Trebuchet MS" panose="020B0603020202020204" pitchFamily="34" charset="0"/>
                <a:ea typeface="ＭＳ Ｐゴシック" panose="020B0600070205080204" pitchFamily="34" charset="-128"/>
              </a:defRPr>
            </a:lvl8pPr>
            <a:lvl9pPr marL="3886200" indent="-228600" algn="ctr" eaLnBrk="0" fontAlgn="base" hangingPunct="0">
              <a:spcBef>
                <a:spcPct val="0"/>
              </a:spcBef>
              <a:spcAft>
                <a:spcPct val="0"/>
              </a:spcAft>
              <a:defRPr>
                <a:solidFill>
                  <a:schemeClr val="tx1"/>
                </a:solidFill>
                <a:latin typeface="Trebuchet MS" panose="020B0603020202020204" pitchFamily="34" charset="0"/>
                <a:ea typeface="ＭＳ Ｐゴシック" panose="020B0600070205080204" pitchFamily="34" charset="-128"/>
              </a:defRPr>
            </a:lvl9pPr>
          </a:lstStyle>
          <a:p>
            <a:pPr algn="ctr" eaLnBrk="1" hangingPunct="1"/>
            <a:r>
              <a:rPr lang="en-US" altLang="en-US" b="1" dirty="0">
                <a:latin typeface="Casper"/>
              </a:rPr>
              <a:t>PHOTON MOMENTUM</a:t>
            </a:r>
          </a:p>
        </p:txBody>
      </p:sp>
      <p:sp>
        <p:nvSpPr>
          <p:cNvPr id="6" name="Content Placeholder 5">
            <a:extLst>
              <a:ext uri="{FF2B5EF4-FFF2-40B4-BE49-F238E27FC236}">
                <a16:creationId xmlns:a16="http://schemas.microsoft.com/office/drawing/2014/main" id="{6F1AB1C7-7965-475C-8E11-6117BB2B8F04}"/>
              </a:ext>
            </a:extLst>
          </p:cNvPr>
          <p:cNvSpPr txBox="1">
            <a:spLocks noGrp="1" noChangeArrowheads="1"/>
          </p:cNvSpPr>
          <p:nvPr>
            <p:ph idx="1"/>
          </p:nvPr>
        </p:nvSpPr>
        <p:spPr bwMode="auto">
          <a:xfrm>
            <a:off x="838200" y="1825625"/>
            <a:ext cx="2286908" cy="940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rebuchet MS" panose="020B0603020202020204" pitchFamily="34" charset="0"/>
                <a:ea typeface="ＭＳ Ｐゴシック" panose="020B0600070205080204" pitchFamily="34" charset="-128"/>
              </a:defRPr>
            </a:lvl1pPr>
            <a:lvl2pPr marL="742950" indent="-285750" eaLnBrk="0" hangingPunct="0">
              <a:defRPr>
                <a:solidFill>
                  <a:schemeClr val="tx1"/>
                </a:solidFill>
                <a:latin typeface="Trebuchet MS" panose="020B0603020202020204" pitchFamily="34" charset="0"/>
                <a:ea typeface="ＭＳ Ｐゴシック" panose="020B0600070205080204" pitchFamily="34" charset="-128"/>
              </a:defRPr>
            </a:lvl2pPr>
            <a:lvl3pPr marL="1143000" indent="-228600" eaLnBrk="0" hangingPunct="0">
              <a:defRPr>
                <a:solidFill>
                  <a:schemeClr val="tx1"/>
                </a:solidFill>
                <a:latin typeface="Trebuchet MS" panose="020B0603020202020204" pitchFamily="34" charset="0"/>
                <a:ea typeface="ＭＳ Ｐゴシック" panose="020B0600070205080204" pitchFamily="34" charset="-128"/>
              </a:defRPr>
            </a:lvl3pPr>
            <a:lvl4pPr marL="1600200" indent="-228600" eaLnBrk="0" hangingPunct="0">
              <a:defRPr>
                <a:solidFill>
                  <a:schemeClr val="tx1"/>
                </a:solidFill>
                <a:latin typeface="Trebuchet MS" panose="020B0603020202020204" pitchFamily="34" charset="0"/>
                <a:ea typeface="ＭＳ Ｐゴシック" panose="020B0600070205080204" pitchFamily="34" charset="-128"/>
              </a:defRPr>
            </a:lvl4pPr>
            <a:lvl5pPr marL="2057400" indent="-228600" eaLnBrk="0" hangingPunct="0">
              <a:defRPr>
                <a:solidFill>
                  <a:schemeClr val="tx1"/>
                </a:solidFill>
                <a:latin typeface="Trebuchet MS" panose="020B0603020202020204" pitchFamily="34" charset="0"/>
                <a:ea typeface="ＭＳ Ｐゴシック" panose="020B0600070205080204" pitchFamily="34" charset="-128"/>
              </a:defRPr>
            </a:lvl5pPr>
            <a:lvl6pPr marL="2514600" indent="-228600" algn="ctr" eaLnBrk="0" fontAlgn="base" hangingPunct="0">
              <a:spcBef>
                <a:spcPct val="0"/>
              </a:spcBef>
              <a:spcAft>
                <a:spcPct val="0"/>
              </a:spcAft>
              <a:defRPr>
                <a:solidFill>
                  <a:schemeClr val="tx1"/>
                </a:solidFill>
                <a:latin typeface="Trebuchet MS" panose="020B0603020202020204" pitchFamily="34" charset="0"/>
                <a:ea typeface="ＭＳ Ｐゴシック" panose="020B0600070205080204" pitchFamily="34" charset="-128"/>
              </a:defRPr>
            </a:lvl6pPr>
            <a:lvl7pPr marL="2971800" indent="-228600" algn="ctr" eaLnBrk="0" fontAlgn="base" hangingPunct="0">
              <a:spcBef>
                <a:spcPct val="0"/>
              </a:spcBef>
              <a:spcAft>
                <a:spcPct val="0"/>
              </a:spcAft>
              <a:defRPr>
                <a:solidFill>
                  <a:schemeClr val="tx1"/>
                </a:solidFill>
                <a:latin typeface="Trebuchet MS" panose="020B0603020202020204" pitchFamily="34" charset="0"/>
                <a:ea typeface="ＭＳ Ｐゴシック" panose="020B0600070205080204" pitchFamily="34" charset="-128"/>
              </a:defRPr>
            </a:lvl7pPr>
            <a:lvl8pPr marL="3429000" indent="-228600" algn="ctr" eaLnBrk="0" fontAlgn="base" hangingPunct="0">
              <a:spcBef>
                <a:spcPct val="0"/>
              </a:spcBef>
              <a:spcAft>
                <a:spcPct val="0"/>
              </a:spcAft>
              <a:defRPr>
                <a:solidFill>
                  <a:schemeClr val="tx1"/>
                </a:solidFill>
                <a:latin typeface="Trebuchet MS" panose="020B0603020202020204" pitchFamily="34" charset="0"/>
                <a:ea typeface="ＭＳ Ｐゴシック" panose="020B0600070205080204" pitchFamily="34" charset="-128"/>
              </a:defRPr>
            </a:lvl8pPr>
            <a:lvl9pPr marL="3886200" indent="-228600" algn="ctr" eaLnBrk="0" fontAlgn="base" hangingPunct="0">
              <a:spcBef>
                <a:spcPct val="0"/>
              </a:spcBef>
              <a:spcAft>
                <a:spcPct val="0"/>
              </a:spcAft>
              <a:defRPr>
                <a:solidFill>
                  <a:schemeClr val="tx1"/>
                </a:solidFill>
                <a:latin typeface="Trebuchet MS" panose="020B0603020202020204" pitchFamily="34" charset="0"/>
                <a:ea typeface="ＭＳ Ｐゴシック" panose="020B0600070205080204" pitchFamily="34" charset="-128"/>
              </a:defRPr>
            </a:lvl9pPr>
          </a:lstStyle>
          <a:p>
            <a:pPr eaLnBrk="1" hangingPunct="1"/>
            <a:r>
              <a:rPr lang="en-US" altLang="en-US" sz="2400" dirty="0">
                <a:latin typeface="Casper"/>
              </a:rPr>
              <a:t>IN FREE SPACE:</a:t>
            </a:r>
          </a:p>
          <a:p>
            <a:pPr eaLnBrk="1" hangingPunct="1"/>
            <a:endParaRPr lang="en-US" altLang="en-US" dirty="0"/>
          </a:p>
        </p:txBody>
      </p:sp>
      <p:pic>
        <p:nvPicPr>
          <p:cNvPr id="7" name="Picture 1" descr="latex-image-1.pdf">
            <a:extLst>
              <a:ext uri="{FF2B5EF4-FFF2-40B4-BE49-F238E27FC236}">
                <a16:creationId xmlns:a16="http://schemas.microsoft.com/office/drawing/2014/main" id="{B9AEA361-1442-42EF-AA42-8F336491FC1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90713" y="2322513"/>
            <a:ext cx="57531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6">
            <a:extLst>
              <a:ext uri="{FF2B5EF4-FFF2-40B4-BE49-F238E27FC236}">
                <a16:creationId xmlns:a16="http://schemas.microsoft.com/office/drawing/2014/main" id="{DD758052-980E-4678-9308-8A813F61B649}"/>
              </a:ext>
            </a:extLst>
          </p:cNvPr>
          <p:cNvSpPr txBox="1">
            <a:spLocks noChangeArrowheads="1"/>
          </p:cNvSpPr>
          <p:nvPr/>
        </p:nvSpPr>
        <p:spPr bwMode="auto">
          <a:xfrm>
            <a:off x="1062925" y="4046376"/>
            <a:ext cx="31536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rebuchet MS" panose="020B0603020202020204" pitchFamily="34" charset="0"/>
                <a:ea typeface="ＭＳ Ｐゴシック" panose="020B0600070205080204" pitchFamily="34" charset="-128"/>
              </a:defRPr>
            </a:lvl1pPr>
            <a:lvl2pPr marL="742950" indent="-285750" eaLnBrk="0" hangingPunct="0">
              <a:defRPr>
                <a:solidFill>
                  <a:schemeClr val="tx1"/>
                </a:solidFill>
                <a:latin typeface="Trebuchet MS" panose="020B0603020202020204" pitchFamily="34" charset="0"/>
                <a:ea typeface="ＭＳ Ｐゴシック" panose="020B0600070205080204" pitchFamily="34" charset="-128"/>
              </a:defRPr>
            </a:lvl2pPr>
            <a:lvl3pPr marL="1143000" indent="-228600" eaLnBrk="0" hangingPunct="0">
              <a:defRPr>
                <a:solidFill>
                  <a:schemeClr val="tx1"/>
                </a:solidFill>
                <a:latin typeface="Trebuchet MS" panose="020B0603020202020204" pitchFamily="34" charset="0"/>
                <a:ea typeface="ＭＳ Ｐゴシック" panose="020B0600070205080204" pitchFamily="34" charset="-128"/>
              </a:defRPr>
            </a:lvl3pPr>
            <a:lvl4pPr marL="1600200" indent="-228600" eaLnBrk="0" hangingPunct="0">
              <a:defRPr>
                <a:solidFill>
                  <a:schemeClr val="tx1"/>
                </a:solidFill>
                <a:latin typeface="Trebuchet MS" panose="020B0603020202020204" pitchFamily="34" charset="0"/>
                <a:ea typeface="ＭＳ Ｐゴシック" panose="020B0600070205080204" pitchFamily="34" charset="-128"/>
              </a:defRPr>
            </a:lvl4pPr>
            <a:lvl5pPr marL="2057400" indent="-228600" eaLnBrk="0" hangingPunct="0">
              <a:defRPr>
                <a:solidFill>
                  <a:schemeClr val="tx1"/>
                </a:solidFill>
                <a:latin typeface="Trebuchet MS" panose="020B0603020202020204" pitchFamily="34" charset="0"/>
                <a:ea typeface="ＭＳ Ｐゴシック" panose="020B0600070205080204" pitchFamily="34" charset="-128"/>
              </a:defRPr>
            </a:lvl5pPr>
            <a:lvl6pPr marL="2514600" indent="-228600" algn="ctr" eaLnBrk="0" fontAlgn="base" hangingPunct="0">
              <a:spcBef>
                <a:spcPct val="0"/>
              </a:spcBef>
              <a:spcAft>
                <a:spcPct val="0"/>
              </a:spcAft>
              <a:defRPr>
                <a:solidFill>
                  <a:schemeClr val="tx1"/>
                </a:solidFill>
                <a:latin typeface="Trebuchet MS" panose="020B0603020202020204" pitchFamily="34" charset="0"/>
                <a:ea typeface="ＭＳ Ｐゴシック" panose="020B0600070205080204" pitchFamily="34" charset="-128"/>
              </a:defRPr>
            </a:lvl6pPr>
            <a:lvl7pPr marL="2971800" indent="-228600" algn="ctr" eaLnBrk="0" fontAlgn="base" hangingPunct="0">
              <a:spcBef>
                <a:spcPct val="0"/>
              </a:spcBef>
              <a:spcAft>
                <a:spcPct val="0"/>
              </a:spcAft>
              <a:defRPr>
                <a:solidFill>
                  <a:schemeClr val="tx1"/>
                </a:solidFill>
                <a:latin typeface="Trebuchet MS" panose="020B0603020202020204" pitchFamily="34" charset="0"/>
                <a:ea typeface="ＭＳ Ｐゴシック" panose="020B0600070205080204" pitchFamily="34" charset="-128"/>
              </a:defRPr>
            </a:lvl7pPr>
            <a:lvl8pPr marL="3429000" indent="-228600" algn="ctr" eaLnBrk="0" fontAlgn="base" hangingPunct="0">
              <a:spcBef>
                <a:spcPct val="0"/>
              </a:spcBef>
              <a:spcAft>
                <a:spcPct val="0"/>
              </a:spcAft>
              <a:defRPr>
                <a:solidFill>
                  <a:schemeClr val="tx1"/>
                </a:solidFill>
                <a:latin typeface="Trebuchet MS" panose="020B0603020202020204" pitchFamily="34" charset="0"/>
                <a:ea typeface="ＭＳ Ｐゴシック" panose="020B0600070205080204" pitchFamily="34" charset="-128"/>
              </a:defRPr>
            </a:lvl8pPr>
            <a:lvl9pPr marL="3886200" indent="-228600" algn="ctr" eaLnBrk="0" fontAlgn="base" hangingPunct="0">
              <a:spcBef>
                <a:spcPct val="0"/>
              </a:spcBef>
              <a:spcAft>
                <a:spcPct val="0"/>
              </a:spcAft>
              <a:defRPr>
                <a:solidFill>
                  <a:schemeClr val="tx1"/>
                </a:solidFill>
                <a:latin typeface="Trebuchet MS" panose="020B0603020202020204" pitchFamily="34" charset="0"/>
                <a:ea typeface="ＭＳ Ｐゴシック" panose="020B0600070205080204" pitchFamily="34" charset="-128"/>
              </a:defRPr>
            </a:lvl9pPr>
          </a:lstStyle>
          <a:p>
            <a:pPr eaLnBrk="1" hangingPunct="1"/>
            <a:r>
              <a:rPr lang="en-US" altLang="en-US" sz="2400" dirty="0">
                <a:latin typeface="Casper"/>
              </a:rPr>
              <a:t>IN OPTICAL MATERIALS</a:t>
            </a:r>
            <a:r>
              <a:rPr lang="en-US" altLang="en-US" dirty="0"/>
              <a:t>:</a:t>
            </a:r>
          </a:p>
        </p:txBody>
      </p:sp>
      <p:pic>
        <p:nvPicPr>
          <p:cNvPr id="9" name="Picture 2" descr="latex-image-1.pdf">
            <a:extLst>
              <a:ext uri="{FF2B5EF4-FFF2-40B4-BE49-F238E27FC236}">
                <a16:creationId xmlns:a16="http://schemas.microsoft.com/office/drawing/2014/main" id="{6CC80054-9CC5-454D-8D27-1A4C4179333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4876800"/>
            <a:ext cx="68961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96173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C5D32-8158-4F42-8BA3-AEAF1E36A1A4}"/>
              </a:ext>
            </a:extLst>
          </p:cNvPr>
          <p:cNvSpPr>
            <a:spLocks noGrp="1"/>
          </p:cNvSpPr>
          <p:nvPr>
            <p:ph type="title"/>
          </p:nvPr>
        </p:nvSpPr>
        <p:spPr>
          <a:ln>
            <a:solidFill>
              <a:srgbClr val="FF0000"/>
            </a:solidFill>
          </a:ln>
        </p:spPr>
        <p:txBody>
          <a:bodyPr>
            <a:normAutofit/>
          </a:bodyPr>
          <a:lstStyle/>
          <a:p>
            <a:pPr algn="ctr"/>
            <a:r>
              <a:rPr lang="en-US" altLang="en-US" b="1" dirty="0">
                <a:latin typeface="Casper"/>
              </a:rPr>
              <a:t>SCHRÖDINGER'S CAT</a:t>
            </a:r>
            <a:br>
              <a:rPr lang="en-US" altLang="en-US" b="1" dirty="0">
                <a:latin typeface="Casper"/>
              </a:rPr>
            </a:br>
            <a:endParaRPr lang="en-IN" b="1" dirty="0">
              <a:latin typeface="Casper"/>
            </a:endParaRPr>
          </a:p>
        </p:txBody>
      </p:sp>
      <p:sp>
        <p:nvSpPr>
          <p:cNvPr id="4" name="Slide Number Placeholder 3">
            <a:extLst>
              <a:ext uri="{FF2B5EF4-FFF2-40B4-BE49-F238E27FC236}">
                <a16:creationId xmlns:a16="http://schemas.microsoft.com/office/drawing/2014/main" id="{C59B1149-5E3A-4864-A9D2-C2EFA34CF81D}"/>
              </a:ext>
            </a:extLst>
          </p:cNvPr>
          <p:cNvSpPr>
            <a:spLocks noGrp="1"/>
          </p:cNvSpPr>
          <p:nvPr>
            <p:ph type="sldNum" sz="quarter" idx="12"/>
          </p:nvPr>
        </p:nvSpPr>
        <p:spPr/>
        <p:txBody>
          <a:bodyPr/>
          <a:lstStyle/>
          <a:p>
            <a:fld id="{BDCDBBEF-AA6C-4BA6-85B2-A17D7F280E38}" type="slidenum">
              <a:rPr lang="en-US" smtClean="0"/>
              <a:t>8</a:t>
            </a:fld>
            <a:endParaRPr lang="en-US"/>
          </a:p>
        </p:txBody>
      </p:sp>
      <p:sp>
        <p:nvSpPr>
          <p:cNvPr id="5" name="TextBox 5">
            <a:extLst>
              <a:ext uri="{FF2B5EF4-FFF2-40B4-BE49-F238E27FC236}">
                <a16:creationId xmlns:a16="http://schemas.microsoft.com/office/drawing/2014/main" id="{43024F98-061F-404D-8873-169AF454448C}"/>
              </a:ext>
            </a:extLst>
          </p:cNvPr>
          <p:cNvSpPr txBox="1">
            <a:spLocks noGrp="1" noChangeArrowheads="1"/>
          </p:cNvSpPr>
          <p:nvPr>
            <p:ph idx="1"/>
          </p:nvPr>
        </p:nvSpPr>
        <p:spPr bwMode="auto">
          <a:xfrm>
            <a:off x="878541" y="1825625"/>
            <a:ext cx="10457330" cy="4652556"/>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Trebuchet MS" panose="020B0603020202020204" pitchFamily="34" charset="0"/>
                <a:ea typeface="ＭＳ Ｐゴシック" panose="020B0600070205080204" pitchFamily="34" charset="-128"/>
              </a:defRPr>
            </a:lvl1pPr>
            <a:lvl2pPr marL="742950" indent="-285750" eaLnBrk="0" hangingPunct="0">
              <a:defRPr>
                <a:solidFill>
                  <a:schemeClr val="tx1"/>
                </a:solidFill>
                <a:latin typeface="Trebuchet MS" panose="020B0603020202020204" pitchFamily="34" charset="0"/>
                <a:ea typeface="ＭＳ Ｐゴシック" panose="020B0600070205080204" pitchFamily="34" charset="-128"/>
              </a:defRPr>
            </a:lvl2pPr>
            <a:lvl3pPr marL="1143000" indent="-228600" eaLnBrk="0" hangingPunct="0">
              <a:defRPr>
                <a:solidFill>
                  <a:schemeClr val="tx1"/>
                </a:solidFill>
                <a:latin typeface="Trebuchet MS" panose="020B0603020202020204" pitchFamily="34" charset="0"/>
                <a:ea typeface="ＭＳ Ｐゴシック" panose="020B0600070205080204" pitchFamily="34" charset="-128"/>
              </a:defRPr>
            </a:lvl3pPr>
            <a:lvl4pPr marL="1600200" indent="-228600" eaLnBrk="0" hangingPunct="0">
              <a:defRPr>
                <a:solidFill>
                  <a:schemeClr val="tx1"/>
                </a:solidFill>
                <a:latin typeface="Trebuchet MS" panose="020B0603020202020204" pitchFamily="34" charset="0"/>
                <a:ea typeface="ＭＳ Ｐゴシック" panose="020B0600070205080204" pitchFamily="34" charset="-128"/>
              </a:defRPr>
            </a:lvl4pPr>
            <a:lvl5pPr marL="2057400" indent="-228600" eaLnBrk="0" hangingPunct="0">
              <a:defRPr>
                <a:solidFill>
                  <a:schemeClr val="tx1"/>
                </a:solidFill>
                <a:latin typeface="Trebuchet MS" panose="020B0603020202020204" pitchFamily="34" charset="0"/>
                <a:ea typeface="ＭＳ Ｐゴシック" panose="020B0600070205080204" pitchFamily="34" charset="-128"/>
              </a:defRPr>
            </a:lvl5pPr>
            <a:lvl6pPr marL="2514600" indent="-228600" algn="ctr" eaLnBrk="0" fontAlgn="base" hangingPunct="0">
              <a:spcBef>
                <a:spcPct val="0"/>
              </a:spcBef>
              <a:spcAft>
                <a:spcPct val="0"/>
              </a:spcAft>
              <a:defRPr>
                <a:solidFill>
                  <a:schemeClr val="tx1"/>
                </a:solidFill>
                <a:latin typeface="Trebuchet MS" panose="020B0603020202020204" pitchFamily="34" charset="0"/>
                <a:ea typeface="ＭＳ Ｐゴシック" panose="020B0600070205080204" pitchFamily="34" charset="-128"/>
              </a:defRPr>
            </a:lvl6pPr>
            <a:lvl7pPr marL="2971800" indent="-228600" algn="ctr" eaLnBrk="0" fontAlgn="base" hangingPunct="0">
              <a:spcBef>
                <a:spcPct val="0"/>
              </a:spcBef>
              <a:spcAft>
                <a:spcPct val="0"/>
              </a:spcAft>
              <a:defRPr>
                <a:solidFill>
                  <a:schemeClr val="tx1"/>
                </a:solidFill>
                <a:latin typeface="Trebuchet MS" panose="020B0603020202020204" pitchFamily="34" charset="0"/>
                <a:ea typeface="ＭＳ Ｐゴシック" panose="020B0600070205080204" pitchFamily="34" charset="-128"/>
              </a:defRPr>
            </a:lvl7pPr>
            <a:lvl8pPr marL="3429000" indent="-228600" algn="ctr" eaLnBrk="0" fontAlgn="base" hangingPunct="0">
              <a:spcBef>
                <a:spcPct val="0"/>
              </a:spcBef>
              <a:spcAft>
                <a:spcPct val="0"/>
              </a:spcAft>
              <a:defRPr>
                <a:solidFill>
                  <a:schemeClr val="tx1"/>
                </a:solidFill>
                <a:latin typeface="Trebuchet MS" panose="020B0603020202020204" pitchFamily="34" charset="0"/>
                <a:ea typeface="ＭＳ Ｐゴシック" panose="020B0600070205080204" pitchFamily="34" charset="-128"/>
              </a:defRPr>
            </a:lvl8pPr>
            <a:lvl9pPr marL="3886200" indent="-228600" algn="ctr" eaLnBrk="0" fontAlgn="base" hangingPunct="0">
              <a:spcBef>
                <a:spcPct val="0"/>
              </a:spcBef>
              <a:spcAft>
                <a:spcPct val="0"/>
              </a:spcAft>
              <a:defRPr>
                <a:solidFill>
                  <a:schemeClr val="tx1"/>
                </a:solidFill>
                <a:latin typeface="Trebuchet MS" panose="020B0603020202020204" pitchFamily="34" charset="0"/>
                <a:ea typeface="ＭＳ Ｐゴシック" panose="020B0600070205080204" pitchFamily="34" charset="-128"/>
              </a:defRPr>
            </a:lvl9pPr>
          </a:lstStyle>
          <a:p>
            <a:pPr algn="just" eaLnBrk="1" hangingPunct="1">
              <a:lnSpc>
                <a:spcPct val="150000"/>
              </a:lnSpc>
            </a:pPr>
            <a:r>
              <a:rPr lang="ja-JP" altLang="en-US" sz="1400" dirty="0"/>
              <a:t>“</a:t>
            </a:r>
            <a:r>
              <a:rPr lang="en-US" altLang="ja-JP" sz="2400" dirty="0">
                <a:latin typeface="Casper"/>
              </a:rPr>
              <a:t>It is typical of these cases that an indeterminacy originally restricted to the atomic domain becomes transformed into macroscopic indeterminacy, which can then be resolved by direct observation. That prevents us from so naively accepting as valid a "blurred model" for representing reality. In itself, it would not embody anything unclear or contradictory. There is a difference between a shaky or out-of-focus photograph and a snapshot of clouds and fog banks.</a:t>
            </a:r>
            <a:r>
              <a:rPr lang="ja-JP" altLang="en-US" sz="2400" dirty="0">
                <a:latin typeface="Casper"/>
              </a:rPr>
              <a:t>”</a:t>
            </a:r>
            <a:endParaRPr lang="en-US" altLang="en-US" sz="2400" dirty="0">
              <a:latin typeface="Casper"/>
            </a:endParaRPr>
          </a:p>
          <a:p>
            <a:pPr algn="just" eaLnBrk="1" hangingPunct="1">
              <a:lnSpc>
                <a:spcPct val="150000"/>
              </a:lnSpc>
            </a:pPr>
            <a:r>
              <a:rPr lang="en-US" altLang="en-US" sz="2400" dirty="0">
                <a:latin typeface="Casper"/>
              </a:rPr>
              <a:t>-Erwin Schrodinger, 1935</a:t>
            </a:r>
          </a:p>
        </p:txBody>
      </p:sp>
    </p:spTree>
    <p:extLst>
      <p:ext uri="{BB962C8B-B14F-4D97-AF65-F5344CB8AC3E}">
        <p14:creationId xmlns:p14="http://schemas.microsoft.com/office/powerpoint/2010/main" val="4210721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F2232-DC3D-46DF-A18D-9610697A5796}"/>
              </a:ext>
            </a:extLst>
          </p:cNvPr>
          <p:cNvSpPr>
            <a:spLocks noGrp="1"/>
          </p:cNvSpPr>
          <p:nvPr>
            <p:ph type="title"/>
          </p:nvPr>
        </p:nvSpPr>
        <p:spPr>
          <a:ln>
            <a:solidFill>
              <a:srgbClr val="FF0000"/>
            </a:solidFill>
          </a:ln>
        </p:spPr>
        <p:txBody>
          <a:bodyPr/>
          <a:lstStyle/>
          <a:p>
            <a:r>
              <a:rPr lang="en-IN" b="1" dirty="0">
                <a:latin typeface="Casper"/>
              </a:rPr>
              <a:t>SCHRODINGER EQUATION-INTRODUCTION</a:t>
            </a:r>
          </a:p>
        </p:txBody>
      </p:sp>
      <p:sp>
        <p:nvSpPr>
          <p:cNvPr id="3" name="Content Placeholder 2">
            <a:extLst>
              <a:ext uri="{FF2B5EF4-FFF2-40B4-BE49-F238E27FC236}">
                <a16:creationId xmlns:a16="http://schemas.microsoft.com/office/drawing/2014/main" id="{F2AAA5F9-1870-4B13-BC01-5574A3041EBA}"/>
              </a:ext>
            </a:extLst>
          </p:cNvPr>
          <p:cNvSpPr>
            <a:spLocks noGrp="1"/>
          </p:cNvSpPr>
          <p:nvPr>
            <p:ph idx="1"/>
          </p:nvPr>
        </p:nvSpPr>
        <p:spPr>
          <a:ln>
            <a:solidFill>
              <a:schemeClr val="accent1"/>
            </a:solidFill>
          </a:ln>
        </p:spPr>
        <p:txBody>
          <a:bodyPr/>
          <a:lstStyle/>
          <a:p>
            <a:pPr algn="just">
              <a:lnSpc>
                <a:spcPct val="150000"/>
              </a:lnSpc>
            </a:pPr>
            <a:r>
              <a:rPr lang="en-US" sz="2400" dirty="0">
                <a:latin typeface="Casper"/>
              </a:rPr>
              <a:t>Schrödinger Equation is a mathematical expression which describes the change of a physical quantity over time in which the quantum effects like wave-particle duality are significant. The Schrödinger Equation has two forms the time-dependent Schrödinger Equation and the time-independent Schrödinger Equation. </a:t>
            </a:r>
          </a:p>
          <a:p>
            <a:endParaRPr lang="en-IN" dirty="0"/>
          </a:p>
        </p:txBody>
      </p:sp>
      <p:sp>
        <p:nvSpPr>
          <p:cNvPr id="4" name="Slide Number Placeholder 3">
            <a:extLst>
              <a:ext uri="{FF2B5EF4-FFF2-40B4-BE49-F238E27FC236}">
                <a16:creationId xmlns:a16="http://schemas.microsoft.com/office/drawing/2014/main" id="{5FA98048-6653-4E14-91D6-8AC2EA846C9C}"/>
              </a:ext>
            </a:extLst>
          </p:cNvPr>
          <p:cNvSpPr>
            <a:spLocks noGrp="1"/>
          </p:cNvSpPr>
          <p:nvPr>
            <p:ph type="sldNum" sz="quarter" idx="12"/>
          </p:nvPr>
        </p:nvSpPr>
        <p:spPr/>
        <p:txBody>
          <a:bodyPr/>
          <a:lstStyle/>
          <a:p>
            <a:fld id="{BDCDBBEF-AA6C-4BA6-85B2-A17D7F280E38}" type="slidenum">
              <a:rPr lang="en-US" smtClean="0"/>
              <a:t>9</a:t>
            </a:fld>
            <a:endParaRPr lang="en-US"/>
          </a:p>
        </p:txBody>
      </p:sp>
    </p:spTree>
    <p:extLst>
      <p:ext uri="{BB962C8B-B14F-4D97-AF65-F5344CB8AC3E}">
        <p14:creationId xmlns:p14="http://schemas.microsoft.com/office/powerpoint/2010/main" val="29391529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7E082-AE82-408A-9514-A1B00F1EC735}"/>
              </a:ext>
            </a:extLst>
          </p:cNvPr>
          <p:cNvSpPr>
            <a:spLocks noGrp="1"/>
          </p:cNvSpPr>
          <p:nvPr>
            <p:ph type="title"/>
          </p:nvPr>
        </p:nvSpPr>
        <p:spPr>
          <a:xfrm>
            <a:off x="838200" y="308854"/>
            <a:ext cx="10515600" cy="1325563"/>
          </a:xfrm>
          <a:ln>
            <a:solidFill>
              <a:srgbClr val="FF0000"/>
            </a:solidFill>
          </a:ln>
        </p:spPr>
        <p:txBody>
          <a:bodyPr>
            <a:normAutofit fontScale="90000"/>
          </a:bodyPr>
          <a:lstStyle/>
          <a:p>
            <a:br>
              <a:rPr lang="en-IN" b="1" dirty="0">
                <a:latin typeface="Casper"/>
              </a:rPr>
            </a:br>
            <a:r>
              <a:rPr lang="en-IN" b="1" dirty="0">
                <a:latin typeface="Casper"/>
              </a:rPr>
              <a:t>TIME INDEPENDENT SCHRODINGER EQUATION</a:t>
            </a:r>
            <a:br>
              <a:rPr lang="en-IN" dirty="0"/>
            </a:br>
            <a:endParaRPr lang="en-IN" dirty="0"/>
          </a:p>
        </p:txBody>
      </p:sp>
      <p:sp>
        <p:nvSpPr>
          <p:cNvPr id="3" name="Content Placeholder 2">
            <a:extLst>
              <a:ext uri="{FF2B5EF4-FFF2-40B4-BE49-F238E27FC236}">
                <a16:creationId xmlns:a16="http://schemas.microsoft.com/office/drawing/2014/main" id="{350FB351-B0B8-472F-83A7-A0D1D08ACB0D}"/>
              </a:ext>
            </a:extLst>
          </p:cNvPr>
          <p:cNvSpPr>
            <a:spLocks noGrp="1"/>
          </p:cNvSpPr>
          <p:nvPr>
            <p:ph idx="1"/>
          </p:nvPr>
        </p:nvSpPr>
        <p:spPr>
          <a:ln>
            <a:solidFill>
              <a:schemeClr val="accent1"/>
            </a:solidFill>
          </a:ln>
        </p:spPr>
        <p:txBody>
          <a:bodyPr>
            <a:normAutofit/>
          </a:bodyPr>
          <a:lstStyle/>
          <a:p>
            <a:pPr>
              <a:lnSpc>
                <a:spcPct val="150000"/>
              </a:lnSpc>
            </a:pPr>
            <a:r>
              <a:rPr lang="en-IN" sz="2400" dirty="0">
                <a:latin typeface="Casper" panose="02000506000000020004"/>
              </a:rPr>
              <a:t>A very important special case of the Schrodinger equation is the situation when the potential energy term does not depend on time. In fact, this particular case will cover most of the problems</a:t>
            </a:r>
          </a:p>
          <a:p>
            <a:pPr>
              <a:lnSpc>
                <a:spcPct val="150000"/>
              </a:lnSpc>
            </a:pPr>
            <a:r>
              <a:rPr lang="en-IN" sz="2400" dirty="0">
                <a:latin typeface="Casper" panose="02000506000000020004"/>
              </a:rPr>
              <a:t>As the name implies, this is the situation when the potential depends only on position.</a:t>
            </a:r>
          </a:p>
          <a:p>
            <a:pPr>
              <a:lnSpc>
                <a:spcPct val="150000"/>
              </a:lnSpc>
            </a:pPr>
            <a:r>
              <a:rPr lang="en-IN" sz="2400" dirty="0">
                <a:latin typeface="Casper" panose="02000506000000020004"/>
              </a:rPr>
              <a:t>If ᴪ(</a:t>
            </a:r>
            <a:r>
              <a:rPr lang="en-IN" sz="2400" dirty="0" err="1">
                <a:latin typeface="Casper" panose="02000506000000020004"/>
              </a:rPr>
              <a:t>x,t</a:t>
            </a:r>
            <a:r>
              <a:rPr lang="en-IN" sz="2400" dirty="0">
                <a:latin typeface="Casper" panose="02000506000000020004"/>
              </a:rPr>
              <a:t>) = ᴪ(x), then the Schrodinger equation becomes </a:t>
            </a:r>
          </a:p>
          <a:p>
            <a:endParaRPr lang="en-IN" dirty="0"/>
          </a:p>
        </p:txBody>
      </p:sp>
      <p:sp>
        <p:nvSpPr>
          <p:cNvPr id="4" name="Slide Number Placeholder 3">
            <a:extLst>
              <a:ext uri="{FF2B5EF4-FFF2-40B4-BE49-F238E27FC236}">
                <a16:creationId xmlns:a16="http://schemas.microsoft.com/office/drawing/2014/main" id="{0F31212D-E661-4A53-BFA4-32D63A4AD5B7}"/>
              </a:ext>
            </a:extLst>
          </p:cNvPr>
          <p:cNvSpPr>
            <a:spLocks noGrp="1"/>
          </p:cNvSpPr>
          <p:nvPr>
            <p:ph type="sldNum" sz="quarter" idx="12"/>
          </p:nvPr>
        </p:nvSpPr>
        <p:spPr/>
        <p:txBody>
          <a:bodyPr/>
          <a:lstStyle/>
          <a:p>
            <a:fld id="{BDCDBBEF-AA6C-4BA6-85B2-A17D7F280E38}" type="slidenum">
              <a:rPr lang="en-US" smtClean="0"/>
              <a:t>10</a:t>
            </a:fld>
            <a:endParaRPr lang="en-US"/>
          </a:p>
        </p:txBody>
      </p:sp>
    </p:spTree>
    <p:extLst>
      <p:ext uri="{BB962C8B-B14F-4D97-AF65-F5344CB8AC3E}">
        <p14:creationId xmlns:p14="http://schemas.microsoft.com/office/powerpoint/2010/main" val="1794865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BF3855-6C75-47F9-AD21-42534EA734C8}"/>
              </a:ext>
            </a:extLst>
          </p:cNvPr>
          <p:cNvSpPr>
            <a:spLocks noGrp="1"/>
          </p:cNvSpPr>
          <p:nvPr>
            <p:ph idx="1"/>
          </p:nvPr>
        </p:nvSpPr>
        <p:spPr>
          <a:xfrm>
            <a:off x="838200" y="1825624"/>
            <a:ext cx="10515600" cy="4530725"/>
          </a:xfrm>
          <a:ln>
            <a:solidFill>
              <a:schemeClr val="accent1"/>
            </a:solidFill>
          </a:ln>
        </p:spPr>
        <p:txBody>
          <a:bodyPr>
            <a:normAutofit lnSpcReduction="10000"/>
          </a:bodyPr>
          <a:lstStyle/>
          <a:p>
            <a:pPr marL="0" indent="0" algn="ctr">
              <a:lnSpc>
                <a:spcPct val="150000"/>
              </a:lnSpc>
              <a:buNone/>
            </a:pPr>
            <a:r>
              <a:rPr lang="en-IN" sz="2400" dirty="0">
                <a:latin typeface="Casper" panose="02000506000000020004"/>
              </a:rPr>
              <a:t>Ψ(</a:t>
            </a:r>
            <a:r>
              <a:rPr lang="en-IN" sz="2400" dirty="0" err="1">
                <a:latin typeface="Casper" panose="02000506000000020004"/>
              </a:rPr>
              <a:t>x,t</a:t>
            </a:r>
            <a:r>
              <a:rPr lang="en-IN" sz="2400" dirty="0">
                <a:latin typeface="Casper" panose="02000506000000020004"/>
              </a:rPr>
              <a:t>) = </a:t>
            </a:r>
            <a:r>
              <a:rPr lang="en-IN" sz="2400" dirty="0" err="1">
                <a:latin typeface="Casper" panose="02000506000000020004"/>
              </a:rPr>
              <a:t>Ae</a:t>
            </a:r>
            <a:r>
              <a:rPr lang="en-IN" sz="2400" baseline="30000" dirty="0" err="1">
                <a:latin typeface="Casper" panose="02000506000000020004"/>
              </a:rPr>
              <a:t>i</a:t>
            </a:r>
            <a:r>
              <a:rPr lang="en-IN" sz="2400" baseline="30000" dirty="0">
                <a:latin typeface="Casper" panose="02000506000000020004"/>
              </a:rPr>
              <a:t>(</a:t>
            </a:r>
            <a:r>
              <a:rPr lang="en-IN" sz="2400" baseline="30000" dirty="0" err="1">
                <a:latin typeface="Casper" panose="02000506000000020004"/>
              </a:rPr>
              <a:t>kx</a:t>
            </a:r>
            <a:r>
              <a:rPr lang="en-IN" sz="2400" baseline="30000" dirty="0">
                <a:latin typeface="Casper" panose="02000506000000020004"/>
              </a:rPr>
              <a:t>)</a:t>
            </a:r>
            <a:r>
              <a:rPr lang="en-IN" sz="2400" dirty="0">
                <a:latin typeface="Casper" panose="02000506000000020004"/>
              </a:rPr>
              <a:t> e</a:t>
            </a:r>
            <a:r>
              <a:rPr lang="en-IN" sz="2400" baseline="30000" dirty="0">
                <a:latin typeface="Casper" panose="02000506000000020004"/>
              </a:rPr>
              <a:t> −</a:t>
            </a:r>
            <a:r>
              <a:rPr lang="en-IN" sz="2400" baseline="30000" dirty="0" err="1">
                <a:latin typeface="Casper" panose="02000506000000020004"/>
              </a:rPr>
              <a:t>iωt</a:t>
            </a:r>
            <a:r>
              <a:rPr lang="en-IN" sz="2400" dirty="0">
                <a:latin typeface="Casper" panose="02000506000000020004"/>
              </a:rPr>
              <a:t> ………. (1) </a:t>
            </a:r>
          </a:p>
          <a:p>
            <a:pPr marL="0" indent="0" algn="ctr">
              <a:lnSpc>
                <a:spcPct val="150000"/>
              </a:lnSpc>
              <a:buNone/>
            </a:pPr>
            <a:r>
              <a:rPr lang="en-IN" sz="2400" dirty="0">
                <a:latin typeface="Casper" panose="02000506000000020004"/>
              </a:rPr>
              <a:t>ᴪo = </a:t>
            </a:r>
            <a:r>
              <a:rPr lang="en-IN" sz="2400" dirty="0" err="1">
                <a:latin typeface="Casper" panose="02000506000000020004"/>
              </a:rPr>
              <a:t>Ae</a:t>
            </a:r>
            <a:r>
              <a:rPr lang="en-IN" sz="2400" baseline="30000" dirty="0" err="1">
                <a:latin typeface="Casper" panose="02000506000000020004"/>
              </a:rPr>
              <a:t>i</a:t>
            </a:r>
            <a:r>
              <a:rPr lang="en-IN" sz="2400" baseline="30000" dirty="0">
                <a:latin typeface="Casper" panose="02000506000000020004"/>
              </a:rPr>
              <a:t>(</a:t>
            </a:r>
            <a:r>
              <a:rPr lang="en-IN" sz="2400" baseline="30000" dirty="0" err="1">
                <a:latin typeface="Casper" panose="02000506000000020004"/>
              </a:rPr>
              <a:t>kx</a:t>
            </a:r>
            <a:r>
              <a:rPr lang="en-IN" sz="2400" baseline="30000" dirty="0">
                <a:latin typeface="Casper" panose="02000506000000020004"/>
              </a:rPr>
              <a:t>)</a:t>
            </a:r>
            <a:endParaRPr lang="en-IN" sz="2400" dirty="0">
              <a:latin typeface="Casper" panose="02000506000000020004"/>
            </a:endParaRPr>
          </a:p>
          <a:p>
            <a:pPr marL="0" indent="0" algn="ctr">
              <a:lnSpc>
                <a:spcPct val="150000"/>
              </a:lnSpc>
              <a:buNone/>
            </a:pPr>
            <a:r>
              <a:rPr lang="en-IN" sz="2400" dirty="0">
                <a:latin typeface="Casper" panose="02000506000000020004"/>
              </a:rPr>
              <a:t>Ψ(</a:t>
            </a:r>
            <a:r>
              <a:rPr lang="en-IN" sz="2400" dirty="0" err="1">
                <a:latin typeface="Casper" panose="02000506000000020004"/>
              </a:rPr>
              <a:t>x,t</a:t>
            </a:r>
            <a:r>
              <a:rPr lang="en-IN" sz="2400" dirty="0">
                <a:latin typeface="Casper" panose="02000506000000020004"/>
              </a:rPr>
              <a:t>) =  ᴪo  e</a:t>
            </a:r>
            <a:r>
              <a:rPr lang="en-IN" sz="2400" baseline="30000" dirty="0">
                <a:latin typeface="Casper" panose="02000506000000020004"/>
              </a:rPr>
              <a:t> −</a:t>
            </a:r>
            <a:r>
              <a:rPr lang="en-IN" sz="2400" baseline="30000" dirty="0" err="1">
                <a:latin typeface="Casper" panose="02000506000000020004"/>
              </a:rPr>
              <a:t>iωt</a:t>
            </a:r>
            <a:r>
              <a:rPr lang="en-IN" sz="2400" dirty="0">
                <a:latin typeface="Casper" panose="02000506000000020004"/>
              </a:rPr>
              <a:t> ………….(2)</a:t>
            </a:r>
          </a:p>
          <a:p>
            <a:pPr marL="0" indent="0" algn="ctr">
              <a:lnSpc>
                <a:spcPct val="150000"/>
              </a:lnSpc>
              <a:buNone/>
            </a:pPr>
            <a:r>
              <a:rPr lang="en-IN" sz="2400" dirty="0">
                <a:latin typeface="Casper" panose="02000506000000020004"/>
              </a:rPr>
              <a:t>Using time dependent equation</a:t>
            </a:r>
          </a:p>
          <a:p>
            <a:pPr marL="0" indent="0" algn="ctr">
              <a:lnSpc>
                <a:spcPct val="150000"/>
              </a:lnSpc>
              <a:buNone/>
            </a:pPr>
            <a:r>
              <a:rPr lang="en-IN" sz="2400" dirty="0">
                <a:latin typeface="Casper" panose="02000506000000020004"/>
              </a:rPr>
              <a:t>− ℏ</a:t>
            </a:r>
            <a:r>
              <a:rPr lang="en-IN" sz="2400" baseline="30000" dirty="0">
                <a:latin typeface="Casper" panose="02000506000000020004"/>
              </a:rPr>
              <a:t>2</a:t>
            </a:r>
            <a:r>
              <a:rPr lang="en-IN" sz="2400" dirty="0">
                <a:latin typeface="Casper" panose="02000506000000020004"/>
              </a:rPr>
              <a:t>/ 2m ∂</a:t>
            </a:r>
            <a:r>
              <a:rPr lang="en-IN" sz="2400" baseline="30000" dirty="0">
                <a:latin typeface="Casper" panose="02000506000000020004"/>
              </a:rPr>
              <a:t>2</a:t>
            </a:r>
            <a:r>
              <a:rPr lang="en-IN" sz="2400" dirty="0">
                <a:latin typeface="Casper" panose="02000506000000020004"/>
              </a:rPr>
              <a:t>ψ/ ∂x</a:t>
            </a:r>
            <a:r>
              <a:rPr lang="en-IN" sz="2400" baseline="30000" dirty="0">
                <a:latin typeface="Casper" panose="02000506000000020004"/>
              </a:rPr>
              <a:t>2</a:t>
            </a:r>
            <a:r>
              <a:rPr lang="en-IN" sz="2400" dirty="0">
                <a:latin typeface="Casper" panose="02000506000000020004"/>
              </a:rPr>
              <a:t> + V (x)Ψ = </a:t>
            </a:r>
            <a:r>
              <a:rPr lang="en-IN" sz="2400" dirty="0" err="1">
                <a:latin typeface="Casper" panose="02000506000000020004"/>
              </a:rPr>
              <a:t>iℏ</a:t>
            </a:r>
            <a:r>
              <a:rPr lang="en-IN" sz="2400" dirty="0">
                <a:latin typeface="Casper" panose="02000506000000020004"/>
              </a:rPr>
              <a:t> ∂ψ/ ∂t…….(3)</a:t>
            </a:r>
          </a:p>
          <a:p>
            <a:pPr marL="0" indent="0" algn="ctr">
              <a:lnSpc>
                <a:spcPct val="150000"/>
              </a:lnSpc>
              <a:buNone/>
            </a:pPr>
            <a:r>
              <a:rPr lang="en-IN" sz="2400" dirty="0">
                <a:latin typeface="Casper" panose="02000506000000020004"/>
              </a:rPr>
              <a:t>Double Differentiate 2 with respect to x, which results into</a:t>
            </a:r>
          </a:p>
          <a:p>
            <a:pPr marL="0" indent="0" algn="ctr">
              <a:lnSpc>
                <a:spcPct val="150000"/>
              </a:lnSpc>
              <a:buNone/>
            </a:pPr>
            <a:r>
              <a:rPr lang="en-IN" sz="2400" dirty="0">
                <a:latin typeface="Casper" panose="02000506000000020004"/>
              </a:rPr>
              <a:t>∂</a:t>
            </a:r>
            <a:r>
              <a:rPr lang="en-IN" sz="2400" baseline="30000" dirty="0">
                <a:latin typeface="Casper" panose="02000506000000020004"/>
              </a:rPr>
              <a:t>2</a:t>
            </a:r>
            <a:r>
              <a:rPr lang="en-IN" sz="2400" dirty="0">
                <a:latin typeface="Casper" panose="02000506000000020004"/>
              </a:rPr>
              <a:t>ψ/ ∂x</a:t>
            </a:r>
            <a:r>
              <a:rPr lang="en-IN" sz="2400" baseline="30000" dirty="0">
                <a:latin typeface="Casper" panose="02000506000000020004"/>
              </a:rPr>
              <a:t>2</a:t>
            </a:r>
            <a:r>
              <a:rPr lang="en-IN" sz="2400" dirty="0">
                <a:latin typeface="Casper" panose="02000506000000020004"/>
              </a:rPr>
              <a:t> = ∂</a:t>
            </a:r>
            <a:r>
              <a:rPr lang="en-IN" sz="2400" baseline="30000" dirty="0">
                <a:latin typeface="Casper" panose="02000506000000020004"/>
              </a:rPr>
              <a:t>2</a:t>
            </a:r>
            <a:r>
              <a:rPr lang="en-IN" sz="2400" dirty="0">
                <a:latin typeface="Casper" panose="02000506000000020004"/>
              </a:rPr>
              <a:t>ψo/ ∂x</a:t>
            </a:r>
            <a:r>
              <a:rPr lang="en-IN" sz="2400" baseline="30000" dirty="0">
                <a:latin typeface="Casper" panose="02000506000000020004"/>
              </a:rPr>
              <a:t>2</a:t>
            </a:r>
            <a:r>
              <a:rPr lang="en-IN" sz="2400" dirty="0">
                <a:latin typeface="Casper" panose="02000506000000020004"/>
              </a:rPr>
              <a:t> e</a:t>
            </a:r>
            <a:r>
              <a:rPr lang="en-IN" sz="2400" baseline="30000" dirty="0">
                <a:latin typeface="Casper" panose="02000506000000020004"/>
              </a:rPr>
              <a:t> −</a:t>
            </a:r>
            <a:r>
              <a:rPr lang="en-IN" sz="2400" baseline="30000" dirty="0" err="1">
                <a:latin typeface="Casper" panose="02000506000000020004"/>
              </a:rPr>
              <a:t>iωt</a:t>
            </a:r>
            <a:r>
              <a:rPr lang="en-IN" sz="2400" dirty="0">
                <a:latin typeface="Casper" panose="02000506000000020004"/>
              </a:rPr>
              <a:t> ………(4)</a:t>
            </a:r>
          </a:p>
          <a:p>
            <a:endParaRPr lang="en-IN" dirty="0"/>
          </a:p>
        </p:txBody>
      </p:sp>
      <p:sp>
        <p:nvSpPr>
          <p:cNvPr id="4" name="Slide Number Placeholder 3">
            <a:extLst>
              <a:ext uri="{FF2B5EF4-FFF2-40B4-BE49-F238E27FC236}">
                <a16:creationId xmlns:a16="http://schemas.microsoft.com/office/drawing/2014/main" id="{CE5C0FBF-5EE5-477C-8746-AFE034E56715}"/>
              </a:ext>
            </a:extLst>
          </p:cNvPr>
          <p:cNvSpPr>
            <a:spLocks noGrp="1"/>
          </p:cNvSpPr>
          <p:nvPr>
            <p:ph type="sldNum" sz="quarter" idx="12"/>
          </p:nvPr>
        </p:nvSpPr>
        <p:spPr/>
        <p:txBody>
          <a:bodyPr/>
          <a:lstStyle/>
          <a:p>
            <a:fld id="{BDCDBBEF-AA6C-4BA6-85B2-A17D7F280E38}" type="slidenum">
              <a:rPr lang="en-US" smtClean="0"/>
              <a:t>11</a:t>
            </a:fld>
            <a:endParaRPr lang="en-US"/>
          </a:p>
        </p:txBody>
      </p:sp>
      <p:sp>
        <p:nvSpPr>
          <p:cNvPr id="5" name="Title 1">
            <a:extLst>
              <a:ext uri="{FF2B5EF4-FFF2-40B4-BE49-F238E27FC236}">
                <a16:creationId xmlns:a16="http://schemas.microsoft.com/office/drawing/2014/main" id="{5EDBF3F4-00A7-4E7B-B1EF-8F7CD38EE210}"/>
              </a:ext>
            </a:extLst>
          </p:cNvPr>
          <p:cNvSpPr>
            <a:spLocks noGrp="1"/>
          </p:cNvSpPr>
          <p:nvPr>
            <p:ph type="title"/>
          </p:nvPr>
        </p:nvSpPr>
        <p:spPr>
          <a:xfrm>
            <a:off x="838200" y="308854"/>
            <a:ext cx="10515600" cy="1325563"/>
          </a:xfrm>
          <a:ln>
            <a:solidFill>
              <a:srgbClr val="FF0000"/>
            </a:solidFill>
          </a:ln>
        </p:spPr>
        <p:txBody>
          <a:bodyPr>
            <a:normAutofit fontScale="90000"/>
          </a:bodyPr>
          <a:lstStyle/>
          <a:p>
            <a:br>
              <a:rPr lang="en-IN" b="1" dirty="0">
                <a:latin typeface="Casper"/>
              </a:rPr>
            </a:br>
            <a:r>
              <a:rPr lang="en-IN" b="1" dirty="0">
                <a:latin typeface="Casper"/>
              </a:rPr>
              <a:t>TIME INDEPENDENT SCHRODINGER EQUATION</a:t>
            </a:r>
            <a:br>
              <a:rPr lang="en-IN" dirty="0">
                <a:latin typeface="Casper"/>
              </a:rPr>
            </a:br>
            <a:endParaRPr lang="en-IN" dirty="0">
              <a:latin typeface="Casper"/>
            </a:endParaRPr>
          </a:p>
        </p:txBody>
      </p:sp>
    </p:spTree>
    <p:extLst>
      <p:ext uri="{BB962C8B-B14F-4D97-AF65-F5344CB8AC3E}">
        <p14:creationId xmlns:p14="http://schemas.microsoft.com/office/powerpoint/2010/main" val="636783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679A8F3-BDAC-434B-894E-1F642CA702F9}"/>
              </a:ext>
            </a:extLst>
          </p:cNvPr>
          <p:cNvSpPr>
            <a:spLocks noGrp="1"/>
          </p:cNvSpPr>
          <p:nvPr>
            <p:ph type="sldNum" sz="quarter" idx="12"/>
          </p:nvPr>
        </p:nvSpPr>
        <p:spPr/>
        <p:txBody>
          <a:bodyPr/>
          <a:lstStyle/>
          <a:p>
            <a:fld id="{BDCDBBEF-AA6C-4BA6-85B2-A17D7F280E38}" type="slidenum">
              <a:rPr lang="en-US" smtClean="0"/>
              <a:t>12</a:t>
            </a:fld>
            <a:endParaRPr lang="en-US"/>
          </a:p>
        </p:txBody>
      </p:sp>
      <p:sp>
        <p:nvSpPr>
          <p:cNvPr id="6" name="Title 1">
            <a:extLst>
              <a:ext uri="{FF2B5EF4-FFF2-40B4-BE49-F238E27FC236}">
                <a16:creationId xmlns:a16="http://schemas.microsoft.com/office/drawing/2014/main" id="{A2497FC3-26B0-4103-B8CD-2594B181F321}"/>
              </a:ext>
            </a:extLst>
          </p:cNvPr>
          <p:cNvSpPr>
            <a:spLocks noGrp="1"/>
          </p:cNvSpPr>
          <p:nvPr>
            <p:ph type="title"/>
          </p:nvPr>
        </p:nvSpPr>
        <p:spPr>
          <a:xfrm>
            <a:off x="838200" y="308854"/>
            <a:ext cx="10515600" cy="1325563"/>
          </a:xfrm>
          <a:ln>
            <a:solidFill>
              <a:srgbClr val="FF0000"/>
            </a:solidFill>
          </a:ln>
        </p:spPr>
        <p:txBody>
          <a:bodyPr>
            <a:normAutofit fontScale="90000"/>
          </a:bodyPr>
          <a:lstStyle/>
          <a:p>
            <a:br>
              <a:rPr lang="en-IN" b="1" dirty="0">
                <a:latin typeface="Casper"/>
              </a:rPr>
            </a:br>
            <a:r>
              <a:rPr lang="en-IN" b="1" dirty="0">
                <a:latin typeface="Casper"/>
              </a:rPr>
              <a:t>TIME INDEPENDENT SCHRODINGER EQUATION</a:t>
            </a:r>
            <a:br>
              <a:rPr lang="en-IN" dirty="0"/>
            </a:br>
            <a:endParaRPr lang="en-IN" dirty="0"/>
          </a:p>
        </p:txBody>
      </p:sp>
      <p:sp>
        <p:nvSpPr>
          <p:cNvPr id="2" name="Rectangle 1">
            <a:extLst>
              <a:ext uri="{FF2B5EF4-FFF2-40B4-BE49-F238E27FC236}">
                <a16:creationId xmlns:a16="http://schemas.microsoft.com/office/drawing/2014/main" id="{C2639668-1F9D-4B4B-AD4D-41F0190FE85D}"/>
              </a:ext>
            </a:extLst>
          </p:cNvPr>
          <p:cNvSpPr/>
          <p:nvPr/>
        </p:nvSpPr>
        <p:spPr>
          <a:xfrm>
            <a:off x="838200" y="1798473"/>
            <a:ext cx="10515599" cy="5059527"/>
          </a:xfrm>
          <a:prstGeom prst="rect">
            <a:avLst/>
          </a:prstGeom>
          <a:ln>
            <a:solidFill>
              <a:schemeClr val="accent1"/>
            </a:solidFill>
          </a:ln>
        </p:spPr>
        <p:txBody>
          <a:bodyPr wrap="square">
            <a:spAutoFit/>
          </a:bodyPr>
          <a:lstStyle/>
          <a:p>
            <a:pPr algn="ctr">
              <a:lnSpc>
                <a:spcPct val="150000"/>
              </a:lnSpc>
              <a:spcAft>
                <a:spcPts val="800"/>
              </a:spcAft>
            </a:pPr>
            <a:r>
              <a:rPr lang="en-IN" sz="2400" dirty="0">
                <a:latin typeface="Casper" panose="02000506000000020004"/>
                <a:ea typeface="Calibri" panose="020F0502020204030204" pitchFamily="34" charset="0"/>
                <a:cs typeface="Times New Roman" panose="02020603050405020304" pitchFamily="18" charset="0"/>
              </a:rPr>
              <a:t>Differentiate 1 with respect to time t</a:t>
            </a:r>
          </a:p>
          <a:p>
            <a:pPr algn="ctr">
              <a:lnSpc>
                <a:spcPct val="150000"/>
              </a:lnSpc>
              <a:spcAft>
                <a:spcPts val="800"/>
              </a:spcAft>
            </a:pPr>
            <a:r>
              <a:rPr lang="en-IN" sz="2400" dirty="0">
                <a:latin typeface="Casper" panose="02000506000000020004"/>
                <a:ea typeface="Calibri" panose="020F0502020204030204" pitchFamily="34" charset="0"/>
                <a:cs typeface="Times New Roman" panose="02020603050405020304" pitchFamily="18" charset="0"/>
              </a:rPr>
              <a:t>∂ψ/ ∂t = -</a:t>
            </a:r>
            <a:r>
              <a:rPr lang="en-IN" sz="2400" dirty="0" err="1">
                <a:latin typeface="Casper" panose="02000506000000020004"/>
                <a:ea typeface="Calibri" panose="020F0502020204030204" pitchFamily="34" charset="0"/>
                <a:cs typeface="Times New Roman" panose="02020603050405020304" pitchFamily="18" charset="0"/>
              </a:rPr>
              <a:t>iωᴪo</a:t>
            </a:r>
            <a:r>
              <a:rPr lang="en-IN" sz="2400" dirty="0">
                <a:latin typeface="Casper" panose="02000506000000020004"/>
                <a:ea typeface="Calibri" panose="020F0502020204030204" pitchFamily="34" charset="0"/>
                <a:cs typeface="Times New Roman" panose="02020603050405020304" pitchFamily="18" charset="0"/>
              </a:rPr>
              <a:t> e</a:t>
            </a:r>
            <a:r>
              <a:rPr lang="en-IN" sz="2400" baseline="30000" dirty="0">
                <a:latin typeface="Casper" panose="02000506000000020004"/>
                <a:ea typeface="Calibri" panose="020F0502020204030204" pitchFamily="34" charset="0"/>
                <a:cs typeface="Times New Roman" panose="02020603050405020304" pitchFamily="18" charset="0"/>
              </a:rPr>
              <a:t> −</a:t>
            </a:r>
            <a:r>
              <a:rPr lang="en-IN" sz="2400" baseline="30000" dirty="0" err="1">
                <a:latin typeface="Casper" panose="02000506000000020004"/>
                <a:ea typeface="Calibri" panose="020F0502020204030204" pitchFamily="34" charset="0"/>
                <a:cs typeface="Times New Roman" panose="02020603050405020304" pitchFamily="18" charset="0"/>
              </a:rPr>
              <a:t>iωt</a:t>
            </a:r>
            <a:r>
              <a:rPr lang="en-IN" sz="2400" dirty="0">
                <a:latin typeface="Casper" panose="02000506000000020004"/>
                <a:ea typeface="Calibri" panose="020F0502020204030204" pitchFamily="34" charset="0"/>
                <a:cs typeface="Times New Roman" panose="02020603050405020304" pitchFamily="18" charset="0"/>
              </a:rPr>
              <a:t> …………..(5)</a:t>
            </a:r>
          </a:p>
          <a:p>
            <a:pPr algn="ctr">
              <a:lnSpc>
                <a:spcPct val="150000"/>
              </a:lnSpc>
              <a:spcAft>
                <a:spcPts val="800"/>
              </a:spcAft>
            </a:pPr>
            <a:r>
              <a:rPr lang="en-IN" sz="2400" dirty="0">
                <a:latin typeface="Casper" panose="02000506000000020004"/>
                <a:ea typeface="Calibri" panose="020F0502020204030204" pitchFamily="34" charset="0"/>
                <a:cs typeface="Times New Roman" panose="02020603050405020304" pitchFamily="18" charset="0"/>
              </a:rPr>
              <a:t>Put 4 and 5 equations in equation 3 </a:t>
            </a:r>
          </a:p>
          <a:p>
            <a:pPr algn="ctr">
              <a:lnSpc>
                <a:spcPct val="150000"/>
              </a:lnSpc>
              <a:spcAft>
                <a:spcPts val="800"/>
              </a:spcAft>
            </a:pPr>
            <a:r>
              <a:rPr lang="en-IN" sz="2400" dirty="0">
                <a:latin typeface="Casper" panose="02000506000000020004"/>
                <a:ea typeface="Calibri" panose="020F0502020204030204" pitchFamily="34" charset="0"/>
                <a:cs typeface="Times New Roman" panose="02020603050405020304" pitchFamily="18" charset="0"/>
              </a:rPr>
              <a:t>− ℏ</a:t>
            </a:r>
            <a:r>
              <a:rPr lang="en-IN" sz="2400" baseline="30000" dirty="0">
                <a:latin typeface="Casper" panose="02000506000000020004"/>
                <a:ea typeface="Calibri" panose="020F0502020204030204" pitchFamily="34" charset="0"/>
                <a:cs typeface="Times New Roman" panose="02020603050405020304" pitchFamily="18" charset="0"/>
              </a:rPr>
              <a:t>2</a:t>
            </a:r>
            <a:r>
              <a:rPr lang="en-IN" sz="2400" dirty="0">
                <a:latin typeface="Casper" panose="02000506000000020004"/>
                <a:ea typeface="Calibri" panose="020F0502020204030204" pitchFamily="34" charset="0"/>
                <a:cs typeface="Times New Roman" panose="02020603050405020304" pitchFamily="18" charset="0"/>
              </a:rPr>
              <a:t>/ 2m ∂</a:t>
            </a:r>
            <a:r>
              <a:rPr lang="en-IN" sz="2400" baseline="30000" dirty="0">
                <a:latin typeface="Casper" panose="02000506000000020004"/>
                <a:ea typeface="Calibri" panose="020F0502020204030204" pitchFamily="34" charset="0"/>
                <a:cs typeface="Times New Roman" panose="02020603050405020304" pitchFamily="18" charset="0"/>
              </a:rPr>
              <a:t>2</a:t>
            </a:r>
            <a:r>
              <a:rPr lang="en-IN" sz="2400" dirty="0">
                <a:latin typeface="Casper" panose="02000506000000020004"/>
                <a:ea typeface="Calibri" panose="020F0502020204030204" pitchFamily="34" charset="0"/>
                <a:cs typeface="Times New Roman" panose="02020603050405020304" pitchFamily="18" charset="0"/>
              </a:rPr>
              <a:t>ψo/ ∂x</a:t>
            </a:r>
            <a:r>
              <a:rPr lang="en-IN" sz="2400" baseline="30000" dirty="0">
                <a:latin typeface="Casper" panose="02000506000000020004"/>
                <a:ea typeface="Calibri" panose="020F0502020204030204" pitchFamily="34" charset="0"/>
                <a:cs typeface="Times New Roman" panose="02020603050405020304" pitchFamily="18" charset="0"/>
              </a:rPr>
              <a:t>2</a:t>
            </a:r>
            <a:r>
              <a:rPr lang="en-IN" sz="2400" dirty="0">
                <a:latin typeface="Casper" panose="02000506000000020004"/>
                <a:ea typeface="Calibri" panose="020F0502020204030204" pitchFamily="34" charset="0"/>
                <a:cs typeface="Times New Roman" panose="02020603050405020304" pitchFamily="18" charset="0"/>
              </a:rPr>
              <a:t> e</a:t>
            </a:r>
            <a:r>
              <a:rPr lang="en-IN" sz="2400" baseline="30000" dirty="0">
                <a:latin typeface="Casper" panose="02000506000000020004"/>
                <a:ea typeface="Calibri" panose="020F0502020204030204" pitchFamily="34" charset="0"/>
                <a:cs typeface="Times New Roman" panose="02020603050405020304" pitchFamily="18" charset="0"/>
              </a:rPr>
              <a:t> −</a:t>
            </a:r>
            <a:r>
              <a:rPr lang="en-IN" sz="2400" baseline="30000" dirty="0" err="1">
                <a:latin typeface="Casper" panose="02000506000000020004"/>
                <a:ea typeface="Calibri" panose="020F0502020204030204" pitchFamily="34" charset="0"/>
                <a:cs typeface="Times New Roman" panose="02020603050405020304" pitchFamily="18" charset="0"/>
              </a:rPr>
              <a:t>iωt</a:t>
            </a:r>
            <a:r>
              <a:rPr lang="en-IN" sz="2400" dirty="0">
                <a:latin typeface="Casper" panose="02000506000000020004"/>
                <a:ea typeface="Calibri" panose="020F0502020204030204" pitchFamily="34" charset="0"/>
                <a:cs typeface="Times New Roman" panose="02020603050405020304" pitchFamily="18" charset="0"/>
              </a:rPr>
              <a:t> + V (x) ᴪo e</a:t>
            </a:r>
            <a:r>
              <a:rPr lang="en-IN" sz="2400" baseline="30000" dirty="0">
                <a:latin typeface="Casper" panose="02000506000000020004"/>
                <a:ea typeface="Calibri" panose="020F0502020204030204" pitchFamily="34" charset="0"/>
                <a:cs typeface="Times New Roman" panose="02020603050405020304" pitchFamily="18" charset="0"/>
              </a:rPr>
              <a:t> −</a:t>
            </a:r>
            <a:r>
              <a:rPr lang="en-IN" sz="2400" baseline="30000" dirty="0" err="1">
                <a:latin typeface="Casper" panose="02000506000000020004"/>
                <a:ea typeface="Calibri" panose="020F0502020204030204" pitchFamily="34" charset="0"/>
                <a:cs typeface="Times New Roman" panose="02020603050405020304" pitchFamily="18" charset="0"/>
              </a:rPr>
              <a:t>iωt</a:t>
            </a:r>
            <a:r>
              <a:rPr lang="en-IN" sz="2400" dirty="0">
                <a:latin typeface="Casper" panose="02000506000000020004"/>
                <a:ea typeface="Calibri" panose="020F0502020204030204" pitchFamily="34" charset="0"/>
                <a:cs typeface="Times New Roman" panose="02020603050405020304" pitchFamily="18" charset="0"/>
              </a:rPr>
              <a:t> = </a:t>
            </a:r>
            <a:r>
              <a:rPr lang="en-IN" sz="2400" dirty="0" err="1">
                <a:latin typeface="Casper" panose="02000506000000020004"/>
                <a:ea typeface="Calibri" panose="020F0502020204030204" pitchFamily="34" charset="0"/>
                <a:cs typeface="Times New Roman" panose="02020603050405020304" pitchFamily="18" charset="0"/>
              </a:rPr>
              <a:t>iℏ</a:t>
            </a:r>
            <a:r>
              <a:rPr lang="en-IN" sz="2400" dirty="0">
                <a:latin typeface="Casper" panose="02000506000000020004"/>
                <a:ea typeface="Calibri" panose="020F0502020204030204" pitchFamily="34" charset="0"/>
                <a:cs typeface="Times New Roman" panose="02020603050405020304" pitchFamily="18" charset="0"/>
              </a:rPr>
              <a:t> -</a:t>
            </a:r>
            <a:r>
              <a:rPr lang="en-IN" sz="2400" dirty="0" err="1">
                <a:latin typeface="Casper" panose="02000506000000020004"/>
                <a:ea typeface="Calibri" panose="020F0502020204030204" pitchFamily="34" charset="0"/>
                <a:cs typeface="Times New Roman" panose="02020603050405020304" pitchFamily="18" charset="0"/>
              </a:rPr>
              <a:t>iωᴪo</a:t>
            </a:r>
            <a:r>
              <a:rPr lang="en-IN" sz="2400" dirty="0">
                <a:latin typeface="Casper" panose="02000506000000020004"/>
                <a:ea typeface="Calibri" panose="020F0502020204030204" pitchFamily="34" charset="0"/>
                <a:cs typeface="Times New Roman" panose="02020603050405020304" pitchFamily="18" charset="0"/>
              </a:rPr>
              <a:t> e</a:t>
            </a:r>
            <a:r>
              <a:rPr lang="en-IN" sz="2400" baseline="30000" dirty="0">
                <a:latin typeface="Casper" panose="02000506000000020004"/>
                <a:ea typeface="Calibri" panose="020F0502020204030204" pitchFamily="34" charset="0"/>
                <a:cs typeface="Times New Roman" panose="02020603050405020304" pitchFamily="18" charset="0"/>
              </a:rPr>
              <a:t> −</a:t>
            </a:r>
            <a:r>
              <a:rPr lang="en-IN" sz="2400" baseline="30000" dirty="0" err="1">
                <a:latin typeface="Casper" panose="02000506000000020004"/>
                <a:ea typeface="Calibri" panose="020F0502020204030204" pitchFamily="34" charset="0"/>
                <a:cs typeface="Times New Roman" panose="02020603050405020304" pitchFamily="18" charset="0"/>
              </a:rPr>
              <a:t>iωt</a:t>
            </a:r>
            <a:endParaRPr lang="en-IN" sz="2400" dirty="0">
              <a:latin typeface="Casper" panose="02000506000000020004"/>
              <a:ea typeface="Calibri" panose="020F0502020204030204" pitchFamily="34" charset="0"/>
              <a:cs typeface="Times New Roman" panose="02020603050405020304" pitchFamily="18" charset="0"/>
            </a:endParaRPr>
          </a:p>
          <a:p>
            <a:pPr algn="ctr">
              <a:lnSpc>
                <a:spcPct val="150000"/>
              </a:lnSpc>
              <a:spcAft>
                <a:spcPts val="800"/>
              </a:spcAft>
            </a:pPr>
            <a:r>
              <a:rPr lang="en-IN" sz="2400" dirty="0">
                <a:latin typeface="Casper" panose="02000506000000020004"/>
                <a:ea typeface="Calibri" panose="020F0502020204030204" pitchFamily="34" charset="0"/>
                <a:cs typeface="Times New Roman" panose="02020603050405020304" pitchFamily="18" charset="0"/>
              </a:rPr>
              <a:t>Extracting common terms i.e. e</a:t>
            </a:r>
            <a:r>
              <a:rPr lang="en-IN" sz="2400" baseline="30000" dirty="0">
                <a:latin typeface="Casper" panose="02000506000000020004"/>
                <a:ea typeface="Calibri" panose="020F0502020204030204" pitchFamily="34" charset="0"/>
                <a:cs typeface="Times New Roman" panose="02020603050405020304" pitchFamily="18" charset="0"/>
              </a:rPr>
              <a:t> −</a:t>
            </a:r>
            <a:r>
              <a:rPr lang="en-IN" sz="2400" baseline="30000" dirty="0" err="1">
                <a:latin typeface="Casper" panose="02000506000000020004"/>
                <a:ea typeface="Calibri" panose="020F0502020204030204" pitchFamily="34" charset="0"/>
                <a:cs typeface="Times New Roman" panose="02020603050405020304" pitchFamily="18" charset="0"/>
              </a:rPr>
              <a:t>iωt</a:t>
            </a:r>
            <a:endParaRPr lang="en-IN" sz="2400" dirty="0">
              <a:latin typeface="Casper" panose="02000506000000020004"/>
              <a:ea typeface="Calibri" panose="020F0502020204030204" pitchFamily="34" charset="0"/>
              <a:cs typeface="Times New Roman" panose="02020603050405020304" pitchFamily="18" charset="0"/>
            </a:endParaRPr>
          </a:p>
          <a:p>
            <a:pPr algn="ctr">
              <a:lnSpc>
                <a:spcPct val="150000"/>
              </a:lnSpc>
              <a:spcAft>
                <a:spcPts val="800"/>
              </a:spcAft>
            </a:pPr>
            <a:r>
              <a:rPr lang="en-IN" sz="2400" dirty="0">
                <a:latin typeface="Casper" panose="02000506000000020004"/>
                <a:ea typeface="Calibri" panose="020F0502020204030204" pitchFamily="34" charset="0"/>
                <a:cs typeface="Times New Roman" panose="02020603050405020304" pitchFamily="18" charset="0"/>
              </a:rPr>
              <a:t>− ℏ</a:t>
            </a:r>
            <a:r>
              <a:rPr lang="en-IN" sz="2400" baseline="30000" dirty="0">
                <a:latin typeface="Casper" panose="02000506000000020004"/>
                <a:ea typeface="Calibri" panose="020F0502020204030204" pitchFamily="34" charset="0"/>
                <a:cs typeface="Times New Roman" panose="02020603050405020304" pitchFamily="18" charset="0"/>
              </a:rPr>
              <a:t>2</a:t>
            </a:r>
            <a:r>
              <a:rPr lang="en-IN" sz="2400" dirty="0">
                <a:latin typeface="Casper" panose="02000506000000020004"/>
                <a:ea typeface="Calibri" panose="020F0502020204030204" pitchFamily="34" charset="0"/>
                <a:cs typeface="Times New Roman" panose="02020603050405020304" pitchFamily="18" charset="0"/>
              </a:rPr>
              <a:t>/ 2m ∂</a:t>
            </a:r>
            <a:r>
              <a:rPr lang="en-IN" sz="2400" baseline="30000" dirty="0">
                <a:latin typeface="Casper" panose="02000506000000020004"/>
                <a:ea typeface="Calibri" panose="020F0502020204030204" pitchFamily="34" charset="0"/>
                <a:cs typeface="Times New Roman" panose="02020603050405020304" pitchFamily="18" charset="0"/>
              </a:rPr>
              <a:t>2</a:t>
            </a:r>
            <a:r>
              <a:rPr lang="en-IN" sz="2400" dirty="0">
                <a:latin typeface="Casper" panose="02000506000000020004"/>
                <a:ea typeface="Calibri" panose="020F0502020204030204" pitchFamily="34" charset="0"/>
                <a:cs typeface="Times New Roman" panose="02020603050405020304" pitchFamily="18" charset="0"/>
              </a:rPr>
              <a:t>ψo/ ∂x</a:t>
            </a:r>
            <a:r>
              <a:rPr lang="en-IN" sz="2400" baseline="30000" dirty="0">
                <a:latin typeface="Casper" panose="02000506000000020004"/>
                <a:ea typeface="Calibri" panose="020F0502020204030204" pitchFamily="34" charset="0"/>
                <a:cs typeface="Times New Roman" panose="02020603050405020304" pitchFamily="18" charset="0"/>
              </a:rPr>
              <a:t>2</a:t>
            </a:r>
            <a:r>
              <a:rPr lang="en-IN" sz="2400" dirty="0">
                <a:latin typeface="Casper" panose="02000506000000020004"/>
                <a:ea typeface="Calibri" panose="020F0502020204030204" pitchFamily="34" charset="0"/>
                <a:cs typeface="Times New Roman" panose="02020603050405020304" pitchFamily="18" charset="0"/>
              </a:rPr>
              <a:t> + V (x) ᴪo = </a:t>
            </a:r>
            <a:r>
              <a:rPr lang="en-IN" sz="2400" dirty="0" err="1">
                <a:latin typeface="Casper" panose="02000506000000020004"/>
                <a:ea typeface="Calibri" panose="020F0502020204030204" pitchFamily="34" charset="0"/>
                <a:cs typeface="Times New Roman" panose="02020603050405020304" pitchFamily="18" charset="0"/>
              </a:rPr>
              <a:t>ℏω</a:t>
            </a:r>
            <a:r>
              <a:rPr lang="en-IN" sz="2400" dirty="0">
                <a:latin typeface="Casper" panose="02000506000000020004"/>
                <a:ea typeface="Calibri" panose="020F0502020204030204" pitchFamily="34" charset="0"/>
                <a:cs typeface="Times New Roman" panose="02020603050405020304" pitchFamily="18" charset="0"/>
              </a:rPr>
              <a:t> ᴪo</a:t>
            </a:r>
          </a:p>
          <a:p>
            <a:pPr algn="ctr">
              <a:lnSpc>
                <a:spcPct val="150000"/>
              </a:lnSpc>
              <a:spcAft>
                <a:spcPts val="800"/>
              </a:spcAft>
            </a:pPr>
            <a:r>
              <a:rPr lang="en-IN" sz="2400" dirty="0">
                <a:latin typeface="Casper" panose="02000506000000020004"/>
                <a:ea typeface="Calibri" panose="020F0502020204030204" pitchFamily="34" charset="0"/>
                <a:cs typeface="Times New Roman" panose="02020603050405020304" pitchFamily="18" charset="0"/>
              </a:rPr>
              <a:t> This is one-dimensional time independent Schrodinger wave equation. </a:t>
            </a:r>
          </a:p>
          <a:p>
            <a:pPr>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574237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3652F-2E37-441C-A7C1-E694855274F5}"/>
              </a:ext>
            </a:extLst>
          </p:cNvPr>
          <p:cNvSpPr>
            <a:spLocks noGrp="1"/>
          </p:cNvSpPr>
          <p:nvPr>
            <p:ph type="title"/>
          </p:nvPr>
        </p:nvSpPr>
        <p:spPr>
          <a:xfrm>
            <a:off x="1310184" y="210142"/>
            <a:ext cx="10043615" cy="1013299"/>
          </a:xfrm>
          <a:solidFill>
            <a:schemeClr val="bg1"/>
          </a:solidFill>
          <a:ln>
            <a:solidFill>
              <a:srgbClr val="C00000"/>
            </a:solidFill>
          </a:ln>
        </p:spPr>
        <p:txBody>
          <a:bodyPr/>
          <a:lstStyle/>
          <a:p>
            <a:pPr algn="ctr"/>
            <a:r>
              <a:rPr lang="en-IN" b="1" dirty="0">
                <a:latin typeface="Casper Bold"/>
              </a:rPr>
              <a:t>SUMMARY</a:t>
            </a:r>
            <a:r>
              <a:rPr lang="en-IN" dirty="0"/>
              <a:t> </a:t>
            </a:r>
          </a:p>
        </p:txBody>
      </p:sp>
      <p:sp>
        <p:nvSpPr>
          <p:cNvPr id="3" name="Content Placeholder 2">
            <a:extLst>
              <a:ext uri="{FF2B5EF4-FFF2-40B4-BE49-F238E27FC236}">
                <a16:creationId xmlns:a16="http://schemas.microsoft.com/office/drawing/2014/main" id="{599689A2-2691-4591-AC85-2ED96D0C6C6B}"/>
              </a:ext>
            </a:extLst>
          </p:cNvPr>
          <p:cNvSpPr>
            <a:spLocks noGrp="1"/>
          </p:cNvSpPr>
          <p:nvPr>
            <p:ph idx="1"/>
          </p:nvPr>
        </p:nvSpPr>
        <p:spPr>
          <a:xfrm>
            <a:off x="838200" y="1715839"/>
            <a:ext cx="10515600" cy="2931317"/>
          </a:xfrm>
          <a:ln>
            <a:solidFill>
              <a:schemeClr val="accent1"/>
            </a:solidFill>
          </a:ln>
        </p:spPr>
        <p:txBody>
          <a:bodyPr/>
          <a:lstStyle/>
          <a:p>
            <a:r>
              <a:rPr lang="en-IN" dirty="0"/>
              <a:t>Time independent Schrodinger equation is given as </a:t>
            </a:r>
          </a:p>
          <a:p>
            <a:r>
              <a:rPr lang="en-IN" dirty="0"/>
              <a:t>− ℏ</a:t>
            </a:r>
            <a:r>
              <a:rPr lang="en-IN" baseline="30000" dirty="0"/>
              <a:t>2</a:t>
            </a:r>
            <a:r>
              <a:rPr lang="en-IN" dirty="0"/>
              <a:t>/ 2m ∂</a:t>
            </a:r>
            <a:r>
              <a:rPr lang="en-IN" baseline="30000" dirty="0"/>
              <a:t>2</a:t>
            </a:r>
            <a:r>
              <a:rPr lang="en-IN" dirty="0"/>
              <a:t>ψo/ ∂x</a:t>
            </a:r>
            <a:r>
              <a:rPr lang="en-IN" baseline="30000" dirty="0"/>
              <a:t>2</a:t>
            </a:r>
            <a:r>
              <a:rPr lang="en-IN" dirty="0"/>
              <a:t> + V (x) ᴪo = </a:t>
            </a:r>
            <a:r>
              <a:rPr lang="en-IN" dirty="0" err="1"/>
              <a:t>ℏω</a:t>
            </a:r>
            <a:r>
              <a:rPr lang="en-IN" dirty="0"/>
              <a:t> ᴪo</a:t>
            </a:r>
          </a:p>
          <a:p>
            <a:endParaRPr lang="en-IN" dirty="0"/>
          </a:p>
        </p:txBody>
      </p:sp>
      <p:sp>
        <p:nvSpPr>
          <p:cNvPr id="4" name="Slide Number Placeholder 3">
            <a:extLst>
              <a:ext uri="{FF2B5EF4-FFF2-40B4-BE49-F238E27FC236}">
                <a16:creationId xmlns:a16="http://schemas.microsoft.com/office/drawing/2014/main" id="{D3EC5110-2117-444B-B483-C03F3375A4AF}"/>
              </a:ext>
            </a:extLst>
          </p:cNvPr>
          <p:cNvSpPr>
            <a:spLocks noGrp="1"/>
          </p:cNvSpPr>
          <p:nvPr>
            <p:ph type="sldNum" sz="quarter" idx="12"/>
          </p:nvPr>
        </p:nvSpPr>
        <p:spPr/>
        <p:txBody>
          <a:bodyPr/>
          <a:lstStyle/>
          <a:p>
            <a:fld id="{BDCDBBEF-AA6C-4BA6-85B2-A17D7F280E38}" type="slidenum">
              <a:rPr lang="en-US" smtClean="0"/>
              <a:t>13</a:t>
            </a:fld>
            <a:endParaRPr lang="en-US"/>
          </a:p>
        </p:txBody>
      </p:sp>
    </p:spTree>
    <p:extLst>
      <p:ext uri="{BB962C8B-B14F-4D97-AF65-F5344CB8AC3E}">
        <p14:creationId xmlns:p14="http://schemas.microsoft.com/office/powerpoint/2010/main" val="1812667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97D8E-8C48-4057-BB98-FF57A21F57FE}"/>
              </a:ext>
            </a:extLst>
          </p:cNvPr>
          <p:cNvSpPr>
            <a:spLocks noGrp="1"/>
          </p:cNvSpPr>
          <p:nvPr>
            <p:ph type="title"/>
          </p:nvPr>
        </p:nvSpPr>
        <p:spPr>
          <a:xfrm>
            <a:off x="1337480" y="365126"/>
            <a:ext cx="10016319" cy="958708"/>
          </a:xfrm>
          <a:ln>
            <a:solidFill>
              <a:srgbClr val="C00000"/>
            </a:solidFill>
          </a:ln>
        </p:spPr>
        <p:txBody>
          <a:bodyPr>
            <a:normAutofit fontScale="90000"/>
          </a:bodyPr>
          <a:lstStyle/>
          <a:p>
            <a:pPr algn="ctr"/>
            <a:r>
              <a:rPr lang="en-IN" dirty="0"/>
              <a:t>	</a:t>
            </a:r>
            <a:br>
              <a:rPr lang="en-IN" dirty="0"/>
            </a:br>
            <a:r>
              <a:rPr lang="en-IN" b="1" dirty="0">
                <a:latin typeface="Casper Bold" panose="02000806040000020004"/>
              </a:rPr>
              <a:t>FREQUENTLY ASKED QUESTIONS</a:t>
            </a:r>
          </a:p>
        </p:txBody>
      </p:sp>
      <p:sp>
        <p:nvSpPr>
          <p:cNvPr id="3" name="Content Placeholder 2">
            <a:extLst>
              <a:ext uri="{FF2B5EF4-FFF2-40B4-BE49-F238E27FC236}">
                <a16:creationId xmlns:a16="http://schemas.microsoft.com/office/drawing/2014/main" id="{BE7F128C-CEF3-4F3A-9DD2-A021EC8C00C0}"/>
              </a:ext>
            </a:extLst>
          </p:cNvPr>
          <p:cNvSpPr>
            <a:spLocks noGrp="1"/>
          </p:cNvSpPr>
          <p:nvPr>
            <p:ph idx="1"/>
          </p:nvPr>
        </p:nvSpPr>
        <p:spPr>
          <a:xfrm>
            <a:off x="838200" y="1690688"/>
            <a:ext cx="10515600" cy="4000428"/>
          </a:xfrm>
          <a:ln>
            <a:solidFill>
              <a:schemeClr val="accent1"/>
            </a:solidFill>
          </a:ln>
        </p:spPr>
        <p:txBody>
          <a:bodyPr/>
          <a:lstStyle/>
          <a:p>
            <a:pPr>
              <a:buFont typeface="Wingdings" panose="05000000000000000000" pitchFamily="2" charset="2"/>
              <a:buChar char="v"/>
            </a:pPr>
            <a:r>
              <a:rPr lang="en-IN" sz="2400" dirty="0">
                <a:latin typeface="Casper"/>
              </a:rPr>
              <a:t>Give energy and momentum operator.</a:t>
            </a:r>
          </a:p>
          <a:p>
            <a:pPr>
              <a:buFont typeface="Wingdings" panose="05000000000000000000" pitchFamily="2" charset="2"/>
              <a:buChar char="v"/>
            </a:pPr>
            <a:r>
              <a:rPr lang="en-IN" sz="2400" dirty="0">
                <a:latin typeface="Casper"/>
              </a:rPr>
              <a:t>Derive time independent Schrodinger equation.</a:t>
            </a:r>
          </a:p>
          <a:p>
            <a:pPr lvl="0">
              <a:buFont typeface="Wingdings" panose="05000000000000000000" pitchFamily="2" charset="2"/>
              <a:buChar char="v"/>
            </a:pPr>
            <a:r>
              <a:rPr lang="en-IN" sz="2400" dirty="0">
                <a:latin typeface="Casper"/>
              </a:rPr>
              <a:t>If the particle moving in a _____ potential then the solution of the wave equation are describe as a stationary states</a:t>
            </a:r>
          </a:p>
          <a:p>
            <a:pPr marL="0" lvl="0" indent="0">
              <a:buNone/>
            </a:pPr>
            <a:r>
              <a:rPr lang="en-IN" sz="2400" dirty="0">
                <a:latin typeface="Casper"/>
              </a:rPr>
              <a:t>   (a) time independent (b) time dependent (c) velocity dependent (d) velocity independent</a:t>
            </a:r>
          </a:p>
          <a:p>
            <a:endParaRPr lang="en-IN" dirty="0"/>
          </a:p>
        </p:txBody>
      </p:sp>
      <p:sp>
        <p:nvSpPr>
          <p:cNvPr id="4" name="Slide Number Placeholder 3">
            <a:extLst>
              <a:ext uri="{FF2B5EF4-FFF2-40B4-BE49-F238E27FC236}">
                <a16:creationId xmlns:a16="http://schemas.microsoft.com/office/drawing/2014/main" id="{562ECA2E-87EA-4CA3-8F71-C3B203EC9EB3}"/>
              </a:ext>
            </a:extLst>
          </p:cNvPr>
          <p:cNvSpPr>
            <a:spLocks noGrp="1"/>
          </p:cNvSpPr>
          <p:nvPr>
            <p:ph type="sldNum" sz="quarter" idx="12"/>
          </p:nvPr>
        </p:nvSpPr>
        <p:spPr/>
        <p:txBody>
          <a:bodyPr/>
          <a:lstStyle/>
          <a:p>
            <a:fld id="{BDCDBBEF-AA6C-4BA6-85B2-A17D7F280E38}" type="slidenum">
              <a:rPr lang="en-US" smtClean="0"/>
              <a:t>14</a:t>
            </a:fld>
            <a:endParaRPr lang="en-US"/>
          </a:p>
        </p:txBody>
      </p:sp>
    </p:spTree>
    <p:extLst>
      <p:ext uri="{BB962C8B-B14F-4D97-AF65-F5344CB8AC3E}">
        <p14:creationId xmlns:p14="http://schemas.microsoft.com/office/powerpoint/2010/main" val="2287860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2196" y="360362"/>
            <a:ext cx="9811603" cy="1045358"/>
          </a:xfrm>
          <a:ln>
            <a:solidFill>
              <a:srgbClr val="C00000"/>
            </a:solidFill>
          </a:ln>
        </p:spPr>
        <p:txBody>
          <a:bodyPr/>
          <a:lstStyle/>
          <a:p>
            <a:pPr algn="ctr"/>
            <a:r>
              <a:rPr lang="en-US" b="1" dirty="0">
                <a:latin typeface="Casper Bold" panose="02000806040000020004" pitchFamily="2" charset="0"/>
                <a:cs typeface="Arial" panose="020B0604020202020204" pitchFamily="34" charset="0"/>
              </a:rPr>
              <a:t>REFERENCE-BOOKS</a:t>
            </a:r>
            <a:r>
              <a:rPr lang="en-US" sz="2800" b="1" dirty="0">
                <a:latin typeface="Casper Bold" panose="02000806040000020004" pitchFamily="2" charset="0"/>
                <a:cs typeface="Arial" panose="020B0604020202020204" pitchFamily="34" charset="0"/>
              </a:rPr>
              <a:t> </a:t>
            </a:r>
            <a:r>
              <a:rPr lang="en-US" sz="2800" b="1" dirty="0"/>
              <a:t>  </a:t>
            </a:r>
            <a:endParaRPr lang="en-US" b="1" dirty="0"/>
          </a:p>
        </p:txBody>
      </p:sp>
      <p:sp>
        <p:nvSpPr>
          <p:cNvPr id="3" name="Content Placeholder 2"/>
          <p:cNvSpPr>
            <a:spLocks noGrp="1"/>
          </p:cNvSpPr>
          <p:nvPr>
            <p:ph idx="1"/>
          </p:nvPr>
        </p:nvSpPr>
        <p:spPr>
          <a:xfrm>
            <a:off x="838200" y="1825625"/>
            <a:ext cx="10515600" cy="3397728"/>
          </a:xfrm>
          <a:ln>
            <a:solidFill>
              <a:schemeClr val="accent1"/>
            </a:solidFill>
          </a:ln>
        </p:spPr>
        <p:txBody>
          <a:bodyPr>
            <a:normAutofit/>
          </a:bodyPr>
          <a:lstStyle/>
          <a:p>
            <a:endParaRPr lang="en-IN" sz="1600" dirty="0"/>
          </a:p>
          <a:p>
            <a:pPr lvl="0">
              <a:buFont typeface="Wingdings" panose="05000000000000000000" pitchFamily="2" charset="2"/>
              <a:buChar char="v"/>
            </a:pPr>
            <a:r>
              <a:rPr lang="en-IN" sz="2400" dirty="0"/>
              <a:t>Concepts of Modern Physics, (Fifth Edition) A </a:t>
            </a:r>
            <a:r>
              <a:rPr lang="en-IN" sz="2400" dirty="0" err="1"/>
              <a:t>Beiser</a:t>
            </a:r>
            <a:r>
              <a:rPr lang="en-IN" sz="2400" dirty="0"/>
              <a:t>, McGraw Hill International.</a:t>
            </a:r>
          </a:p>
          <a:p>
            <a:pPr lvl="0">
              <a:buFont typeface="Wingdings" panose="05000000000000000000" pitchFamily="2" charset="2"/>
              <a:buChar char="v"/>
            </a:pPr>
            <a:r>
              <a:rPr lang="en-IN" sz="2400" dirty="0"/>
              <a:t>Fundamentals of Physics, David Halliday, Robert Resnick and </a:t>
            </a:r>
            <a:r>
              <a:rPr lang="en-IN" sz="2400" dirty="0" err="1"/>
              <a:t>Jearl</a:t>
            </a:r>
            <a:r>
              <a:rPr lang="en-IN" sz="2400" dirty="0"/>
              <a:t> Walker, </a:t>
            </a:r>
            <a:r>
              <a:rPr lang="en-IN" sz="2400" dirty="0" err="1"/>
              <a:t>Wileyplus</a:t>
            </a:r>
            <a:r>
              <a:rPr lang="en-IN" sz="2400" dirty="0"/>
              <a:t>.</a:t>
            </a:r>
          </a:p>
          <a:p>
            <a:pPr marL="0" indent="0">
              <a:buNone/>
            </a:pPr>
            <a:endParaRPr lang="en-IN" dirty="0"/>
          </a:p>
          <a:p>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15</a:t>
            </a:fld>
            <a:endParaRPr lang="en-US"/>
          </a:p>
        </p:txBody>
      </p:sp>
    </p:spTree>
    <p:extLst>
      <p:ext uri="{BB962C8B-B14F-4D97-AF65-F5344CB8AC3E}">
        <p14:creationId xmlns:p14="http://schemas.microsoft.com/office/powerpoint/2010/main" val="33619184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827E1B-FA72-46A2-BDE3-AD692BA7B1E1}"/>
              </a:ext>
            </a:extLst>
          </p:cNvPr>
          <p:cNvSpPr>
            <a:spLocks noGrp="1"/>
          </p:cNvSpPr>
          <p:nvPr>
            <p:ph idx="1"/>
          </p:nvPr>
        </p:nvSpPr>
        <p:spPr>
          <a:xfrm>
            <a:off x="838200" y="1705366"/>
            <a:ext cx="10515600" cy="4351338"/>
          </a:xfrm>
          <a:ln>
            <a:solidFill>
              <a:schemeClr val="accent1"/>
            </a:solidFill>
          </a:ln>
        </p:spPr>
        <p:txBody>
          <a:bodyPr>
            <a:normAutofit/>
          </a:bodyPr>
          <a:lstStyle/>
          <a:p>
            <a:pPr lvl="0">
              <a:lnSpc>
                <a:spcPct val="150000"/>
              </a:lnSpc>
              <a:buFont typeface="Wingdings" panose="05000000000000000000" pitchFamily="2" charset="2"/>
              <a:buChar char="v"/>
            </a:pPr>
            <a:r>
              <a:rPr lang="en-IN" sz="2400" u="sng" dirty="0">
                <a:latin typeface="Casper"/>
                <a:hlinkClick r:id="rId2"/>
              </a:rPr>
              <a:t>https://www.youtube.com/watch?v=Dt_VKsSggAo</a:t>
            </a:r>
            <a:endParaRPr lang="en-IN" sz="2400" dirty="0">
              <a:latin typeface="Casper"/>
            </a:endParaRPr>
          </a:p>
          <a:p>
            <a:pPr lvl="0">
              <a:lnSpc>
                <a:spcPct val="150000"/>
              </a:lnSpc>
              <a:buFont typeface="Wingdings" panose="05000000000000000000" pitchFamily="2" charset="2"/>
              <a:buChar char="v"/>
            </a:pPr>
            <a:r>
              <a:rPr lang="en-IN" sz="2400" u="sng" dirty="0">
                <a:latin typeface="Casper"/>
                <a:hlinkClick r:id="rId3"/>
              </a:rPr>
              <a:t>https://www.youtube.com/watch?v=lB9cFdOoLaQ</a:t>
            </a:r>
            <a:endParaRPr lang="en-IN" sz="2400" dirty="0">
              <a:latin typeface="Casper"/>
            </a:endParaRPr>
          </a:p>
          <a:p>
            <a:pPr lvl="0">
              <a:lnSpc>
                <a:spcPct val="150000"/>
              </a:lnSpc>
            </a:pPr>
            <a:endParaRPr lang="en-IN" sz="2400" dirty="0">
              <a:latin typeface="Casper"/>
            </a:endParaRPr>
          </a:p>
        </p:txBody>
      </p:sp>
      <p:sp>
        <p:nvSpPr>
          <p:cNvPr id="4" name="Slide Number Placeholder 3">
            <a:extLst>
              <a:ext uri="{FF2B5EF4-FFF2-40B4-BE49-F238E27FC236}">
                <a16:creationId xmlns:a16="http://schemas.microsoft.com/office/drawing/2014/main" id="{66357D08-C8DF-492D-B091-92F7A1070ABD}"/>
              </a:ext>
            </a:extLst>
          </p:cNvPr>
          <p:cNvSpPr>
            <a:spLocks noGrp="1"/>
          </p:cNvSpPr>
          <p:nvPr>
            <p:ph type="sldNum" sz="quarter" idx="12"/>
          </p:nvPr>
        </p:nvSpPr>
        <p:spPr/>
        <p:txBody>
          <a:bodyPr/>
          <a:lstStyle/>
          <a:p>
            <a:fld id="{BDCDBBEF-AA6C-4BA6-85B2-A17D7F280E38}" type="slidenum">
              <a:rPr lang="en-US" smtClean="0"/>
              <a:t>16</a:t>
            </a:fld>
            <a:endParaRPr lang="en-US"/>
          </a:p>
        </p:txBody>
      </p:sp>
      <p:sp>
        <p:nvSpPr>
          <p:cNvPr id="5" name="Title 1">
            <a:extLst>
              <a:ext uri="{FF2B5EF4-FFF2-40B4-BE49-F238E27FC236}">
                <a16:creationId xmlns:a16="http://schemas.microsoft.com/office/drawing/2014/main" id="{0911A6BF-63EE-4BCE-8A53-0B0D2D5CC541}"/>
              </a:ext>
            </a:extLst>
          </p:cNvPr>
          <p:cNvSpPr>
            <a:spLocks noGrp="1"/>
          </p:cNvSpPr>
          <p:nvPr>
            <p:ph type="title"/>
          </p:nvPr>
        </p:nvSpPr>
        <p:spPr>
          <a:xfrm>
            <a:off x="1542196" y="360362"/>
            <a:ext cx="9811603" cy="1045358"/>
          </a:xfrm>
          <a:ln>
            <a:solidFill>
              <a:srgbClr val="C00000"/>
            </a:solidFill>
          </a:ln>
        </p:spPr>
        <p:txBody>
          <a:bodyPr/>
          <a:lstStyle/>
          <a:p>
            <a:pPr algn="ctr"/>
            <a:r>
              <a:rPr lang="en-US" b="1" dirty="0">
                <a:latin typeface="Casper Bold" panose="02000806040000020004" pitchFamily="2" charset="0"/>
                <a:cs typeface="Arial" panose="020B0604020202020204" pitchFamily="34" charset="0"/>
              </a:rPr>
              <a:t>REFERENCE</a:t>
            </a:r>
            <a:r>
              <a:rPr lang="en-US" sz="2800" b="1" dirty="0">
                <a:latin typeface="Casper Bold" panose="02000806040000020004" pitchFamily="2" charset="0"/>
                <a:cs typeface="Arial" panose="020B0604020202020204" pitchFamily="34" charset="0"/>
              </a:rPr>
              <a:t> -</a:t>
            </a:r>
            <a:r>
              <a:rPr lang="en-US" b="1" dirty="0">
                <a:latin typeface="Casper Bold" panose="02000806040000020004" pitchFamily="2" charset="0"/>
                <a:cs typeface="Arial" panose="020B0604020202020204" pitchFamily="34" charset="0"/>
              </a:rPr>
              <a:t>VIDEOS</a:t>
            </a:r>
            <a:endParaRPr lang="en-US" b="1" dirty="0"/>
          </a:p>
        </p:txBody>
      </p:sp>
    </p:spTree>
    <p:extLst>
      <p:ext uri="{BB962C8B-B14F-4D97-AF65-F5344CB8AC3E}">
        <p14:creationId xmlns:p14="http://schemas.microsoft.com/office/powerpoint/2010/main" val="23241154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36E0C7-352C-473F-9256-1F1E018B260A}"/>
              </a:ext>
            </a:extLst>
          </p:cNvPr>
          <p:cNvSpPr>
            <a:spLocks noGrp="1"/>
          </p:cNvSpPr>
          <p:nvPr>
            <p:ph idx="1"/>
          </p:nvPr>
        </p:nvSpPr>
        <p:spPr>
          <a:xfrm>
            <a:off x="838200" y="1825625"/>
            <a:ext cx="10515600" cy="2773671"/>
          </a:xfrm>
          <a:ln>
            <a:solidFill>
              <a:schemeClr val="accent1"/>
            </a:solidFill>
          </a:ln>
        </p:spPr>
        <p:txBody>
          <a:bodyPr/>
          <a:lstStyle/>
          <a:p>
            <a:pPr lvl="0">
              <a:lnSpc>
                <a:spcPct val="150000"/>
              </a:lnSpc>
              <a:buFont typeface="Wingdings" panose="05000000000000000000" pitchFamily="2" charset="2"/>
              <a:buChar char="v"/>
            </a:pPr>
            <a:r>
              <a:rPr lang="en-IN" sz="2400" u="sng" dirty="0">
                <a:latin typeface="Casper"/>
                <a:hlinkClick r:id="rId2"/>
              </a:rPr>
              <a:t>http://physics.mq.edu.au/~jcresser/Phys201/LectureNotes/SchrodingerEqn.pdf</a:t>
            </a:r>
            <a:endParaRPr lang="en-IN" sz="2400" dirty="0">
              <a:latin typeface="Casper"/>
            </a:endParaRPr>
          </a:p>
          <a:p>
            <a:pPr lvl="0">
              <a:lnSpc>
                <a:spcPct val="150000"/>
              </a:lnSpc>
              <a:buFont typeface="Wingdings" panose="05000000000000000000" pitchFamily="2" charset="2"/>
              <a:buChar char="v"/>
            </a:pPr>
            <a:r>
              <a:rPr lang="en-IN" sz="2400" u="sng" dirty="0">
                <a:latin typeface="Casper"/>
                <a:hlinkClick r:id="rId3"/>
              </a:rPr>
              <a:t>https://nanohub.org/resources/4935/download/tiswe_part1.pdf</a:t>
            </a:r>
            <a:endParaRPr lang="en-IN" sz="2400" dirty="0">
              <a:latin typeface="Casper"/>
            </a:endParaRPr>
          </a:p>
          <a:p>
            <a:pPr lvl="0">
              <a:lnSpc>
                <a:spcPct val="150000"/>
              </a:lnSpc>
              <a:buFont typeface="Wingdings" panose="05000000000000000000" pitchFamily="2" charset="2"/>
              <a:buChar char="v"/>
            </a:pPr>
            <a:r>
              <a:rPr lang="en-IN" sz="2400" u="sng" dirty="0">
                <a:latin typeface="Casper"/>
                <a:hlinkClick r:id="rId4"/>
              </a:rPr>
              <a:t>http://lejpt.academicdirect.org/A26/031_048.pdf</a:t>
            </a:r>
            <a:endParaRPr lang="en-IN" sz="2400" dirty="0">
              <a:latin typeface="Casper"/>
            </a:endParaRPr>
          </a:p>
          <a:p>
            <a:endParaRPr lang="en-US" dirty="0"/>
          </a:p>
        </p:txBody>
      </p:sp>
      <p:sp>
        <p:nvSpPr>
          <p:cNvPr id="4" name="Slide Number Placeholder 3">
            <a:extLst>
              <a:ext uri="{FF2B5EF4-FFF2-40B4-BE49-F238E27FC236}">
                <a16:creationId xmlns:a16="http://schemas.microsoft.com/office/drawing/2014/main" id="{2BAE05B9-2025-41E4-A18B-080BEAAFED43}"/>
              </a:ext>
            </a:extLst>
          </p:cNvPr>
          <p:cNvSpPr>
            <a:spLocks noGrp="1"/>
          </p:cNvSpPr>
          <p:nvPr>
            <p:ph type="sldNum" sz="quarter" idx="12"/>
          </p:nvPr>
        </p:nvSpPr>
        <p:spPr/>
        <p:txBody>
          <a:bodyPr/>
          <a:lstStyle/>
          <a:p>
            <a:fld id="{BDCDBBEF-AA6C-4BA6-85B2-A17D7F280E38}" type="slidenum">
              <a:rPr lang="en-US" smtClean="0"/>
              <a:t>17</a:t>
            </a:fld>
            <a:endParaRPr lang="en-US"/>
          </a:p>
        </p:txBody>
      </p:sp>
      <p:sp>
        <p:nvSpPr>
          <p:cNvPr id="5" name="Title 1">
            <a:extLst>
              <a:ext uri="{FF2B5EF4-FFF2-40B4-BE49-F238E27FC236}">
                <a16:creationId xmlns:a16="http://schemas.microsoft.com/office/drawing/2014/main" id="{B1EFFB61-AD56-4A45-8303-70CEBA364E29}"/>
              </a:ext>
            </a:extLst>
          </p:cNvPr>
          <p:cNvSpPr>
            <a:spLocks noGrp="1"/>
          </p:cNvSpPr>
          <p:nvPr>
            <p:ph type="title"/>
          </p:nvPr>
        </p:nvSpPr>
        <p:spPr>
          <a:xfrm>
            <a:off x="1542196" y="360362"/>
            <a:ext cx="9811603" cy="1045358"/>
          </a:xfrm>
          <a:ln>
            <a:solidFill>
              <a:srgbClr val="C00000"/>
            </a:solidFill>
          </a:ln>
        </p:spPr>
        <p:txBody>
          <a:bodyPr/>
          <a:lstStyle/>
          <a:p>
            <a:pPr algn="ctr"/>
            <a:r>
              <a:rPr lang="en-US" b="1" dirty="0">
                <a:latin typeface="Casper Bold" panose="02000806040000020004" pitchFamily="2" charset="0"/>
                <a:cs typeface="Arial" panose="020B0604020202020204" pitchFamily="34" charset="0"/>
              </a:rPr>
              <a:t>REFERENCE-WEBSITE</a:t>
            </a:r>
            <a:r>
              <a:rPr lang="en-US" sz="2800" dirty="0">
                <a:latin typeface="Casper Bold" panose="02000806040000020004" pitchFamily="2" charset="0"/>
                <a:cs typeface="Arial" panose="020B0604020202020204" pitchFamily="34" charset="0"/>
              </a:rPr>
              <a:t> </a:t>
            </a:r>
            <a:r>
              <a:rPr lang="en-US" sz="2800" dirty="0"/>
              <a:t>  </a:t>
            </a:r>
            <a:endParaRPr lang="en-US" dirty="0"/>
          </a:p>
        </p:txBody>
      </p:sp>
    </p:spTree>
    <p:extLst>
      <p:ext uri="{BB962C8B-B14F-4D97-AF65-F5344CB8AC3E}">
        <p14:creationId xmlns:p14="http://schemas.microsoft.com/office/powerpoint/2010/main" val="37161117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
                        <p:cNvPicPr>
                          <a:picLocks noChangeAspect="1" noChangeArrowheads="1"/>
                        </p:cNvPicPr>
                        <p:nvPr/>
                      </p:nvPicPr>
                      <p:blipFill>
                        <a:blip r:embed="rId3">
                          <a:lum/>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p:spPr>
                    </p:pic>
                  </p:oleObj>
                </mc:Fallback>
              </mc:AlternateContent>
            </a:graphicData>
          </a:graphic>
        </p:graphicFrame>
      </p:grpSp>
      <p:sp>
        <p:nvSpPr>
          <p:cNvPr id="2" name="Rectangle 1"/>
          <p:cNvSpPr/>
          <p:nvPr/>
        </p:nvSpPr>
        <p:spPr>
          <a:xfrm>
            <a:off x="4114005" y="5394447"/>
            <a:ext cx="3291350" cy="646331"/>
          </a:xfrm>
          <a:prstGeom prst="rect">
            <a:avLst/>
          </a:prstGeom>
        </p:spPr>
        <p:txBody>
          <a:bodyPr wrap="none">
            <a:spAutoFit/>
          </a:bodyPr>
          <a:lstStyle/>
          <a:p>
            <a:r>
              <a:rPr lang="en-US" dirty="0">
                <a:latin typeface="Casper" panose="02000506000000020004" pitchFamily="2" charset="0"/>
                <a:ea typeface="Segoe UI" panose="020B0502040204020203" pitchFamily="34" charset="0"/>
                <a:cs typeface="Segoe UI" panose="020B0502040204020203" pitchFamily="34" charset="0"/>
              </a:rPr>
              <a:t>For queries</a:t>
            </a:r>
          </a:p>
          <a:p>
            <a:r>
              <a:rPr lang="en-US" dirty="0">
                <a:latin typeface="Casper" panose="02000506000000020004" pitchFamily="2" charset="0"/>
                <a:cs typeface="Segoe UI" panose="020B0502040204020203" pitchFamily="34" charset="0"/>
              </a:rPr>
              <a:t>Email</a:t>
            </a:r>
            <a:r>
              <a:rPr lang="en-US">
                <a:latin typeface="Casper" panose="02000506000000020004" pitchFamily="2" charset="0"/>
                <a:cs typeface="Segoe UI" panose="020B0502040204020203" pitchFamily="34" charset="0"/>
              </a:rPr>
              <a:t>: arminder.uis@cumail.in</a:t>
            </a:r>
            <a:endParaRPr lang="en-US" dirty="0"/>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1610</TotalTime>
  <Words>982</Words>
  <Application>Microsoft Office PowerPoint</Application>
  <PresentationFormat>Widescreen</PresentationFormat>
  <Paragraphs>124</Paragraphs>
  <Slides>18</Slides>
  <Notes>0</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18</vt:i4>
      </vt:variant>
    </vt:vector>
  </HeadingPairs>
  <TitlesOfParts>
    <vt:vector size="31" baseType="lpstr">
      <vt:lpstr>Arial</vt:lpstr>
      <vt:lpstr>Arial Black</vt:lpstr>
      <vt:lpstr>Calibri</vt:lpstr>
      <vt:lpstr>Calibri Light</vt:lpstr>
      <vt:lpstr>Casper</vt:lpstr>
      <vt:lpstr>Casper Bold</vt:lpstr>
      <vt:lpstr>Raleway ExtraBold</vt:lpstr>
      <vt:lpstr>Times New Roman</vt:lpstr>
      <vt:lpstr>Trebuchet MS</vt:lpstr>
      <vt:lpstr>Wingdings</vt:lpstr>
      <vt:lpstr>1_Office Theme</vt:lpstr>
      <vt:lpstr>Contents Slide Master</vt:lpstr>
      <vt:lpstr>CorelDRAW</vt:lpstr>
      <vt:lpstr>PowerPoint Presentation</vt:lpstr>
      <vt:lpstr>PowerPoint Presentation</vt:lpstr>
      <vt:lpstr>PowerPoint Presentation</vt:lpstr>
      <vt:lpstr>PowerPoint Presentation</vt:lpstr>
      <vt:lpstr>LECTURE OBJECTIVE</vt:lpstr>
      <vt:lpstr> CONTENT</vt:lpstr>
      <vt:lpstr>PHOTON MOMENTUM</vt:lpstr>
      <vt:lpstr>SCHRÖDINGER'S CAT </vt:lpstr>
      <vt:lpstr>SCHRODINGER EQUATION-INTRODUCTION</vt:lpstr>
      <vt:lpstr> TIME INDEPENDENT SCHRODINGER EQUATION </vt:lpstr>
      <vt:lpstr> TIME INDEPENDENT SCHRODINGER EQUATION </vt:lpstr>
      <vt:lpstr> TIME INDEPENDENT SCHRODINGER EQUATION </vt:lpstr>
      <vt:lpstr>SUMMARY </vt:lpstr>
      <vt:lpstr>  FREQUENTLY ASKED QUESTIONS</vt:lpstr>
      <vt:lpstr>REFERENCE-BOOKS   </vt:lpstr>
      <vt:lpstr>REFERENCE -VIDEOS</vt:lpstr>
      <vt:lpstr>REFERENCE-WEBSITE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Indu Gupta</cp:lastModifiedBy>
  <cp:revision>115</cp:revision>
  <dcterms:created xsi:type="dcterms:W3CDTF">2019-01-09T10:33:58Z</dcterms:created>
  <dcterms:modified xsi:type="dcterms:W3CDTF">2023-06-15T15:54:25Z</dcterms:modified>
</cp:coreProperties>
</file>